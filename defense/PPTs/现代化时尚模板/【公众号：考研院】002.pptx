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6" r:id="rId1"/>
    <p:sldMasterId id="2147483679" r:id="rId2"/>
  </p:sldMasterIdLst>
  <p:notesMasterIdLst>
    <p:notesMasterId r:id="rId30"/>
  </p:notesMasterIdLst>
  <p:sldIdLst>
    <p:sldId id="256" r:id="rId3"/>
    <p:sldId id="257" r:id="rId4"/>
    <p:sldId id="258" r:id="rId5"/>
    <p:sldId id="266" r:id="rId6"/>
    <p:sldId id="267" r:id="rId7"/>
    <p:sldId id="268" r:id="rId8"/>
    <p:sldId id="259" r:id="rId9"/>
    <p:sldId id="269" r:id="rId10"/>
    <p:sldId id="278" r:id="rId11"/>
    <p:sldId id="279" r:id="rId12"/>
    <p:sldId id="260" r:id="rId13"/>
    <p:sldId id="276" r:id="rId14"/>
    <p:sldId id="277" r:id="rId15"/>
    <p:sldId id="275" r:id="rId16"/>
    <p:sldId id="261" r:id="rId17"/>
    <p:sldId id="273" r:id="rId18"/>
    <p:sldId id="274" r:id="rId19"/>
    <p:sldId id="272" r:id="rId20"/>
    <p:sldId id="262" r:id="rId21"/>
    <p:sldId id="270" r:id="rId22"/>
    <p:sldId id="271" r:id="rId23"/>
    <p:sldId id="263" r:id="rId24"/>
    <p:sldId id="265" r:id="rId25"/>
    <p:sldId id="264" r:id="rId26"/>
    <p:sldId id="280" r:id="rId27"/>
    <p:sldId id="281" r:id="rId28"/>
    <p:sldId id="282" r:id="rId29"/>
  </p:sldIdLst>
  <p:sldSz cx="12192000" cy="6858000"/>
  <p:notesSz cx="6858000" cy="9144000"/>
  <p:defaultTextStyle>
    <a:defPPr>
      <a:defRPr lang="zh-CN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73A1C"/>
    <a:srgbClr val="F23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12" autoAdjust="0"/>
    <p:restoredTop sz="93295" autoAdjust="0"/>
  </p:normalViewPr>
  <p:slideViewPr>
    <p:cSldViewPr snapToGrid="0" snapToObjects="1">
      <p:cViewPr varScale="1">
        <p:scale>
          <a:sx n="100" d="100"/>
          <a:sy n="100" d="100"/>
        </p:scale>
        <p:origin x="46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6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.xlsx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radarChart>
        <c:radarStyle val="fill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深红</c:v>
                </c:pt>
              </c:strCache>
            </c:strRef>
          </c:tx>
          <c:spPr>
            <a:solidFill>
              <a:schemeClr val="accent1">
                <a:alpha val="80000"/>
              </a:schemeClr>
            </a:solidFill>
            <a:ln>
              <a:noFill/>
            </a:ln>
            <a:effectLst/>
          </c:spPr>
          <c:cat>
            <c:numRef>
              <c:f>Sheet1!$A$2:$A$11</c:f>
              <c:numCache>
                <c:formatCode>General</c:formatCod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numCache>
            </c:num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5</c:v>
                </c:pt>
                <c:pt idx="1">
                  <c:v>5</c:v>
                </c:pt>
                <c:pt idx="2">
                  <c:v>5</c:v>
                </c:pt>
                <c:pt idx="3">
                  <c:v>5</c:v>
                </c:pt>
                <c:pt idx="4">
                  <c:v>5</c:v>
                </c:pt>
                <c:pt idx="5">
                  <c:v>8</c:v>
                </c:pt>
                <c:pt idx="6">
                  <c:v>9</c:v>
                </c:pt>
                <c:pt idx="7">
                  <c:v>10</c:v>
                </c:pt>
                <c:pt idx="8">
                  <c:v>12</c:v>
                </c:pt>
                <c:pt idx="9">
                  <c:v>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EC1-45C5-9BA3-E8E646B2375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紫色</c:v>
                </c:pt>
              </c:strCache>
            </c:strRef>
          </c:tx>
          <c:spPr>
            <a:solidFill>
              <a:schemeClr val="accent2">
                <a:alpha val="80000"/>
              </a:schemeClr>
            </a:solidFill>
            <a:ln>
              <a:noFill/>
            </a:ln>
            <a:effectLst/>
          </c:spPr>
          <c:cat>
            <c:numRef>
              <c:f>Sheet1!$A$2:$A$11</c:f>
              <c:numCache>
                <c:formatCode>General</c:formatCod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numCache>
            </c:num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5</c:v>
                </c:pt>
                <c:pt idx="1">
                  <c:v>5</c:v>
                </c:pt>
                <c:pt idx="2">
                  <c:v>5</c:v>
                </c:pt>
                <c:pt idx="3">
                  <c:v>5</c:v>
                </c:pt>
                <c:pt idx="4">
                  <c:v>5</c:v>
                </c:pt>
                <c:pt idx="5">
                  <c:v>5</c:v>
                </c:pt>
                <c:pt idx="6">
                  <c:v>10</c:v>
                </c:pt>
                <c:pt idx="7">
                  <c:v>10</c:v>
                </c:pt>
                <c:pt idx="8">
                  <c:v>10</c:v>
                </c:pt>
                <c:pt idx="9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EC1-45C5-9BA3-E8E646B2375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深绿</c:v>
                </c:pt>
              </c:strCache>
            </c:strRef>
          </c:tx>
          <c:spPr>
            <a:solidFill>
              <a:schemeClr val="accent3">
                <a:alpha val="80000"/>
              </a:schemeClr>
            </a:solidFill>
            <a:ln>
              <a:noFill/>
            </a:ln>
            <a:effectLst/>
          </c:spPr>
          <c:cat>
            <c:numRef>
              <c:f>Sheet1!$A$2:$A$11</c:f>
              <c:numCache>
                <c:formatCode>General</c:formatCod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numCache>
            </c:num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5</c:v>
                </c:pt>
                <c:pt idx="1">
                  <c:v>5</c:v>
                </c:pt>
                <c:pt idx="2">
                  <c:v>5</c:v>
                </c:pt>
                <c:pt idx="3">
                  <c:v>5</c:v>
                </c:pt>
                <c:pt idx="4">
                  <c:v>5</c:v>
                </c:pt>
                <c:pt idx="5">
                  <c:v>5</c:v>
                </c:pt>
                <c:pt idx="6">
                  <c:v>9</c:v>
                </c:pt>
                <c:pt idx="7">
                  <c:v>11</c:v>
                </c:pt>
                <c:pt idx="8">
                  <c:v>10</c:v>
                </c:pt>
                <c:pt idx="9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EC1-45C5-9BA3-E8E646B2375F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浅绿</c:v>
                </c:pt>
              </c:strCache>
            </c:strRef>
          </c:tx>
          <c:spPr>
            <a:solidFill>
              <a:schemeClr val="accent4">
                <a:alpha val="80000"/>
              </a:schemeClr>
            </a:solidFill>
            <a:ln>
              <a:noFill/>
            </a:ln>
            <a:effectLst/>
          </c:spPr>
          <c:cat>
            <c:numRef>
              <c:f>Sheet1!$A$2:$A$11</c:f>
              <c:numCache>
                <c:formatCode>General</c:formatCod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numCache>
            </c:numRef>
          </c:cat>
          <c:val>
            <c:numRef>
              <c:f>Sheet1!$E$2:$E$11</c:f>
              <c:numCache>
                <c:formatCode>General</c:formatCode>
                <c:ptCount val="10"/>
                <c:pt idx="0">
                  <c:v>5</c:v>
                </c:pt>
                <c:pt idx="1">
                  <c:v>5</c:v>
                </c:pt>
                <c:pt idx="2">
                  <c:v>8</c:v>
                </c:pt>
                <c:pt idx="3">
                  <c:v>10</c:v>
                </c:pt>
                <c:pt idx="4">
                  <c:v>10</c:v>
                </c:pt>
                <c:pt idx="5">
                  <c:v>10</c:v>
                </c:pt>
                <c:pt idx="6">
                  <c:v>10</c:v>
                </c:pt>
                <c:pt idx="7">
                  <c:v>10</c:v>
                </c:pt>
                <c:pt idx="8">
                  <c:v>9</c:v>
                </c:pt>
                <c:pt idx="9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6EC1-45C5-9BA3-E8E646B2375F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浅绿</c:v>
                </c:pt>
              </c:strCache>
            </c:strRef>
          </c:tx>
          <c:spPr>
            <a:solidFill>
              <a:schemeClr val="accent5">
                <a:alpha val="80000"/>
              </a:schemeClr>
            </a:solidFill>
            <a:ln>
              <a:noFill/>
            </a:ln>
            <a:effectLst/>
          </c:spPr>
          <c:cat>
            <c:numRef>
              <c:f>Sheet1!$A$2:$A$11</c:f>
              <c:numCache>
                <c:formatCode>General</c:formatCod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numCache>
            </c:numRef>
          </c:cat>
          <c:val>
            <c:numRef>
              <c:f>Sheet1!$F$2:$F$11</c:f>
              <c:numCache>
                <c:formatCode>General</c:formatCode>
                <c:ptCount val="10"/>
                <c:pt idx="0">
                  <c:v>5</c:v>
                </c:pt>
                <c:pt idx="1">
                  <c:v>5</c:v>
                </c:pt>
                <c:pt idx="2">
                  <c:v>9</c:v>
                </c:pt>
                <c:pt idx="3">
                  <c:v>10</c:v>
                </c:pt>
                <c:pt idx="4">
                  <c:v>12</c:v>
                </c:pt>
                <c:pt idx="5">
                  <c:v>9</c:v>
                </c:pt>
                <c:pt idx="6">
                  <c:v>10</c:v>
                </c:pt>
                <c:pt idx="7">
                  <c:v>8</c:v>
                </c:pt>
                <c:pt idx="8">
                  <c:v>5</c:v>
                </c:pt>
                <c:pt idx="9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EC1-45C5-9BA3-E8E646B2375F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浅绿</c:v>
                </c:pt>
              </c:strCache>
            </c:strRef>
          </c:tx>
          <c:spPr>
            <a:solidFill>
              <a:schemeClr val="accent6">
                <a:alpha val="80000"/>
              </a:schemeClr>
            </a:solidFill>
            <a:ln>
              <a:noFill/>
            </a:ln>
            <a:effectLst/>
          </c:spPr>
          <c:cat>
            <c:numRef>
              <c:f>Sheet1!$A$2:$A$11</c:f>
              <c:numCache>
                <c:formatCode>General</c:formatCod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numCache>
            </c:numRef>
          </c:cat>
          <c:val>
            <c:numRef>
              <c:f>Sheet1!$G$2:$G$11</c:f>
              <c:numCache>
                <c:formatCode>General</c:formatCode>
                <c:ptCount val="10"/>
                <c:pt idx="0">
                  <c:v>5</c:v>
                </c:pt>
                <c:pt idx="1">
                  <c:v>10</c:v>
                </c:pt>
                <c:pt idx="2">
                  <c:v>10</c:v>
                </c:pt>
                <c:pt idx="3">
                  <c:v>10</c:v>
                </c:pt>
                <c:pt idx="4">
                  <c:v>10</c:v>
                </c:pt>
                <c:pt idx="5">
                  <c:v>11</c:v>
                </c:pt>
                <c:pt idx="6">
                  <c:v>13</c:v>
                </c:pt>
                <c:pt idx="7">
                  <c:v>8</c:v>
                </c:pt>
                <c:pt idx="8">
                  <c:v>10</c:v>
                </c:pt>
                <c:pt idx="9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6EC1-45C5-9BA3-E8E646B2375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704627680"/>
        <c:axId val="704632256"/>
      </c:radarChart>
      <c:catAx>
        <c:axId val="704627680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704632256"/>
        <c:crosses val="autoZero"/>
        <c:auto val="1"/>
        <c:lblAlgn val="ctr"/>
        <c:lblOffset val="100"/>
        <c:noMultiLvlLbl val="0"/>
      </c:catAx>
      <c:valAx>
        <c:axId val="704632256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75000"/>
                  <a:lumOff val="2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crossAx val="70462768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radarChart>
        <c:radarStyle val="fill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深红</c:v>
                </c:pt>
              </c:strCache>
            </c:strRef>
          </c:tx>
          <c:spPr>
            <a:noFill/>
            <a:ln>
              <a:noFill/>
            </a:ln>
            <a:effectLst/>
          </c:spPr>
          <c:cat>
            <c:numRef>
              <c:f>Sheet1!$A$2:$A$11</c:f>
              <c:numCache>
                <c:formatCode>General</c:formatCod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numCache>
            </c:num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5</c:v>
                </c:pt>
                <c:pt idx="1">
                  <c:v>5</c:v>
                </c:pt>
                <c:pt idx="2">
                  <c:v>5</c:v>
                </c:pt>
                <c:pt idx="3">
                  <c:v>5</c:v>
                </c:pt>
                <c:pt idx="4">
                  <c:v>5</c:v>
                </c:pt>
                <c:pt idx="5">
                  <c:v>8</c:v>
                </c:pt>
                <c:pt idx="6">
                  <c:v>9</c:v>
                </c:pt>
                <c:pt idx="7">
                  <c:v>10</c:v>
                </c:pt>
                <c:pt idx="8">
                  <c:v>12</c:v>
                </c:pt>
                <c:pt idx="9">
                  <c:v>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EF3-4A2E-ADB4-17BCB17A601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紫色</c:v>
                </c:pt>
              </c:strCache>
            </c:strRef>
          </c:tx>
          <c:spPr>
            <a:solidFill>
              <a:schemeClr val="accent2">
                <a:alpha val="80000"/>
              </a:schemeClr>
            </a:solidFill>
            <a:ln>
              <a:noFill/>
            </a:ln>
            <a:effectLst/>
          </c:spPr>
          <c:cat>
            <c:numRef>
              <c:f>Sheet1!$A$2:$A$11</c:f>
              <c:numCache>
                <c:formatCode>General</c:formatCod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numCache>
            </c:num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5</c:v>
                </c:pt>
                <c:pt idx="1">
                  <c:v>5</c:v>
                </c:pt>
                <c:pt idx="2">
                  <c:v>5</c:v>
                </c:pt>
                <c:pt idx="3">
                  <c:v>5</c:v>
                </c:pt>
                <c:pt idx="4">
                  <c:v>5</c:v>
                </c:pt>
                <c:pt idx="5">
                  <c:v>5</c:v>
                </c:pt>
                <c:pt idx="6">
                  <c:v>10</c:v>
                </c:pt>
                <c:pt idx="7">
                  <c:v>10</c:v>
                </c:pt>
                <c:pt idx="8">
                  <c:v>10</c:v>
                </c:pt>
                <c:pt idx="9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EF3-4A2E-ADB4-17BCB17A601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深绿</c:v>
                </c:pt>
              </c:strCache>
            </c:strRef>
          </c:tx>
          <c:spPr>
            <a:noFill/>
            <a:ln>
              <a:noFill/>
            </a:ln>
            <a:effectLst/>
          </c:spPr>
          <c:cat>
            <c:numRef>
              <c:f>Sheet1!$A$2:$A$11</c:f>
              <c:numCache>
                <c:formatCode>General</c:formatCod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numCache>
            </c:num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5</c:v>
                </c:pt>
                <c:pt idx="1">
                  <c:v>5</c:v>
                </c:pt>
                <c:pt idx="2">
                  <c:v>5</c:v>
                </c:pt>
                <c:pt idx="3">
                  <c:v>5</c:v>
                </c:pt>
                <c:pt idx="4">
                  <c:v>5</c:v>
                </c:pt>
                <c:pt idx="5">
                  <c:v>5</c:v>
                </c:pt>
                <c:pt idx="6">
                  <c:v>9</c:v>
                </c:pt>
                <c:pt idx="7">
                  <c:v>11</c:v>
                </c:pt>
                <c:pt idx="8">
                  <c:v>10</c:v>
                </c:pt>
                <c:pt idx="9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EF3-4A2E-ADB4-17BCB17A6019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浅绿</c:v>
                </c:pt>
              </c:strCache>
            </c:strRef>
          </c:tx>
          <c:spPr>
            <a:solidFill>
              <a:schemeClr val="accent4">
                <a:alpha val="80000"/>
              </a:schemeClr>
            </a:solidFill>
            <a:ln>
              <a:noFill/>
            </a:ln>
            <a:effectLst/>
          </c:spPr>
          <c:cat>
            <c:numRef>
              <c:f>Sheet1!$A$2:$A$11</c:f>
              <c:numCache>
                <c:formatCode>General</c:formatCod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numCache>
            </c:numRef>
          </c:cat>
          <c:val>
            <c:numRef>
              <c:f>Sheet1!$E$2:$E$11</c:f>
              <c:numCache>
                <c:formatCode>General</c:formatCode>
                <c:ptCount val="10"/>
                <c:pt idx="0">
                  <c:v>5</c:v>
                </c:pt>
                <c:pt idx="1">
                  <c:v>5</c:v>
                </c:pt>
                <c:pt idx="2">
                  <c:v>8</c:v>
                </c:pt>
                <c:pt idx="3">
                  <c:v>10</c:v>
                </c:pt>
                <c:pt idx="4">
                  <c:v>10</c:v>
                </c:pt>
                <c:pt idx="5">
                  <c:v>10</c:v>
                </c:pt>
                <c:pt idx="6">
                  <c:v>10</c:v>
                </c:pt>
                <c:pt idx="7">
                  <c:v>10</c:v>
                </c:pt>
                <c:pt idx="8">
                  <c:v>9</c:v>
                </c:pt>
                <c:pt idx="9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DEF3-4A2E-ADB4-17BCB17A6019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浅绿</c:v>
                </c:pt>
              </c:strCache>
            </c:strRef>
          </c:tx>
          <c:spPr>
            <a:noFill/>
            <a:ln>
              <a:noFill/>
            </a:ln>
            <a:effectLst/>
          </c:spPr>
          <c:cat>
            <c:numRef>
              <c:f>Sheet1!$A$2:$A$11</c:f>
              <c:numCache>
                <c:formatCode>General</c:formatCod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numCache>
            </c:numRef>
          </c:cat>
          <c:val>
            <c:numRef>
              <c:f>Sheet1!$F$2:$F$11</c:f>
              <c:numCache>
                <c:formatCode>General</c:formatCode>
                <c:ptCount val="10"/>
                <c:pt idx="0">
                  <c:v>5</c:v>
                </c:pt>
                <c:pt idx="1">
                  <c:v>5</c:v>
                </c:pt>
                <c:pt idx="2">
                  <c:v>9</c:v>
                </c:pt>
                <c:pt idx="3">
                  <c:v>10</c:v>
                </c:pt>
                <c:pt idx="4">
                  <c:v>12</c:v>
                </c:pt>
                <c:pt idx="5">
                  <c:v>9</c:v>
                </c:pt>
                <c:pt idx="6">
                  <c:v>10</c:v>
                </c:pt>
                <c:pt idx="7">
                  <c:v>8</c:v>
                </c:pt>
                <c:pt idx="8">
                  <c:v>5</c:v>
                </c:pt>
                <c:pt idx="9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DEF3-4A2E-ADB4-17BCB17A6019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浅绿</c:v>
                </c:pt>
              </c:strCache>
            </c:strRef>
          </c:tx>
          <c:spPr>
            <a:noFill/>
            <a:ln>
              <a:noFill/>
            </a:ln>
            <a:effectLst/>
          </c:spPr>
          <c:cat>
            <c:numRef>
              <c:f>Sheet1!$A$2:$A$11</c:f>
              <c:numCache>
                <c:formatCode>General</c:formatCod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numCache>
            </c:numRef>
          </c:cat>
          <c:val>
            <c:numRef>
              <c:f>Sheet1!$G$2:$G$11</c:f>
              <c:numCache>
                <c:formatCode>General</c:formatCode>
                <c:ptCount val="10"/>
                <c:pt idx="0">
                  <c:v>5</c:v>
                </c:pt>
                <c:pt idx="1">
                  <c:v>10</c:v>
                </c:pt>
                <c:pt idx="2">
                  <c:v>10</c:v>
                </c:pt>
                <c:pt idx="3">
                  <c:v>10</c:v>
                </c:pt>
                <c:pt idx="4">
                  <c:v>10</c:v>
                </c:pt>
                <c:pt idx="5">
                  <c:v>11</c:v>
                </c:pt>
                <c:pt idx="6">
                  <c:v>13</c:v>
                </c:pt>
                <c:pt idx="7">
                  <c:v>8</c:v>
                </c:pt>
                <c:pt idx="8">
                  <c:v>10</c:v>
                </c:pt>
                <c:pt idx="9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DEF3-4A2E-ADB4-17BCB17A601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704627680"/>
        <c:axId val="704632256"/>
      </c:radarChart>
      <c:catAx>
        <c:axId val="704627680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704632256"/>
        <c:crosses val="autoZero"/>
        <c:auto val="1"/>
        <c:lblAlgn val="ctr"/>
        <c:lblOffset val="100"/>
        <c:noMultiLvlLbl val="0"/>
      </c:catAx>
      <c:valAx>
        <c:axId val="704632256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75000"/>
                  <a:lumOff val="2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crossAx val="70462768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radarChart>
        <c:radarStyle val="fill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深红</c:v>
                </c:pt>
              </c:strCache>
            </c:strRef>
          </c:tx>
          <c:spPr>
            <a:noFill/>
            <a:ln>
              <a:noFill/>
            </a:ln>
            <a:effectLst/>
          </c:spPr>
          <c:cat>
            <c:numRef>
              <c:f>Sheet1!$A$2:$A$11</c:f>
              <c:numCache>
                <c:formatCode>General</c:formatCod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numCache>
            </c:num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5</c:v>
                </c:pt>
                <c:pt idx="1">
                  <c:v>5</c:v>
                </c:pt>
                <c:pt idx="2">
                  <c:v>5</c:v>
                </c:pt>
                <c:pt idx="3">
                  <c:v>5</c:v>
                </c:pt>
                <c:pt idx="4">
                  <c:v>5</c:v>
                </c:pt>
                <c:pt idx="5">
                  <c:v>8</c:v>
                </c:pt>
                <c:pt idx="6">
                  <c:v>9</c:v>
                </c:pt>
                <c:pt idx="7">
                  <c:v>10</c:v>
                </c:pt>
                <c:pt idx="8">
                  <c:v>12</c:v>
                </c:pt>
                <c:pt idx="9">
                  <c:v>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184-4AB6-97A4-C722C8B2C0E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紫色</c:v>
                </c:pt>
              </c:strCache>
            </c:strRef>
          </c:tx>
          <c:spPr>
            <a:noFill/>
            <a:ln>
              <a:noFill/>
            </a:ln>
            <a:effectLst/>
          </c:spPr>
          <c:cat>
            <c:numRef>
              <c:f>Sheet1!$A$2:$A$11</c:f>
              <c:numCache>
                <c:formatCode>General</c:formatCod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numCache>
            </c:num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5</c:v>
                </c:pt>
                <c:pt idx="1">
                  <c:v>5</c:v>
                </c:pt>
                <c:pt idx="2">
                  <c:v>5</c:v>
                </c:pt>
                <c:pt idx="3">
                  <c:v>5</c:v>
                </c:pt>
                <c:pt idx="4">
                  <c:v>5</c:v>
                </c:pt>
                <c:pt idx="5">
                  <c:v>5</c:v>
                </c:pt>
                <c:pt idx="6">
                  <c:v>10</c:v>
                </c:pt>
                <c:pt idx="7">
                  <c:v>10</c:v>
                </c:pt>
                <c:pt idx="8">
                  <c:v>10</c:v>
                </c:pt>
                <c:pt idx="9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184-4AB6-97A4-C722C8B2C0E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深绿</c:v>
                </c:pt>
              </c:strCache>
            </c:strRef>
          </c:tx>
          <c:spPr>
            <a:noFill/>
            <a:ln>
              <a:noFill/>
            </a:ln>
            <a:effectLst/>
          </c:spPr>
          <c:cat>
            <c:numRef>
              <c:f>Sheet1!$A$2:$A$11</c:f>
              <c:numCache>
                <c:formatCode>General</c:formatCod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numCache>
            </c:num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5</c:v>
                </c:pt>
                <c:pt idx="1">
                  <c:v>5</c:v>
                </c:pt>
                <c:pt idx="2">
                  <c:v>5</c:v>
                </c:pt>
                <c:pt idx="3">
                  <c:v>5</c:v>
                </c:pt>
                <c:pt idx="4">
                  <c:v>5</c:v>
                </c:pt>
                <c:pt idx="5">
                  <c:v>5</c:v>
                </c:pt>
                <c:pt idx="6">
                  <c:v>9</c:v>
                </c:pt>
                <c:pt idx="7">
                  <c:v>11</c:v>
                </c:pt>
                <c:pt idx="8">
                  <c:v>10</c:v>
                </c:pt>
                <c:pt idx="9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184-4AB6-97A4-C722C8B2C0E3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浅绿</c:v>
                </c:pt>
              </c:strCache>
            </c:strRef>
          </c:tx>
          <c:spPr>
            <a:solidFill>
              <a:schemeClr val="accent4">
                <a:alpha val="80000"/>
              </a:schemeClr>
            </a:solidFill>
            <a:ln>
              <a:noFill/>
            </a:ln>
            <a:effectLst/>
          </c:spPr>
          <c:cat>
            <c:numRef>
              <c:f>Sheet1!$A$2:$A$11</c:f>
              <c:numCache>
                <c:formatCode>General</c:formatCod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numCache>
            </c:numRef>
          </c:cat>
          <c:val>
            <c:numRef>
              <c:f>Sheet1!$E$2:$E$11</c:f>
              <c:numCache>
                <c:formatCode>General</c:formatCode>
                <c:ptCount val="10"/>
                <c:pt idx="0">
                  <c:v>5</c:v>
                </c:pt>
                <c:pt idx="1">
                  <c:v>5</c:v>
                </c:pt>
                <c:pt idx="2">
                  <c:v>8</c:v>
                </c:pt>
                <c:pt idx="3">
                  <c:v>10</c:v>
                </c:pt>
                <c:pt idx="4">
                  <c:v>10</c:v>
                </c:pt>
                <c:pt idx="5">
                  <c:v>10</c:v>
                </c:pt>
                <c:pt idx="6">
                  <c:v>10</c:v>
                </c:pt>
                <c:pt idx="7">
                  <c:v>10</c:v>
                </c:pt>
                <c:pt idx="8">
                  <c:v>9</c:v>
                </c:pt>
                <c:pt idx="9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4184-4AB6-97A4-C722C8B2C0E3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浅绿</c:v>
                </c:pt>
              </c:strCache>
            </c:strRef>
          </c:tx>
          <c:spPr>
            <a:noFill/>
            <a:ln>
              <a:noFill/>
            </a:ln>
            <a:effectLst/>
          </c:spPr>
          <c:cat>
            <c:numRef>
              <c:f>Sheet1!$A$2:$A$11</c:f>
              <c:numCache>
                <c:formatCode>General</c:formatCod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numCache>
            </c:numRef>
          </c:cat>
          <c:val>
            <c:numRef>
              <c:f>Sheet1!$F$2:$F$11</c:f>
              <c:numCache>
                <c:formatCode>General</c:formatCode>
                <c:ptCount val="10"/>
                <c:pt idx="0">
                  <c:v>5</c:v>
                </c:pt>
                <c:pt idx="1">
                  <c:v>5</c:v>
                </c:pt>
                <c:pt idx="2">
                  <c:v>9</c:v>
                </c:pt>
                <c:pt idx="3">
                  <c:v>10</c:v>
                </c:pt>
                <c:pt idx="4">
                  <c:v>12</c:v>
                </c:pt>
                <c:pt idx="5">
                  <c:v>9</c:v>
                </c:pt>
                <c:pt idx="6">
                  <c:v>10</c:v>
                </c:pt>
                <c:pt idx="7">
                  <c:v>8</c:v>
                </c:pt>
                <c:pt idx="8">
                  <c:v>5</c:v>
                </c:pt>
                <c:pt idx="9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4184-4AB6-97A4-C722C8B2C0E3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浅绿</c:v>
                </c:pt>
              </c:strCache>
            </c:strRef>
          </c:tx>
          <c:spPr>
            <a:solidFill>
              <a:schemeClr val="accent6">
                <a:alpha val="80000"/>
              </a:schemeClr>
            </a:solidFill>
            <a:ln>
              <a:noFill/>
            </a:ln>
            <a:effectLst/>
          </c:spPr>
          <c:cat>
            <c:numRef>
              <c:f>Sheet1!$A$2:$A$11</c:f>
              <c:numCache>
                <c:formatCode>General</c:formatCod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numCache>
            </c:numRef>
          </c:cat>
          <c:val>
            <c:numRef>
              <c:f>Sheet1!$G$2:$G$11</c:f>
              <c:numCache>
                <c:formatCode>General</c:formatCode>
                <c:ptCount val="10"/>
                <c:pt idx="0">
                  <c:v>5</c:v>
                </c:pt>
                <c:pt idx="1">
                  <c:v>10</c:v>
                </c:pt>
                <c:pt idx="2">
                  <c:v>10</c:v>
                </c:pt>
                <c:pt idx="3">
                  <c:v>10</c:v>
                </c:pt>
                <c:pt idx="4">
                  <c:v>10</c:v>
                </c:pt>
                <c:pt idx="5">
                  <c:v>11</c:v>
                </c:pt>
                <c:pt idx="6">
                  <c:v>13</c:v>
                </c:pt>
                <c:pt idx="7">
                  <c:v>8</c:v>
                </c:pt>
                <c:pt idx="8">
                  <c:v>10</c:v>
                </c:pt>
                <c:pt idx="9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4184-4AB6-97A4-C722C8B2C0E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704627680"/>
        <c:axId val="704632256"/>
      </c:radarChart>
      <c:catAx>
        <c:axId val="704627680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704632256"/>
        <c:crosses val="autoZero"/>
        <c:auto val="1"/>
        <c:lblAlgn val="ctr"/>
        <c:lblOffset val="100"/>
        <c:noMultiLvlLbl val="0"/>
      </c:catAx>
      <c:valAx>
        <c:axId val="704632256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75000"/>
                  <a:lumOff val="2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crossAx val="70462768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radarChart>
        <c:radarStyle val="fill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深红</c:v>
                </c:pt>
              </c:strCache>
            </c:strRef>
          </c:tx>
          <c:spPr>
            <a:noFill/>
            <a:ln>
              <a:noFill/>
            </a:ln>
            <a:effectLst/>
          </c:spPr>
          <c:cat>
            <c:numRef>
              <c:f>Sheet1!$A$2:$A$11</c:f>
              <c:numCache>
                <c:formatCode>General</c:formatCod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numCache>
            </c:num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5</c:v>
                </c:pt>
                <c:pt idx="1">
                  <c:v>5</c:v>
                </c:pt>
                <c:pt idx="2">
                  <c:v>5</c:v>
                </c:pt>
                <c:pt idx="3">
                  <c:v>5</c:v>
                </c:pt>
                <c:pt idx="4">
                  <c:v>5</c:v>
                </c:pt>
                <c:pt idx="5">
                  <c:v>8</c:v>
                </c:pt>
                <c:pt idx="6">
                  <c:v>9</c:v>
                </c:pt>
                <c:pt idx="7">
                  <c:v>10</c:v>
                </c:pt>
                <c:pt idx="8">
                  <c:v>12</c:v>
                </c:pt>
                <c:pt idx="9">
                  <c:v>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EF3-4A2E-ADB4-17BCB17A601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紫色</c:v>
                </c:pt>
              </c:strCache>
            </c:strRef>
          </c:tx>
          <c:spPr>
            <a:solidFill>
              <a:schemeClr val="accent2">
                <a:alpha val="80000"/>
              </a:schemeClr>
            </a:solidFill>
            <a:ln>
              <a:noFill/>
            </a:ln>
            <a:effectLst/>
          </c:spPr>
          <c:cat>
            <c:numRef>
              <c:f>Sheet1!$A$2:$A$11</c:f>
              <c:numCache>
                <c:formatCode>General</c:formatCod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numCache>
            </c:num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5</c:v>
                </c:pt>
                <c:pt idx="1">
                  <c:v>5</c:v>
                </c:pt>
                <c:pt idx="2">
                  <c:v>5</c:v>
                </c:pt>
                <c:pt idx="3">
                  <c:v>5</c:v>
                </c:pt>
                <c:pt idx="4">
                  <c:v>5</c:v>
                </c:pt>
                <c:pt idx="5">
                  <c:v>5</c:v>
                </c:pt>
                <c:pt idx="6">
                  <c:v>10</c:v>
                </c:pt>
                <c:pt idx="7">
                  <c:v>10</c:v>
                </c:pt>
                <c:pt idx="8">
                  <c:v>10</c:v>
                </c:pt>
                <c:pt idx="9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EF3-4A2E-ADB4-17BCB17A601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深绿</c:v>
                </c:pt>
              </c:strCache>
            </c:strRef>
          </c:tx>
          <c:spPr>
            <a:noFill/>
            <a:ln>
              <a:noFill/>
            </a:ln>
            <a:effectLst/>
          </c:spPr>
          <c:cat>
            <c:numRef>
              <c:f>Sheet1!$A$2:$A$11</c:f>
              <c:numCache>
                <c:formatCode>General</c:formatCod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numCache>
            </c:num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5</c:v>
                </c:pt>
                <c:pt idx="1">
                  <c:v>5</c:v>
                </c:pt>
                <c:pt idx="2">
                  <c:v>5</c:v>
                </c:pt>
                <c:pt idx="3">
                  <c:v>5</c:v>
                </c:pt>
                <c:pt idx="4">
                  <c:v>5</c:v>
                </c:pt>
                <c:pt idx="5">
                  <c:v>5</c:v>
                </c:pt>
                <c:pt idx="6">
                  <c:v>9</c:v>
                </c:pt>
                <c:pt idx="7">
                  <c:v>11</c:v>
                </c:pt>
                <c:pt idx="8">
                  <c:v>10</c:v>
                </c:pt>
                <c:pt idx="9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EF3-4A2E-ADB4-17BCB17A6019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浅绿</c:v>
                </c:pt>
              </c:strCache>
            </c:strRef>
          </c:tx>
          <c:spPr>
            <a:noFill/>
            <a:ln>
              <a:noFill/>
            </a:ln>
            <a:effectLst/>
          </c:spPr>
          <c:cat>
            <c:numRef>
              <c:f>Sheet1!$A$2:$A$11</c:f>
              <c:numCache>
                <c:formatCode>General</c:formatCod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numCache>
            </c:numRef>
          </c:cat>
          <c:val>
            <c:numRef>
              <c:f>Sheet1!$E$2:$E$11</c:f>
              <c:numCache>
                <c:formatCode>General</c:formatCode>
                <c:ptCount val="10"/>
                <c:pt idx="0">
                  <c:v>5</c:v>
                </c:pt>
                <c:pt idx="1">
                  <c:v>5</c:v>
                </c:pt>
                <c:pt idx="2">
                  <c:v>8</c:v>
                </c:pt>
                <c:pt idx="3">
                  <c:v>10</c:v>
                </c:pt>
                <c:pt idx="4">
                  <c:v>10</c:v>
                </c:pt>
                <c:pt idx="5">
                  <c:v>10</c:v>
                </c:pt>
                <c:pt idx="6">
                  <c:v>10</c:v>
                </c:pt>
                <c:pt idx="7">
                  <c:v>10</c:v>
                </c:pt>
                <c:pt idx="8">
                  <c:v>9</c:v>
                </c:pt>
                <c:pt idx="9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DEF3-4A2E-ADB4-17BCB17A6019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浅绿</c:v>
                </c:pt>
              </c:strCache>
            </c:strRef>
          </c:tx>
          <c:spPr>
            <a:solidFill>
              <a:schemeClr val="accent5">
                <a:alpha val="80000"/>
              </a:schemeClr>
            </a:solidFill>
            <a:ln>
              <a:noFill/>
            </a:ln>
            <a:effectLst/>
          </c:spPr>
          <c:cat>
            <c:numRef>
              <c:f>Sheet1!$A$2:$A$11</c:f>
              <c:numCache>
                <c:formatCode>General</c:formatCod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numCache>
            </c:numRef>
          </c:cat>
          <c:val>
            <c:numRef>
              <c:f>Sheet1!$F$2:$F$11</c:f>
              <c:numCache>
                <c:formatCode>General</c:formatCode>
                <c:ptCount val="10"/>
                <c:pt idx="0">
                  <c:v>5</c:v>
                </c:pt>
                <c:pt idx="1">
                  <c:v>5</c:v>
                </c:pt>
                <c:pt idx="2">
                  <c:v>9</c:v>
                </c:pt>
                <c:pt idx="3">
                  <c:v>10</c:v>
                </c:pt>
                <c:pt idx="4">
                  <c:v>12</c:v>
                </c:pt>
                <c:pt idx="5">
                  <c:v>9</c:v>
                </c:pt>
                <c:pt idx="6">
                  <c:v>10</c:v>
                </c:pt>
                <c:pt idx="7">
                  <c:v>8</c:v>
                </c:pt>
                <c:pt idx="8">
                  <c:v>5</c:v>
                </c:pt>
                <c:pt idx="9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DEF3-4A2E-ADB4-17BCB17A6019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浅绿</c:v>
                </c:pt>
              </c:strCache>
            </c:strRef>
          </c:tx>
          <c:spPr>
            <a:noFill/>
            <a:ln>
              <a:noFill/>
            </a:ln>
            <a:effectLst/>
          </c:spPr>
          <c:cat>
            <c:numRef>
              <c:f>Sheet1!$A$2:$A$11</c:f>
              <c:numCache>
                <c:formatCode>General</c:formatCod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numCache>
            </c:numRef>
          </c:cat>
          <c:val>
            <c:numRef>
              <c:f>Sheet1!$G$2:$G$11</c:f>
              <c:numCache>
                <c:formatCode>General</c:formatCode>
                <c:ptCount val="10"/>
                <c:pt idx="0">
                  <c:v>5</c:v>
                </c:pt>
                <c:pt idx="1">
                  <c:v>10</c:v>
                </c:pt>
                <c:pt idx="2">
                  <c:v>10</c:v>
                </c:pt>
                <c:pt idx="3">
                  <c:v>10</c:v>
                </c:pt>
                <c:pt idx="4">
                  <c:v>10</c:v>
                </c:pt>
                <c:pt idx="5">
                  <c:v>11</c:v>
                </c:pt>
                <c:pt idx="6">
                  <c:v>13</c:v>
                </c:pt>
                <c:pt idx="7">
                  <c:v>8</c:v>
                </c:pt>
                <c:pt idx="8">
                  <c:v>10</c:v>
                </c:pt>
                <c:pt idx="9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DEF3-4A2E-ADB4-17BCB17A601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704627680"/>
        <c:axId val="704632256"/>
      </c:radarChart>
      <c:catAx>
        <c:axId val="704627680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704632256"/>
        <c:crosses val="autoZero"/>
        <c:auto val="1"/>
        <c:lblAlgn val="ctr"/>
        <c:lblOffset val="100"/>
        <c:noMultiLvlLbl val="0"/>
      </c:catAx>
      <c:valAx>
        <c:axId val="704632256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75000"/>
                  <a:lumOff val="2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crossAx val="70462768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radarChart>
        <c:radarStyle val="fill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深红</c:v>
                </c:pt>
              </c:strCache>
            </c:strRef>
          </c:tx>
          <c:spPr>
            <a:solidFill>
              <a:schemeClr val="accent1">
                <a:alpha val="80000"/>
              </a:schemeClr>
            </a:solidFill>
            <a:ln>
              <a:noFill/>
            </a:ln>
            <a:effectLst/>
          </c:spPr>
          <c:cat>
            <c:numRef>
              <c:f>Sheet1!$A$2:$A$11</c:f>
              <c:numCache>
                <c:formatCode>General</c:formatCod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numCache>
            </c:num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5</c:v>
                </c:pt>
                <c:pt idx="1">
                  <c:v>5</c:v>
                </c:pt>
                <c:pt idx="2">
                  <c:v>5</c:v>
                </c:pt>
                <c:pt idx="3">
                  <c:v>5</c:v>
                </c:pt>
                <c:pt idx="4">
                  <c:v>5</c:v>
                </c:pt>
                <c:pt idx="5">
                  <c:v>8</c:v>
                </c:pt>
                <c:pt idx="6">
                  <c:v>9</c:v>
                </c:pt>
                <c:pt idx="7">
                  <c:v>10</c:v>
                </c:pt>
                <c:pt idx="8">
                  <c:v>12</c:v>
                </c:pt>
                <c:pt idx="9">
                  <c:v>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D0B-4F81-B650-31EE0625295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紫色</c:v>
                </c:pt>
              </c:strCache>
            </c:strRef>
          </c:tx>
          <c:spPr>
            <a:solidFill>
              <a:schemeClr val="accent2">
                <a:alpha val="80000"/>
              </a:schemeClr>
            </a:solidFill>
            <a:ln>
              <a:noFill/>
            </a:ln>
            <a:effectLst/>
          </c:spPr>
          <c:cat>
            <c:numRef>
              <c:f>Sheet1!$A$2:$A$11</c:f>
              <c:numCache>
                <c:formatCode>General</c:formatCod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numCache>
            </c:num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5</c:v>
                </c:pt>
                <c:pt idx="1">
                  <c:v>5</c:v>
                </c:pt>
                <c:pt idx="2">
                  <c:v>5</c:v>
                </c:pt>
                <c:pt idx="3">
                  <c:v>5</c:v>
                </c:pt>
                <c:pt idx="4">
                  <c:v>5</c:v>
                </c:pt>
                <c:pt idx="5">
                  <c:v>5</c:v>
                </c:pt>
                <c:pt idx="6">
                  <c:v>10</c:v>
                </c:pt>
                <c:pt idx="7">
                  <c:v>10</c:v>
                </c:pt>
                <c:pt idx="8">
                  <c:v>10</c:v>
                </c:pt>
                <c:pt idx="9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D0B-4F81-B650-31EE0625295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深绿</c:v>
                </c:pt>
              </c:strCache>
            </c:strRef>
          </c:tx>
          <c:spPr>
            <a:solidFill>
              <a:schemeClr val="accent3">
                <a:alpha val="80000"/>
              </a:schemeClr>
            </a:solidFill>
            <a:ln>
              <a:noFill/>
            </a:ln>
            <a:effectLst/>
          </c:spPr>
          <c:cat>
            <c:numRef>
              <c:f>Sheet1!$A$2:$A$11</c:f>
              <c:numCache>
                <c:formatCode>General</c:formatCod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numCache>
            </c:num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5</c:v>
                </c:pt>
                <c:pt idx="1">
                  <c:v>5</c:v>
                </c:pt>
                <c:pt idx="2">
                  <c:v>5</c:v>
                </c:pt>
                <c:pt idx="3">
                  <c:v>5</c:v>
                </c:pt>
                <c:pt idx="4">
                  <c:v>5</c:v>
                </c:pt>
                <c:pt idx="5">
                  <c:v>5</c:v>
                </c:pt>
                <c:pt idx="6">
                  <c:v>9</c:v>
                </c:pt>
                <c:pt idx="7">
                  <c:v>11</c:v>
                </c:pt>
                <c:pt idx="8">
                  <c:v>10</c:v>
                </c:pt>
                <c:pt idx="9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D0B-4F81-B650-31EE0625295C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浅绿</c:v>
                </c:pt>
              </c:strCache>
            </c:strRef>
          </c:tx>
          <c:spPr>
            <a:solidFill>
              <a:schemeClr val="accent4">
                <a:alpha val="80000"/>
              </a:schemeClr>
            </a:solidFill>
            <a:ln>
              <a:noFill/>
            </a:ln>
            <a:effectLst/>
          </c:spPr>
          <c:cat>
            <c:numRef>
              <c:f>Sheet1!$A$2:$A$11</c:f>
              <c:numCache>
                <c:formatCode>General</c:formatCod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numCache>
            </c:numRef>
          </c:cat>
          <c:val>
            <c:numRef>
              <c:f>Sheet1!$E$2:$E$11</c:f>
              <c:numCache>
                <c:formatCode>General</c:formatCode>
                <c:ptCount val="10"/>
                <c:pt idx="0">
                  <c:v>5</c:v>
                </c:pt>
                <c:pt idx="1">
                  <c:v>5</c:v>
                </c:pt>
                <c:pt idx="2">
                  <c:v>8</c:v>
                </c:pt>
                <c:pt idx="3">
                  <c:v>10</c:v>
                </c:pt>
                <c:pt idx="4">
                  <c:v>10</c:v>
                </c:pt>
                <c:pt idx="5">
                  <c:v>10</c:v>
                </c:pt>
                <c:pt idx="6">
                  <c:v>10</c:v>
                </c:pt>
                <c:pt idx="7">
                  <c:v>10</c:v>
                </c:pt>
                <c:pt idx="8">
                  <c:v>9</c:v>
                </c:pt>
                <c:pt idx="9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0D0B-4F81-B650-31EE0625295C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浅绿</c:v>
                </c:pt>
              </c:strCache>
            </c:strRef>
          </c:tx>
          <c:spPr>
            <a:noFill/>
            <a:ln>
              <a:noFill/>
            </a:ln>
            <a:effectLst/>
          </c:spPr>
          <c:cat>
            <c:numRef>
              <c:f>Sheet1!$A$2:$A$11</c:f>
              <c:numCache>
                <c:formatCode>General</c:formatCod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numCache>
            </c:numRef>
          </c:cat>
          <c:val>
            <c:numRef>
              <c:f>Sheet1!$F$2:$F$11</c:f>
              <c:numCache>
                <c:formatCode>General</c:formatCode>
                <c:ptCount val="10"/>
                <c:pt idx="0">
                  <c:v>5</c:v>
                </c:pt>
                <c:pt idx="1">
                  <c:v>5</c:v>
                </c:pt>
                <c:pt idx="2">
                  <c:v>9</c:v>
                </c:pt>
                <c:pt idx="3">
                  <c:v>10</c:v>
                </c:pt>
                <c:pt idx="4">
                  <c:v>12</c:v>
                </c:pt>
                <c:pt idx="5">
                  <c:v>9</c:v>
                </c:pt>
                <c:pt idx="6">
                  <c:v>10</c:v>
                </c:pt>
                <c:pt idx="7">
                  <c:v>8</c:v>
                </c:pt>
                <c:pt idx="8">
                  <c:v>5</c:v>
                </c:pt>
                <c:pt idx="9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D0B-4F81-B650-31EE0625295C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浅绿</c:v>
                </c:pt>
              </c:strCache>
            </c:strRef>
          </c:tx>
          <c:spPr>
            <a:noFill/>
            <a:ln>
              <a:noFill/>
            </a:ln>
            <a:effectLst/>
          </c:spPr>
          <c:cat>
            <c:numRef>
              <c:f>Sheet1!$A$2:$A$11</c:f>
              <c:numCache>
                <c:formatCode>General</c:formatCod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numCache>
            </c:numRef>
          </c:cat>
          <c:val>
            <c:numRef>
              <c:f>Sheet1!$G$2:$G$11</c:f>
              <c:numCache>
                <c:formatCode>General</c:formatCode>
                <c:ptCount val="10"/>
                <c:pt idx="0">
                  <c:v>5</c:v>
                </c:pt>
                <c:pt idx="1">
                  <c:v>10</c:v>
                </c:pt>
                <c:pt idx="2">
                  <c:v>10</c:v>
                </c:pt>
                <c:pt idx="3">
                  <c:v>10</c:v>
                </c:pt>
                <c:pt idx="4">
                  <c:v>10</c:v>
                </c:pt>
                <c:pt idx="5">
                  <c:v>11</c:v>
                </c:pt>
                <c:pt idx="6">
                  <c:v>13</c:v>
                </c:pt>
                <c:pt idx="7">
                  <c:v>8</c:v>
                </c:pt>
                <c:pt idx="8">
                  <c:v>10</c:v>
                </c:pt>
                <c:pt idx="9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0D0B-4F81-B650-31EE0625295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704627680"/>
        <c:axId val="704632256"/>
      </c:radarChart>
      <c:catAx>
        <c:axId val="704627680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704632256"/>
        <c:crosses val="autoZero"/>
        <c:auto val="1"/>
        <c:lblAlgn val="ctr"/>
        <c:lblOffset val="100"/>
        <c:noMultiLvlLbl val="0"/>
      </c:catAx>
      <c:valAx>
        <c:axId val="704632256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75000"/>
                  <a:lumOff val="2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crossAx val="70462768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radarChart>
        <c:radarStyle val="fill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深红</c:v>
                </c:pt>
              </c:strCache>
            </c:strRef>
          </c:tx>
          <c:spPr>
            <a:noFill/>
            <a:ln>
              <a:noFill/>
            </a:ln>
            <a:effectLst/>
          </c:spPr>
          <c:cat>
            <c:numRef>
              <c:f>Sheet1!$A$2:$A$11</c:f>
              <c:numCache>
                <c:formatCode>General</c:formatCod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numCache>
            </c:num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5</c:v>
                </c:pt>
                <c:pt idx="1">
                  <c:v>5</c:v>
                </c:pt>
                <c:pt idx="2">
                  <c:v>5</c:v>
                </c:pt>
                <c:pt idx="3">
                  <c:v>5</c:v>
                </c:pt>
                <c:pt idx="4">
                  <c:v>5</c:v>
                </c:pt>
                <c:pt idx="5">
                  <c:v>8</c:v>
                </c:pt>
                <c:pt idx="6">
                  <c:v>9</c:v>
                </c:pt>
                <c:pt idx="7">
                  <c:v>10</c:v>
                </c:pt>
                <c:pt idx="8">
                  <c:v>12</c:v>
                </c:pt>
                <c:pt idx="9">
                  <c:v>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38E-499B-907B-7D94629695E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紫色</c:v>
                </c:pt>
              </c:strCache>
            </c:strRef>
          </c:tx>
          <c:spPr>
            <a:noFill/>
            <a:ln>
              <a:noFill/>
            </a:ln>
            <a:effectLst/>
          </c:spPr>
          <c:cat>
            <c:numRef>
              <c:f>Sheet1!$A$2:$A$11</c:f>
              <c:numCache>
                <c:formatCode>General</c:formatCod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numCache>
            </c:num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5</c:v>
                </c:pt>
                <c:pt idx="1">
                  <c:v>5</c:v>
                </c:pt>
                <c:pt idx="2">
                  <c:v>5</c:v>
                </c:pt>
                <c:pt idx="3">
                  <c:v>5</c:v>
                </c:pt>
                <c:pt idx="4">
                  <c:v>5</c:v>
                </c:pt>
                <c:pt idx="5">
                  <c:v>5</c:v>
                </c:pt>
                <c:pt idx="6">
                  <c:v>10</c:v>
                </c:pt>
                <c:pt idx="7">
                  <c:v>10</c:v>
                </c:pt>
                <c:pt idx="8">
                  <c:v>10</c:v>
                </c:pt>
                <c:pt idx="9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38E-499B-907B-7D94629695E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深绿</c:v>
                </c:pt>
              </c:strCache>
            </c:strRef>
          </c:tx>
          <c:spPr>
            <a:noFill/>
            <a:ln>
              <a:noFill/>
            </a:ln>
            <a:effectLst/>
          </c:spPr>
          <c:cat>
            <c:numRef>
              <c:f>Sheet1!$A$2:$A$11</c:f>
              <c:numCache>
                <c:formatCode>General</c:formatCod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numCache>
            </c:num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5</c:v>
                </c:pt>
                <c:pt idx="1">
                  <c:v>5</c:v>
                </c:pt>
                <c:pt idx="2">
                  <c:v>5</c:v>
                </c:pt>
                <c:pt idx="3">
                  <c:v>5</c:v>
                </c:pt>
                <c:pt idx="4">
                  <c:v>5</c:v>
                </c:pt>
                <c:pt idx="5">
                  <c:v>5</c:v>
                </c:pt>
                <c:pt idx="6">
                  <c:v>9</c:v>
                </c:pt>
                <c:pt idx="7">
                  <c:v>11</c:v>
                </c:pt>
                <c:pt idx="8">
                  <c:v>10</c:v>
                </c:pt>
                <c:pt idx="9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38E-499B-907B-7D94629695E4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浅绿</c:v>
                </c:pt>
              </c:strCache>
            </c:strRef>
          </c:tx>
          <c:spPr>
            <a:solidFill>
              <a:schemeClr val="accent4">
                <a:alpha val="80000"/>
              </a:schemeClr>
            </a:solidFill>
            <a:ln>
              <a:noFill/>
            </a:ln>
            <a:effectLst/>
          </c:spPr>
          <c:cat>
            <c:numRef>
              <c:f>Sheet1!$A$2:$A$11</c:f>
              <c:numCache>
                <c:formatCode>General</c:formatCod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numCache>
            </c:numRef>
          </c:cat>
          <c:val>
            <c:numRef>
              <c:f>Sheet1!$E$2:$E$11</c:f>
              <c:numCache>
                <c:formatCode>General</c:formatCode>
                <c:ptCount val="10"/>
                <c:pt idx="0">
                  <c:v>5</c:v>
                </c:pt>
                <c:pt idx="1">
                  <c:v>5</c:v>
                </c:pt>
                <c:pt idx="2">
                  <c:v>8</c:v>
                </c:pt>
                <c:pt idx="3">
                  <c:v>10</c:v>
                </c:pt>
                <c:pt idx="4">
                  <c:v>10</c:v>
                </c:pt>
                <c:pt idx="5">
                  <c:v>10</c:v>
                </c:pt>
                <c:pt idx="6">
                  <c:v>10</c:v>
                </c:pt>
                <c:pt idx="7">
                  <c:v>10</c:v>
                </c:pt>
                <c:pt idx="8">
                  <c:v>9</c:v>
                </c:pt>
                <c:pt idx="9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938E-499B-907B-7D94629695E4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浅绿</c:v>
                </c:pt>
              </c:strCache>
            </c:strRef>
          </c:tx>
          <c:spPr>
            <a:solidFill>
              <a:schemeClr val="accent5">
                <a:alpha val="80000"/>
              </a:schemeClr>
            </a:solidFill>
            <a:ln>
              <a:noFill/>
            </a:ln>
            <a:effectLst/>
          </c:spPr>
          <c:cat>
            <c:numRef>
              <c:f>Sheet1!$A$2:$A$11</c:f>
              <c:numCache>
                <c:formatCode>General</c:formatCod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numCache>
            </c:numRef>
          </c:cat>
          <c:val>
            <c:numRef>
              <c:f>Sheet1!$F$2:$F$11</c:f>
              <c:numCache>
                <c:formatCode>General</c:formatCode>
                <c:ptCount val="10"/>
                <c:pt idx="0">
                  <c:v>5</c:v>
                </c:pt>
                <c:pt idx="1">
                  <c:v>5</c:v>
                </c:pt>
                <c:pt idx="2">
                  <c:v>9</c:v>
                </c:pt>
                <c:pt idx="3">
                  <c:v>10</c:v>
                </c:pt>
                <c:pt idx="4">
                  <c:v>12</c:v>
                </c:pt>
                <c:pt idx="5">
                  <c:v>9</c:v>
                </c:pt>
                <c:pt idx="6">
                  <c:v>10</c:v>
                </c:pt>
                <c:pt idx="7">
                  <c:v>8</c:v>
                </c:pt>
                <c:pt idx="8">
                  <c:v>5</c:v>
                </c:pt>
                <c:pt idx="9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938E-499B-907B-7D94629695E4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浅绿</c:v>
                </c:pt>
              </c:strCache>
            </c:strRef>
          </c:tx>
          <c:spPr>
            <a:noFill/>
            <a:ln>
              <a:noFill/>
            </a:ln>
            <a:effectLst/>
          </c:spPr>
          <c:cat>
            <c:numRef>
              <c:f>Sheet1!$A$2:$A$11</c:f>
              <c:numCache>
                <c:formatCode>General</c:formatCod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numCache>
            </c:numRef>
          </c:cat>
          <c:val>
            <c:numRef>
              <c:f>Sheet1!$G$2:$G$11</c:f>
              <c:numCache>
                <c:formatCode>General</c:formatCode>
                <c:ptCount val="10"/>
                <c:pt idx="0">
                  <c:v>5</c:v>
                </c:pt>
                <c:pt idx="1">
                  <c:v>10</c:v>
                </c:pt>
                <c:pt idx="2">
                  <c:v>10</c:v>
                </c:pt>
                <c:pt idx="3">
                  <c:v>10</c:v>
                </c:pt>
                <c:pt idx="4">
                  <c:v>10</c:v>
                </c:pt>
                <c:pt idx="5">
                  <c:v>11</c:v>
                </c:pt>
                <c:pt idx="6">
                  <c:v>13</c:v>
                </c:pt>
                <c:pt idx="7">
                  <c:v>8</c:v>
                </c:pt>
                <c:pt idx="8">
                  <c:v>10</c:v>
                </c:pt>
                <c:pt idx="9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938E-499B-907B-7D94629695E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704627680"/>
        <c:axId val="704632256"/>
      </c:radarChart>
      <c:catAx>
        <c:axId val="704627680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704632256"/>
        <c:crosses val="autoZero"/>
        <c:auto val="1"/>
        <c:lblAlgn val="ctr"/>
        <c:lblOffset val="100"/>
        <c:noMultiLvlLbl val="0"/>
      </c:catAx>
      <c:valAx>
        <c:axId val="704632256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75000"/>
                  <a:lumOff val="2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crossAx val="70462768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radarChart>
        <c:radarStyle val="fill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深红</c:v>
                </c:pt>
              </c:strCache>
            </c:strRef>
          </c:tx>
          <c:spPr>
            <a:noFill/>
            <a:ln>
              <a:noFill/>
            </a:ln>
            <a:effectLst/>
          </c:spPr>
          <c:cat>
            <c:numRef>
              <c:f>Sheet1!$A$2:$A$11</c:f>
              <c:numCache>
                <c:formatCode>General</c:formatCod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numCache>
            </c:num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5</c:v>
                </c:pt>
                <c:pt idx="1">
                  <c:v>5</c:v>
                </c:pt>
                <c:pt idx="2">
                  <c:v>5</c:v>
                </c:pt>
                <c:pt idx="3">
                  <c:v>5</c:v>
                </c:pt>
                <c:pt idx="4">
                  <c:v>5</c:v>
                </c:pt>
                <c:pt idx="5">
                  <c:v>8</c:v>
                </c:pt>
                <c:pt idx="6">
                  <c:v>9</c:v>
                </c:pt>
                <c:pt idx="7">
                  <c:v>10</c:v>
                </c:pt>
                <c:pt idx="8">
                  <c:v>12</c:v>
                </c:pt>
                <c:pt idx="9">
                  <c:v>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4BE-4F40-88E9-A4806594C79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紫色</c:v>
                </c:pt>
              </c:strCache>
            </c:strRef>
          </c:tx>
          <c:spPr>
            <a:solidFill>
              <a:schemeClr val="accent2">
                <a:alpha val="80000"/>
              </a:schemeClr>
            </a:solidFill>
            <a:ln>
              <a:noFill/>
            </a:ln>
            <a:effectLst/>
          </c:spPr>
          <c:cat>
            <c:numRef>
              <c:f>Sheet1!$A$2:$A$11</c:f>
              <c:numCache>
                <c:formatCode>General</c:formatCod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numCache>
            </c:num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5</c:v>
                </c:pt>
                <c:pt idx="1">
                  <c:v>5</c:v>
                </c:pt>
                <c:pt idx="2">
                  <c:v>5</c:v>
                </c:pt>
                <c:pt idx="3">
                  <c:v>5</c:v>
                </c:pt>
                <c:pt idx="4">
                  <c:v>5</c:v>
                </c:pt>
                <c:pt idx="5">
                  <c:v>5</c:v>
                </c:pt>
                <c:pt idx="6">
                  <c:v>10</c:v>
                </c:pt>
                <c:pt idx="7">
                  <c:v>10</c:v>
                </c:pt>
                <c:pt idx="8">
                  <c:v>10</c:v>
                </c:pt>
                <c:pt idx="9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4BE-4F40-88E9-A4806594C79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深绿</c:v>
                </c:pt>
              </c:strCache>
            </c:strRef>
          </c:tx>
          <c:spPr>
            <a:noFill/>
            <a:ln>
              <a:noFill/>
            </a:ln>
            <a:effectLst/>
          </c:spPr>
          <c:cat>
            <c:numRef>
              <c:f>Sheet1!$A$2:$A$11</c:f>
              <c:numCache>
                <c:formatCode>General</c:formatCod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numCache>
            </c:num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5</c:v>
                </c:pt>
                <c:pt idx="1">
                  <c:v>5</c:v>
                </c:pt>
                <c:pt idx="2">
                  <c:v>5</c:v>
                </c:pt>
                <c:pt idx="3">
                  <c:v>5</c:v>
                </c:pt>
                <c:pt idx="4">
                  <c:v>5</c:v>
                </c:pt>
                <c:pt idx="5">
                  <c:v>5</c:v>
                </c:pt>
                <c:pt idx="6">
                  <c:v>9</c:v>
                </c:pt>
                <c:pt idx="7">
                  <c:v>11</c:v>
                </c:pt>
                <c:pt idx="8">
                  <c:v>10</c:v>
                </c:pt>
                <c:pt idx="9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4BE-4F40-88E9-A4806594C79C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浅绿</c:v>
                </c:pt>
              </c:strCache>
            </c:strRef>
          </c:tx>
          <c:spPr>
            <a:solidFill>
              <a:schemeClr val="accent4">
                <a:alpha val="80000"/>
              </a:schemeClr>
            </a:solidFill>
            <a:ln>
              <a:noFill/>
            </a:ln>
            <a:effectLst/>
          </c:spPr>
          <c:cat>
            <c:numRef>
              <c:f>Sheet1!$A$2:$A$11</c:f>
              <c:numCache>
                <c:formatCode>General</c:formatCod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numCache>
            </c:numRef>
          </c:cat>
          <c:val>
            <c:numRef>
              <c:f>Sheet1!$E$2:$E$11</c:f>
              <c:numCache>
                <c:formatCode>General</c:formatCode>
                <c:ptCount val="10"/>
                <c:pt idx="0">
                  <c:v>5</c:v>
                </c:pt>
                <c:pt idx="1">
                  <c:v>5</c:v>
                </c:pt>
                <c:pt idx="2">
                  <c:v>8</c:v>
                </c:pt>
                <c:pt idx="3">
                  <c:v>10</c:v>
                </c:pt>
                <c:pt idx="4">
                  <c:v>10</c:v>
                </c:pt>
                <c:pt idx="5">
                  <c:v>10</c:v>
                </c:pt>
                <c:pt idx="6">
                  <c:v>10</c:v>
                </c:pt>
                <c:pt idx="7">
                  <c:v>10</c:v>
                </c:pt>
                <c:pt idx="8">
                  <c:v>9</c:v>
                </c:pt>
                <c:pt idx="9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14BE-4F40-88E9-A4806594C79C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浅绿</c:v>
                </c:pt>
              </c:strCache>
            </c:strRef>
          </c:tx>
          <c:spPr>
            <a:noFill/>
            <a:ln>
              <a:noFill/>
            </a:ln>
            <a:effectLst/>
          </c:spPr>
          <c:cat>
            <c:numRef>
              <c:f>Sheet1!$A$2:$A$11</c:f>
              <c:numCache>
                <c:formatCode>General</c:formatCod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numCache>
            </c:numRef>
          </c:cat>
          <c:val>
            <c:numRef>
              <c:f>Sheet1!$F$2:$F$11</c:f>
              <c:numCache>
                <c:formatCode>General</c:formatCode>
                <c:ptCount val="10"/>
                <c:pt idx="0">
                  <c:v>5</c:v>
                </c:pt>
                <c:pt idx="1">
                  <c:v>5</c:v>
                </c:pt>
                <c:pt idx="2">
                  <c:v>9</c:v>
                </c:pt>
                <c:pt idx="3">
                  <c:v>10</c:v>
                </c:pt>
                <c:pt idx="4">
                  <c:v>12</c:v>
                </c:pt>
                <c:pt idx="5">
                  <c:v>9</c:v>
                </c:pt>
                <c:pt idx="6">
                  <c:v>10</c:v>
                </c:pt>
                <c:pt idx="7">
                  <c:v>8</c:v>
                </c:pt>
                <c:pt idx="8">
                  <c:v>5</c:v>
                </c:pt>
                <c:pt idx="9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14BE-4F40-88E9-A4806594C79C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浅绿</c:v>
                </c:pt>
              </c:strCache>
            </c:strRef>
          </c:tx>
          <c:spPr>
            <a:noFill/>
            <a:ln>
              <a:noFill/>
            </a:ln>
            <a:effectLst/>
          </c:spPr>
          <c:cat>
            <c:numRef>
              <c:f>Sheet1!$A$2:$A$11</c:f>
              <c:numCache>
                <c:formatCode>General</c:formatCod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numCache>
            </c:numRef>
          </c:cat>
          <c:val>
            <c:numRef>
              <c:f>Sheet1!$G$2:$G$11</c:f>
              <c:numCache>
                <c:formatCode>General</c:formatCode>
                <c:ptCount val="10"/>
                <c:pt idx="0">
                  <c:v>5</c:v>
                </c:pt>
                <c:pt idx="1">
                  <c:v>10</c:v>
                </c:pt>
                <c:pt idx="2">
                  <c:v>10</c:v>
                </c:pt>
                <c:pt idx="3">
                  <c:v>10</c:v>
                </c:pt>
                <c:pt idx="4">
                  <c:v>10</c:v>
                </c:pt>
                <c:pt idx="5">
                  <c:v>11</c:v>
                </c:pt>
                <c:pt idx="6">
                  <c:v>13</c:v>
                </c:pt>
                <c:pt idx="7">
                  <c:v>8</c:v>
                </c:pt>
                <c:pt idx="8">
                  <c:v>10</c:v>
                </c:pt>
                <c:pt idx="9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14BE-4F40-88E9-A4806594C79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704627680"/>
        <c:axId val="704632256"/>
      </c:radarChart>
      <c:catAx>
        <c:axId val="704627680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704632256"/>
        <c:crosses val="autoZero"/>
        <c:auto val="1"/>
        <c:lblAlgn val="ctr"/>
        <c:lblOffset val="100"/>
        <c:noMultiLvlLbl val="0"/>
      </c:catAx>
      <c:valAx>
        <c:axId val="704632256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75000"/>
                  <a:lumOff val="2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crossAx val="70462768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068-4029-9FFE-AC8D091863E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068-4029-9FFE-AC8D091863E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068-4029-9FFE-AC8D091863E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44"/>
        <c:overlap val="-90"/>
        <c:axId val="-2035560368"/>
        <c:axId val="1872456384"/>
      </c:barChart>
      <c:catAx>
        <c:axId val="-203556036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64" b="0" i="0" u="none" strike="noStrike" kern="1200" cap="all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872456384"/>
        <c:crosses val="autoZero"/>
        <c:auto val="1"/>
        <c:lblAlgn val="ctr"/>
        <c:lblOffset val="100"/>
        <c:noMultiLvlLbl val="0"/>
      </c:catAx>
      <c:valAx>
        <c:axId val="187245638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-203556036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4698431651679961"/>
          <c:y val="0.17700153315895992"/>
          <c:w val="0.50603161428533983"/>
          <c:h val="0.61520867228554343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5941-4BEA-ADF5-6E9D2D85A218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5941-4BEA-ADF5-6E9D2D85A218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5941-4BEA-ADF5-6E9D2D85A218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5941-4BEA-ADF5-6E9D2D85A218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5941-4BEA-ADF5-6E9D2D85A218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5941-4BEA-ADF5-6E9D2D85A218}"/>
              </c:ext>
            </c:extLst>
          </c:dPt>
          <c:dLbls>
            <c:delete val="1"/>
          </c:dLbls>
          <c:cat>
            <c:strRef>
              <c:f>Sheet1!$A$2:$A$6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Sheet1!$B$2:$B$6</c:f>
              <c:numCache>
                <c:formatCode>0%</c:formatCode>
                <c:ptCount val="5"/>
                <c:pt idx="0">
                  <c:v>0.35</c:v>
                </c:pt>
                <c:pt idx="1">
                  <c:v>0.16</c:v>
                </c:pt>
                <c:pt idx="2">
                  <c:v>0.21</c:v>
                </c:pt>
                <c:pt idx="3">
                  <c:v>0.19</c:v>
                </c:pt>
                <c:pt idx="4">
                  <c:v>0.23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5941-4BEA-ADF5-6E9D2D85A21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6350" cap="flat" cmpd="sng" algn="ctr">
      <a:noFill/>
      <a:prstDash val="solid"/>
      <a:miter lim="800000"/>
    </a:ln>
    <a:effectLst/>
  </c:spPr>
  <c:txPr>
    <a:bodyPr/>
    <a:lstStyle/>
    <a:p>
      <a:pPr>
        <a:defRPr sz="1800"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1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31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31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31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31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31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31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0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64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1064" b="0" i="0" u="none" strike="noStrike" kern="1200" baseline="0"/>
    <cs:bodyPr rot="-5400000" spcFirstLastPara="1" vertOverflow="clip" horzOverflow="clip" vert="horz" wrap="square" lIns="38100" tIns="19050" rIns="38100" bIns="19050" anchor="ctr" anchorCtr="1">
      <a:spAutoFit/>
    </cs:bodyPr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064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9.xml><?xml version="1.0" encoding="utf-8"?>
<cs:chartStyle xmlns:cs="http://schemas.microsoft.com/office/drawing/2012/chartStyle" xmlns:a="http://schemas.openxmlformats.org/drawingml/2006/main" id="10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95659B-BEC9-4B07-95B7-6520C12D8A52}" type="datetimeFigureOut">
              <a:rPr lang="zh-CN" altLang="en-US" smtClean="0"/>
              <a:t>2016/7/6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D014A8-39CB-4FCC-AA9C-CD99BC18DA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40162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D014A8-39CB-4FCC-AA9C-CD99BC18DA1A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27092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://www.officeplus.cn/" TargetMode="Externa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页">
    <p:bg>
      <p:bgPr>
        <a:gradFill flip="none" rotWithShape="1">
          <a:gsLst>
            <a:gs pos="0">
              <a:schemeClr val="tx1">
                <a:lumMod val="65000"/>
                <a:lumOff val="35000"/>
              </a:schemeClr>
            </a:gs>
            <a:gs pos="55000">
              <a:schemeClr val="tx1">
                <a:lumMod val="85000"/>
                <a:lumOff val="15000"/>
              </a:schemeClr>
            </a:gs>
            <a:gs pos="97000">
              <a:schemeClr val="tx1">
                <a:lumMod val="95000"/>
                <a:lumOff val="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图表 1"/>
          <p:cNvGraphicFramePr/>
          <p:nvPr userDrawn="1">
            <p:extLst>
              <p:ext uri="{D42A27DB-BD31-4B8C-83A1-F6EECF244321}">
                <p14:modId xmlns:p14="http://schemas.microsoft.com/office/powerpoint/2010/main" val="1776218586"/>
              </p:ext>
            </p:extLst>
          </p:nvPr>
        </p:nvGraphicFramePr>
        <p:xfrm>
          <a:off x="1118988" y="15852"/>
          <a:ext cx="9954024" cy="67532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pSp>
        <p:nvGrpSpPr>
          <p:cNvPr id="3" name="组合 2"/>
          <p:cNvGrpSpPr/>
          <p:nvPr userDrawn="1"/>
        </p:nvGrpSpPr>
        <p:grpSpPr>
          <a:xfrm>
            <a:off x="4079131" y="1412132"/>
            <a:ext cx="4033736" cy="4033736"/>
            <a:chOff x="4216400" y="1549400"/>
            <a:chExt cx="3911600" cy="3911600"/>
          </a:xfrm>
          <a:effectLst>
            <a:outerShdw blurRad="342900" dist="88900" dir="8100000" algn="tr" rotWithShape="0">
              <a:prstClr val="black">
                <a:alpha val="83000"/>
              </a:prstClr>
            </a:outerShdw>
          </a:effectLst>
        </p:grpSpPr>
        <p:sp>
          <p:nvSpPr>
            <p:cNvPr id="4" name="椭圆 3"/>
            <p:cNvSpPr/>
            <p:nvPr/>
          </p:nvSpPr>
          <p:spPr>
            <a:xfrm>
              <a:off x="4216400" y="1549400"/>
              <a:ext cx="3911600" cy="39116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椭圆 4"/>
            <p:cNvSpPr/>
            <p:nvPr/>
          </p:nvSpPr>
          <p:spPr>
            <a:xfrm>
              <a:off x="4445000" y="1778000"/>
              <a:ext cx="3454400" cy="3454400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6" name="文本占位符 8"/>
          <p:cNvSpPr>
            <a:spLocks noGrp="1"/>
          </p:cNvSpPr>
          <p:nvPr>
            <p:ph type="body" sz="quarter" idx="10" hasCustomPrompt="1"/>
          </p:nvPr>
        </p:nvSpPr>
        <p:spPr>
          <a:xfrm>
            <a:off x="4809332" y="2351076"/>
            <a:ext cx="2573336" cy="14478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4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 dirty="0"/>
              <a:t>添加</a:t>
            </a:r>
            <a:endParaRPr lang="en-US" altLang="zh-CN" dirty="0"/>
          </a:p>
          <a:p>
            <a:pPr lvl="0"/>
            <a:r>
              <a:rPr lang="zh-CN" altLang="en-US" dirty="0"/>
              <a:t>论文名称</a:t>
            </a:r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4483100" y="3670300"/>
            <a:ext cx="32131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占位符 10"/>
          <p:cNvSpPr>
            <a:spLocks noGrp="1"/>
          </p:cNvSpPr>
          <p:nvPr>
            <p:ph type="body" sz="quarter" idx="11"/>
          </p:nvPr>
        </p:nvSpPr>
        <p:spPr>
          <a:xfrm>
            <a:off x="4965634" y="3954465"/>
            <a:ext cx="2260732" cy="3057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baseline="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 lvl="0"/>
            <a:endParaRPr lang="en-US" altLang="zh-CN" dirty="0"/>
          </a:p>
        </p:txBody>
      </p:sp>
      <p:sp>
        <p:nvSpPr>
          <p:cNvPr id="9" name="文本占位符 10"/>
          <p:cNvSpPr>
            <a:spLocks noGrp="1"/>
          </p:cNvSpPr>
          <p:nvPr>
            <p:ph type="body" sz="quarter" idx="12"/>
          </p:nvPr>
        </p:nvSpPr>
        <p:spPr>
          <a:xfrm>
            <a:off x="4965634" y="4266016"/>
            <a:ext cx="2260732" cy="3057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baseline="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 lvl="0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830535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四项目录">
    <p:bg>
      <p:bgPr>
        <a:gradFill flip="none" rotWithShape="1">
          <a:gsLst>
            <a:gs pos="0">
              <a:schemeClr val="bg1">
                <a:tint val="93000"/>
                <a:satMod val="150000"/>
                <a:shade val="98000"/>
                <a:lumMod val="102000"/>
              </a:schemeClr>
            </a:gs>
            <a:gs pos="23000">
              <a:schemeClr val="bg1">
                <a:tint val="98000"/>
                <a:satMod val="130000"/>
                <a:shade val="90000"/>
                <a:lumMod val="103000"/>
              </a:schemeClr>
            </a:gs>
            <a:gs pos="100000">
              <a:schemeClr val="bg1">
                <a:lumMod val="8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/>
          <p:cNvCxnSpPr/>
          <p:nvPr userDrawn="1"/>
        </p:nvCxnSpPr>
        <p:spPr>
          <a:xfrm>
            <a:off x="558800" y="491067"/>
            <a:ext cx="320886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 userDrawn="1"/>
        </p:nvCxnSpPr>
        <p:spPr>
          <a:xfrm>
            <a:off x="4288366" y="491067"/>
            <a:ext cx="284903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占位符 8"/>
          <p:cNvSpPr>
            <a:spLocks noGrp="1"/>
          </p:cNvSpPr>
          <p:nvPr>
            <p:ph type="body" sz="quarter" idx="10" hasCustomPrompt="1"/>
          </p:nvPr>
        </p:nvSpPr>
        <p:spPr>
          <a:xfrm>
            <a:off x="558800" y="719582"/>
            <a:ext cx="3157037" cy="88762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5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输入标题</a:t>
            </a:r>
          </a:p>
        </p:txBody>
      </p:sp>
      <p:sp>
        <p:nvSpPr>
          <p:cNvPr id="8" name="文本占位符 8"/>
          <p:cNvSpPr>
            <a:spLocks noGrp="1"/>
          </p:cNvSpPr>
          <p:nvPr>
            <p:ph type="body" sz="quarter" idx="11" hasCustomPrompt="1"/>
          </p:nvPr>
        </p:nvSpPr>
        <p:spPr>
          <a:xfrm>
            <a:off x="558800" y="1615584"/>
            <a:ext cx="3157037" cy="475683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8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/>
            <a:r>
              <a:rPr lang="en-US" altLang="zh-CN" dirty="0"/>
              <a:t>Add text</a:t>
            </a:r>
            <a:endParaRPr lang="zh-CN" altLang="en-US" dirty="0"/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670800" y="491067"/>
            <a:ext cx="284903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4288366" y="3005667"/>
            <a:ext cx="284903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7670800" y="3005667"/>
            <a:ext cx="284903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占位符 5"/>
          <p:cNvSpPr>
            <a:spLocks noGrp="1"/>
          </p:cNvSpPr>
          <p:nvPr>
            <p:ph type="body" sz="quarter" idx="12" hasCustomPrompt="1"/>
          </p:nvPr>
        </p:nvSpPr>
        <p:spPr>
          <a:xfrm>
            <a:off x="4287838" y="3361780"/>
            <a:ext cx="21042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lvl1pPr marL="0" indent="0" algn="l">
              <a:buNone/>
              <a:defRPr lang="zh-CN" altLang="en-US" sz="4000" b="0" baseline="0" smtClean="0"/>
            </a:lvl1pPr>
            <a:lvl2pPr marL="228589" indent="0">
              <a:buNone/>
              <a:defRPr lang="zh-CN" altLang="en-US" sz="1800" smtClean="0"/>
            </a:lvl2pPr>
            <a:lvl3pPr marL="685777" indent="0">
              <a:buNone/>
              <a:defRPr lang="zh-CN" altLang="en-US" sz="1800" smtClean="0"/>
            </a:lvl3pPr>
            <a:lvl4pPr marL="1142966" indent="0">
              <a:buNone/>
              <a:defRPr lang="zh-CN" altLang="en-US" smtClean="0"/>
            </a:lvl4pPr>
            <a:lvl5pPr marL="1600154" indent="0">
              <a:buNone/>
              <a:defRPr lang="zh-CN" altLang="en-US"/>
            </a:lvl5pPr>
          </a:lstStyle>
          <a:p>
            <a:pPr marL="0" lvl="0" defTabSz="914377"/>
            <a:r>
              <a:rPr lang="en-US" altLang="zh-CN" dirty="0"/>
              <a:t>Add text</a:t>
            </a:r>
          </a:p>
        </p:txBody>
      </p:sp>
      <p:sp>
        <p:nvSpPr>
          <p:cNvPr id="15" name="文本占位符 5"/>
          <p:cNvSpPr>
            <a:spLocks noGrp="1"/>
          </p:cNvSpPr>
          <p:nvPr>
            <p:ph type="body" sz="quarter" idx="13" hasCustomPrompt="1"/>
          </p:nvPr>
        </p:nvSpPr>
        <p:spPr>
          <a:xfrm>
            <a:off x="4287838" y="4030990"/>
            <a:ext cx="22365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lvl1pPr marL="0" indent="0" algn="l">
              <a:buNone/>
              <a:defRPr lang="en-US" altLang="zh-CN" sz="4000" b="1" dirty="0" smtClean="0">
                <a:latin typeface="+mn-ea"/>
              </a:defRPr>
            </a:lvl1pPr>
          </a:lstStyle>
          <a:p>
            <a:pPr marL="0" lvl="0" defTabSz="914377"/>
            <a:r>
              <a:rPr lang="zh-CN" altLang="en-US" dirty="0"/>
              <a:t>输入标题</a:t>
            </a:r>
            <a:endParaRPr lang="en-US" altLang="zh-CN" dirty="0"/>
          </a:p>
        </p:txBody>
      </p:sp>
      <p:sp>
        <p:nvSpPr>
          <p:cNvPr id="16" name="文本占位符 5"/>
          <p:cNvSpPr>
            <a:spLocks noGrp="1"/>
          </p:cNvSpPr>
          <p:nvPr>
            <p:ph type="body" sz="quarter" idx="14" hasCustomPrompt="1"/>
          </p:nvPr>
        </p:nvSpPr>
        <p:spPr>
          <a:xfrm>
            <a:off x="4287838" y="847181"/>
            <a:ext cx="21042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lvl1pPr marL="0" indent="0" algn="l">
              <a:buNone/>
              <a:defRPr lang="zh-CN" altLang="en-US" sz="4000" b="0" baseline="0" smtClean="0"/>
            </a:lvl1pPr>
            <a:lvl2pPr marL="228589" indent="0">
              <a:buNone/>
              <a:defRPr lang="zh-CN" altLang="en-US" sz="1800" smtClean="0"/>
            </a:lvl2pPr>
            <a:lvl3pPr marL="685777" indent="0">
              <a:buNone/>
              <a:defRPr lang="zh-CN" altLang="en-US" sz="1800" smtClean="0"/>
            </a:lvl3pPr>
            <a:lvl4pPr marL="1142966" indent="0">
              <a:buNone/>
              <a:defRPr lang="zh-CN" altLang="en-US" smtClean="0"/>
            </a:lvl4pPr>
            <a:lvl5pPr marL="1600154" indent="0">
              <a:buNone/>
              <a:defRPr lang="zh-CN" altLang="en-US"/>
            </a:lvl5pPr>
          </a:lstStyle>
          <a:p>
            <a:pPr marL="0" lvl="0" defTabSz="914377"/>
            <a:r>
              <a:rPr lang="en-US" altLang="zh-CN" dirty="0"/>
              <a:t>Add text</a:t>
            </a:r>
          </a:p>
        </p:txBody>
      </p:sp>
      <p:sp>
        <p:nvSpPr>
          <p:cNvPr id="17" name="文本占位符 5"/>
          <p:cNvSpPr>
            <a:spLocks noGrp="1"/>
          </p:cNvSpPr>
          <p:nvPr>
            <p:ph type="body" sz="quarter" idx="15" hasCustomPrompt="1"/>
          </p:nvPr>
        </p:nvSpPr>
        <p:spPr>
          <a:xfrm>
            <a:off x="4287838" y="1516391"/>
            <a:ext cx="22365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lvl1pPr marL="0" indent="0" algn="l">
              <a:buNone/>
              <a:defRPr lang="en-US" altLang="zh-CN" sz="4000" b="1" dirty="0" smtClean="0">
                <a:latin typeface="+mn-ea"/>
              </a:defRPr>
            </a:lvl1pPr>
          </a:lstStyle>
          <a:p>
            <a:pPr marL="0" lvl="0" defTabSz="914377"/>
            <a:r>
              <a:rPr lang="zh-CN" altLang="en-US" dirty="0"/>
              <a:t>输入标题</a:t>
            </a:r>
            <a:endParaRPr lang="en-US" altLang="zh-CN" dirty="0"/>
          </a:p>
        </p:txBody>
      </p:sp>
      <p:sp>
        <p:nvSpPr>
          <p:cNvPr id="18" name="文本占位符 5"/>
          <p:cNvSpPr>
            <a:spLocks noGrp="1"/>
          </p:cNvSpPr>
          <p:nvPr>
            <p:ph type="body" sz="quarter" idx="16" hasCustomPrompt="1"/>
          </p:nvPr>
        </p:nvSpPr>
        <p:spPr>
          <a:xfrm>
            <a:off x="7670800" y="847181"/>
            <a:ext cx="21042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lvl1pPr marL="0" indent="0" algn="l">
              <a:buNone/>
              <a:defRPr lang="zh-CN" altLang="en-US" sz="4000" b="0" baseline="0" smtClean="0"/>
            </a:lvl1pPr>
            <a:lvl2pPr marL="228589" indent="0">
              <a:buNone/>
              <a:defRPr lang="zh-CN" altLang="en-US" sz="1800" smtClean="0"/>
            </a:lvl2pPr>
            <a:lvl3pPr marL="685777" indent="0">
              <a:buNone/>
              <a:defRPr lang="zh-CN" altLang="en-US" sz="1800" smtClean="0"/>
            </a:lvl3pPr>
            <a:lvl4pPr marL="1142966" indent="0">
              <a:buNone/>
              <a:defRPr lang="zh-CN" altLang="en-US" smtClean="0"/>
            </a:lvl4pPr>
            <a:lvl5pPr marL="1600154" indent="0">
              <a:buNone/>
              <a:defRPr lang="zh-CN" altLang="en-US"/>
            </a:lvl5pPr>
          </a:lstStyle>
          <a:p>
            <a:pPr marL="0" lvl="0" defTabSz="914377"/>
            <a:r>
              <a:rPr lang="en-US" altLang="zh-CN" dirty="0"/>
              <a:t>Add text</a:t>
            </a:r>
          </a:p>
        </p:txBody>
      </p:sp>
      <p:sp>
        <p:nvSpPr>
          <p:cNvPr id="19" name="文本占位符 5"/>
          <p:cNvSpPr>
            <a:spLocks noGrp="1"/>
          </p:cNvSpPr>
          <p:nvPr>
            <p:ph type="body" sz="quarter" idx="17" hasCustomPrompt="1"/>
          </p:nvPr>
        </p:nvSpPr>
        <p:spPr>
          <a:xfrm>
            <a:off x="7670800" y="1516391"/>
            <a:ext cx="22365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lvl1pPr marL="0" indent="0" algn="l">
              <a:buNone/>
              <a:defRPr lang="en-US" altLang="zh-CN" sz="4000" b="1" dirty="0" smtClean="0">
                <a:latin typeface="+mn-ea"/>
              </a:defRPr>
            </a:lvl1pPr>
          </a:lstStyle>
          <a:p>
            <a:pPr marL="0" lvl="0" defTabSz="914377"/>
            <a:r>
              <a:rPr lang="zh-CN" altLang="en-US" dirty="0"/>
              <a:t>输入标题</a:t>
            </a:r>
            <a:endParaRPr lang="en-US" altLang="zh-CN" dirty="0"/>
          </a:p>
        </p:txBody>
      </p:sp>
      <p:sp>
        <p:nvSpPr>
          <p:cNvPr id="22" name="文本占位符 5"/>
          <p:cNvSpPr>
            <a:spLocks noGrp="1"/>
          </p:cNvSpPr>
          <p:nvPr>
            <p:ph type="body" sz="quarter" idx="18" hasCustomPrompt="1"/>
          </p:nvPr>
        </p:nvSpPr>
        <p:spPr>
          <a:xfrm>
            <a:off x="7670800" y="3361780"/>
            <a:ext cx="21042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lvl1pPr marL="0" indent="0" algn="l">
              <a:buNone/>
              <a:defRPr lang="zh-CN" altLang="en-US" sz="4000" b="0" baseline="0" smtClean="0"/>
            </a:lvl1pPr>
            <a:lvl2pPr marL="228589" indent="0">
              <a:buNone/>
              <a:defRPr lang="zh-CN" altLang="en-US" sz="1800" smtClean="0"/>
            </a:lvl2pPr>
            <a:lvl3pPr marL="685777" indent="0">
              <a:buNone/>
              <a:defRPr lang="zh-CN" altLang="en-US" sz="1800" smtClean="0"/>
            </a:lvl3pPr>
            <a:lvl4pPr marL="1142966" indent="0">
              <a:buNone/>
              <a:defRPr lang="zh-CN" altLang="en-US" smtClean="0"/>
            </a:lvl4pPr>
            <a:lvl5pPr marL="1600154" indent="0">
              <a:buNone/>
              <a:defRPr lang="zh-CN" altLang="en-US"/>
            </a:lvl5pPr>
          </a:lstStyle>
          <a:p>
            <a:pPr marL="0" lvl="0" defTabSz="914377"/>
            <a:r>
              <a:rPr lang="en-US" altLang="zh-CN" dirty="0"/>
              <a:t>Add text</a:t>
            </a:r>
          </a:p>
        </p:txBody>
      </p:sp>
      <p:sp>
        <p:nvSpPr>
          <p:cNvPr id="23" name="文本占位符 5"/>
          <p:cNvSpPr>
            <a:spLocks noGrp="1"/>
          </p:cNvSpPr>
          <p:nvPr>
            <p:ph type="body" sz="quarter" idx="19" hasCustomPrompt="1"/>
          </p:nvPr>
        </p:nvSpPr>
        <p:spPr>
          <a:xfrm>
            <a:off x="7670800" y="4030990"/>
            <a:ext cx="22365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lvl1pPr marL="0" indent="0" algn="l">
              <a:buNone/>
              <a:defRPr lang="en-US" altLang="zh-CN" sz="4000" b="1" dirty="0" smtClean="0">
                <a:latin typeface="+mn-ea"/>
              </a:defRPr>
            </a:lvl1pPr>
          </a:lstStyle>
          <a:p>
            <a:pPr marL="0" lvl="0" defTabSz="914377"/>
            <a:r>
              <a:rPr lang="zh-CN" altLang="en-US" dirty="0"/>
              <a:t>输入标题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71868505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六项目录">
    <p:bg>
      <p:bgPr>
        <a:gradFill flip="none" rotWithShape="1">
          <a:gsLst>
            <a:gs pos="0">
              <a:schemeClr val="bg1">
                <a:tint val="93000"/>
                <a:satMod val="150000"/>
                <a:shade val="98000"/>
                <a:lumMod val="102000"/>
              </a:schemeClr>
            </a:gs>
            <a:gs pos="23000">
              <a:schemeClr val="bg1">
                <a:tint val="98000"/>
                <a:satMod val="130000"/>
                <a:shade val="90000"/>
                <a:lumMod val="103000"/>
              </a:schemeClr>
            </a:gs>
            <a:gs pos="100000">
              <a:schemeClr val="bg1">
                <a:lumMod val="8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/>
          <p:cNvCxnSpPr/>
          <p:nvPr userDrawn="1"/>
        </p:nvCxnSpPr>
        <p:spPr>
          <a:xfrm>
            <a:off x="558800" y="491067"/>
            <a:ext cx="320886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 userDrawn="1"/>
        </p:nvCxnSpPr>
        <p:spPr>
          <a:xfrm>
            <a:off x="4288366" y="491067"/>
            <a:ext cx="284903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占位符 8"/>
          <p:cNvSpPr>
            <a:spLocks noGrp="1"/>
          </p:cNvSpPr>
          <p:nvPr>
            <p:ph type="body" sz="quarter" idx="10" hasCustomPrompt="1"/>
          </p:nvPr>
        </p:nvSpPr>
        <p:spPr>
          <a:xfrm>
            <a:off x="558800" y="719582"/>
            <a:ext cx="3157037" cy="88762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5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输入标题</a:t>
            </a:r>
          </a:p>
        </p:txBody>
      </p:sp>
      <p:sp>
        <p:nvSpPr>
          <p:cNvPr id="8" name="文本占位符 8"/>
          <p:cNvSpPr>
            <a:spLocks noGrp="1"/>
          </p:cNvSpPr>
          <p:nvPr>
            <p:ph type="body" sz="quarter" idx="11" hasCustomPrompt="1"/>
          </p:nvPr>
        </p:nvSpPr>
        <p:spPr>
          <a:xfrm>
            <a:off x="558800" y="1615584"/>
            <a:ext cx="3157037" cy="475683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8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/>
            <a:r>
              <a:rPr lang="en-US" altLang="zh-CN" dirty="0"/>
              <a:t>Add text</a:t>
            </a:r>
            <a:endParaRPr lang="zh-CN" altLang="en-US" dirty="0"/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7670800" y="491067"/>
            <a:ext cx="284903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4288366" y="2637367"/>
            <a:ext cx="284903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7670800" y="2637367"/>
            <a:ext cx="284903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 userDrawn="1"/>
        </p:nvCxnSpPr>
        <p:spPr>
          <a:xfrm>
            <a:off x="4288366" y="2637367"/>
            <a:ext cx="284903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 userDrawn="1"/>
        </p:nvCxnSpPr>
        <p:spPr>
          <a:xfrm>
            <a:off x="7670800" y="2637367"/>
            <a:ext cx="284903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 userDrawn="1"/>
        </p:nvCxnSpPr>
        <p:spPr>
          <a:xfrm>
            <a:off x="4288366" y="4783667"/>
            <a:ext cx="284903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 userDrawn="1"/>
        </p:nvCxnSpPr>
        <p:spPr>
          <a:xfrm>
            <a:off x="7670800" y="4783667"/>
            <a:ext cx="284903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占位符 5"/>
          <p:cNvSpPr>
            <a:spLocks noGrp="1"/>
          </p:cNvSpPr>
          <p:nvPr>
            <p:ph type="body" sz="quarter" idx="14" hasCustomPrompt="1"/>
          </p:nvPr>
        </p:nvSpPr>
        <p:spPr>
          <a:xfrm>
            <a:off x="4287838" y="847181"/>
            <a:ext cx="21042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lvl1pPr marL="0" indent="0" algn="l">
              <a:buNone/>
              <a:defRPr lang="zh-CN" altLang="en-US" sz="4000" b="0" baseline="0" smtClean="0"/>
            </a:lvl1pPr>
            <a:lvl2pPr marL="228589" indent="0">
              <a:buNone/>
              <a:defRPr lang="zh-CN" altLang="en-US" sz="1800" smtClean="0"/>
            </a:lvl2pPr>
            <a:lvl3pPr marL="685777" indent="0">
              <a:buNone/>
              <a:defRPr lang="zh-CN" altLang="en-US" sz="1800" smtClean="0"/>
            </a:lvl3pPr>
            <a:lvl4pPr marL="1142966" indent="0">
              <a:buNone/>
              <a:defRPr lang="zh-CN" altLang="en-US" smtClean="0"/>
            </a:lvl4pPr>
            <a:lvl5pPr marL="1600154" indent="0">
              <a:buNone/>
              <a:defRPr lang="zh-CN" altLang="en-US"/>
            </a:lvl5pPr>
          </a:lstStyle>
          <a:p>
            <a:pPr marL="0" lvl="0" defTabSz="914377"/>
            <a:r>
              <a:rPr lang="en-US" altLang="zh-CN" dirty="0"/>
              <a:t>Add text</a:t>
            </a:r>
          </a:p>
        </p:txBody>
      </p:sp>
      <p:sp>
        <p:nvSpPr>
          <p:cNvPr id="20" name="文本占位符 5"/>
          <p:cNvSpPr>
            <a:spLocks noGrp="1"/>
          </p:cNvSpPr>
          <p:nvPr>
            <p:ph type="body" sz="quarter" idx="15" hasCustomPrompt="1"/>
          </p:nvPr>
        </p:nvSpPr>
        <p:spPr>
          <a:xfrm>
            <a:off x="4287838" y="1516391"/>
            <a:ext cx="22365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lvl1pPr marL="0" indent="0" algn="l">
              <a:buNone/>
              <a:defRPr lang="en-US" altLang="zh-CN" sz="4000" b="1" dirty="0" smtClean="0">
                <a:latin typeface="+mn-ea"/>
              </a:defRPr>
            </a:lvl1pPr>
          </a:lstStyle>
          <a:p>
            <a:pPr marL="0" lvl="0" defTabSz="914377"/>
            <a:r>
              <a:rPr lang="zh-CN" altLang="en-US" dirty="0"/>
              <a:t>输入标题</a:t>
            </a:r>
            <a:endParaRPr lang="en-US" altLang="zh-CN" dirty="0"/>
          </a:p>
        </p:txBody>
      </p:sp>
      <p:sp>
        <p:nvSpPr>
          <p:cNvPr id="21" name="文本占位符 5"/>
          <p:cNvSpPr>
            <a:spLocks noGrp="1"/>
          </p:cNvSpPr>
          <p:nvPr>
            <p:ph type="body" sz="quarter" idx="16" hasCustomPrompt="1"/>
          </p:nvPr>
        </p:nvSpPr>
        <p:spPr>
          <a:xfrm>
            <a:off x="7670800" y="847181"/>
            <a:ext cx="21042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lvl1pPr marL="0" indent="0" algn="l">
              <a:buNone/>
              <a:defRPr lang="zh-CN" altLang="en-US" sz="4000" b="0" baseline="0" smtClean="0"/>
            </a:lvl1pPr>
            <a:lvl2pPr marL="228589" indent="0">
              <a:buNone/>
              <a:defRPr lang="zh-CN" altLang="en-US" sz="1800" smtClean="0"/>
            </a:lvl2pPr>
            <a:lvl3pPr marL="685777" indent="0">
              <a:buNone/>
              <a:defRPr lang="zh-CN" altLang="en-US" sz="1800" smtClean="0"/>
            </a:lvl3pPr>
            <a:lvl4pPr marL="1142966" indent="0">
              <a:buNone/>
              <a:defRPr lang="zh-CN" altLang="en-US" smtClean="0"/>
            </a:lvl4pPr>
            <a:lvl5pPr marL="1600154" indent="0">
              <a:buNone/>
              <a:defRPr lang="zh-CN" altLang="en-US"/>
            </a:lvl5pPr>
          </a:lstStyle>
          <a:p>
            <a:pPr marL="0" lvl="0" defTabSz="914377"/>
            <a:r>
              <a:rPr lang="en-US" altLang="zh-CN" dirty="0"/>
              <a:t>Add text</a:t>
            </a:r>
          </a:p>
        </p:txBody>
      </p:sp>
      <p:sp>
        <p:nvSpPr>
          <p:cNvPr id="22" name="文本占位符 5"/>
          <p:cNvSpPr>
            <a:spLocks noGrp="1"/>
          </p:cNvSpPr>
          <p:nvPr>
            <p:ph type="body" sz="quarter" idx="17" hasCustomPrompt="1"/>
          </p:nvPr>
        </p:nvSpPr>
        <p:spPr>
          <a:xfrm>
            <a:off x="7670800" y="1516391"/>
            <a:ext cx="22365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lvl1pPr marL="0" indent="0" algn="l">
              <a:buNone/>
              <a:defRPr lang="en-US" altLang="zh-CN" sz="4000" b="1" dirty="0" smtClean="0">
                <a:latin typeface="+mn-ea"/>
              </a:defRPr>
            </a:lvl1pPr>
          </a:lstStyle>
          <a:p>
            <a:pPr marL="0" lvl="0" defTabSz="914377"/>
            <a:r>
              <a:rPr lang="zh-CN" altLang="en-US" dirty="0"/>
              <a:t>输入标题</a:t>
            </a:r>
            <a:endParaRPr lang="en-US" altLang="zh-CN" dirty="0"/>
          </a:p>
        </p:txBody>
      </p:sp>
      <p:sp>
        <p:nvSpPr>
          <p:cNvPr id="23" name="文本占位符 5"/>
          <p:cNvSpPr>
            <a:spLocks noGrp="1"/>
          </p:cNvSpPr>
          <p:nvPr>
            <p:ph type="body" sz="quarter" idx="18" hasCustomPrompt="1"/>
          </p:nvPr>
        </p:nvSpPr>
        <p:spPr>
          <a:xfrm>
            <a:off x="4287838" y="2993480"/>
            <a:ext cx="21042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lvl1pPr marL="0" indent="0" algn="l">
              <a:buNone/>
              <a:defRPr lang="zh-CN" altLang="en-US" sz="4000" b="0" baseline="0" smtClean="0"/>
            </a:lvl1pPr>
            <a:lvl2pPr marL="228589" indent="0">
              <a:buNone/>
              <a:defRPr lang="zh-CN" altLang="en-US" sz="1800" smtClean="0"/>
            </a:lvl2pPr>
            <a:lvl3pPr marL="685777" indent="0">
              <a:buNone/>
              <a:defRPr lang="zh-CN" altLang="en-US" sz="1800" smtClean="0"/>
            </a:lvl3pPr>
            <a:lvl4pPr marL="1142966" indent="0">
              <a:buNone/>
              <a:defRPr lang="zh-CN" altLang="en-US" smtClean="0"/>
            </a:lvl4pPr>
            <a:lvl5pPr marL="1600154" indent="0">
              <a:buNone/>
              <a:defRPr lang="zh-CN" altLang="en-US"/>
            </a:lvl5pPr>
          </a:lstStyle>
          <a:p>
            <a:pPr marL="0" lvl="0" defTabSz="914377"/>
            <a:r>
              <a:rPr lang="en-US" altLang="zh-CN" dirty="0"/>
              <a:t>Add text</a:t>
            </a:r>
          </a:p>
        </p:txBody>
      </p:sp>
      <p:sp>
        <p:nvSpPr>
          <p:cNvPr id="24" name="文本占位符 5"/>
          <p:cNvSpPr>
            <a:spLocks noGrp="1"/>
          </p:cNvSpPr>
          <p:nvPr>
            <p:ph type="body" sz="quarter" idx="19" hasCustomPrompt="1"/>
          </p:nvPr>
        </p:nvSpPr>
        <p:spPr>
          <a:xfrm>
            <a:off x="4287838" y="3662690"/>
            <a:ext cx="22365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lvl1pPr marL="0" indent="0" algn="l">
              <a:buNone/>
              <a:defRPr lang="en-US" altLang="zh-CN" sz="4000" b="1" dirty="0" smtClean="0">
                <a:latin typeface="+mn-ea"/>
              </a:defRPr>
            </a:lvl1pPr>
          </a:lstStyle>
          <a:p>
            <a:pPr marL="0" lvl="0" defTabSz="914377"/>
            <a:r>
              <a:rPr lang="zh-CN" altLang="en-US" dirty="0"/>
              <a:t>输入标题</a:t>
            </a:r>
            <a:endParaRPr lang="en-US" altLang="zh-CN" dirty="0"/>
          </a:p>
        </p:txBody>
      </p:sp>
      <p:sp>
        <p:nvSpPr>
          <p:cNvPr id="25" name="文本占位符 5"/>
          <p:cNvSpPr>
            <a:spLocks noGrp="1"/>
          </p:cNvSpPr>
          <p:nvPr>
            <p:ph type="body" sz="quarter" idx="20" hasCustomPrompt="1"/>
          </p:nvPr>
        </p:nvSpPr>
        <p:spPr>
          <a:xfrm>
            <a:off x="7670800" y="2993480"/>
            <a:ext cx="21042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lvl1pPr marL="0" indent="0" algn="l">
              <a:buNone/>
              <a:defRPr lang="zh-CN" altLang="en-US" sz="4000" b="0" baseline="0" smtClean="0"/>
            </a:lvl1pPr>
            <a:lvl2pPr marL="228589" indent="0">
              <a:buNone/>
              <a:defRPr lang="zh-CN" altLang="en-US" sz="1800" smtClean="0"/>
            </a:lvl2pPr>
            <a:lvl3pPr marL="685777" indent="0">
              <a:buNone/>
              <a:defRPr lang="zh-CN" altLang="en-US" sz="1800" smtClean="0"/>
            </a:lvl3pPr>
            <a:lvl4pPr marL="1142966" indent="0">
              <a:buNone/>
              <a:defRPr lang="zh-CN" altLang="en-US" smtClean="0"/>
            </a:lvl4pPr>
            <a:lvl5pPr marL="1600154" indent="0">
              <a:buNone/>
              <a:defRPr lang="zh-CN" altLang="en-US"/>
            </a:lvl5pPr>
          </a:lstStyle>
          <a:p>
            <a:pPr marL="0" lvl="0" defTabSz="914377"/>
            <a:r>
              <a:rPr lang="en-US" altLang="zh-CN" dirty="0"/>
              <a:t>Add text</a:t>
            </a:r>
          </a:p>
        </p:txBody>
      </p:sp>
      <p:sp>
        <p:nvSpPr>
          <p:cNvPr id="26" name="文本占位符 5"/>
          <p:cNvSpPr>
            <a:spLocks noGrp="1"/>
          </p:cNvSpPr>
          <p:nvPr>
            <p:ph type="body" sz="quarter" idx="21" hasCustomPrompt="1"/>
          </p:nvPr>
        </p:nvSpPr>
        <p:spPr>
          <a:xfrm>
            <a:off x="7670800" y="3662690"/>
            <a:ext cx="22365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lvl1pPr marL="0" indent="0" algn="l">
              <a:buNone/>
              <a:defRPr lang="en-US" altLang="zh-CN" sz="4000" b="1" dirty="0" smtClean="0">
                <a:latin typeface="+mn-ea"/>
              </a:defRPr>
            </a:lvl1pPr>
          </a:lstStyle>
          <a:p>
            <a:pPr marL="0" lvl="0" defTabSz="914377"/>
            <a:r>
              <a:rPr lang="zh-CN" altLang="en-US" dirty="0"/>
              <a:t>输入标题</a:t>
            </a:r>
            <a:endParaRPr lang="en-US" altLang="zh-CN" dirty="0"/>
          </a:p>
        </p:txBody>
      </p:sp>
      <p:sp>
        <p:nvSpPr>
          <p:cNvPr id="27" name="文本占位符 5"/>
          <p:cNvSpPr>
            <a:spLocks noGrp="1"/>
          </p:cNvSpPr>
          <p:nvPr>
            <p:ph type="body" sz="quarter" idx="22" hasCustomPrompt="1"/>
          </p:nvPr>
        </p:nvSpPr>
        <p:spPr>
          <a:xfrm>
            <a:off x="4287838" y="5139779"/>
            <a:ext cx="21042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lvl1pPr marL="0" indent="0" algn="l">
              <a:buNone/>
              <a:defRPr lang="zh-CN" altLang="en-US" sz="4000" b="0" baseline="0" smtClean="0"/>
            </a:lvl1pPr>
            <a:lvl2pPr marL="228589" indent="0">
              <a:buNone/>
              <a:defRPr lang="zh-CN" altLang="en-US" sz="1800" smtClean="0"/>
            </a:lvl2pPr>
            <a:lvl3pPr marL="685777" indent="0">
              <a:buNone/>
              <a:defRPr lang="zh-CN" altLang="en-US" sz="1800" smtClean="0"/>
            </a:lvl3pPr>
            <a:lvl4pPr marL="1142966" indent="0">
              <a:buNone/>
              <a:defRPr lang="zh-CN" altLang="en-US" smtClean="0"/>
            </a:lvl4pPr>
            <a:lvl5pPr marL="1600154" indent="0">
              <a:buNone/>
              <a:defRPr lang="zh-CN" altLang="en-US"/>
            </a:lvl5pPr>
          </a:lstStyle>
          <a:p>
            <a:pPr marL="0" lvl="0" defTabSz="914377"/>
            <a:r>
              <a:rPr lang="en-US" altLang="zh-CN" dirty="0"/>
              <a:t>Add text</a:t>
            </a:r>
          </a:p>
        </p:txBody>
      </p:sp>
      <p:sp>
        <p:nvSpPr>
          <p:cNvPr id="28" name="文本占位符 5"/>
          <p:cNvSpPr>
            <a:spLocks noGrp="1"/>
          </p:cNvSpPr>
          <p:nvPr>
            <p:ph type="body" sz="quarter" idx="23" hasCustomPrompt="1"/>
          </p:nvPr>
        </p:nvSpPr>
        <p:spPr>
          <a:xfrm>
            <a:off x="4287838" y="5808989"/>
            <a:ext cx="22365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lvl1pPr marL="0" indent="0" algn="l">
              <a:buNone/>
              <a:defRPr lang="en-US" altLang="zh-CN" sz="4000" b="1" dirty="0" smtClean="0">
                <a:latin typeface="+mn-ea"/>
              </a:defRPr>
            </a:lvl1pPr>
          </a:lstStyle>
          <a:p>
            <a:pPr marL="0" lvl="0" defTabSz="914377"/>
            <a:r>
              <a:rPr lang="zh-CN" altLang="en-US" dirty="0"/>
              <a:t>输入标题</a:t>
            </a:r>
            <a:endParaRPr lang="en-US" altLang="zh-CN" dirty="0"/>
          </a:p>
        </p:txBody>
      </p:sp>
      <p:sp>
        <p:nvSpPr>
          <p:cNvPr id="29" name="文本占位符 5"/>
          <p:cNvSpPr>
            <a:spLocks noGrp="1"/>
          </p:cNvSpPr>
          <p:nvPr>
            <p:ph type="body" sz="quarter" idx="24" hasCustomPrompt="1"/>
          </p:nvPr>
        </p:nvSpPr>
        <p:spPr>
          <a:xfrm>
            <a:off x="7670800" y="5139779"/>
            <a:ext cx="21042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lvl1pPr marL="0" indent="0" algn="l">
              <a:buNone/>
              <a:defRPr lang="zh-CN" altLang="en-US" sz="4000" b="0" baseline="0" smtClean="0"/>
            </a:lvl1pPr>
            <a:lvl2pPr marL="228589" indent="0">
              <a:buNone/>
              <a:defRPr lang="zh-CN" altLang="en-US" sz="1800" smtClean="0"/>
            </a:lvl2pPr>
            <a:lvl3pPr marL="685777" indent="0">
              <a:buNone/>
              <a:defRPr lang="zh-CN" altLang="en-US" sz="1800" smtClean="0"/>
            </a:lvl3pPr>
            <a:lvl4pPr marL="1142966" indent="0">
              <a:buNone/>
              <a:defRPr lang="zh-CN" altLang="en-US" smtClean="0"/>
            </a:lvl4pPr>
            <a:lvl5pPr marL="1600154" indent="0">
              <a:buNone/>
              <a:defRPr lang="zh-CN" altLang="en-US"/>
            </a:lvl5pPr>
          </a:lstStyle>
          <a:p>
            <a:pPr marL="0" lvl="0" defTabSz="914377"/>
            <a:r>
              <a:rPr lang="en-US" altLang="zh-CN" dirty="0"/>
              <a:t>Add text</a:t>
            </a:r>
          </a:p>
        </p:txBody>
      </p:sp>
      <p:sp>
        <p:nvSpPr>
          <p:cNvPr id="30" name="文本占位符 5"/>
          <p:cNvSpPr>
            <a:spLocks noGrp="1"/>
          </p:cNvSpPr>
          <p:nvPr>
            <p:ph type="body" sz="quarter" idx="25" hasCustomPrompt="1"/>
          </p:nvPr>
        </p:nvSpPr>
        <p:spPr>
          <a:xfrm>
            <a:off x="7670800" y="5808989"/>
            <a:ext cx="22365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lvl1pPr marL="0" indent="0" algn="l">
              <a:buNone/>
              <a:defRPr lang="en-US" altLang="zh-CN" sz="4000" b="1" dirty="0" smtClean="0">
                <a:latin typeface="+mn-ea"/>
              </a:defRPr>
            </a:lvl1pPr>
          </a:lstStyle>
          <a:p>
            <a:pPr marL="0" lvl="0" defTabSz="914377"/>
            <a:r>
              <a:rPr lang="zh-CN" altLang="en-US" dirty="0"/>
              <a:t>输入标题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2877503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副标题页1">
    <p:bg>
      <p:bgPr>
        <a:gradFill>
          <a:gsLst>
            <a:gs pos="0">
              <a:schemeClr val="tx1">
                <a:lumMod val="65000"/>
                <a:lumOff val="35000"/>
              </a:schemeClr>
            </a:gs>
            <a:gs pos="55000">
              <a:schemeClr val="tx1">
                <a:lumMod val="85000"/>
                <a:lumOff val="15000"/>
              </a:schemeClr>
            </a:gs>
            <a:gs pos="97000">
              <a:schemeClr val="tx1">
                <a:lumMod val="95000"/>
                <a:lumOff val="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图表 1"/>
          <p:cNvGraphicFramePr/>
          <p:nvPr userDrawn="1">
            <p:extLst/>
          </p:nvPr>
        </p:nvGraphicFramePr>
        <p:xfrm>
          <a:off x="1118988" y="15852"/>
          <a:ext cx="9954024" cy="67532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pSp>
        <p:nvGrpSpPr>
          <p:cNvPr id="3" name="组合 2"/>
          <p:cNvGrpSpPr/>
          <p:nvPr userDrawn="1"/>
        </p:nvGrpSpPr>
        <p:grpSpPr>
          <a:xfrm>
            <a:off x="4079131" y="1412132"/>
            <a:ext cx="4033736" cy="4033736"/>
            <a:chOff x="4216400" y="1549400"/>
            <a:chExt cx="3911600" cy="3911600"/>
          </a:xfrm>
          <a:effectLst>
            <a:outerShdw blurRad="342900" dist="88900" dir="8100000" algn="tr" rotWithShape="0">
              <a:prstClr val="black">
                <a:alpha val="83000"/>
              </a:prstClr>
            </a:outerShdw>
          </a:effectLst>
        </p:grpSpPr>
        <p:sp>
          <p:nvSpPr>
            <p:cNvPr id="4" name="椭圆 3"/>
            <p:cNvSpPr/>
            <p:nvPr/>
          </p:nvSpPr>
          <p:spPr>
            <a:xfrm>
              <a:off x="4216400" y="1549400"/>
              <a:ext cx="3911600" cy="39116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椭圆 4"/>
            <p:cNvSpPr/>
            <p:nvPr/>
          </p:nvSpPr>
          <p:spPr>
            <a:xfrm>
              <a:off x="4445000" y="1778000"/>
              <a:ext cx="3454400" cy="3454400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9" name="文本占位符 8"/>
          <p:cNvSpPr>
            <a:spLocks noGrp="1"/>
          </p:cNvSpPr>
          <p:nvPr>
            <p:ph type="body" sz="quarter" idx="10" hasCustomPrompt="1"/>
          </p:nvPr>
        </p:nvSpPr>
        <p:spPr>
          <a:xfrm>
            <a:off x="4539163" y="2666915"/>
            <a:ext cx="3157037" cy="88762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5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 dirty="0"/>
              <a:t>输入标题</a:t>
            </a:r>
          </a:p>
        </p:txBody>
      </p:sp>
      <p:cxnSp>
        <p:nvCxnSpPr>
          <p:cNvPr id="11" name="直接连接符 10"/>
          <p:cNvCxnSpPr/>
          <p:nvPr userDrawn="1"/>
        </p:nvCxnSpPr>
        <p:spPr>
          <a:xfrm>
            <a:off x="4483100" y="3670300"/>
            <a:ext cx="32131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占位符 10"/>
          <p:cNvSpPr>
            <a:spLocks noGrp="1"/>
          </p:cNvSpPr>
          <p:nvPr>
            <p:ph type="body" sz="quarter" idx="11" hasCustomPrompt="1"/>
          </p:nvPr>
        </p:nvSpPr>
        <p:spPr>
          <a:xfrm>
            <a:off x="4965634" y="3803516"/>
            <a:ext cx="2260732" cy="42558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200" b="1" baseline="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en-US" altLang="zh-CN" dirty="0"/>
              <a:t>Add Text</a:t>
            </a:r>
          </a:p>
        </p:txBody>
      </p:sp>
    </p:spTree>
    <p:extLst>
      <p:ext uri="{BB962C8B-B14F-4D97-AF65-F5344CB8AC3E}">
        <p14:creationId xmlns:p14="http://schemas.microsoft.com/office/powerpoint/2010/main" val="789791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副标题页2">
    <p:bg>
      <p:bgPr>
        <a:gradFill>
          <a:gsLst>
            <a:gs pos="0">
              <a:schemeClr val="tx1">
                <a:lumMod val="65000"/>
                <a:lumOff val="35000"/>
              </a:schemeClr>
            </a:gs>
            <a:gs pos="55000">
              <a:schemeClr val="tx1">
                <a:lumMod val="85000"/>
                <a:lumOff val="15000"/>
              </a:schemeClr>
            </a:gs>
            <a:gs pos="97000">
              <a:schemeClr val="tx1">
                <a:lumMod val="95000"/>
                <a:lumOff val="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图表 1"/>
          <p:cNvGraphicFramePr/>
          <p:nvPr userDrawn="1">
            <p:extLst/>
          </p:nvPr>
        </p:nvGraphicFramePr>
        <p:xfrm>
          <a:off x="1118988" y="15852"/>
          <a:ext cx="9954024" cy="67532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pSp>
        <p:nvGrpSpPr>
          <p:cNvPr id="3" name="组合 2"/>
          <p:cNvGrpSpPr/>
          <p:nvPr userDrawn="1"/>
        </p:nvGrpSpPr>
        <p:grpSpPr>
          <a:xfrm>
            <a:off x="4079131" y="1412132"/>
            <a:ext cx="4033736" cy="4033736"/>
            <a:chOff x="4216400" y="1549400"/>
            <a:chExt cx="3911600" cy="3911600"/>
          </a:xfrm>
          <a:effectLst>
            <a:outerShdw blurRad="342900" dist="88900" dir="8100000" algn="tr" rotWithShape="0">
              <a:prstClr val="black">
                <a:alpha val="83000"/>
              </a:prstClr>
            </a:outerShdw>
          </a:effectLst>
        </p:grpSpPr>
        <p:sp>
          <p:nvSpPr>
            <p:cNvPr id="4" name="椭圆 3"/>
            <p:cNvSpPr/>
            <p:nvPr/>
          </p:nvSpPr>
          <p:spPr>
            <a:xfrm>
              <a:off x="4216400" y="1549400"/>
              <a:ext cx="3911600" cy="39116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椭圆 4"/>
            <p:cNvSpPr/>
            <p:nvPr/>
          </p:nvSpPr>
          <p:spPr>
            <a:xfrm>
              <a:off x="4445000" y="1778000"/>
              <a:ext cx="3454400" cy="3454400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7" name="直接连接符 6"/>
          <p:cNvCxnSpPr/>
          <p:nvPr userDrawn="1"/>
        </p:nvCxnSpPr>
        <p:spPr>
          <a:xfrm>
            <a:off x="4483100" y="3670300"/>
            <a:ext cx="32131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8"/>
          <p:cNvSpPr>
            <a:spLocks noGrp="1"/>
          </p:cNvSpPr>
          <p:nvPr>
            <p:ph type="body" sz="quarter" idx="10" hasCustomPrompt="1"/>
          </p:nvPr>
        </p:nvSpPr>
        <p:spPr>
          <a:xfrm>
            <a:off x="4539163" y="2666915"/>
            <a:ext cx="3157037" cy="88762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5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 dirty="0"/>
              <a:t>输入标题</a:t>
            </a:r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1" hasCustomPrompt="1"/>
          </p:nvPr>
        </p:nvSpPr>
        <p:spPr>
          <a:xfrm>
            <a:off x="4965634" y="3803516"/>
            <a:ext cx="2260732" cy="42558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200" b="1" baseline="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en-US" altLang="zh-CN" dirty="0"/>
              <a:t>Add Text</a:t>
            </a:r>
          </a:p>
        </p:txBody>
      </p:sp>
    </p:spTree>
    <p:extLst>
      <p:ext uri="{BB962C8B-B14F-4D97-AF65-F5344CB8AC3E}">
        <p14:creationId xmlns:p14="http://schemas.microsoft.com/office/powerpoint/2010/main" val="20285326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副标题页3">
    <p:bg>
      <p:bgPr>
        <a:gradFill>
          <a:gsLst>
            <a:gs pos="0">
              <a:schemeClr val="tx1">
                <a:lumMod val="65000"/>
                <a:lumOff val="35000"/>
              </a:schemeClr>
            </a:gs>
            <a:gs pos="55000">
              <a:schemeClr val="tx1">
                <a:lumMod val="85000"/>
                <a:lumOff val="15000"/>
              </a:schemeClr>
            </a:gs>
            <a:gs pos="97000">
              <a:schemeClr val="tx1">
                <a:lumMod val="95000"/>
                <a:lumOff val="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图表 1"/>
          <p:cNvGraphicFramePr/>
          <p:nvPr userDrawn="1">
            <p:extLst/>
          </p:nvPr>
        </p:nvGraphicFramePr>
        <p:xfrm>
          <a:off x="1118988" y="15852"/>
          <a:ext cx="9954024" cy="67532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pSp>
        <p:nvGrpSpPr>
          <p:cNvPr id="3" name="组合 2"/>
          <p:cNvGrpSpPr/>
          <p:nvPr userDrawn="1"/>
        </p:nvGrpSpPr>
        <p:grpSpPr>
          <a:xfrm>
            <a:off x="4079131" y="1412132"/>
            <a:ext cx="4033736" cy="4033736"/>
            <a:chOff x="4216400" y="1549400"/>
            <a:chExt cx="3911600" cy="3911600"/>
          </a:xfrm>
          <a:effectLst>
            <a:outerShdw blurRad="342900" dist="88900" dir="8100000" algn="tr" rotWithShape="0">
              <a:prstClr val="black">
                <a:alpha val="83000"/>
              </a:prstClr>
            </a:outerShdw>
          </a:effectLst>
        </p:grpSpPr>
        <p:sp>
          <p:nvSpPr>
            <p:cNvPr id="4" name="椭圆 3"/>
            <p:cNvSpPr/>
            <p:nvPr/>
          </p:nvSpPr>
          <p:spPr>
            <a:xfrm>
              <a:off x="4216400" y="1549400"/>
              <a:ext cx="3911600" cy="39116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椭圆 4"/>
            <p:cNvSpPr/>
            <p:nvPr/>
          </p:nvSpPr>
          <p:spPr>
            <a:xfrm>
              <a:off x="4445000" y="1778000"/>
              <a:ext cx="3454400" cy="3454400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11" name="直接连接符 10"/>
          <p:cNvCxnSpPr/>
          <p:nvPr userDrawn="1"/>
        </p:nvCxnSpPr>
        <p:spPr>
          <a:xfrm>
            <a:off x="4483100" y="3670300"/>
            <a:ext cx="32131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占位符 8"/>
          <p:cNvSpPr>
            <a:spLocks noGrp="1"/>
          </p:cNvSpPr>
          <p:nvPr>
            <p:ph type="body" sz="quarter" idx="10" hasCustomPrompt="1"/>
          </p:nvPr>
        </p:nvSpPr>
        <p:spPr>
          <a:xfrm>
            <a:off x="4539163" y="2666915"/>
            <a:ext cx="3157037" cy="88762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5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 dirty="0"/>
              <a:t>输入标题</a:t>
            </a:r>
          </a:p>
        </p:txBody>
      </p:sp>
      <p:sp>
        <p:nvSpPr>
          <p:cNvPr id="15" name="文本占位符 10"/>
          <p:cNvSpPr>
            <a:spLocks noGrp="1"/>
          </p:cNvSpPr>
          <p:nvPr>
            <p:ph type="body" sz="quarter" idx="11" hasCustomPrompt="1"/>
          </p:nvPr>
        </p:nvSpPr>
        <p:spPr>
          <a:xfrm>
            <a:off x="4965634" y="3803516"/>
            <a:ext cx="2260732" cy="42558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200" b="1" baseline="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en-US" altLang="zh-CN" dirty="0"/>
              <a:t>Add Text</a:t>
            </a:r>
          </a:p>
        </p:txBody>
      </p:sp>
    </p:spTree>
    <p:extLst>
      <p:ext uri="{BB962C8B-B14F-4D97-AF65-F5344CB8AC3E}">
        <p14:creationId xmlns:p14="http://schemas.microsoft.com/office/powerpoint/2010/main" val="9490034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副标题页4">
    <p:bg>
      <p:bgPr>
        <a:gradFill>
          <a:gsLst>
            <a:gs pos="0">
              <a:schemeClr val="tx1">
                <a:lumMod val="65000"/>
                <a:lumOff val="35000"/>
              </a:schemeClr>
            </a:gs>
            <a:gs pos="55000">
              <a:schemeClr val="tx1">
                <a:lumMod val="85000"/>
                <a:lumOff val="15000"/>
              </a:schemeClr>
            </a:gs>
            <a:gs pos="97000">
              <a:schemeClr val="tx1">
                <a:lumMod val="95000"/>
                <a:lumOff val="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图表 1"/>
          <p:cNvGraphicFramePr/>
          <p:nvPr userDrawn="1">
            <p:extLst/>
          </p:nvPr>
        </p:nvGraphicFramePr>
        <p:xfrm>
          <a:off x="1118988" y="15852"/>
          <a:ext cx="9954024" cy="67532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pSp>
        <p:nvGrpSpPr>
          <p:cNvPr id="3" name="组合 2"/>
          <p:cNvGrpSpPr/>
          <p:nvPr userDrawn="1"/>
        </p:nvGrpSpPr>
        <p:grpSpPr>
          <a:xfrm>
            <a:off x="4079131" y="1412132"/>
            <a:ext cx="4033736" cy="4033736"/>
            <a:chOff x="4216400" y="1549400"/>
            <a:chExt cx="3911600" cy="3911600"/>
          </a:xfrm>
          <a:effectLst>
            <a:outerShdw blurRad="342900" dist="88900" dir="8100000" algn="tr" rotWithShape="0">
              <a:prstClr val="black">
                <a:alpha val="83000"/>
              </a:prstClr>
            </a:outerShdw>
          </a:effectLst>
        </p:grpSpPr>
        <p:sp>
          <p:nvSpPr>
            <p:cNvPr id="4" name="椭圆 3"/>
            <p:cNvSpPr/>
            <p:nvPr/>
          </p:nvSpPr>
          <p:spPr>
            <a:xfrm>
              <a:off x="4216400" y="1549400"/>
              <a:ext cx="3911600" cy="39116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椭圆 4"/>
            <p:cNvSpPr/>
            <p:nvPr/>
          </p:nvSpPr>
          <p:spPr>
            <a:xfrm>
              <a:off x="4445000" y="1778000"/>
              <a:ext cx="3454400" cy="3454400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7" name="直接连接符 6"/>
          <p:cNvCxnSpPr/>
          <p:nvPr userDrawn="1"/>
        </p:nvCxnSpPr>
        <p:spPr>
          <a:xfrm>
            <a:off x="4483100" y="3670300"/>
            <a:ext cx="32131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8"/>
          <p:cNvSpPr>
            <a:spLocks noGrp="1"/>
          </p:cNvSpPr>
          <p:nvPr>
            <p:ph type="body" sz="quarter" idx="10" hasCustomPrompt="1"/>
          </p:nvPr>
        </p:nvSpPr>
        <p:spPr>
          <a:xfrm>
            <a:off x="4539163" y="2666915"/>
            <a:ext cx="3157037" cy="88762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5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 dirty="0"/>
              <a:t>输入标题</a:t>
            </a:r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1" hasCustomPrompt="1"/>
          </p:nvPr>
        </p:nvSpPr>
        <p:spPr>
          <a:xfrm>
            <a:off x="4965634" y="3803516"/>
            <a:ext cx="2260732" cy="42558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200" b="1" baseline="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en-US" altLang="zh-CN" dirty="0"/>
              <a:t>Add Text</a:t>
            </a:r>
          </a:p>
        </p:txBody>
      </p:sp>
    </p:spTree>
    <p:extLst>
      <p:ext uri="{BB962C8B-B14F-4D97-AF65-F5344CB8AC3E}">
        <p14:creationId xmlns:p14="http://schemas.microsoft.com/office/powerpoint/2010/main" val="35703889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副标题页5">
    <p:bg>
      <p:bgPr>
        <a:gradFill>
          <a:gsLst>
            <a:gs pos="0">
              <a:schemeClr val="tx1">
                <a:lumMod val="65000"/>
                <a:lumOff val="35000"/>
              </a:schemeClr>
            </a:gs>
            <a:gs pos="55000">
              <a:schemeClr val="tx1">
                <a:lumMod val="85000"/>
                <a:lumOff val="15000"/>
              </a:schemeClr>
            </a:gs>
            <a:gs pos="97000">
              <a:schemeClr val="tx1">
                <a:lumMod val="95000"/>
                <a:lumOff val="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图表 1"/>
          <p:cNvGraphicFramePr/>
          <p:nvPr userDrawn="1">
            <p:extLst/>
          </p:nvPr>
        </p:nvGraphicFramePr>
        <p:xfrm>
          <a:off x="1118988" y="15852"/>
          <a:ext cx="9954024" cy="67532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pSp>
        <p:nvGrpSpPr>
          <p:cNvPr id="3" name="组合 2"/>
          <p:cNvGrpSpPr/>
          <p:nvPr userDrawn="1"/>
        </p:nvGrpSpPr>
        <p:grpSpPr>
          <a:xfrm>
            <a:off x="4079131" y="1412132"/>
            <a:ext cx="4033736" cy="4033736"/>
            <a:chOff x="4216400" y="1549400"/>
            <a:chExt cx="3911600" cy="3911600"/>
          </a:xfrm>
          <a:effectLst>
            <a:outerShdw blurRad="342900" dist="88900" dir="8100000" algn="tr" rotWithShape="0">
              <a:prstClr val="black">
                <a:alpha val="83000"/>
              </a:prstClr>
            </a:outerShdw>
          </a:effectLst>
        </p:grpSpPr>
        <p:sp>
          <p:nvSpPr>
            <p:cNvPr id="4" name="椭圆 3"/>
            <p:cNvSpPr/>
            <p:nvPr/>
          </p:nvSpPr>
          <p:spPr>
            <a:xfrm>
              <a:off x="4216400" y="1549400"/>
              <a:ext cx="3911600" cy="39116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椭圆 4"/>
            <p:cNvSpPr/>
            <p:nvPr/>
          </p:nvSpPr>
          <p:spPr>
            <a:xfrm>
              <a:off x="4445000" y="1778000"/>
              <a:ext cx="3454400" cy="3454400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7" name="直接连接符 6"/>
          <p:cNvCxnSpPr/>
          <p:nvPr userDrawn="1"/>
        </p:nvCxnSpPr>
        <p:spPr>
          <a:xfrm>
            <a:off x="4483100" y="3670300"/>
            <a:ext cx="32131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8"/>
          <p:cNvSpPr>
            <a:spLocks noGrp="1"/>
          </p:cNvSpPr>
          <p:nvPr>
            <p:ph type="body" sz="quarter" idx="10" hasCustomPrompt="1"/>
          </p:nvPr>
        </p:nvSpPr>
        <p:spPr>
          <a:xfrm>
            <a:off x="4539163" y="2666915"/>
            <a:ext cx="3157037" cy="88762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5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 dirty="0"/>
              <a:t>输入标题</a:t>
            </a:r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1" hasCustomPrompt="1"/>
          </p:nvPr>
        </p:nvSpPr>
        <p:spPr>
          <a:xfrm>
            <a:off x="4965634" y="3803516"/>
            <a:ext cx="2260732" cy="42558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200" b="1" baseline="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en-US" altLang="zh-CN" dirty="0"/>
              <a:t>Add Text</a:t>
            </a:r>
          </a:p>
        </p:txBody>
      </p:sp>
    </p:spTree>
    <p:extLst>
      <p:ext uri="{BB962C8B-B14F-4D97-AF65-F5344CB8AC3E}">
        <p14:creationId xmlns:p14="http://schemas.microsoft.com/office/powerpoint/2010/main" val="780859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副标题页6">
    <p:bg>
      <p:bgPr>
        <a:gradFill>
          <a:gsLst>
            <a:gs pos="0">
              <a:schemeClr val="tx1">
                <a:lumMod val="65000"/>
                <a:lumOff val="35000"/>
              </a:schemeClr>
            </a:gs>
            <a:gs pos="55000">
              <a:schemeClr val="tx1">
                <a:lumMod val="85000"/>
                <a:lumOff val="15000"/>
              </a:schemeClr>
            </a:gs>
            <a:gs pos="97000">
              <a:schemeClr val="tx1">
                <a:lumMod val="95000"/>
                <a:lumOff val="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图表 1"/>
          <p:cNvGraphicFramePr/>
          <p:nvPr userDrawn="1">
            <p:extLst/>
          </p:nvPr>
        </p:nvGraphicFramePr>
        <p:xfrm>
          <a:off x="1118988" y="15852"/>
          <a:ext cx="9954024" cy="67532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pSp>
        <p:nvGrpSpPr>
          <p:cNvPr id="3" name="组合 2"/>
          <p:cNvGrpSpPr/>
          <p:nvPr userDrawn="1"/>
        </p:nvGrpSpPr>
        <p:grpSpPr>
          <a:xfrm>
            <a:off x="4079131" y="1412132"/>
            <a:ext cx="4033736" cy="4033736"/>
            <a:chOff x="4216400" y="1549400"/>
            <a:chExt cx="3911600" cy="3911600"/>
          </a:xfrm>
          <a:effectLst>
            <a:outerShdw blurRad="342900" dist="88900" dir="8100000" algn="tr" rotWithShape="0">
              <a:prstClr val="black">
                <a:alpha val="83000"/>
              </a:prstClr>
            </a:outerShdw>
          </a:effectLst>
        </p:grpSpPr>
        <p:sp>
          <p:nvSpPr>
            <p:cNvPr id="4" name="椭圆 3"/>
            <p:cNvSpPr/>
            <p:nvPr/>
          </p:nvSpPr>
          <p:spPr>
            <a:xfrm>
              <a:off x="4216400" y="1549400"/>
              <a:ext cx="3911600" cy="39116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椭圆 4"/>
            <p:cNvSpPr/>
            <p:nvPr/>
          </p:nvSpPr>
          <p:spPr>
            <a:xfrm>
              <a:off x="4445000" y="1778000"/>
              <a:ext cx="3454400" cy="3454400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7" name="直接连接符 6"/>
          <p:cNvCxnSpPr/>
          <p:nvPr userDrawn="1"/>
        </p:nvCxnSpPr>
        <p:spPr>
          <a:xfrm>
            <a:off x="4483100" y="3670300"/>
            <a:ext cx="32131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8"/>
          <p:cNvSpPr>
            <a:spLocks noGrp="1"/>
          </p:cNvSpPr>
          <p:nvPr>
            <p:ph type="body" sz="quarter" idx="10" hasCustomPrompt="1"/>
          </p:nvPr>
        </p:nvSpPr>
        <p:spPr>
          <a:xfrm>
            <a:off x="4539163" y="2666915"/>
            <a:ext cx="3157037" cy="88762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5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 dirty="0"/>
              <a:t>输入标题</a:t>
            </a:r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1" hasCustomPrompt="1"/>
          </p:nvPr>
        </p:nvSpPr>
        <p:spPr>
          <a:xfrm>
            <a:off x="4965634" y="3803516"/>
            <a:ext cx="2260732" cy="42558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200" b="1" baseline="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en-US" altLang="zh-CN" dirty="0"/>
              <a:t>Add Text</a:t>
            </a:r>
          </a:p>
        </p:txBody>
      </p:sp>
    </p:spTree>
    <p:extLst>
      <p:ext uri="{BB962C8B-B14F-4D97-AF65-F5344CB8AC3E}">
        <p14:creationId xmlns:p14="http://schemas.microsoft.com/office/powerpoint/2010/main" val="31654843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1">
    <p:bg>
      <p:bgPr>
        <a:gradFill>
          <a:gsLst>
            <a:gs pos="0">
              <a:schemeClr val="tx1">
                <a:lumMod val="65000"/>
                <a:lumOff val="35000"/>
              </a:schemeClr>
            </a:gs>
            <a:gs pos="55000">
              <a:schemeClr val="tx1">
                <a:lumMod val="85000"/>
                <a:lumOff val="15000"/>
              </a:schemeClr>
            </a:gs>
            <a:gs pos="97000">
              <a:schemeClr val="tx1">
                <a:lumMod val="95000"/>
                <a:lumOff val="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直接连接符 8"/>
          <p:cNvCxnSpPr/>
          <p:nvPr userDrawn="1"/>
        </p:nvCxnSpPr>
        <p:spPr>
          <a:xfrm>
            <a:off x="558800" y="491067"/>
            <a:ext cx="3208867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占位符 8"/>
          <p:cNvSpPr>
            <a:spLocks noGrp="1"/>
          </p:cNvSpPr>
          <p:nvPr>
            <p:ph type="body" sz="quarter" idx="10" hasCustomPrompt="1"/>
          </p:nvPr>
        </p:nvSpPr>
        <p:spPr>
          <a:xfrm>
            <a:off x="558800" y="719582"/>
            <a:ext cx="3157037" cy="88762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5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 dirty="0"/>
              <a:t>输入标题</a:t>
            </a:r>
          </a:p>
        </p:txBody>
      </p:sp>
      <p:sp>
        <p:nvSpPr>
          <p:cNvPr id="14" name="文本占位符 8"/>
          <p:cNvSpPr>
            <a:spLocks noGrp="1"/>
          </p:cNvSpPr>
          <p:nvPr>
            <p:ph type="body" sz="quarter" idx="11" hasCustomPrompt="1"/>
          </p:nvPr>
        </p:nvSpPr>
        <p:spPr>
          <a:xfrm>
            <a:off x="558800" y="1615584"/>
            <a:ext cx="3157037" cy="475683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dirty="0"/>
              <a:t>Add text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360916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2">
    <p:bg>
      <p:bgPr>
        <a:gradFill flip="none" rotWithShape="1">
          <a:gsLst>
            <a:gs pos="0">
              <a:schemeClr val="bg1">
                <a:tint val="93000"/>
                <a:satMod val="150000"/>
                <a:shade val="98000"/>
                <a:lumMod val="102000"/>
              </a:schemeClr>
            </a:gs>
            <a:gs pos="23000">
              <a:schemeClr val="bg1">
                <a:tint val="98000"/>
                <a:satMod val="130000"/>
                <a:shade val="90000"/>
                <a:lumMod val="103000"/>
              </a:schemeClr>
            </a:gs>
            <a:gs pos="100000">
              <a:schemeClr val="bg1">
                <a:lumMod val="8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/>
          <p:cNvCxnSpPr/>
          <p:nvPr userDrawn="1"/>
        </p:nvCxnSpPr>
        <p:spPr>
          <a:xfrm>
            <a:off x="558800" y="491067"/>
            <a:ext cx="320886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占位符 8"/>
          <p:cNvSpPr>
            <a:spLocks noGrp="1"/>
          </p:cNvSpPr>
          <p:nvPr>
            <p:ph type="body" sz="quarter" idx="10" hasCustomPrompt="1"/>
          </p:nvPr>
        </p:nvSpPr>
        <p:spPr>
          <a:xfrm>
            <a:off x="558800" y="719582"/>
            <a:ext cx="3157037" cy="88762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5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输入标题</a:t>
            </a:r>
          </a:p>
        </p:txBody>
      </p:sp>
      <p:sp>
        <p:nvSpPr>
          <p:cNvPr id="8" name="文本占位符 8"/>
          <p:cNvSpPr>
            <a:spLocks noGrp="1"/>
          </p:cNvSpPr>
          <p:nvPr>
            <p:ph type="body" sz="quarter" idx="11" hasCustomPrompt="1"/>
          </p:nvPr>
        </p:nvSpPr>
        <p:spPr>
          <a:xfrm>
            <a:off x="558800" y="1615584"/>
            <a:ext cx="3157037" cy="475683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8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/>
            <a:r>
              <a:rPr lang="en-US" altLang="zh-CN" dirty="0"/>
              <a:t>Add text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10652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3">
    <p:bg>
      <p:bgPr>
        <a:gradFill flip="none" rotWithShape="1">
          <a:gsLst>
            <a:gs pos="0">
              <a:schemeClr val="bg1">
                <a:tint val="93000"/>
                <a:satMod val="150000"/>
                <a:shade val="98000"/>
                <a:lumMod val="102000"/>
              </a:schemeClr>
            </a:gs>
            <a:gs pos="23000">
              <a:schemeClr val="bg1">
                <a:tint val="98000"/>
                <a:satMod val="130000"/>
                <a:shade val="90000"/>
                <a:lumMod val="103000"/>
              </a:schemeClr>
            </a:gs>
            <a:gs pos="100000">
              <a:schemeClr val="bg1">
                <a:lumMod val="8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组合 17"/>
          <p:cNvGrpSpPr/>
          <p:nvPr userDrawn="1"/>
        </p:nvGrpSpPr>
        <p:grpSpPr>
          <a:xfrm>
            <a:off x="-2651384" y="-1392620"/>
            <a:ext cx="9458584" cy="9458584"/>
            <a:chOff x="16528736" y="1744900"/>
            <a:chExt cx="3960000" cy="3960000"/>
          </a:xfrm>
        </p:grpSpPr>
        <p:sp>
          <p:nvSpPr>
            <p:cNvPr id="16" name="椭圆 15"/>
            <p:cNvSpPr>
              <a:spLocks/>
            </p:cNvSpPr>
            <p:nvPr userDrawn="1"/>
          </p:nvSpPr>
          <p:spPr>
            <a:xfrm>
              <a:off x="16528736" y="1744900"/>
              <a:ext cx="3960000" cy="3960000"/>
            </a:xfrm>
            <a:prstGeom prst="ellipse">
              <a:avLst/>
            </a:prstGeom>
            <a:solidFill>
              <a:schemeClr val="accent6"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椭圆 14"/>
            <p:cNvSpPr>
              <a:spLocks noChangeAspect="1"/>
            </p:cNvSpPr>
            <p:nvPr userDrawn="1"/>
          </p:nvSpPr>
          <p:spPr>
            <a:xfrm>
              <a:off x="16708736" y="1924900"/>
              <a:ext cx="3600000" cy="3600000"/>
            </a:xfrm>
            <a:prstGeom prst="ellipse">
              <a:avLst/>
            </a:prstGeom>
            <a:solidFill>
              <a:schemeClr val="accent5"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>
              <a:spLocks noChangeAspect="1"/>
            </p:cNvSpPr>
            <p:nvPr userDrawn="1"/>
          </p:nvSpPr>
          <p:spPr>
            <a:xfrm>
              <a:off x="16888736" y="2104900"/>
              <a:ext cx="3240000" cy="3240000"/>
            </a:xfrm>
            <a:prstGeom prst="ellipse">
              <a:avLst/>
            </a:prstGeom>
            <a:solidFill>
              <a:schemeClr val="accent4"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>
              <a:spLocks noChangeAspect="1"/>
            </p:cNvSpPr>
            <p:nvPr userDrawn="1"/>
          </p:nvSpPr>
          <p:spPr>
            <a:xfrm>
              <a:off x="17068736" y="2284900"/>
              <a:ext cx="2880000" cy="2880000"/>
            </a:xfrm>
            <a:prstGeom prst="ellipse">
              <a:avLst/>
            </a:prstGeom>
            <a:solidFill>
              <a:schemeClr val="accent3"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2" name="椭圆 11"/>
            <p:cNvSpPr/>
            <p:nvPr userDrawn="1"/>
          </p:nvSpPr>
          <p:spPr>
            <a:xfrm>
              <a:off x="17248736" y="2464900"/>
              <a:ext cx="2520000" cy="2520000"/>
            </a:xfrm>
            <a:prstGeom prst="ellipse">
              <a:avLst/>
            </a:prstGeom>
            <a:solidFill>
              <a:schemeClr val="accent2"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椭圆 9"/>
            <p:cNvSpPr/>
            <p:nvPr userDrawn="1"/>
          </p:nvSpPr>
          <p:spPr>
            <a:xfrm>
              <a:off x="17428736" y="2644900"/>
              <a:ext cx="2160000" cy="2160000"/>
            </a:xfrm>
            <a:prstGeom prst="ellipse">
              <a:avLst/>
            </a:prstGeom>
            <a:solidFill>
              <a:schemeClr val="accent1"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椭圆 8"/>
            <p:cNvSpPr/>
            <p:nvPr userDrawn="1"/>
          </p:nvSpPr>
          <p:spPr>
            <a:xfrm>
              <a:off x="17608736" y="2824900"/>
              <a:ext cx="1800000" cy="1800000"/>
            </a:xfrm>
            <a:prstGeom prst="ellipse">
              <a:avLst/>
            </a:prstGeom>
            <a:solidFill>
              <a:schemeClr val="tx2"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4" name="直接连接符 3"/>
          <p:cNvCxnSpPr/>
          <p:nvPr userDrawn="1"/>
        </p:nvCxnSpPr>
        <p:spPr>
          <a:xfrm>
            <a:off x="558800" y="491067"/>
            <a:ext cx="3208867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占位符 8"/>
          <p:cNvSpPr>
            <a:spLocks noGrp="1"/>
          </p:cNvSpPr>
          <p:nvPr>
            <p:ph type="body" sz="quarter" idx="10" hasCustomPrompt="1"/>
          </p:nvPr>
        </p:nvSpPr>
        <p:spPr>
          <a:xfrm>
            <a:off x="558800" y="719582"/>
            <a:ext cx="3157037" cy="88762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5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 dirty="0"/>
              <a:t>输入标题</a:t>
            </a:r>
          </a:p>
        </p:txBody>
      </p:sp>
      <p:sp>
        <p:nvSpPr>
          <p:cNvPr id="8" name="文本占位符 8"/>
          <p:cNvSpPr>
            <a:spLocks noGrp="1"/>
          </p:cNvSpPr>
          <p:nvPr>
            <p:ph type="body" sz="quarter" idx="11" hasCustomPrompt="1"/>
          </p:nvPr>
        </p:nvSpPr>
        <p:spPr>
          <a:xfrm>
            <a:off x="558800" y="1615584"/>
            <a:ext cx="3157037" cy="475683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dirty="0"/>
              <a:t>Add text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577601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4">
    <p:bg>
      <p:bgPr>
        <a:gradFill flip="none" rotWithShape="1">
          <a:gsLst>
            <a:gs pos="0">
              <a:schemeClr val="bg1">
                <a:tint val="93000"/>
                <a:satMod val="150000"/>
                <a:shade val="98000"/>
                <a:lumMod val="102000"/>
              </a:schemeClr>
            </a:gs>
            <a:gs pos="23000">
              <a:schemeClr val="bg1">
                <a:tint val="98000"/>
                <a:satMod val="130000"/>
                <a:shade val="90000"/>
                <a:lumMod val="103000"/>
              </a:schemeClr>
            </a:gs>
            <a:gs pos="100000">
              <a:schemeClr val="bg1">
                <a:lumMod val="8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/>
          <p:cNvSpPr/>
          <p:nvPr userDrawn="1"/>
        </p:nvSpPr>
        <p:spPr>
          <a:xfrm>
            <a:off x="0" y="-8467"/>
            <a:ext cx="6874934" cy="6874934"/>
          </a:xfrm>
          <a:prstGeom prst="ellipse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/>
          </a:p>
        </p:txBody>
      </p:sp>
      <p:sp>
        <p:nvSpPr>
          <p:cNvPr id="9" name="椭圆 8"/>
          <p:cNvSpPr/>
          <p:nvPr userDrawn="1"/>
        </p:nvSpPr>
        <p:spPr>
          <a:xfrm>
            <a:off x="2658533" y="-8467"/>
            <a:ext cx="6874934" cy="6874934"/>
          </a:xfrm>
          <a:prstGeom prst="ellipse">
            <a:avLst/>
          </a:prstGeom>
          <a:solidFill>
            <a:schemeClr val="accent3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椭圆 9"/>
          <p:cNvSpPr/>
          <p:nvPr userDrawn="1"/>
        </p:nvSpPr>
        <p:spPr>
          <a:xfrm>
            <a:off x="5317066" y="-8467"/>
            <a:ext cx="6874934" cy="6874934"/>
          </a:xfrm>
          <a:prstGeom prst="ellipse">
            <a:avLst/>
          </a:prstGeom>
          <a:solidFill>
            <a:schemeClr val="accent5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" name="直接连接符 3"/>
          <p:cNvCxnSpPr/>
          <p:nvPr userDrawn="1"/>
        </p:nvCxnSpPr>
        <p:spPr>
          <a:xfrm>
            <a:off x="558800" y="491067"/>
            <a:ext cx="3208867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占位符 8"/>
          <p:cNvSpPr>
            <a:spLocks noGrp="1"/>
          </p:cNvSpPr>
          <p:nvPr>
            <p:ph type="body" sz="quarter" idx="10" hasCustomPrompt="1"/>
          </p:nvPr>
        </p:nvSpPr>
        <p:spPr>
          <a:xfrm>
            <a:off x="558800" y="719582"/>
            <a:ext cx="3157037" cy="88762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5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 dirty="0"/>
              <a:t>输入标题</a:t>
            </a:r>
          </a:p>
        </p:txBody>
      </p:sp>
      <p:sp>
        <p:nvSpPr>
          <p:cNvPr id="8" name="文本占位符 8"/>
          <p:cNvSpPr>
            <a:spLocks noGrp="1"/>
          </p:cNvSpPr>
          <p:nvPr>
            <p:ph type="body" sz="quarter" idx="11" hasCustomPrompt="1"/>
          </p:nvPr>
        </p:nvSpPr>
        <p:spPr>
          <a:xfrm>
            <a:off x="558800" y="1615584"/>
            <a:ext cx="3157037" cy="475683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dirty="0"/>
              <a:t>Add text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965638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5">
    <p:bg>
      <p:bgPr>
        <a:gradFill flip="none" rotWithShape="1">
          <a:gsLst>
            <a:gs pos="0">
              <a:schemeClr val="bg1">
                <a:tint val="93000"/>
                <a:satMod val="150000"/>
                <a:shade val="98000"/>
                <a:lumMod val="102000"/>
              </a:schemeClr>
            </a:gs>
            <a:gs pos="23000">
              <a:schemeClr val="bg1">
                <a:tint val="98000"/>
                <a:satMod val="130000"/>
                <a:shade val="90000"/>
                <a:lumMod val="103000"/>
              </a:schemeClr>
            </a:gs>
            <a:gs pos="100000">
              <a:schemeClr val="bg1">
                <a:lumMod val="8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 3"/>
          <p:cNvGrpSpPr/>
          <p:nvPr userDrawn="1"/>
        </p:nvGrpSpPr>
        <p:grpSpPr>
          <a:xfrm>
            <a:off x="-984381" y="406561"/>
            <a:ext cx="14160762" cy="6402682"/>
            <a:chOff x="468684" y="1795903"/>
            <a:chExt cx="4682512" cy="2527084"/>
          </a:xfrm>
          <a:solidFill>
            <a:schemeClr val="bg1">
              <a:lumMod val="85000"/>
            </a:schemeClr>
          </a:solidFill>
        </p:grpSpPr>
        <p:sp>
          <p:nvSpPr>
            <p:cNvPr id="9" name="Freeform 559"/>
            <p:cNvSpPr>
              <a:spLocks/>
            </p:cNvSpPr>
            <p:nvPr/>
          </p:nvSpPr>
          <p:spPr bwMode="auto">
            <a:xfrm>
              <a:off x="2597256" y="2585130"/>
              <a:ext cx="59777" cy="92697"/>
            </a:xfrm>
            <a:custGeom>
              <a:avLst/>
              <a:gdLst>
                <a:gd name="T0" fmla="*/ 2147483647 w 56"/>
                <a:gd name="T1" fmla="*/ 2147483647 h 88"/>
                <a:gd name="T2" fmla="*/ 0 w 56"/>
                <a:gd name="T3" fmla="*/ 2147483647 h 88"/>
                <a:gd name="T4" fmla="*/ 0 w 56"/>
                <a:gd name="T5" fmla="*/ 2147483647 h 88"/>
                <a:gd name="T6" fmla="*/ 0 w 56"/>
                <a:gd name="T7" fmla="*/ 2147483647 h 88"/>
                <a:gd name="T8" fmla="*/ 2147483647 w 56"/>
                <a:gd name="T9" fmla="*/ 2147483647 h 88"/>
                <a:gd name="T10" fmla="*/ 2147483647 w 56"/>
                <a:gd name="T11" fmla="*/ 2147483647 h 88"/>
                <a:gd name="T12" fmla="*/ 0 w 56"/>
                <a:gd name="T13" fmla="*/ 2147483647 h 88"/>
                <a:gd name="T14" fmla="*/ 2147483647 w 56"/>
                <a:gd name="T15" fmla="*/ 2147483647 h 88"/>
                <a:gd name="T16" fmla="*/ 0 w 56"/>
                <a:gd name="T17" fmla="*/ 2147483647 h 88"/>
                <a:gd name="T18" fmla="*/ 2147483647 w 56"/>
                <a:gd name="T19" fmla="*/ 2147483647 h 88"/>
                <a:gd name="T20" fmla="*/ 2147483647 w 56"/>
                <a:gd name="T21" fmla="*/ 2147483647 h 88"/>
                <a:gd name="T22" fmla="*/ 2147483647 w 56"/>
                <a:gd name="T23" fmla="*/ 0 h 88"/>
                <a:gd name="T24" fmla="*/ 2147483647 w 56"/>
                <a:gd name="T25" fmla="*/ 2147483647 h 88"/>
                <a:gd name="T26" fmla="*/ 2147483647 w 56"/>
                <a:gd name="T27" fmla="*/ 2147483647 h 88"/>
                <a:gd name="T28" fmla="*/ 2147483647 w 56"/>
                <a:gd name="T29" fmla="*/ 2147483647 h 88"/>
                <a:gd name="T30" fmla="*/ 2147483647 w 56"/>
                <a:gd name="T31" fmla="*/ 2147483647 h 88"/>
                <a:gd name="T32" fmla="*/ 2147483647 w 56"/>
                <a:gd name="T33" fmla="*/ 2147483647 h 88"/>
                <a:gd name="T34" fmla="*/ 2147483647 w 56"/>
                <a:gd name="T35" fmla="*/ 2147483647 h 88"/>
                <a:gd name="T36" fmla="*/ 2147483647 w 56"/>
                <a:gd name="T37" fmla="*/ 2147483647 h 88"/>
                <a:gd name="T38" fmla="*/ 2147483647 w 56"/>
                <a:gd name="T39" fmla="*/ 2147483647 h 88"/>
                <a:gd name="T40" fmla="*/ 2147483647 w 56"/>
                <a:gd name="T41" fmla="*/ 2147483647 h 88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56"/>
                <a:gd name="T64" fmla="*/ 0 h 88"/>
                <a:gd name="T65" fmla="*/ 56 w 56"/>
                <a:gd name="T66" fmla="*/ 88 h 88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56" h="88">
                  <a:moveTo>
                    <a:pt x="8" y="88"/>
                  </a:moveTo>
                  <a:lnTo>
                    <a:pt x="0" y="80"/>
                  </a:lnTo>
                  <a:lnTo>
                    <a:pt x="0" y="72"/>
                  </a:lnTo>
                  <a:lnTo>
                    <a:pt x="0" y="64"/>
                  </a:lnTo>
                  <a:lnTo>
                    <a:pt x="8" y="56"/>
                  </a:lnTo>
                  <a:lnTo>
                    <a:pt x="8" y="48"/>
                  </a:lnTo>
                  <a:lnTo>
                    <a:pt x="0" y="40"/>
                  </a:lnTo>
                  <a:lnTo>
                    <a:pt x="8" y="40"/>
                  </a:lnTo>
                  <a:lnTo>
                    <a:pt x="0" y="24"/>
                  </a:lnTo>
                  <a:lnTo>
                    <a:pt x="16" y="24"/>
                  </a:lnTo>
                  <a:lnTo>
                    <a:pt x="16" y="16"/>
                  </a:lnTo>
                  <a:lnTo>
                    <a:pt x="32" y="0"/>
                  </a:lnTo>
                  <a:lnTo>
                    <a:pt x="40" y="8"/>
                  </a:lnTo>
                  <a:lnTo>
                    <a:pt x="48" y="8"/>
                  </a:lnTo>
                  <a:lnTo>
                    <a:pt x="48" y="16"/>
                  </a:lnTo>
                  <a:lnTo>
                    <a:pt x="56" y="24"/>
                  </a:lnTo>
                  <a:lnTo>
                    <a:pt x="48" y="32"/>
                  </a:lnTo>
                  <a:lnTo>
                    <a:pt x="48" y="48"/>
                  </a:lnTo>
                  <a:lnTo>
                    <a:pt x="48" y="64"/>
                  </a:lnTo>
                  <a:lnTo>
                    <a:pt x="32" y="72"/>
                  </a:lnTo>
                  <a:lnTo>
                    <a:pt x="8" y="88"/>
                  </a:lnTo>
                  <a:close/>
                </a:path>
              </a:pathLst>
            </a:custGeom>
            <a:grpFill/>
            <a:ln w="6350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10" name="Freeform 560"/>
            <p:cNvSpPr>
              <a:spLocks/>
            </p:cNvSpPr>
            <p:nvPr/>
          </p:nvSpPr>
          <p:spPr bwMode="auto">
            <a:xfrm>
              <a:off x="2648370" y="2508026"/>
              <a:ext cx="101360" cy="195791"/>
            </a:xfrm>
            <a:custGeom>
              <a:avLst/>
              <a:gdLst>
                <a:gd name="T0" fmla="*/ 2147483647 w 96"/>
                <a:gd name="T1" fmla="*/ 2147483647 h 184"/>
                <a:gd name="T2" fmla="*/ 2147483647 w 96"/>
                <a:gd name="T3" fmla="*/ 2147483647 h 184"/>
                <a:gd name="T4" fmla="*/ 2147483647 w 96"/>
                <a:gd name="T5" fmla="*/ 2147483647 h 184"/>
                <a:gd name="T6" fmla="*/ 2147483647 w 96"/>
                <a:gd name="T7" fmla="*/ 2147483647 h 184"/>
                <a:gd name="T8" fmla="*/ 2147483647 w 96"/>
                <a:gd name="T9" fmla="*/ 2147483647 h 184"/>
                <a:gd name="T10" fmla="*/ 2147483647 w 96"/>
                <a:gd name="T11" fmla="*/ 2147483647 h 184"/>
                <a:gd name="T12" fmla="*/ 2147483647 w 96"/>
                <a:gd name="T13" fmla="*/ 2147483647 h 184"/>
                <a:gd name="T14" fmla="*/ 2147483647 w 96"/>
                <a:gd name="T15" fmla="*/ 2147483647 h 184"/>
                <a:gd name="T16" fmla="*/ 2147483647 w 96"/>
                <a:gd name="T17" fmla="*/ 2147483647 h 184"/>
                <a:gd name="T18" fmla="*/ 2147483647 w 96"/>
                <a:gd name="T19" fmla="*/ 2147483647 h 184"/>
                <a:gd name="T20" fmla="*/ 2147483647 w 96"/>
                <a:gd name="T21" fmla="*/ 2147483647 h 184"/>
                <a:gd name="T22" fmla="*/ 2147483647 w 96"/>
                <a:gd name="T23" fmla="*/ 2147483647 h 184"/>
                <a:gd name="T24" fmla="*/ 2147483647 w 96"/>
                <a:gd name="T25" fmla="*/ 2147483647 h 184"/>
                <a:gd name="T26" fmla="*/ 2147483647 w 96"/>
                <a:gd name="T27" fmla="*/ 2147483647 h 184"/>
                <a:gd name="T28" fmla="*/ 2147483647 w 96"/>
                <a:gd name="T29" fmla="*/ 2147483647 h 184"/>
                <a:gd name="T30" fmla="*/ 0 w 96"/>
                <a:gd name="T31" fmla="*/ 2147483647 h 184"/>
                <a:gd name="T32" fmla="*/ 0 w 96"/>
                <a:gd name="T33" fmla="*/ 2147483647 h 184"/>
                <a:gd name="T34" fmla="*/ 0 w 96"/>
                <a:gd name="T35" fmla="*/ 2147483647 h 184"/>
                <a:gd name="T36" fmla="*/ 0 w 96"/>
                <a:gd name="T37" fmla="*/ 2147483647 h 184"/>
                <a:gd name="T38" fmla="*/ 0 w 96"/>
                <a:gd name="T39" fmla="*/ 2147483647 h 184"/>
                <a:gd name="T40" fmla="*/ 2147483647 w 96"/>
                <a:gd name="T41" fmla="*/ 2147483647 h 184"/>
                <a:gd name="T42" fmla="*/ 2147483647 w 96"/>
                <a:gd name="T43" fmla="*/ 0 h 184"/>
                <a:gd name="T44" fmla="*/ 2147483647 w 96"/>
                <a:gd name="T45" fmla="*/ 0 h 184"/>
                <a:gd name="T46" fmla="*/ 2147483647 w 96"/>
                <a:gd name="T47" fmla="*/ 0 h 184"/>
                <a:gd name="T48" fmla="*/ 2147483647 w 96"/>
                <a:gd name="T49" fmla="*/ 2147483647 h 184"/>
                <a:gd name="T50" fmla="*/ 2147483647 w 96"/>
                <a:gd name="T51" fmla="*/ 2147483647 h 184"/>
                <a:gd name="T52" fmla="*/ 2147483647 w 96"/>
                <a:gd name="T53" fmla="*/ 2147483647 h 184"/>
                <a:gd name="T54" fmla="*/ 2147483647 w 96"/>
                <a:gd name="T55" fmla="*/ 2147483647 h 184"/>
                <a:gd name="T56" fmla="*/ 2147483647 w 96"/>
                <a:gd name="T57" fmla="*/ 2147483647 h 184"/>
                <a:gd name="T58" fmla="*/ 2147483647 w 96"/>
                <a:gd name="T59" fmla="*/ 2147483647 h 184"/>
                <a:gd name="T60" fmla="*/ 2147483647 w 96"/>
                <a:gd name="T61" fmla="*/ 2147483647 h 184"/>
                <a:gd name="T62" fmla="*/ 2147483647 w 96"/>
                <a:gd name="T63" fmla="*/ 2147483647 h 184"/>
                <a:gd name="T64" fmla="*/ 2147483647 w 96"/>
                <a:gd name="T65" fmla="*/ 2147483647 h 184"/>
                <a:gd name="T66" fmla="*/ 2147483647 w 96"/>
                <a:gd name="T67" fmla="*/ 2147483647 h 184"/>
                <a:gd name="T68" fmla="*/ 2147483647 w 96"/>
                <a:gd name="T69" fmla="*/ 2147483647 h 184"/>
                <a:gd name="T70" fmla="*/ 2147483647 w 96"/>
                <a:gd name="T71" fmla="*/ 2147483647 h 184"/>
                <a:gd name="T72" fmla="*/ 2147483647 w 96"/>
                <a:gd name="T73" fmla="*/ 2147483647 h 184"/>
                <a:gd name="T74" fmla="*/ 2147483647 w 96"/>
                <a:gd name="T75" fmla="*/ 2147483647 h 184"/>
                <a:gd name="T76" fmla="*/ 2147483647 w 96"/>
                <a:gd name="T77" fmla="*/ 2147483647 h 184"/>
                <a:gd name="T78" fmla="*/ 2147483647 w 96"/>
                <a:gd name="T79" fmla="*/ 2147483647 h 184"/>
                <a:gd name="T80" fmla="*/ 2147483647 w 96"/>
                <a:gd name="T81" fmla="*/ 2147483647 h 184"/>
                <a:gd name="T82" fmla="*/ 2147483647 w 96"/>
                <a:gd name="T83" fmla="*/ 2147483647 h 184"/>
                <a:gd name="T84" fmla="*/ 2147483647 w 96"/>
                <a:gd name="T85" fmla="*/ 2147483647 h 184"/>
                <a:gd name="T86" fmla="*/ 2147483647 w 96"/>
                <a:gd name="T87" fmla="*/ 2147483647 h 184"/>
                <a:gd name="T88" fmla="*/ 2147483647 w 96"/>
                <a:gd name="T89" fmla="*/ 2147483647 h 184"/>
                <a:gd name="T90" fmla="*/ 2147483647 w 96"/>
                <a:gd name="T91" fmla="*/ 2147483647 h 184"/>
                <a:gd name="T92" fmla="*/ 2147483647 w 96"/>
                <a:gd name="T93" fmla="*/ 2147483647 h 184"/>
                <a:gd name="T94" fmla="*/ 2147483647 w 96"/>
                <a:gd name="T95" fmla="*/ 2147483647 h 184"/>
                <a:gd name="T96" fmla="*/ 2147483647 w 96"/>
                <a:gd name="T97" fmla="*/ 2147483647 h 184"/>
                <a:gd name="T98" fmla="*/ 2147483647 w 96"/>
                <a:gd name="T99" fmla="*/ 2147483647 h 184"/>
                <a:gd name="T100" fmla="*/ 2147483647 w 96"/>
                <a:gd name="T101" fmla="*/ 2147483647 h 184"/>
                <a:gd name="T102" fmla="*/ 2147483647 w 96"/>
                <a:gd name="T103" fmla="*/ 2147483647 h 184"/>
                <a:gd name="T104" fmla="*/ 2147483647 w 96"/>
                <a:gd name="T105" fmla="*/ 2147483647 h 184"/>
                <a:gd name="T106" fmla="*/ 2147483647 w 96"/>
                <a:gd name="T107" fmla="*/ 2147483647 h 184"/>
                <a:gd name="T108" fmla="*/ 2147483647 w 96"/>
                <a:gd name="T109" fmla="*/ 2147483647 h 184"/>
                <a:gd name="T110" fmla="*/ 2147483647 w 96"/>
                <a:gd name="T111" fmla="*/ 2147483647 h 184"/>
                <a:gd name="T112" fmla="*/ 2147483647 w 96"/>
                <a:gd name="T113" fmla="*/ 2147483647 h 184"/>
                <a:gd name="T114" fmla="*/ 2147483647 w 96"/>
                <a:gd name="T115" fmla="*/ 2147483647 h 184"/>
                <a:gd name="T116" fmla="*/ 2147483647 w 96"/>
                <a:gd name="T117" fmla="*/ 2147483647 h 184"/>
                <a:gd name="T118" fmla="*/ 2147483647 w 96"/>
                <a:gd name="T119" fmla="*/ 2147483647 h 184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w 96"/>
                <a:gd name="T181" fmla="*/ 0 h 184"/>
                <a:gd name="T182" fmla="*/ 96 w 96"/>
                <a:gd name="T183" fmla="*/ 184 h 184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T180" t="T181" r="T182" b="T183"/>
              <a:pathLst>
                <a:path w="96" h="184">
                  <a:moveTo>
                    <a:pt x="16" y="144"/>
                  </a:moveTo>
                  <a:lnTo>
                    <a:pt x="24" y="136"/>
                  </a:lnTo>
                  <a:lnTo>
                    <a:pt x="24" y="128"/>
                  </a:lnTo>
                  <a:lnTo>
                    <a:pt x="16" y="128"/>
                  </a:lnTo>
                  <a:lnTo>
                    <a:pt x="24" y="120"/>
                  </a:lnTo>
                  <a:lnTo>
                    <a:pt x="40" y="112"/>
                  </a:lnTo>
                  <a:lnTo>
                    <a:pt x="40" y="104"/>
                  </a:lnTo>
                  <a:lnTo>
                    <a:pt x="40" y="96"/>
                  </a:lnTo>
                  <a:lnTo>
                    <a:pt x="32" y="88"/>
                  </a:lnTo>
                  <a:lnTo>
                    <a:pt x="24" y="88"/>
                  </a:lnTo>
                  <a:lnTo>
                    <a:pt x="16" y="88"/>
                  </a:lnTo>
                  <a:lnTo>
                    <a:pt x="16" y="80"/>
                  </a:lnTo>
                  <a:lnTo>
                    <a:pt x="16" y="64"/>
                  </a:lnTo>
                  <a:lnTo>
                    <a:pt x="8" y="64"/>
                  </a:lnTo>
                  <a:lnTo>
                    <a:pt x="8" y="72"/>
                  </a:lnTo>
                  <a:lnTo>
                    <a:pt x="0" y="64"/>
                  </a:lnTo>
                  <a:lnTo>
                    <a:pt x="0" y="48"/>
                  </a:lnTo>
                  <a:lnTo>
                    <a:pt x="0" y="40"/>
                  </a:lnTo>
                  <a:lnTo>
                    <a:pt x="0" y="32"/>
                  </a:lnTo>
                  <a:lnTo>
                    <a:pt x="0" y="24"/>
                  </a:lnTo>
                  <a:lnTo>
                    <a:pt x="8" y="16"/>
                  </a:lnTo>
                  <a:lnTo>
                    <a:pt x="16" y="0"/>
                  </a:lnTo>
                  <a:lnTo>
                    <a:pt x="24" y="0"/>
                  </a:lnTo>
                  <a:lnTo>
                    <a:pt x="32" y="0"/>
                  </a:lnTo>
                  <a:lnTo>
                    <a:pt x="24" y="16"/>
                  </a:lnTo>
                  <a:lnTo>
                    <a:pt x="32" y="24"/>
                  </a:lnTo>
                  <a:lnTo>
                    <a:pt x="40" y="16"/>
                  </a:lnTo>
                  <a:lnTo>
                    <a:pt x="56" y="24"/>
                  </a:lnTo>
                  <a:lnTo>
                    <a:pt x="48" y="32"/>
                  </a:lnTo>
                  <a:lnTo>
                    <a:pt x="48" y="40"/>
                  </a:lnTo>
                  <a:lnTo>
                    <a:pt x="40" y="56"/>
                  </a:lnTo>
                  <a:lnTo>
                    <a:pt x="48" y="64"/>
                  </a:lnTo>
                  <a:lnTo>
                    <a:pt x="56" y="64"/>
                  </a:lnTo>
                  <a:lnTo>
                    <a:pt x="64" y="88"/>
                  </a:lnTo>
                  <a:lnTo>
                    <a:pt x="72" y="96"/>
                  </a:lnTo>
                  <a:lnTo>
                    <a:pt x="80" y="112"/>
                  </a:lnTo>
                  <a:lnTo>
                    <a:pt x="80" y="120"/>
                  </a:lnTo>
                  <a:lnTo>
                    <a:pt x="80" y="128"/>
                  </a:lnTo>
                  <a:lnTo>
                    <a:pt x="88" y="128"/>
                  </a:lnTo>
                  <a:lnTo>
                    <a:pt x="96" y="128"/>
                  </a:lnTo>
                  <a:lnTo>
                    <a:pt x="96" y="144"/>
                  </a:lnTo>
                  <a:lnTo>
                    <a:pt x="88" y="152"/>
                  </a:lnTo>
                  <a:lnTo>
                    <a:pt x="88" y="160"/>
                  </a:lnTo>
                  <a:lnTo>
                    <a:pt x="96" y="160"/>
                  </a:lnTo>
                  <a:lnTo>
                    <a:pt x="88" y="160"/>
                  </a:lnTo>
                  <a:lnTo>
                    <a:pt x="72" y="168"/>
                  </a:lnTo>
                  <a:lnTo>
                    <a:pt x="56" y="168"/>
                  </a:lnTo>
                  <a:lnTo>
                    <a:pt x="48" y="176"/>
                  </a:lnTo>
                  <a:lnTo>
                    <a:pt x="40" y="168"/>
                  </a:lnTo>
                  <a:lnTo>
                    <a:pt x="32" y="176"/>
                  </a:lnTo>
                  <a:lnTo>
                    <a:pt x="24" y="176"/>
                  </a:lnTo>
                  <a:lnTo>
                    <a:pt x="16" y="176"/>
                  </a:lnTo>
                  <a:lnTo>
                    <a:pt x="16" y="184"/>
                  </a:lnTo>
                  <a:lnTo>
                    <a:pt x="8" y="184"/>
                  </a:lnTo>
                  <a:lnTo>
                    <a:pt x="8" y="176"/>
                  </a:lnTo>
                  <a:lnTo>
                    <a:pt x="24" y="168"/>
                  </a:lnTo>
                  <a:lnTo>
                    <a:pt x="32" y="152"/>
                  </a:lnTo>
                  <a:lnTo>
                    <a:pt x="24" y="152"/>
                  </a:lnTo>
                  <a:lnTo>
                    <a:pt x="16" y="152"/>
                  </a:lnTo>
                  <a:lnTo>
                    <a:pt x="16" y="144"/>
                  </a:lnTo>
                  <a:close/>
                </a:path>
              </a:pathLst>
            </a:custGeom>
            <a:grpFill/>
            <a:ln w="6350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11" name="Freeform 561"/>
            <p:cNvSpPr>
              <a:spLocks/>
            </p:cNvSpPr>
            <p:nvPr/>
          </p:nvSpPr>
          <p:spPr bwMode="auto">
            <a:xfrm>
              <a:off x="3421136" y="1821893"/>
              <a:ext cx="237374" cy="296285"/>
            </a:xfrm>
            <a:custGeom>
              <a:avLst/>
              <a:gdLst>
                <a:gd name="T0" fmla="*/ 2147483647 w 224"/>
                <a:gd name="T1" fmla="*/ 2147483647 h 280"/>
                <a:gd name="T2" fmla="*/ 2147483647 w 224"/>
                <a:gd name="T3" fmla="*/ 2147483647 h 280"/>
                <a:gd name="T4" fmla="*/ 2147483647 w 224"/>
                <a:gd name="T5" fmla="*/ 2147483647 h 280"/>
                <a:gd name="T6" fmla="*/ 2147483647 w 224"/>
                <a:gd name="T7" fmla="*/ 2147483647 h 280"/>
                <a:gd name="T8" fmla="*/ 2147483647 w 224"/>
                <a:gd name="T9" fmla="*/ 2147483647 h 280"/>
                <a:gd name="T10" fmla="*/ 2147483647 w 224"/>
                <a:gd name="T11" fmla="*/ 2147483647 h 280"/>
                <a:gd name="T12" fmla="*/ 2147483647 w 224"/>
                <a:gd name="T13" fmla="*/ 2147483647 h 280"/>
                <a:gd name="T14" fmla="*/ 2147483647 w 224"/>
                <a:gd name="T15" fmla="*/ 2147483647 h 280"/>
                <a:gd name="T16" fmla="*/ 2147483647 w 224"/>
                <a:gd name="T17" fmla="*/ 2147483647 h 280"/>
                <a:gd name="T18" fmla="*/ 2147483647 w 224"/>
                <a:gd name="T19" fmla="*/ 2147483647 h 280"/>
                <a:gd name="T20" fmla="*/ 2147483647 w 224"/>
                <a:gd name="T21" fmla="*/ 0 h 280"/>
                <a:gd name="T22" fmla="*/ 2147483647 w 224"/>
                <a:gd name="T23" fmla="*/ 0 h 280"/>
                <a:gd name="T24" fmla="*/ 2147483647 w 224"/>
                <a:gd name="T25" fmla="*/ 2147483647 h 280"/>
                <a:gd name="T26" fmla="*/ 2147483647 w 224"/>
                <a:gd name="T27" fmla="*/ 2147483647 h 280"/>
                <a:gd name="T28" fmla="*/ 2147483647 w 224"/>
                <a:gd name="T29" fmla="*/ 2147483647 h 280"/>
                <a:gd name="T30" fmla="*/ 2147483647 w 224"/>
                <a:gd name="T31" fmla="*/ 2147483647 h 280"/>
                <a:gd name="T32" fmla="*/ 2147483647 w 224"/>
                <a:gd name="T33" fmla="*/ 2147483647 h 280"/>
                <a:gd name="T34" fmla="*/ 2147483647 w 224"/>
                <a:gd name="T35" fmla="*/ 2147483647 h 280"/>
                <a:gd name="T36" fmla="*/ 2147483647 w 224"/>
                <a:gd name="T37" fmla="*/ 2147483647 h 280"/>
                <a:gd name="T38" fmla="*/ 2147483647 w 224"/>
                <a:gd name="T39" fmla="*/ 2147483647 h 280"/>
                <a:gd name="T40" fmla="*/ 2147483647 w 224"/>
                <a:gd name="T41" fmla="*/ 2147483647 h 280"/>
                <a:gd name="T42" fmla="*/ 2147483647 w 224"/>
                <a:gd name="T43" fmla="*/ 2147483647 h 280"/>
                <a:gd name="T44" fmla="*/ 2147483647 w 224"/>
                <a:gd name="T45" fmla="*/ 2147483647 h 280"/>
                <a:gd name="T46" fmla="*/ 2147483647 w 224"/>
                <a:gd name="T47" fmla="*/ 2147483647 h 280"/>
                <a:gd name="T48" fmla="*/ 2147483647 w 224"/>
                <a:gd name="T49" fmla="*/ 2147483647 h 280"/>
                <a:gd name="T50" fmla="*/ 2147483647 w 224"/>
                <a:gd name="T51" fmla="*/ 2147483647 h 280"/>
                <a:gd name="T52" fmla="*/ 2147483647 w 224"/>
                <a:gd name="T53" fmla="*/ 2147483647 h 280"/>
                <a:gd name="T54" fmla="*/ 0 w 224"/>
                <a:gd name="T55" fmla="*/ 2147483647 h 280"/>
                <a:gd name="T56" fmla="*/ 2147483647 w 224"/>
                <a:gd name="T57" fmla="*/ 2147483647 h 280"/>
                <a:gd name="T58" fmla="*/ 2147483647 w 224"/>
                <a:gd name="T59" fmla="*/ 2147483647 h 280"/>
                <a:gd name="T60" fmla="*/ 2147483647 w 224"/>
                <a:gd name="T61" fmla="*/ 2147483647 h 280"/>
                <a:gd name="T62" fmla="*/ 2147483647 w 224"/>
                <a:gd name="T63" fmla="*/ 2147483647 h 280"/>
                <a:gd name="T64" fmla="*/ 2147483647 w 224"/>
                <a:gd name="T65" fmla="*/ 2147483647 h 280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224"/>
                <a:gd name="T100" fmla="*/ 0 h 280"/>
                <a:gd name="T101" fmla="*/ 224 w 224"/>
                <a:gd name="T102" fmla="*/ 280 h 280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224" h="280">
                  <a:moveTo>
                    <a:pt x="80" y="280"/>
                  </a:moveTo>
                  <a:lnTo>
                    <a:pt x="64" y="264"/>
                  </a:lnTo>
                  <a:lnTo>
                    <a:pt x="48" y="216"/>
                  </a:lnTo>
                  <a:lnTo>
                    <a:pt x="64" y="184"/>
                  </a:lnTo>
                  <a:lnTo>
                    <a:pt x="96" y="120"/>
                  </a:lnTo>
                  <a:lnTo>
                    <a:pt x="128" y="96"/>
                  </a:lnTo>
                  <a:lnTo>
                    <a:pt x="144" y="72"/>
                  </a:lnTo>
                  <a:lnTo>
                    <a:pt x="168" y="64"/>
                  </a:lnTo>
                  <a:lnTo>
                    <a:pt x="192" y="48"/>
                  </a:lnTo>
                  <a:lnTo>
                    <a:pt x="224" y="16"/>
                  </a:lnTo>
                  <a:lnTo>
                    <a:pt x="216" y="0"/>
                  </a:lnTo>
                  <a:lnTo>
                    <a:pt x="192" y="0"/>
                  </a:lnTo>
                  <a:lnTo>
                    <a:pt x="176" y="16"/>
                  </a:lnTo>
                  <a:lnTo>
                    <a:pt x="168" y="24"/>
                  </a:lnTo>
                  <a:lnTo>
                    <a:pt x="144" y="32"/>
                  </a:lnTo>
                  <a:lnTo>
                    <a:pt x="120" y="32"/>
                  </a:lnTo>
                  <a:lnTo>
                    <a:pt x="112" y="40"/>
                  </a:lnTo>
                  <a:lnTo>
                    <a:pt x="104" y="48"/>
                  </a:lnTo>
                  <a:lnTo>
                    <a:pt x="72" y="80"/>
                  </a:lnTo>
                  <a:lnTo>
                    <a:pt x="56" y="88"/>
                  </a:lnTo>
                  <a:lnTo>
                    <a:pt x="56" y="112"/>
                  </a:lnTo>
                  <a:lnTo>
                    <a:pt x="40" y="120"/>
                  </a:lnTo>
                  <a:lnTo>
                    <a:pt x="24" y="144"/>
                  </a:lnTo>
                  <a:lnTo>
                    <a:pt x="24" y="160"/>
                  </a:lnTo>
                  <a:lnTo>
                    <a:pt x="16" y="176"/>
                  </a:lnTo>
                  <a:lnTo>
                    <a:pt x="8" y="192"/>
                  </a:lnTo>
                  <a:lnTo>
                    <a:pt x="8" y="216"/>
                  </a:lnTo>
                  <a:lnTo>
                    <a:pt x="0" y="232"/>
                  </a:lnTo>
                  <a:lnTo>
                    <a:pt x="8" y="256"/>
                  </a:lnTo>
                  <a:lnTo>
                    <a:pt x="32" y="264"/>
                  </a:lnTo>
                  <a:lnTo>
                    <a:pt x="32" y="272"/>
                  </a:lnTo>
                  <a:lnTo>
                    <a:pt x="48" y="280"/>
                  </a:lnTo>
                  <a:lnTo>
                    <a:pt x="80" y="280"/>
                  </a:lnTo>
                  <a:close/>
                </a:path>
              </a:pathLst>
            </a:custGeom>
            <a:grpFill/>
            <a:ln w="6350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12" name="Freeform 562"/>
            <p:cNvSpPr>
              <a:spLocks/>
            </p:cNvSpPr>
            <p:nvPr/>
          </p:nvSpPr>
          <p:spPr bwMode="auto">
            <a:xfrm>
              <a:off x="2597256" y="2585130"/>
              <a:ext cx="59777" cy="92697"/>
            </a:xfrm>
            <a:custGeom>
              <a:avLst/>
              <a:gdLst>
                <a:gd name="T0" fmla="*/ 2147483647 w 56"/>
                <a:gd name="T1" fmla="*/ 2147483647 h 88"/>
                <a:gd name="T2" fmla="*/ 0 w 56"/>
                <a:gd name="T3" fmla="*/ 2147483647 h 88"/>
                <a:gd name="T4" fmla="*/ 0 w 56"/>
                <a:gd name="T5" fmla="*/ 2147483647 h 88"/>
                <a:gd name="T6" fmla="*/ 0 w 56"/>
                <a:gd name="T7" fmla="*/ 2147483647 h 88"/>
                <a:gd name="T8" fmla="*/ 2147483647 w 56"/>
                <a:gd name="T9" fmla="*/ 2147483647 h 88"/>
                <a:gd name="T10" fmla="*/ 2147483647 w 56"/>
                <a:gd name="T11" fmla="*/ 2147483647 h 88"/>
                <a:gd name="T12" fmla="*/ 0 w 56"/>
                <a:gd name="T13" fmla="*/ 2147483647 h 88"/>
                <a:gd name="T14" fmla="*/ 2147483647 w 56"/>
                <a:gd name="T15" fmla="*/ 2147483647 h 88"/>
                <a:gd name="T16" fmla="*/ 0 w 56"/>
                <a:gd name="T17" fmla="*/ 2147483647 h 88"/>
                <a:gd name="T18" fmla="*/ 2147483647 w 56"/>
                <a:gd name="T19" fmla="*/ 2147483647 h 88"/>
                <a:gd name="T20" fmla="*/ 2147483647 w 56"/>
                <a:gd name="T21" fmla="*/ 2147483647 h 88"/>
                <a:gd name="T22" fmla="*/ 2147483647 w 56"/>
                <a:gd name="T23" fmla="*/ 0 h 88"/>
                <a:gd name="T24" fmla="*/ 2147483647 w 56"/>
                <a:gd name="T25" fmla="*/ 2147483647 h 88"/>
                <a:gd name="T26" fmla="*/ 2147483647 w 56"/>
                <a:gd name="T27" fmla="*/ 2147483647 h 88"/>
                <a:gd name="T28" fmla="*/ 2147483647 w 56"/>
                <a:gd name="T29" fmla="*/ 2147483647 h 88"/>
                <a:gd name="T30" fmla="*/ 2147483647 w 56"/>
                <a:gd name="T31" fmla="*/ 2147483647 h 88"/>
                <a:gd name="T32" fmla="*/ 2147483647 w 56"/>
                <a:gd name="T33" fmla="*/ 2147483647 h 88"/>
                <a:gd name="T34" fmla="*/ 2147483647 w 56"/>
                <a:gd name="T35" fmla="*/ 2147483647 h 88"/>
                <a:gd name="T36" fmla="*/ 2147483647 w 56"/>
                <a:gd name="T37" fmla="*/ 2147483647 h 88"/>
                <a:gd name="T38" fmla="*/ 2147483647 w 56"/>
                <a:gd name="T39" fmla="*/ 2147483647 h 88"/>
                <a:gd name="T40" fmla="*/ 2147483647 w 56"/>
                <a:gd name="T41" fmla="*/ 2147483647 h 88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56"/>
                <a:gd name="T64" fmla="*/ 0 h 88"/>
                <a:gd name="T65" fmla="*/ 56 w 56"/>
                <a:gd name="T66" fmla="*/ 88 h 88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56" h="88">
                  <a:moveTo>
                    <a:pt x="8" y="88"/>
                  </a:moveTo>
                  <a:lnTo>
                    <a:pt x="0" y="80"/>
                  </a:lnTo>
                  <a:lnTo>
                    <a:pt x="0" y="72"/>
                  </a:lnTo>
                  <a:lnTo>
                    <a:pt x="0" y="64"/>
                  </a:lnTo>
                  <a:lnTo>
                    <a:pt x="8" y="56"/>
                  </a:lnTo>
                  <a:lnTo>
                    <a:pt x="8" y="48"/>
                  </a:lnTo>
                  <a:lnTo>
                    <a:pt x="0" y="40"/>
                  </a:lnTo>
                  <a:lnTo>
                    <a:pt x="8" y="40"/>
                  </a:lnTo>
                  <a:lnTo>
                    <a:pt x="0" y="24"/>
                  </a:lnTo>
                  <a:lnTo>
                    <a:pt x="16" y="24"/>
                  </a:lnTo>
                  <a:lnTo>
                    <a:pt x="16" y="16"/>
                  </a:lnTo>
                  <a:lnTo>
                    <a:pt x="32" y="0"/>
                  </a:lnTo>
                  <a:lnTo>
                    <a:pt x="40" y="8"/>
                  </a:lnTo>
                  <a:lnTo>
                    <a:pt x="48" y="8"/>
                  </a:lnTo>
                  <a:lnTo>
                    <a:pt x="48" y="16"/>
                  </a:lnTo>
                  <a:lnTo>
                    <a:pt x="56" y="24"/>
                  </a:lnTo>
                  <a:lnTo>
                    <a:pt x="48" y="32"/>
                  </a:lnTo>
                  <a:lnTo>
                    <a:pt x="48" y="48"/>
                  </a:lnTo>
                  <a:lnTo>
                    <a:pt x="48" y="64"/>
                  </a:lnTo>
                  <a:lnTo>
                    <a:pt x="32" y="72"/>
                  </a:lnTo>
                  <a:lnTo>
                    <a:pt x="8" y="88"/>
                  </a:lnTo>
                  <a:close/>
                </a:path>
              </a:pathLst>
            </a:custGeom>
            <a:grpFill/>
            <a:ln w="6350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13" name="Freeform 563"/>
            <p:cNvSpPr>
              <a:spLocks/>
            </p:cNvSpPr>
            <p:nvPr/>
          </p:nvSpPr>
          <p:spPr bwMode="auto">
            <a:xfrm>
              <a:off x="3421136" y="1821893"/>
              <a:ext cx="237374" cy="296285"/>
            </a:xfrm>
            <a:custGeom>
              <a:avLst/>
              <a:gdLst>
                <a:gd name="T0" fmla="*/ 2147483647 w 224"/>
                <a:gd name="T1" fmla="*/ 2147483647 h 280"/>
                <a:gd name="T2" fmla="*/ 2147483647 w 224"/>
                <a:gd name="T3" fmla="*/ 2147483647 h 280"/>
                <a:gd name="T4" fmla="*/ 2147483647 w 224"/>
                <a:gd name="T5" fmla="*/ 2147483647 h 280"/>
                <a:gd name="T6" fmla="*/ 2147483647 w 224"/>
                <a:gd name="T7" fmla="*/ 2147483647 h 280"/>
                <a:gd name="T8" fmla="*/ 2147483647 w 224"/>
                <a:gd name="T9" fmla="*/ 2147483647 h 280"/>
                <a:gd name="T10" fmla="*/ 2147483647 w 224"/>
                <a:gd name="T11" fmla="*/ 2147483647 h 280"/>
                <a:gd name="T12" fmla="*/ 2147483647 w 224"/>
                <a:gd name="T13" fmla="*/ 2147483647 h 280"/>
                <a:gd name="T14" fmla="*/ 2147483647 w 224"/>
                <a:gd name="T15" fmla="*/ 2147483647 h 280"/>
                <a:gd name="T16" fmla="*/ 2147483647 w 224"/>
                <a:gd name="T17" fmla="*/ 2147483647 h 280"/>
                <a:gd name="T18" fmla="*/ 2147483647 w 224"/>
                <a:gd name="T19" fmla="*/ 2147483647 h 280"/>
                <a:gd name="T20" fmla="*/ 2147483647 w 224"/>
                <a:gd name="T21" fmla="*/ 0 h 280"/>
                <a:gd name="T22" fmla="*/ 2147483647 w 224"/>
                <a:gd name="T23" fmla="*/ 0 h 280"/>
                <a:gd name="T24" fmla="*/ 2147483647 w 224"/>
                <a:gd name="T25" fmla="*/ 2147483647 h 280"/>
                <a:gd name="T26" fmla="*/ 2147483647 w 224"/>
                <a:gd name="T27" fmla="*/ 2147483647 h 280"/>
                <a:gd name="T28" fmla="*/ 2147483647 w 224"/>
                <a:gd name="T29" fmla="*/ 2147483647 h 280"/>
                <a:gd name="T30" fmla="*/ 2147483647 w 224"/>
                <a:gd name="T31" fmla="*/ 2147483647 h 280"/>
                <a:gd name="T32" fmla="*/ 2147483647 w 224"/>
                <a:gd name="T33" fmla="*/ 2147483647 h 280"/>
                <a:gd name="T34" fmla="*/ 2147483647 w 224"/>
                <a:gd name="T35" fmla="*/ 2147483647 h 280"/>
                <a:gd name="T36" fmla="*/ 2147483647 w 224"/>
                <a:gd name="T37" fmla="*/ 2147483647 h 280"/>
                <a:gd name="T38" fmla="*/ 2147483647 w 224"/>
                <a:gd name="T39" fmla="*/ 2147483647 h 280"/>
                <a:gd name="T40" fmla="*/ 2147483647 w 224"/>
                <a:gd name="T41" fmla="*/ 2147483647 h 280"/>
                <a:gd name="T42" fmla="*/ 2147483647 w 224"/>
                <a:gd name="T43" fmla="*/ 2147483647 h 280"/>
                <a:gd name="T44" fmla="*/ 2147483647 w 224"/>
                <a:gd name="T45" fmla="*/ 2147483647 h 280"/>
                <a:gd name="T46" fmla="*/ 2147483647 w 224"/>
                <a:gd name="T47" fmla="*/ 2147483647 h 280"/>
                <a:gd name="T48" fmla="*/ 2147483647 w 224"/>
                <a:gd name="T49" fmla="*/ 2147483647 h 280"/>
                <a:gd name="T50" fmla="*/ 2147483647 w 224"/>
                <a:gd name="T51" fmla="*/ 2147483647 h 280"/>
                <a:gd name="T52" fmla="*/ 2147483647 w 224"/>
                <a:gd name="T53" fmla="*/ 2147483647 h 280"/>
                <a:gd name="T54" fmla="*/ 0 w 224"/>
                <a:gd name="T55" fmla="*/ 2147483647 h 280"/>
                <a:gd name="T56" fmla="*/ 2147483647 w 224"/>
                <a:gd name="T57" fmla="*/ 2147483647 h 280"/>
                <a:gd name="T58" fmla="*/ 2147483647 w 224"/>
                <a:gd name="T59" fmla="*/ 2147483647 h 280"/>
                <a:gd name="T60" fmla="*/ 2147483647 w 224"/>
                <a:gd name="T61" fmla="*/ 2147483647 h 280"/>
                <a:gd name="T62" fmla="*/ 2147483647 w 224"/>
                <a:gd name="T63" fmla="*/ 2147483647 h 280"/>
                <a:gd name="T64" fmla="*/ 2147483647 w 224"/>
                <a:gd name="T65" fmla="*/ 2147483647 h 280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224"/>
                <a:gd name="T100" fmla="*/ 0 h 280"/>
                <a:gd name="T101" fmla="*/ 224 w 224"/>
                <a:gd name="T102" fmla="*/ 280 h 280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224" h="280">
                  <a:moveTo>
                    <a:pt x="80" y="280"/>
                  </a:moveTo>
                  <a:lnTo>
                    <a:pt x="64" y="264"/>
                  </a:lnTo>
                  <a:lnTo>
                    <a:pt x="48" y="216"/>
                  </a:lnTo>
                  <a:lnTo>
                    <a:pt x="64" y="184"/>
                  </a:lnTo>
                  <a:lnTo>
                    <a:pt x="96" y="120"/>
                  </a:lnTo>
                  <a:lnTo>
                    <a:pt x="128" y="96"/>
                  </a:lnTo>
                  <a:lnTo>
                    <a:pt x="144" y="72"/>
                  </a:lnTo>
                  <a:lnTo>
                    <a:pt x="168" y="64"/>
                  </a:lnTo>
                  <a:lnTo>
                    <a:pt x="192" y="48"/>
                  </a:lnTo>
                  <a:lnTo>
                    <a:pt x="224" y="16"/>
                  </a:lnTo>
                  <a:lnTo>
                    <a:pt x="216" y="0"/>
                  </a:lnTo>
                  <a:lnTo>
                    <a:pt x="192" y="0"/>
                  </a:lnTo>
                  <a:lnTo>
                    <a:pt x="176" y="16"/>
                  </a:lnTo>
                  <a:lnTo>
                    <a:pt x="168" y="24"/>
                  </a:lnTo>
                  <a:lnTo>
                    <a:pt x="144" y="32"/>
                  </a:lnTo>
                  <a:lnTo>
                    <a:pt x="120" y="32"/>
                  </a:lnTo>
                  <a:lnTo>
                    <a:pt x="112" y="40"/>
                  </a:lnTo>
                  <a:lnTo>
                    <a:pt x="104" y="48"/>
                  </a:lnTo>
                  <a:lnTo>
                    <a:pt x="72" y="80"/>
                  </a:lnTo>
                  <a:lnTo>
                    <a:pt x="56" y="88"/>
                  </a:lnTo>
                  <a:lnTo>
                    <a:pt x="56" y="112"/>
                  </a:lnTo>
                  <a:lnTo>
                    <a:pt x="40" y="120"/>
                  </a:lnTo>
                  <a:lnTo>
                    <a:pt x="24" y="144"/>
                  </a:lnTo>
                  <a:lnTo>
                    <a:pt x="24" y="160"/>
                  </a:lnTo>
                  <a:lnTo>
                    <a:pt x="16" y="176"/>
                  </a:lnTo>
                  <a:lnTo>
                    <a:pt x="8" y="192"/>
                  </a:lnTo>
                  <a:lnTo>
                    <a:pt x="8" y="216"/>
                  </a:lnTo>
                  <a:lnTo>
                    <a:pt x="0" y="232"/>
                  </a:lnTo>
                  <a:lnTo>
                    <a:pt x="8" y="256"/>
                  </a:lnTo>
                  <a:lnTo>
                    <a:pt x="32" y="264"/>
                  </a:lnTo>
                  <a:lnTo>
                    <a:pt x="32" y="272"/>
                  </a:lnTo>
                  <a:lnTo>
                    <a:pt x="48" y="280"/>
                  </a:lnTo>
                  <a:lnTo>
                    <a:pt x="80" y="280"/>
                  </a:lnTo>
                  <a:close/>
                </a:path>
              </a:pathLst>
            </a:custGeom>
            <a:grpFill/>
            <a:ln w="6350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14" name="Freeform 564"/>
            <p:cNvSpPr>
              <a:spLocks/>
            </p:cNvSpPr>
            <p:nvPr/>
          </p:nvSpPr>
          <p:spPr bwMode="auto">
            <a:xfrm>
              <a:off x="3304181" y="3644651"/>
              <a:ext cx="84900" cy="187127"/>
            </a:xfrm>
            <a:custGeom>
              <a:avLst/>
              <a:gdLst>
                <a:gd name="T0" fmla="*/ 0 w 80"/>
                <a:gd name="T1" fmla="*/ 2147483647 h 176"/>
                <a:gd name="T2" fmla="*/ 0 w 80"/>
                <a:gd name="T3" fmla="*/ 2147483647 h 176"/>
                <a:gd name="T4" fmla="*/ 2147483647 w 80"/>
                <a:gd name="T5" fmla="*/ 2147483647 h 176"/>
                <a:gd name="T6" fmla="*/ 2147483647 w 80"/>
                <a:gd name="T7" fmla="*/ 2147483647 h 176"/>
                <a:gd name="T8" fmla="*/ 2147483647 w 80"/>
                <a:gd name="T9" fmla="*/ 2147483647 h 176"/>
                <a:gd name="T10" fmla="*/ 2147483647 w 80"/>
                <a:gd name="T11" fmla="*/ 2147483647 h 176"/>
                <a:gd name="T12" fmla="*/ 2147483647 w 80"/>
                <a:gd name="T13" fmla="*/ 2147483647 h 176"/>
                <a:gd name="T14" fmla="*/ 2147483647 w 80"/>
                <a:gd name="T15" fmla="*/ 2147483647 h 176"/>
                <a:gd name="T16" fmla="*/ 2147483647 w 80"/>
                <a:gd name="T17" fmla="*/ 0 h 176"/>
                <a:gd name="T18" fmla="*/ 2147483647 w 80"/>
                <a:gd name="T19" fmla="*/ 2147483647 h 176"/>
                <a:gd name="T20" fmla="*/ 2147483647 w 80"/>
                <a:gd name="T21" fmla="*/ 2147483647 h 176"/>
                <a:gd name="T22" fmla="*/ 2147483647 w 80"/>
                <a:gd name="T23" fmla="*/ 2147483647 h 176"/>
                <a:gd name="T24" fmla="*/ 2147483647 w 80"/>
                <a:gd name="T25" fmla="*/ 2147483647 h 176"/>
                <a:gd name="T26" fmla="*/ 2147483647 w 80"/>
                <a:gd name="T27" fmla="*/ 2147483647 h 176"/>
                <a:gd name="T28" fmla="*/ 2147483647 w 80"/>
                <a:gd name="T29" fmla="*/ 2147483647 h 176"/>
                <a:gd name="T30" fmla="*/ 0 w 80"/>
                <a:gd name="T31" fmla="*/ 2147483647 h 176"/>
                <a:gd name="T32" fmla="*/ 0 w 80"/>
                <a:gd name="T33" fmla="*/ 2147483647 h 17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0"/>
                <a:gd name="T52" fmla="*/ 0 h 176"/>
                <a:gd name="T53" fmla="*/ 80 w 80"/>
                <a:gd name="T54" fmla="*/ 176 h 17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0" h="176">
                  <a:moveTo>
                    <a:pt x="0" y="144"/>
                  </a:moveTo>
                  <a:lnTo>
                    <a:pt x="0" y="128"/>
                  </a:lnTo>
                  <a:lnTo>
                    <a:pt x="8" y="112"/>
                  </a:lnTo>
                  <a:lnTo>
                    <a:pt x="16" y="88"/>
                  </a:lnTo>
                  <a:lnTo>
                    <a:pt x="8" y="56"/>
                  </a:lnTo>
                  <a:lnTo>
                    <a:pt x="16" y="48"/>
                  </a:lnTo>
                  <a:lnTo>
                    <a:pt x="32" y="40"/>
                  </a:lnTo>
                  <a:lnTo>
                    <a:pt x="48" y="16"/>
                  </a:lnTo>
                  <a:lnTo>
                    <a:pt x="72" y="0"/>
                  </a:lnTo>
                  <a:lnTo>
                    <a:pt x="80" y="16"/>
                  </a:lnTo>
                  <a:lnTo>
                    <a:pt x="80" y="40"/>
                  </a:lnTo>
                  <a:lnTo>
                    <a:pt x="80" y="56"/>
                  </a:lnTo>
                  <a:lnTo>
                    <a:pt x="48" y="168"/>
                  </a:lnTo>
                  <a:lnTo>
                    <a:pt x="32" y="168"/>
                  </a:lnTo>
                  <a:lnTo>
                    <a:pt x="16" y="176"/>
                  </a:lnTo>
                  <a:lnTo>
                    <a:pt x="0" y="160"/>
                  </a:lnTo>
                  <a:lnTo>
                    <a:pt x="0" y="144"/>
                  </a:lnTo>
                  <a:close/>
                </a:path>
              </a:pathLst>
            </a:custGeom>
            <a:grpFill/>
            <a:ln w="6350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15" name="Freeform 565"/>
            <p:cNvSpPr>
              <a:spLocks/>
            </p:cNvSpPr>
            <p:nvPr/>
          </p:nvSpPr>
          <p:spPr bwMode="auto">
            <a:xfrm>
              <a:off x="3803187" y="3356163"/>
              <a:ext cx="25124" cy="34653"/>
            </a:xfrm>
            <a:custGeom>
              <a:avLst/>
              <a:gdLst>
                <a:gd name="T0" fmla="*/ 0 w 24"/>
                <a:gd name="T1" fmla="*/ 0 h 32"/>
                <a:gd name="T2" fmla="*/ 0 w 24"/>
                <a:gd name="T3" fmla="*/ 2147483647 h 32"/>
                <a:gd name="T4" fmla="*/ 0 w 24"/>
                <a:gd name="T5" fmla="*/ 2147483647 h 32"/>
                <a:gd name="T6" fmla="*/ 2147483647 w 24"/>
                <a:gd name="T7" fmla="*/ 2147483647 h 32"/>
                <a:gd name="T8" fmla="*/ 2147483647 w 24"/>
                <a:gd name="T9" fmla="*/ 2147483647 h 32"/>
                <a:gd name="T10" fmla="*/ 0 w 24"/>
                <a:gd name="T11" fmla="*/ 0 h 3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4"/>
                <a:gd name="T19" fmla="*/ 0 h 32"/>
                <a:gd name="T20" fmla="*/ 24 w 24"/>
                <a:gd name="T21" fmla="*/ 32 h 32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4" h="32">
                  <a:moveTo>
                    <a:pt x="0" y="0"/>
                  </a:moveTo>
                  <a:lnTo>
                    <a:pt x="0" y="16"/>
                  </a:lnTo>
                  <a:lnTo>
                    <a:pt x="0" y="32"/>
                  </a:lnTo>
                  <a:lnTo>
                    <a:pt x="16" y="32"/>
                  </a:lnTo>
                  <a:lnTo>
                    <a:pt x="24" y="16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16" name="Freeform 566"/>
            <p:cNvSpPr>
              <a:spLocks/>
            </p:cNvSpPr>
            <p:nvPr/>
          </p:nvSpPr>
          <p:spPr bwMode="auto">
            <a:xfrm>
              <a:off x="4193035" y="3203689"/>
              <a:ext cx="25124" cy="25990"/>
            </a:xfrm>
            <a:custGeom>
              <a:avLst/>
              <a:gdLst>
                <a:gd name="T0" fmla="*/ 0 w 24"/>
                <a:gd name="T1" fmla="*/ 2147483647 h 24"/>
                <a:gd name="T2" fmla="*/ 2147483647 w 24"/>
                <a:gd name="T3" fmla="*/ 2147483647 h 24"/>
                <a:gd name="T4" fmla="*/ 2147483647 w 24"/>
                <a:gd name="T5" fmla="*/ 0 h 24"/>
                <a:gd name="T6" fmla="*/ 2147483647 w 24"/>
                <a:gd name="T7" fmla="*/ 2147483647 h 24"/>
                <a:gd name="T8" fmla="*/ 2147483647 w 24"/>
                <a:gd name="T9" fmla="*/ 2147483647 h 24"/>
                <a:gd name="T10" fmla="*/ 2147483647 w 24"/>
                <a:gd name="T11" fmla="*/ 2147483647 h 24"/>
                <a:gd name="T12" fmla="*/ 0 w 24"/>
                <a:gd name="T13" fmla="*/ 2147483647 h 2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4"/>
                <a:gd name="T22" fmla="*/ 0 h 24"/>
                <a:gd name="T23" fmla="*/ 24 w 24"/>
                <a:gd name="T24" fmla="*/ 24 h 2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4" h="24">
                  <a:moveTo>
                    <a:pt x="0" y="16"/>
                  </a:moveTo>
                  <a:lnTo>
                    <a:pt x="8" y="8"/>
                  </a:lnTo>
                  <a:lnTo>
                    <a:pt x="16" y="0"/>
                  </a:lnTo>
                  <a:lnTo>
                    <a:pt x="24" y="8"/>
                  </a:lnTo>
                  <a:lnTo>
                    <a:pt x="16" y="16"/>
                  </a:lnTo>
                  <a:lnTo>
                    <a:pt x="8" y="24"/>
                  </a:lnTo>
                  <a:lnTo>
                    <a:pt x="0" y="16"/>
                  </a:lnTo>
                  <a:close/>
                </a:path>
              </a:pathLst>
            </a:custGeom>
            <a:grpFill/>
            <a:ln w="6350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17" name="Freeform 567"/>
            <p:cNvSpPr>
              <a:spLocks/>
            </p:cNvSpPr>
            <p:nvPr/>
          </p:nvSpPr>
          <p:spPr bwMode="auto">
            <a:xfrm>
              <a:off x="3803187" y="3356163"/>
              <a:ext cx="25124" cy="34653"/>
            </a:xfrm>
            <a:custGeom>
              <a:avLst/>
              <a:gdLst>
                <a:gd name="T0" fmla="*/ 0 w 24"/>
                <a:gd name="T1" fmla="*/ 0 h 32"/>
                <a:gd name="T2" fmla="*/ 0 w 24"/>
                <a:gd name="T3" fmla="*/ 2147483647 h 32"/>
                <a:gd name="T4" fmla="*/ 0 w 24"/>
                <a:gd name="T5" fmla="*/ 2147483647 h 32"/>
                <a:gd name="T6" fmla="*/ 2147483647 w 24"/>
                <a:gd name="T7" fmla="*/ 2147483647 h 32"/>
                <a:gd name="T8" fmla="*/ 2147483647 w 24"/>
                <a:gd name="T9" fmla="*/ 2147483647 h 32"/>
                <a:gd name="T10" fmla="*/ 0 w 24"/>
                <a:gd name="T11" fmla="*/ 0 h 3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4"/>
                <a:gd name="T19" fmla="*/ 0 h 32"/>
                <a:gd name="T20" fmla="*/ 24 w 24"/>
                <a:gd name="T21" fmla="*/ 32 h 32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4" h="32">
                  <a:moveTo>
                    <a:pt x="0" y="0"/>
                  </a:moveTo>
                  <a:lnTo>
                    <a:pt x="0" y="16"/>
                  </a:lnTo>
                  <a:lnTo>
                    <a:pt x="0" y="32"/>
                  </a:lnTo>
                  <a:lnTo>
                    <a:pt x="16" y="32"/>
                  </a:lnTo>
                  <a:lnTo>
                    <a:pt x="24" y="16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18" name="Freeform 568"/>
            <p:cNvSpPr>
              <a:spLocks/>
            </p:cNvSpPr>
            <p:nvPr/>
          </p:nvSpPr>
          <p:spPr bwMode="auto">
            <a:xfrm>
              <a:off x="4193035" y="3203689"/>
              <a:ext cx="25124" cy="25990"/>
            </a:xfrm>
            <a:custGeom>
              <a:avLst/>
              <a:gdLst>
                <a:gd name="T0" fmla="*/ 0 w 24"/>
                <a:gd name="T1" fmla="*/ 2147483647 h 24"/>
                <a:gd name="T2" fmla="*/ 2147483647 w 24"/>
                <a:gd name="T3" fmla="*/ 2147483647 h 24"/>
                <a:gd name="T4" fmla="*/ 2147483647 w 24"/>
                <a:gd name="T5" fmla="*/ 0 h 24"/>
                <a:gd name="T6" fmla="*/ 2147483647 w 24"/>
                <a:gd name="T7" fmla="*/ 2147483647 h 24"/>
                <a:gd name="T8" fmla="*/ 2147483647 w 24"/>
                <a:gd name="T9" fmla="*/ 2147483647 h 24"/>
                <a:gd name="T10" fmla="*/ 2147483647 w 24"/>
                <a:gd name="T11" fmla="*/ 2147483647 h 24"/>
                <a:gd name="T12" fmla="*/ 0 w 24"/>
                <a:gd name="T13" fmla="*/ 2147483647 h 2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4"/>
                <a:gd name="T22" fmla="*/ 0 h 24"/>
                <a:gd name="T23" fmla="*/ 24 w 24"/>
                <a:gd name="T24" fmla="*/ 24 h 2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4" h="24">
                  <a:moveTo>
                    <a:pt x="0" y="16"/>
                  </a:moveTo>
                  <a:lnTo>
                    <a:pt x="8" y="8"/>
                  </a:lnTo>
                  <a:lnTo>
                    <a:pt x="16" y="0"/>
                  </a:lnTo>
                  <a:lnTo>
                    <a:pt x="24" y="8"/>
                  </a:lnTo>
                  <a:lnTo>
                    <a:pt x="16" y="16"/>
                  </a:lnTo>
                  <a:lnTo>
                    <a:pt x="8" y="24"/>
                  </a:lnTo>
                  <a:lnTo>
                    <a:pt x="0" y="16"/>
                  </a:lnTo>
                  <a:close/>
                </a:path>
              </a:pathLst>
            </a:custGeom>
            <a:grpFill/>
            <a:ln w="6350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19" name="Freeform 569"/>
            <p:cNvSpPr>
              <a:spLocks/>
            </p:cNvSpPr>
            <p:nvPr/>
          </p:nvSpPr>
          <p:spPr bwMode="auto">
            <a:xfrm>
              <a:off x="4345509" y="3127452"/>
              <a:ext cx="17327" cy="51113"/>
            </a:xfrm>
            <a:custGeom>
              <a:avLst/>
              <a:gdLst>
                <a:gd name="T0" fmla="*/ 0 w 16"/>
                <a:gd name="T1" fmla="*/ 2147483647 h 48"/>
                <a:gd name="T2" fmla="*/ 0 w 16"/>
                <a:gd name="T3" fmla="*/ 2147483647 h 48"/>
                <a:gd name="T4" fmla="*/ 2147483647 w 16"/>
                <a:gd name="T5" fmla="*/ 0 h 48"/>
                <a:gd name="T6" fmla="*/ 2147483647 w 16"/>
                <a:gd name="T7" fmla="*/ 2147483647 h 48"/>
                <a:gd name="T8" fmla="*/ 2147483647 w 16"/>
                <a:gd name="T9" fmla="*/ 2147483647 h 48"/>
                <a:gd name="T10" fmla="*/ 0 w 16"/>
                <a:gd name="T11" fmla="*/ 2147483647 h 4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6"/>
                <a:gd name="T19" fmla="*/ 0 h 48"/>
                <a:gd name="T20" fmla="*/ 16 w 16"/>
                <a:gd name="T21" fmla="*/ 48 h 4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6" h="48">
                  <a:moveTo>
                    <a:pt x="0" y="32"/>
                  </a:moveTo>
                  <a:lnTo>
                    <a:pt x="0" y="16"/>
                  </a:lnTo>
                  <a:lnTo>
                    <a:pt x="16" y="0"/>
                  </a:lnTo>
                  <a:lnTo>
                    <a:pt x="16" y="16"/>
                  </a:lnTo>
                  <a:lnTo>
                    <a:pt x="8" y="48"/>
                  </a:lnTo>
                  <a:lnTo>
                    <a:pt x="0" y="32"/>
                  </a:lnTo>
                  <a:close/>
                </a:path>
              </a:pathLst>
            </a:custGeom>
            <a:grpFill/>
            <a:ln w="6350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20" name="Freeform 570"/>
            <p:cNvSpPr>
              <a:spLocks/>
            </p:cNvSpPr>
            <p:nvPr/>
          </p:nvSpPr>
          <p:spPr bwMode="auto">
            <a:xfrm>
              <a:off x="4472860" y="3000101"/>
              <a:ext cx="25123" cy="33787"/>
            </a:xfrm>
            <a:custGeom>
              <a:avLst/>
              <a:gdLst>
                <a:gd name="T0" fmla="*/ 0 w 24"/>
                <a:gd name="T1" fmla="*/ 2147483647 h 32"/>
                <a:gd name="T2" fmla="*/ 2147483647 w 24"/>
                <a:gd name="T3" fmla="*/ 2147483647 h 32"/>
                <a:gd name="T4" fmla="*/ 2147483647 w 24"/>
                <a:gd name="T5" fmla="*/ 2147483647 h 32"/>
                <a:gd name="T6" fmla="*/ 2147483647 w 24"/>
                <a:gd name="T7" fmla="*/ 2147483647 h 32"/>
                <a:gd name="T8" fmla="*/ 2147483647 w 24"/>
                <a:gd name="T9" fmla="*/ 2147483647 h 32"/>
                <a:gd name="T10" fmla="*/ 2147483647 w 24"/>
                <a:gd name="T11" fmla="*/ 0 h 32"/>
                <a:gd name="T12" fmla="*/ 0 w 24"/>
                <a:gd name="T13" fmla="*/ 2147483647 h 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4"/>
                <a:gd name="T22" fmla="*/ 0 h 32"/>
                <a:gd name="T23" fmla="*/ 24 w 24"/>
                <a:gd name="T24" fmla="*/ 32 h 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4" h="32">
                  <a:moveTo>
                    <a:pt x="0" y="8"/>
                  </a:moveTo>
                  <a:lnTo>
                    <a:pt x="8" y="24"/>
                  </a:lnTo>
                  <a:lnTo>
                    <a:pt x="8" y="32"/>
                  </a:lnTo>
                  <a:lnTo>
                    <a:pt x="24" y="24"/>
                  </a:lnTo>
                  <a:lnTo>
                    <a:pt x="24" y="8"/>
                  </a:lnTo>
                  <a:lnTo>
                    <a:pt x="24" y="0"/>
                  </a:lnTo>
                  <a:lnTo>
                    <a:pt x="0" y="8"/>
                  </a:lnTo>
                  <a:close/>
                </a:path>
              </a:pathLst>
            </a:custGeom>
            <a:grpFill/>
            <a:ln w="6350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21" name="Freeform 571"/>
            <p:cNvSpPr>
              <a:spLocks/>
            </p:cNvSpPr>
            <p:nvPr/>
          </p:nvSpPr>
          <p:spPr bwMode="auto">
            <a:xfrm>
              <a:off x="4345509" y="3127452"/>
              <a:ext cx="17327" cy="51113"/>
            </a:xfrm>
            <a:custGeom>
              <a:avLst/>
              <a:gdLst>
                <a:gd name="T0" fmla="*/ 0 w 16"/>
                <a:gd name="T1" fmla="*/ 2147483647 h 48"/>
                <a:gd name="T2" fmla="*/ 0 w 16"/>
                <a:gd name="T3" fmla="*/ 2147483647 h 48"/>
                <a:gd name="T4" fmla="*/ 2147483647 w 16"/>
                <a:gd name="T5" fmla="*/ 0 h 48"/>
                <a:gd name="T6" fmla="*/ 2147483647 w 16"/>
                <a:gd name="T7" fmla="*/ 2147483647 h 48"/>
                <a:gd name="T8" fmla="*/ 2147483647 w 16"/>
                <a:gd name="T9" fmla="*/ 2147483647 h 48"/>
                <a:gd name="T10" fmla="*/ 0 w 16"/>
                <a:gd name="T11" fmla="*/ 2147483647 h 4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6"/>
                <a:gd name="T19" fmla="*/ 0 h 48"/>
                <a:gd name="T20" fmla="*/ 16 w 16"/>
                <a:gd name="T21" fmla="*/ 48 h 4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6" h="48">
                  <a:moveTo>
                    <a:pt x="0" y="32"/>
                  </a:moveTo>
                  <a:lnTo>
                    <a:pt x="0" y="16"/>
                  </a:lnTo>
                  <a:lnTo>
                    <a:pt x="16" y="0"/>
                  </a:lnTo>
                  <a:lnTo>
                    <a:pt x="16" y="16"/>
                  </a:lnTo>
                  <a:lnTo>
                    <a:pt x="8" y="48"/>
                  </a:lnTo>
                  <a:lnTo>
                    <a:pt x="0" y="32"/>
                  </a:lnTo>
                  <a:close/>
                </a:path>
              </a:pathLst>
            </a:custGeom>
            <a:grpFill/>
            <a:ln w="6350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22" name="Freeform 572"/>
            <p:cNvSpPr>
              <a:spLocks/>
            </p:cNvSpPr>
            <p:nvPr/>
          </p:nvSpPr>
          <p:spPr bwMode="auto">
            <a:xfrm>
              <a:off x="4472860" y="3000101"/>
              <a:ext cx="25123" cy="33787"/>
            </a:xfrm>
            <a:custGeom>
              <a:avLst/>
              <a:gdLst>
                <a:gd name="T0" fmla="*/ 0 w 24"/>
                <a:gd name="T1" fmla="*/ 2147483647 h 32"/>
                <a:gd name="T2" fmla="*/ 2147483647 w 24"/>
                <a:gd name="T3" fmla="*/ 2147483647 h 32"/>
                <a:gd name="T4" fmla="*/ 2147483647 w 24"/>
                <a:gd name="T5" fmla="*/ 2147483647 h 32"/>
                <a:gd name="T6" fmla="*/ 2147483647 w 24"/>
                <a:gd name="T7" fmla="*/ 2147483647 h 32"/>
                <a:gd name="T8" fmla="*/ 2147483647 w 24"/>
                <a:gd name="T9" fmla="*/ 2147483647 h 32"/>
                <a:gd name="T10" fmla="*/ 2147483647 w 24"/>
                <a:gd name="T11" fmla="*/ 0 h 32"/>
                <a:gd name="T12" fmla="*/ 0 w 24"/>
                <a:gd name="T13" fmla="*/ 2147483647 h 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4"/>
                <a:gd name="T22" fmla="*/ 0 h 32"/>
                <a:gd name="T23" fmla="*/ 24 w 24"/>
                <a:gd name="T24" fmla="*/ 32 h 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4" h="32">
                  <a:moveTo>
                    <a:pt x="0" y="8"/>
                  </a:moveTo>
                  <a:lnTo>
                    <a:pt x="8" y="24"/>
                  </a:lnTo>
                  <a:lnTo>
                    <a:pt x="8" y="32"/>
                  </a:lnTo>
                  <a:lnTo>
                    <a:pt x="24" y="24"/>
                  </a:lnTo>
                  <a:lnTo>
                    <a:pt x="24" y="8"/>
                  </a:lnTo>
                  <a:lnTo>
                    <a:pt x="24" y="0"/>
                  </a:lnTo>
                  <a:lnTo>
                    <a:pt x="0" y="8"/>
                  </a:lnTo>
                  <a:close/>
                </a:path>
              </a:pathLst>
            </a:custGeom>
            <a:grpFill/>
            <a:ln w="6350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23" name="Freeform 573"/>
            <p:cNvSpPr>
              <a:spLocks/>
            </p:cNvSpPr>
            <p:nvPr/>
          </p:nvSpPr>
          <p:spPr bwMode="auto">
            <a:xfrm>
              <a:off x="4506647" y="2805177"/>
              <a:ext cx="186261" cy="203587"/>
            </a:xfrm>
            <a:custGeom>
              <a:avLst/>
              <a:gdLst>
                <a:gd name="T0" fmla="*/ 0 w 176"/>
                <a:gd name="T1" fmla="*/ 2147483647 h 192"/>
                <a:gd name="T2" fmla="*/ 2147483647 w 176"/>
                <a:gd name="T3" fmla="*/ 2147483647 h 192"/>
                <a:gd name="T4" fmla="*/ 2147483647 w 176"/>
                <a:gd name="T5" fmla="*/ 2147483647 h 192"/>
                <a:gd name="T6" fmla="*/ 2147483647 w 176"/>
                <a:gd name="T7" fmla="*/ 2147483647 h 192"/>
                <a:gd name="T8" fmla="*/ 2147483647 w 176"/>
                <a:gd name="T9" fmla="*/ 2147483647 h 192"/>
                <a:gd name="T10" fmla="*/ 2147483647 w 176"/>
                <a:gd name="T11" fmla="*/ 2147483647 h 192"/>
                <a:gd name="T12" fmla="*/ 2147483647 w 176"/>
                <a:gd name="T13" fmla="*/ 2147483647 h 192"/>
                <a:gd name="T14" fmla="*/ 2147483647 w 176"/>
                <a:gd name="T15" fmla="*/ 2147483647 h 192"/>
                <a:gd name="T16" fmla="*/ 2147483647 w 176"/>
                <a:gd name="T17" fmla="*/ 2147483647 h 192"/>
                <a:gd name="T18" fmla="*/ 2147483647 w 176"/>
                <a:gd name="T19" fmla="*/ 2147483647 h 192"/>
                <a:gd name="T20" fmla="*/ 2147483647 w 176"/>
                <a:gd name="T21" fmla="*/ 0 h 192"/>
                <a:gd name="T22" fmla="*/ 2147483647 w 176"/>
                <a:gd name="T23" fmla="*/ 2147483647 h 192"/>
                <a:gd name="T24" fmla="*/ 2147483647 w 176"/>
                <a:gd name="T25" fmla="*/ 2147483647 h 192"/>
                <a:gd name="T26" fmla="*/ 2147483647 w 176"/>
                <a:gd name="T27" fmla="*/ 2147483647 h 192"/>
                <a:gd name="T28" fmla="*/ 2147483647 w 176"/>
                <a:gd name="T29" fmla="*/ 2147483647 h 192"/>
                <a:gd name="T30" fmla="*/ 2147483647 w 176"/>
                <a:gd name="T31" fmla="*/ 2147483647 h 192"/>
                <a:gd name="T32" fmla="*/ 2147483647 w 176"/>
                <a:gd name="T33" fmla="*/ 2147483647 h 192"/>
                <a:gd name="T34" fmla="*/ 2147483647 w 176"/>
                <a:gd name="T35" fmla="*/ 2147483647 h 192"/>
                <a:gd name="T36" fmla="*/ 2147483647 w 176"/>
                <a:gd name="T37" fmla="*/ 2147483647 h 192"/>
                <a:gd name="T38" fmla="*/ 2147483647 w 176"/>
                <a:gd name="T39" fmla="*/ 2147483647 h 192"/>
                <a:gd name="T40" fmla="*/ 2147483647 w 176"/>
                <a:gd name="T41" fmla="*/ 2147483647 h 192"/>
                <a:gd name="T42" fmla="*/ 2147483647 w 176"/>
                <a:gd name="T43" fmla="*/ 2147483647 h 192"/>
                <a:gd name="T44" fmla="*/ 2147483647 w 176"/>
                <a:gd name="T45" fmla="*/ 2147483647 h 192"/>
                <a:gd name="T46" fmla="*/ 2147483647 w 176"/>
                <a:gd name="T47" fmla="*/ 2147483647 h 192"/>
                <a:gd name="T48" fmla="*/ 2147483647 w 176"/>
                <a:gd name="T49" fmla="*/ 2147483647 h 192"/>
                <a:gd name="T50" fmla="*/ 2147483647 w 176"/>
                <a:gd name="T51" fmla="*/ 2147483647 h 192"/>
                <a:gd name="T52" fmla="*/ 2147483647 w 176"/>
                <a:gd name="T53" fmla="*/ 2147483647 h 192"/>
                <a:gd name="T54" fmla="*/ 2147483647 w 176"/>
                <a:gd name="T55" fmla="*/ 2147483647 h 192"/>
                <a:gd name="T56" fmla="*/ 2147483647 w 176"/>
                <a:gd name="T57" fmla="*/ 2147483647 h 192"/>
                <a:gd name="T58" fmla="*/ 2147483647 w 176"/>
                <a:gd name="T59" fmla="*/ 2147483647 h 192"/>
                <a:gd name="T60" fmla="*/ 2147483647 w 176"/>
                <a:gd name="T61" fmla="*/ 2147483647 h 192"/>
                <a:gd name="T62" fmla="*/ 2147483647 w 176"/>
                <a:gd name="T63" fmla="*/ 2147483647 h 192"/>
                <a:gd name="T64" fmla="*/ 2147483647 w 176"/>
                <a:gd name="T65" fmla="*/ 2147483647 h 192"/>
                <a:gd name="T66" fmla="*/ 0 w 176"/>
                <a:gd name="T67" fmla="*/ 2147483647 h 192"/>
                <a:gd name="T68" fmla="*/ 0 w 176"/>
                <a:gd name="T69" fmla="*/ 2147483647 h 192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176"/>
                <a:gd name="T106" fmla="*/ 0 h 192"/>
                <a:gd name="T107" fmla="*/ 176 w 176"/>
                <a:gd name="T108" fmla="*/ 192 h 192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176" h="192">
                  <a:moveTo>
                    <a:pt x="0" y="160"/>
                  </a:moveTo>
                  <a:lnTo>
                    <a:pt x="24" y="152"/>
                  </a:lnTo>
                  <a:lnTo>
                    <a:pt x="40" y="152"/>
                  </a:lnTo>
                  <a:lnTo>
                    <a:pt x="72" y="128"/>
                  </a:lnTo>
                  <a:lnTo>
                    <a:pt x="88" y="120"/>
                  </a:lnTo>
                  <a:lnTo>
                    <a:pt x="96" y="104"/>
                  </a:lnTo>
                  <a:lnTo>
                    <a:pt x="104" y="72"/>
                  </a:lnTo>
                  <a:lnTo>
                    <a:pt x="104" y="48"/>
                  </a:lnTo>
                  <a:lnTo>
                    <a:pt x="112" y="32"/>
                  </a:lnTo>
                  <a:lnTo>
                    <a:pt x="112" y="8"/>
                  </a:lnTo>
                  <a:lnTo>
                    <a:pt x="120" y="0"/>
                  </a:lnTo>
                  <a:lnTo>
                    <a:pt x="136" y="8"/>
                  </a:lnTo>
                  <a:lnTo>
                    <a:pt x="160" y="16"/>
                  </a:lnTo>
                  <a:lnTo>
                    <a:pt x="176" y="16"/>
                  </a:lnTo>
                  <a:lnTo>
                    <a:pt x="160" y="32"/>
                  </a:lnTo>
                  <a:lnTo>
                    <a:pt x="144" y="40"/>
                  </a:lnTo>
                  <a:lnTo>
                    <a:pt x="136" y="56"/>
                  </a:lnTo>
                  <a:lnTo>
                    <a:pt x="120" y="40"/>
                  </a:lnTo>
                  <a:lnTo>
                    <a:pt x="104" y="64"/>
                  </a:lnTo>
                  <a:lnTo>
                    <a:pt x="120" y="88"/>
                  </a:lnTo>
                  <a:lnTo>
                    <a:pt x="112" y="112"/>
                  </a:lnTo>
                  <a:lnTo>
                    <a:pt x="104" y="128"/>
                  </a:lnTo>
                  <a:lnTo>
                    <a:pt x="104" y="152"/>
                  </a:lnTo>
                  <a:lnTo>
                    <a:pt x="96" y="160"/>
                  </a:lnTo>
                  <a:lnTo>
                    <a:pt x="88" y="160"/>
                  </a:lnTo>
                  <a:lnTo>
                    <a:pt x="80" y="160"/>
                  </a:lnTo>
                  <a:lnTo>
                    <a:pt x="64" y="160"/>
                  </a:lnTo>
                  <a:lnTo>
                    <a:pt x="56" y="160"/>
                  </a:lnTo>
                  <a:lnTo>
                    <a:pt x="40" y="176"/>
                  </a:lnTo>
                  <a:lnTo>
                    <a:pt x="40" y="168"/>
                  </a:lnTo>
                  <a:lnTo>
                    <a:pt x="32" y="176"/>
                  </a:lnTo>
                  <a:lnTo>
                    <a:pt x="24" y="176"/>
                  </a:lnTo>
                  <a:lnTo>
                    <a:pt x="8" y="192"/>
                  </a:lnTo>
                  <a:lnTo>
                    <a:pt x="0" y="168"/>
                  </a:lnTo>
                  <a:lnTo>
                    <a:pt x="0" y="160"/>
                  </a:lnTo>
                  <a:close/>
                </a:path>
              </a:pathLst>
            </a:custGeom>
            <a:grpFill/>
            <a:ln w="6350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24" name="Freeform 574"/>
            <p:cNvSpPr>
              <a:spLocks/>
            </p:cNvSpPr>
            <p:nvPr/>
          </p:nvSpPr>
          <p:spPr bwMode="auto">
            <a:xfrm>
              <a:off x="4633997" y="2618916"/>
              <a:ext cx="33787" cy="161137"/>
            </a:xfrm>
            <a:custGeom>
              <a:avLst/>
              <a:gdLst>
                <a:gd name="T0" fmla="*/ 2147483647 w 32"/>
                <a:gd name="T1" fmla="*/ 2147483647 h 152"/>
                <a:gd name="T2" fmla="*/ 2147483647 w 32"/>
                <a:gd name="T3" fmla="*/ 2147483647 h 152"/>
                <a:gd name="T4" fmla="*/ 2147483647 w 32"/>
                <a:gd name="T5" fmla="*/ 2147483647 h 152"/>
                <a:gd name="T6" fmla="*/ 0 w 32"/>
                <a:gd name="T7" fmla="*/ 2147483647 h 152"/>
                <a:gd name="T8" fmla="*/ 2147483647 w 32"/>
                <a:gd name="T9" fmla="*/ 2147483647 h 152"/>
                <a:gd name="T10" fmla="*/ 2147483647 w 32"/>
                <a:gd name="T11" fmla="*/ 0 h 152"/>
                <a:gd name="T12" fmla="*/ 2147483647 w 32"/>
                <a:gd name="T13" fmla="*/ 2147483647 h 152"/>
                <a:gd name="T14" fmla="*/ 2147483647 w 32"/>
                <a:gd name="T15" fmla="*/ 2147483647 h 152"/>
                <a:gd name="T16" fmla="*/ 2147483647 w 32"/>
                <a:gd name="T17" fmla="*/ 2147483647 h 152"/>
                <a:gd name="T18" fmla="*/ 2147483647 w 32"/>
                <a:gd name="T19" fmla="*/ 2147483647 h 152"/>
                <a:gd name="T20" fmla="*/ 2147483647 w 32"/>
                <a:gd name="T21" fmla="*/ 2147483647 h 152"/>
                <a:gd name="T22" fmla="*/ 2147483647 w 32"/>
                <a:gd name="T23" fmla="*/ 2147483647 h 152"/>
                <a:gd name="T24" fmla="*/ 2147483647 w 32"/>
                <a:gd name="T25" fmla="*/ 2147483647 h 152"/>
                <a:gd name="T26" fmla="*/ 2147483647 w 32"/>
                <a:gd name="T27" fmla="*/ 2147483647 h 152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32"/>
                <a:gd name="T43" fmla="*/ 0 h 152"/>
                <a:gd name="T44" fmla="*/ 32 w 32"/>
                <a:gd name="T45" fmla="*/ 152 h 152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32" h="152">
                  <a:moveTo>
                    <a:pt x="8" y="144"/>
                  </a:moveTo>
                  <a:lnTo>
                    <a:pt x="8" y="120"/>
                  </a:lnTo>
                  <a:lnTo>
                    <a:pt x="8" y="56"/>
                  </a:lnTo>
                  <a:lnTo>
                    <a:pt x="0" y="40"/>
                  </a:lnTo>
                  <a:lnTo>
                    <a:pt x="8" y="16"/>
                  </a:lnTo>
                  <a:lnTo>
                    <a:pt x="8" y="0"/>
                  </a:lnTo>
                  <a:lnTo>
                    <a:pt x="16" y="24"/>
                  </a:lnTo>
                  <a:lnTo>
                    <a:pt x="16" y="40"/>
                  </a:lnTo>
                  <a:lnTo>
                    <a:pt x="32" y="104"/>
                  </a:lnTo>
                  <a:lnTo>
                    <a:pt x="24" y="96"/>
                  </a:lnTo>
                  <a:lnTo>
                    <a:pt x="16" y="112"/>
                  </a:lnTo>
                  <a:lnTo>
                    <a:pt x="16" y="128"/>
                  </a:lnTo>
                  <a:lnTo>
                    <a:pt x="32" y="152"/>
                  </a:lnTo>
                  <a:lnTo>
                    <a:pt x="8" y="144"/>
                  </a:lnTo>
                  <a:close/>
                </a:path>
              </a:pathLst>
            </a:custGeom>
            <a:grpFill/>
            <a:ln w="6350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25" name="Freeform 575"/>
            <p:cNvSpPr>
              <a:spLocks/>
            </p:cNvSpPr>
            <p:nvPr/>
          </p:nvSpPr>
          <p:spPr bwMode="auto">
            <a:xfrm>
              <a:off x="4972732" y="4076949"/>
              <a:ext cx="93564" cy="110890"/>
            </a:xfrm>
            <a:custGeom>
              <a:avLst/>
              <a:gdLst>
                <a:gd name="T0" fmla="*/ 0 w 88"/>
                <a:gd name="T1" fmla="*/ 2147483647 h 104"/>
                <a:gd name="T2" fmla="*/ 2147483647 w 88"/>
                <a:gd name="T3" fmla="*/ 2147483647 h 104"/>
                <a:gd name="T4" fmla="*/ 2147483647 w 88"/>
                <a:gd name="T5" fmla="*/ 2147483647 h 104"/>
                <a:gd name="T6" fmla="*/ 2147483647 w 88"/>
                <a:gd name="T7" fmla="*/ 2147483647 h 104"/>
                <a:gd name="T8" fmla="*/ 2147483647 w 88"/>
                <a:gd name="T9" fmla="*/ 2147483647 h 104"/>
                <a:gd name="T10" fmla="*/ 2147483647 w 88"/>
                <a:gd name="T11" fmla="*/ 2147483647 h 104"/>
                <a:gd name="T12" fmla="*/ 2147483647 w 88"/>
                <a:gd name="T13" fmla="*/ 0 h 104"/>
                <a:gd name="T14" fmla="*/ 2147483647 w 88"/>
                <a:gd name="T15" fmla="*/ 2147483647 h 104"/>
                <a:gd name="T16" fmla="*/ 2147483647 w 88"/>
                <a:gd name="T17" fmla="*/ 2147483647 h 104"/>
                <a:gd name="T18" fmla="*/ 2147483647 w 88"/>
                <a:gd name="T19" fmla="*/ 2147483647 h 104"/>
                <a:gd name="T20" fmla="*/ 2147483647 w 88"/>
                <a:gd name="T21" fmla="*/ 2147483647 h 104"/>
                <a:gd name="T22" fmla="*/ 2147483647 w 88"/>
                <a:gd name="T23" fmla="*/ 2147483647 h 104"/>
                <a:gd name="T24" fmla="*/ 2147483647 w 88"/>
                <a:gd name="T25" fmla="*/ 2147483647 h 104"/>
                <a:gd name="T26" fmla="*/ 2147483647 w 88"/>
                <a:gd name="T27" fmla="*/ 2147483647 h 104"/>
                <a:gd name="T28" fmla="*/ 2147483647 w 88"/>
                <a:gd name="T29" fmla="*/ 2147483647 h 104"/>
                <a:gd name="T30" fmla="*/ 2147483647 w 88"/>
                <a:gd name="T31" fmla="*/ 2147483647 h 104"/>
                <a:gd name="T32" fmla="*/ 2147483647 w 88"/>
                <a:gd name="T33" fmla="*/ 2147483647 h 104"/>
                <a:gd name="T34" fmla="*/ 0 w 88"/>
                <a:gd name="T35" fmla="*/ 2147483647 h 104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88"/>
                <a:gd name="T55" fmla="*/ 0 h 104"/>
                <a:gd name="T56" fmla="*/ 88 w 88"/>
                <a:gd name="T57" fmla="*/ 104 h 104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88" h="104">
                  <a:moveTo>
                    <a:pt x="0" y="88"/>
                  </a:moveTo>
                  <a:lnTo>
                    <a:pt x="8" y="64"/>
                  </a:lnTo>
                  <a:lnTo>
                    <a:pt x="16" y="48"/>
                  </a:lnTo>
                  <a:lnTo>
                    <a:pt x="40" y="40"/>
                  </a:lnTo>
                  <a:lnTo>
                    <a:pt x="48" y="32"/>
                  </a:lnTo>
                  <a:lnTo>
                    <a:pt x="56" y="16"/>
                  </a:lnTo>
                  <a:lnTo>
                    <a:pt x="64" y="0"/>
                  </a:lnTo>
                  <a:lnTo>
                    <a:pt x="72" y="8"/>
                  </a:lnTo>
                  <a:lnTo>
                    <a:pt x="88" y="8"/>
                  </a:lnTo>
                  <a:lnTo>
                    <a:pt x="88" y="24"/>
                  </a:lnTo>
                  <a:lnTo>
                    <a:pt x="72" y="32"/>
                  </a:lnTo>
                  <a:lnTo>
                    <a:pt x="64" y="40"/>
                  </a:lnTo>
                  <a:lnTo>
                    <a:pt x="48" y="56"/>
                  </a:lnTo>
                  <a:lnTo>
                    <a:pt x="48" y="72"/>
                  </a:lnTo>
                  <a:lnTo>
                    <a:pt x="40" y="96"/>
                  </a:lnTo>
                  <a:lnTo>
                    <a:pt x="24" y="104"/>
                  </a:lnTo>
                  <a:lnTo>
                    <a:pt x="8" y="96"/>
                  </a:lnTo>
                  <a:lnTo>
                    <a:pt x="0" y="88"/>
                  </a:lnTo>
                  <a:close/>
                </a:path>
              </a:pathLst>
            </a:custGeom>
            <a:grpFill/>
            <a:ln w="6350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26" name="Freeform 576"/>
            <p:cNvSpPr>
              <a:spLocks/>
            </p:cNvSpPr>
            <p:nvPr/>
          </p:nvSpPr>
          <p:spPr bwMode="auto">
            <a:xfrm>
              <a:off x="4633997" y="2618916"/>
              <a:ext cx="33787" cy="161137"/>
            </a:xfrm>
            <a:custGeom>
              <a:avLst/>
              <a:gdLst>
                <a:gd name="T0" fmla="*/ 2147483647 w 32"/>
                <a:gd name="T1" fmla="*/ 2147483647 h 152"/>
                <a:gd name="T2" fmla="*/ 2147483647 w 32"/>
                <a:gd name="T3" fmla="*/ 2147483647 h 152"/>
                <a:gd name="T4" fmla="*/ 2147483647 w 32"/>
                <a:gd name="T5" fmla="*/ 2147483647 h 152"/>
                <a:gd name="T6" fmla="*/ 0 w 32"/>
                <a:gd name="T7" fmla="*/ 2147483647 h 152"/>
                <a:gd name="T8" fmla="*/ 2147483647 w 32"/>
                <a:gd name="T9" fmla="*/ 2147483647 h 152"/>
                <a:gd name="T10" fmla="*/ 2147483647 w 32"/>
                <a:gd name="T11" fmla="*/ 0 h 152"/>
                <a:gd name="T12" fmla="*/ 2147483647 w 32"/>
                <a:gd name="T13" fmla="*/ 2147483647 h 152"/>
                <a:gd name="T14" fmla="*/ 2147483647 w 32"/>
                <a:gd name="T15" fmla="*/ 2147483647 h 152"/>
                <a:gd name="T16" fmla="*/ 2147483647 w 32"/>
                <a:gd name="T17" fmla="*/ 2147483647 h 152"/>
                <a:gd name="T18" fmla="*/ 2147483647 w 32"/>
                <a:gd name="T19" fmla="*/ 2147483647 h 152"/>
                <a:gd name="T20" fmla="*/ 2147483647 w 32"/>
                <a:gd name="T21" fmla="*/ 2147483647 h 152"/>
                <a:gd name="T22" fmla="*/ 2147483647 w 32"/>
                <a:gd name="T23" fmla="*/ 2147483647 h 152"/>
                <a:gd name="T24" fmla="*/ 2147483647 w 32"/>
                <a:gd name="T25" fmla="*/ 2147483647 h 152"/>
                <a:gd name="T26" fmla="*/ 2147483647 w 32"/>
                <a:gd name="T27" fmla="*/ 2147483647 h 152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32"/>
                <a:gd name="T43" fmla="*/ 0 h 152"/>
                <a:gd name="T44" fmla="*/ 32 w 32"/>
                <a:gd name="T45" fmla="*/ 152 h 152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32" h="152">
                  <a:moveTo>
                    <a:pt x="8" y="144"/>
                  </a:moveTo>
                  <a:lnTo>
                    <a:pt x="8" y="120"/>
                  </a:lnTo>
                  <a:lnTo>
                    <a:pt x="8" y="56"/>
                  </a:lnTo>
                  <a:lnTo>
                    <a:pt x="0" y="40"/>
                  </a:lnTo>
                  <a:lnTo>
                    <a:pt x="8" y="16"/>
                  </a:lnTo>
                  <a:lnTo>
                    <a:pt x="8" y="0"/>
                  </a:lnTo>
                  <a:lnTo>
                    <a:pt x="16" y="24"/>
                  </a:lnTo>
                  <a:lnTo>
                    <a:pt x="16" y="40"/>
                  </a:lnTo>
                  <a:lnTo>
                    <a:pt x="32" y="104"/>
                  </a:lnTo>
                  <a:lnTo>
                    <a:pt x="24" y="96"/>
                  </a:lnTo>
                  <a:lnTo>
                    <a:pt x="16" y="112"/>
                  </a:lnTo>
                  <a:lnTo>
                    <a:pt x="16" y="128"/>
                  </a:lnTo>
                  <a:lnTo>
                    <a:pt x="32" y="152"/>
                  </a:lnTo>
                  <a:lnTo>
                    <a:pt x="8" y="144"/>
                  </a:lnTo>
                  <a:close/>
                </a:path>
              </a:pathLst>
            </a:custGeom>
            <a:grpFill/>
            <a:ln w="6350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27" name="Freeform 577"/>
            <p:cNvSpPr>
              <a:spLocks/>
            </p:cNvSpPr>
            <p:nvPr/>
          </p:nvSpPr>
          <p:spPr bwMode="auto">
            <a:xfrm>
              <a:off x="4972732" y="4076949"/>
              <a:ext cx="93564" cy="110890"/>
            </a:xfrm>
            <a:custGeom>
              <a:avLst/>
              <a:gdLst>
                <a:gd name="T0" fmla="*/ 0 w 88"/>
                <a:gd name="T1" fmla="*/ 2147483647 h 104"/>
                <a:gd name="T2" fmla="*/ 2147483647 w 88"/>
                <a:gd name="T3" fmla="*/ 2147483647 h 104"/>
                <a:gd name="T4" fmla="*/ 2147483647 w 88"/>
                <a:gd name="T5" fmla="*/ 2147483647 h 104"/>
                <a:gd name="T6" fmla="*/ 2147483647 w 88"/>
                <a:gd name="T7" fmla="*/ 2147483647 h 104"/>
                <a:gd name="T8" fmla="*/ 2147483647 w 88"/>
                <a:gd name="T9" fmla="*/ 2147483647 h 104"/>
                <a:gd name="T10" fmla="*/ 2147483647 w 88"/>
                <a:gd name="T11" fmla="*/ 2147483647 h 104"/>
                <a:gd name="T12" fmla="*/ 2147483647 w 88"/>
                <a:gd name="T13" fmla="*/ 0 h 104"/>
                <a:gd name="T14" fmla="*/ 2147483647 w 88"/>
                <a:gd name="T15" fmla="*/ 2147483647 h 104"/>
                <a:gd name="T16" fmla="*/ 2147483647 w 88"/>
                <a:gd name="T17" fmla="*/ 2147483647 h 104"/>
                <a:gd name="T18" fmla="*/ 2147483647 w 88"/>
                <a:gd name="T19" fmla="*/ 2147483647 h 104"/>
                <a:gd name="T20" fmla="*/ 2147483647 w 88"/>
                <a:gd name="T21" fmla="*/ 2147483647 h 104"/>
                <a:gd name="T22" fmla="*/ 2147483647 w 88"/>
                <a:gd name="T23" fmla="*/ 2147483647 h 104"/>
                <a:gd name="T24" fmla="*/ 2147483647 w 88"/>
                <a:gd name="T25" fmla="*/ 2147483647 h 104"/>
                <a:gd name="T26" fmla="*/ 2147483647 w 88"/>
                <a:gd name="T27" fmla="*/ 2147483647 h 104"/>
                <a:gd name="T28" fmla="*/ 2147483647 w 88"/>
                <a:gd name="T29" fmla="*/ 2147483647 h 104"/>
                <a:gd name="T30" fmla="*/ 2147483647 w 88"/>
                <a:gd name="T31" fmla="*/ 2147483647 h 104"/>
                <a:gd name="T32" fmla="*/ 2147483647 w 88"/>
                <a:gd name="T33" fmla="*/ 2147483647 h 104"/>
                <a:gd name="T34" fmla="*/ 0 w 88"/>
                <a:gd name="T35" fmla="*/ 2147483647 h 104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88"/>
                <a:gd name="T55" fmla="*/ 0 h 104"/>
                <a:gd name="T56" fmla="*/ 88 w 88"/>
                <a:gd name="T57" fmla="*/ 104 h 104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88" h="104">
                  <a:moveTo>
                    <a:pt x="0" y="88"/>
                  </a:moveTo>
                  <a:lnTo>
                    <a:pt x="8" y="64"/>
                  </a:lnTo>
                  <a:lnTo>
                    <a:pt x="16" y="48"/>
                  </a:lnTo>
                  <a:lnTo>
                    <a:pt x="40" y="40"/>
                  </a:lnTo>
                  <a:lnTo>
                    <a:pt x="48" y="32"/>
                  </a:lnTo>
                  <a:lnTo>
                    <a:pt x="56" y="16"/>
                  </a:lnTo>
                  <a:lnTo>
                    <a:pt x="64" y="0"/>
                  </a:lnTo>
                  <a:lnTo>
                    <a:pt x="72" y="8"/>
                  </a:lnTo>
                  <a:lnTo>
                    <a:pt x="88" y="8"/>
                  </a:lnTo>
                  <a:lnTo>
                    <a:pt x="88" y="24"/>
                  </a:lnTo>
                  <a:lnTo>
                    <a:pt x="72" y="32"/>
                  </a:lnTo>
                  <a:lnTo>
                    <a:pt x="64" y="40"/>
                  </a:lnTo>
                  <a:lnTo>
                    <a:pt x="48" y="56"/>
                  </a:lnTo>
                  <a:lnTo>
                    <a:pt x="48" y="72"/>
                  </a:lnTo>
                  <a:lnTo>
                    <a:pt x="40" y="96"/>
                  </a:lnTo>
                  <a:lnTo>
                    <a:pt x="24" y="104"/>
                  </a:lnTo>
                  <a:lnTo>
                    <a:pt x="8" y="96"/>
                  </a:lnTo>
                  <a:lnTo>
                    <a:pt x="0" y="88"/>
                  </a:lnTo>
                  <a:close/>
                </a:path>
              </a:pathLst>
            </a:custGeom>
            <a:grpFill/>
            <a:ln w="6350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28" name="Freeform 578"/>
            <p:cNvSpPr>
              <a:spLocks/>
            </p:cNvSpPr>
            <p:nvPr/>
          </p:nvSpPr>
          <p:spPr bwMode="auto">
            <a:xfrm>
              <a:off x="5057632" y="3975589"/>
              <a:ext cx="68440" cy="110024"/>
            </a:xfrm>
            <a:custGeom>
              <a:avLst/>
              <a:gdLst>
                <a:gd name="T0" fmla="*/ 0 w 64"/>
                <a:gd name="T1" fmla="*/ 2147483647 h 104"/>
                <a:gd name="T2" fmla="*/ 2147483647 w 64"/>
                <a:gd name="T3" fmla="*/ 2147483647 h 104"/>
                <a:gd name="T4" fmla="*/ 2147483647 w 64"/>
                <a:gd name="T5" fmla="*/ 2147483647 h 104"/>
                <a:gd name="T6" fmla="*/ 0 w 64"/>
                <a:gd name="T7" fmla="*/ 0 h 104"/>
                <a:gd name="T8" fmla="*/ 2147483647 w 64"/>
                <a:gd name="T9" fmla="*/ 2147483647 h 104"/>
                <a:gd name="T10" fmla="*/ 2147483647 w 64"/>
                <a:gd name="T11" fmla="*/ 2147483647 h 104"/>
                <a:gd name="T12" fmla="*/ 2147483647 w 64"/>
                <a:gd name="T13" fmla="*/ 2147483647 h 104"/>
                <a:gd name="T14" fmla="*/ 2147483647 w 64"/>
                <a:gd name="T15" fmla="*/ 2147483647 h 104"/>
                <a:gd name="T16" fmla="*/ 2147483647 w 64"/>
                <a:gd name="T17" fmla="*/ 2147483647 h 104"/>
                <a:gd name="T18" fmla="*/ 2147483647 w 64"/>
                <a:gd name="T19" fmla="*/ 2147483647 h 104"/>
                <a:gd name="T20" fmla="*/ 2147483647 w 64"/>
                <a:gd name="T21" fmla="*/ 2147483647 h 104"/>
                <a:gd name="T22" fmla="*/ 2147483647 w 64"/>
                <a:gd name="T23" fmla="*/ 2147483647 h 104"/>
                <a:gd name="T24" fmla="*/ 2147483647 w 64"/>
                <a:gd name="T25" fmla="*/ 2147483647 h 104"/>
                <a:gd name="T26" fmla="*/ 2147483647 w 64"/>
                <a:gd name="T27" fmla="*/ 2147483647 h 104"/>
                <a:gd name="T28" fmla="*/ 2147483647 w 64"/>
                <a:gd name="T29" fmla="*/ 2147483647 h 104"/>
                <a:gd name="T30" fmla="*/ 2147483647 w 64"/>
                <a:gd name="T31" fmla="*/ 2147483647 h 104"/>
                <a:gd name="T32" fmla="*/ 2147483647 w 64"/>
                <a:gd name="T33" fmla="*/ 2147483647 h 104"/>
                <a:gd name="T34" fmla="*/ 0 w 64"/>
                <a:gd name="T35" fmla="*/ 2147483647 h 104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64"/>
                <a:gd name="T55" fmla="*/ 0 h 104"/>
                <a:gd name="T56" fmla="*/ 64 w 64"/>
                <a:gd name="T57" fmla="*/ 104 h 104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64" h="104">
                  <a:moveTo>
                    <a:pt x="0" y="72"/>
                  </a:moveTo>
                  <a:lnTo>
                    <a:pt x="16" y="48"/>
                  </a:lnTo>
                  <a:lnTo>
                    <a:pt x="16" y="32"/>
                  </a:lnTo>
                  <a:lnTo>
                    <a:pt x="0" y="0"/>
                  </a:lnTo>
                  <a:lnTo>
                    <a:pt x="16" y="8"/>
                  </a:lnTo>
                  <a:lnTo>
                    <a:pt x="16" y="24"/>
                  </a:lnTo>
                  <a:lnTo>
                    <a:pt x="24" y="40"/>
                  </a:lnTo>
                  <a:lnTo>
                    <a:pt x="40" y="48"/>
                  </a:lnTo>
                  <a:lnTo>
                    <a:pt x="56" y="40"/>
                  </a:lnTo>
                  <a:lnTo>
                    <a:pt x="64" y="48"/>
                  </a:lnTo>
                  <a:lnTo>
                    <a:pt x="56" y="56"/>
                  </a:lnTo>
                  <a:lnTo>
                    <a:pt x="48" y="64"/>
                  </a:lnTo>
                  <a:lnTo>
                    <a:pt x="40" y="72"/>
                  </a:lnTo>
                  <a:lnTo>
                    <a:pt x="40" y="88"/>
                  </a:lnTo>
                  <a:lnTo>
                    <a:pt x="24" y="104"/>
                  </a:lnTo>
                  <a:lnTo>
                    <a:pt x="16" y="96"/>
                  </a:lnTo>
                  <a:lnTo>
                    <a:pt x="16" y="80"/>
                  </a:lnTo>
                  <a:lnTo>
                    <a:pt x="0" y="72"/>
                  </a:lnTo>
                  <a:close/>
                </a:path>
              </a:pathLst>
            </a:custGeom>
            <a:grpFill/>
            <a:ln w="6350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29" name="Freeform 579"/>
            <p:cNvSpPr>
              <a:spLocks/>
            </p:cNvSpPr>
            <p:nvPr/>
          </p:nvSpPr>
          <p:spPr bwMode="auto">
            <a:xfrm>
              <a:off x="4251946" y="3635987"/>
              <a:ext cx="534526" cy="407175"/>
            </a:xfrm>
            <a:custGeom>
              <a:avLst/>
              <a:gdLst>
                <a:gd name="T0" fmla="*/ 2147483647 w 504"/>
                <a:gd name="T1" fmla="*/ 2147483647 h 384"/>
                <a:gd name="T2" fmla="*/ 2147483647 w 504"/>
                <a:gd name="T3" fmla="*/ 2147483647 h 384"/>
                <a:gd name="T4" fmla="*/ 0 w 504"/>
                <a:gd name="T5" fmla="*/ 2147483647 h 384"/>
                <a:gd name="T6" fmla="*/ 2147483647 w 504"/>
                <a:gd name="T7" fmla="*/ 2147483647 h 384"/>
                <a:gd name="T8" fmla="*/ 2147483647 w 504"/>
                <a:gd name="T9" fmla="*/ 2147483647 h 384"/>
                <a:gd name="T10" fmla="*/ 2147483647 w 504"/>
                <a:gd name="T11" fmla="*/ 2147483647 h 384"/>
                <a:gd name="T12" fmla="*/ 2147483647 w 504"/>
                <a:gd name="T13" fmla="*/ 2147483647 h 384"/>
                <a:gd name="T14" fmla="*/ 2147483647 w 504"/>
                <a:gd name="T15" fmla="*/ 2147483647 h 384"/>
                <a:gd name="T16" fmla="*/ 2147483647 w 504"/>
                <a:gd name="T17" fmla="*/ 2147483647 h 384"/>
                <a:gd name="T18" fmla="*/ 2147483647 w 504"/>
                <a:gd name="T19" fmla="*/ 2147483647 h 384"/>
                <a:gd name="T20" fmla="*/ 2147483647 w 504"/>
                <a:gd name="T21" fmla="*/ 0 h 384"/>
                <a:gd name="T22" fmla="*/ 2147483647 w 504"/>
                <a:gd name="T23" fmla="*/ 2147483647 h 384"/>
                <a:gd name="T24" fmla="*/ 2147483647 w 504"/>
                <a:gd name="T25" fmla="*/ 2147483647 h 384"/>
                <a:gd name="T26" fmla="*/ 2147483647 w 504"/>
                <a:gd name="T27" fmla="*/ 2147483647 h 384"/>
                <a:gd name="T28" fmla="*/ 2147483647 w 504"/>
                <a:gd name="T29" fmla="*/ 2147483647 h 384"/>
                <a:gd name="T30" fmla="*/ 2147483647 w 504"/>
                <a:gd name="T31" fmla="*/ 2147483647 h 384"/>
                <a:gd name="T32" fmla="*/ 2147483647 w 504"/>
                <a:gd name="T33" fmla="*/ 2147483647 h 384"/>
                <a:gd name="T34" fmla="*/ 2147483647 w 504"/>
                <a:gd name="T35" fmla="*/ 2147483647 h 384"/>
                <a:gd name="T36" fmla="*/ 2147483647 w 504"/>
                <a:gd name="T37" fmla="*/ 2147483647 h 384"/>
                <a:gd name="T38" fmla="*/ 2147483647 w 504"/>
                <a:gd name="T39" fmla="*/ 2147483647 h 384"/>
                <a:gd name="T40" fmla="*/ 2147483647 w 504"/>
                <a:gd name="T41" fmla="*/ 2147483647 h 384"/>
                <a:gd name="T42" fmla="*/ 2147483647 w 504"/>
                <a:gd name="T43" fmla="*/ 2147483647 h 384"/>
                <a:gd name="T44" fmla="*/ 2147483647 w 504"/>
                <a:gd name="T45" fmla="*/ 2147483647 h 384"/>
                <a:gd name="T46" fmla="*/ 2147483647 w 504"/>
                <a:gd name="T47" fmla="*/ 2147483647 h 384"/>
                <a:gd name="T48" fmla="*/ 2147483647 w 504"/>
                <a:gd name="T49" fmla="*/ 2147483647 h 384"/>
                <a:gd name="T50" fmla="*/ 2147483647 w 504"/>
                <a:gd name="T51" fmla="*/ 2147483647 h 384"/>
                <a:gd name="T52" fmla="*/ 2147483647 w 504"/>
                <a:gd name="T53" fmla="*/ 2147483647 h 384"/>
                <a:gd name="T54" fmla="*/ 2147483647 w 504"/>
                <a:gd name="T55" fmla="*/ 2147483647 h 384"/>
                <a:gd name="T56" fmla="*/ 2147483647 w 504"/>
                <a:gd name="T57" fmla="*/ 2147483647 h 384"/>
                <a:gd name="T58" fmla="*/ 2147483647 w 504"/>
                <a:gd name="T59" fmla="*/ 2147483647 h 384"/>
                <a:gd name="T60" fmla="*/ 2147483647 w 504"/>
                <a:gd name="T61" fmla="*/ 2147483647 h 384"/>
                <a:gd name="T62" fmla="*/ 2147483647 w 504"/>
                <a:gd name="T63" fmla="*/ 2147483647 h 384"/>
                <a:gd name="T64" fmla="*/ 2147483647 w 504"/>
                <a:gd name="T65" fmla="*/ 2147483647 h 384"/>
                <a:gd name="T66" fmla="*/ 2147483647 w 504"/>
                <a:gd name="T67" fmla="*/ 2147483647 h 384"/>
                <a:gd name="T68" fmla="*/ 2147483647 w 504"/>
                <a:gd name="T69" fmla="*/ 2147483647 h 384"/>
                <a:gd name="T70" fmla="*/ 2147483647 w 504"/>
                <a:gd name="T71" fmla="*/ 2147483647 h 384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504"/>
                <a:gd name="T109" fmla="*/ 0 h 384"/>
                <a:gd name="T110" fmla="*/ 504 w 504"/>
                <a:gd name="T111" fmla="*/ 384 h 384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504" h="384">
                  <a:moveTo>
                    <a:pt x="24" y="304"/>
                  </a:moveTo>
                  <a:lnTo>
                    <a:pt x="24" y="272"/>
                  </a:lnTo>
                  <a:lnTo>
                    <a:pt x="24" y="256"/>
                  </a:lnTo>
                  <a:lnTo>
                    <a:pt x="8" y="200"/>
                  </a:lnTo>
                  <a:lnTo>
                    <a:pt x="8" y="184"/>
                  </a:lnTo>
                  <a:lnTo>
                    <a:pt x="0" y="160"/>
                  </a:lnTo>
                  <a:lnTo>
                    <a:pt x="8" y="144"/>
                  </a:lnTo>
                  <a:lnTo>
                    <a:pt x="24" y="128"/>
                  </a:lnTo>
                  <a:lnTo>
                    <a:pt x="56" y="112"/>
                  </a:lnTo>
                  <a:lnTo>
                    <a:pt x="80" y="96"/>
                  </a:lnTo>
                  <a:lnTo>
                    <a:pt x="96" y="96"/>
                  </a:lnTo>
                  <a:lnTo>
                    <a:pt x="104" y="72"/>
                  </a:lnTo>
                  <a:lnTo>
                    <a:pt x="120" y="64"/>
                  </a:lnTo>
                  <a:lnTo>
                    <a:pt x="136" y="56"/>
                  </a:lnTo>
                  <a:lnTo>
                    <a:pt x="160" y="40"/>
                  </a:lnTo>
                  <a:lnTo>
                    <a:pt x="176" y="32"/>
                  </a:lnTo>
                  <a:lnTo>
                    <a:pt x="192" y="40"/>
                  </a:lnTo>
                  <a:lnTo>
                    <a:pt x="200" y="40"/>
                  </a:lnTo>
                  <a:lnTo>
                    <a:pt x="208" y="24"/>
                  </a:lnTo>
                  <a:lnTo>
                    <a:pt x="224" y="16"/>
                  </a:lnTo>
                  <a:lnTo>
                    <a:pt x="240" y="8"/>
                  </a:lnTo>
                  <a:lnTo>
                    <a:pt x="248" y="0"/>
                  </a:lnTo>
                  <a:lnTo>
                    <a:pt x="264" y="0"/>
                  </a:lnTo>
                  <a:lnTo>
                    <a:pt x="296" y="8"/>
                  </a:lnTo>
                  <a:lnTo>
                    <a:pt x="288" y="24"/>
                  </a:lnTo>
                  <a:lnTo>
                    <a:pt x="280" y="40"/>
                  </a:lnTo>
                  <a:lnTo>
                    <a:pt x="296" y="48"/>
                  </a:lnTo>
                  <a:lnTo>
                    <a:pt x="312" y="48"/>
                  </a:lnTo>
                  <a:lnTo>
                    <a:pt x="328" y="72"/>
                  </a:lnTo>
                  <a:lnTo>
                    <a:pt x="344" y="72"/>
                  </a:lnTo>
                  <a:lnTo>
                    <a:pt x="360" y="56"/>
                  </a:lnTo>
                  <a:lnTo>
                    <a:pt x="360" y="16"/>
                  </a:lnTo>
                  <a:lnTo>
                    <a:pt x="376" y="0"/>
                  </a:lnTo>
                  <a:lnTo>
                    <a:pt x="384" y="24"/>
                  </a:lnTo>
                  <a:lnTo>
                    <a:pt x="392" y="32"/>
                  </a:lnTo>
                  <a:lnTo>
                    <a:pt x="400" y="40"/>
                  </a:lnTo>
                  <a:lnTo>
                    <a:pt x="408" y="80"/>
                  </a:lnTo>
                  <a:lnTo>
                    <a:pt x="432" y="96"/>
                  </a:lnTo>
                  <a:lnTo>
                    <a:pt x="456" y="104"/>
                  </a:lnTo>
                  <a:lnTo>
                    <a:pt x="464" y="128"/>
                  </a:lnTo>
                  <a:lnTo>
                    <a:pt x="472" y="136"/>
                  </a:lnTo>
                  <a:lnTo>
                    <a:pt x="480" y="160"/>
                  </a:lnTo>
                  <a:lnTo>
                    <a:pt x="504" y="176"/>
                  </a:lnTo>
                  <a:lnTo>
                    <a:pt x="504" y="192"/>
                  </a:lnTo>
                  <a:lnTo>
                    <a:pt x="504" y="216"/>
                  </a:lnTo>
                  <a:lnTo>
                    <a:pt x="504" y="248"/>
                  </a:lnTo>
                  <a:lnTo>
                    <a:pt x="480" y="312"/>
                  </a:lnTo>
                  <a:lnTo>
                    <a:pt x="464" y="344"/>
                  </a:lnTo>
                  <a:lnTo>
                    <a:pt x="464" y="360"/>
                  </a:lnTo>
                  <a:lnTo>
                    <a:pt x="456" y="360"/>
                  </a:lnTo>
                  <a:lnTo>
                    <a:pt x="440" y="368"/>
                  </a:lnTo>
                  <a:lnTo>
                    <a:pt x="424" y="384"/>
                  </a:lnTo>
                  <a:lnTo>
                    <a:pt x="416" y="384"/>
                  </a:lnTo>
                  <a:lnTo>
                    <a:pt x="400" y="368"/>
                  </a:lnTo>
                  <a:lnTo>
                    <a:pt x="384" y="376"/>
                  </a:lnTo>
                  <a:lnTo>
                    <a:pt x="360" y="368"/>
                  </a:lnTo>
                  <a:lnTo>
                    <a:pt x="336" y="352"/>
                  </a:lnTo>
                  <a:lnTo>
                    <a:pt x="320" y="336"/>
                  </a:lnTo>
                  <a:lnTo>
                    <a:pt x="312" y="320"/>
                  </a:lnTo>
                  <a:lnTo>
                    <a:pt x="296" y="320"/>
                  </a:lnTo>
                  <a:lnTo>
                    <a:pt x="280" y="304"/>
                  </a:lnTo>
                  <a:lnTo>
                    <a:pt x="256" y="280"/>
                  </a:lnTo>
                  <a:lnTo>
                    <a:pt x="208" y="272"/>
                  </a:lnTo>
                  <a:lnTo>
                    <a:pt x="176" y="272"/>
                  </a:lnTo>
                  <a:lnTo>
                    <a:pt x="136" y="288"/>
                  </a:lnTo>
                  <a:lnTo>
                    <a:pt x="136" y="296"/>
                  </a:lnTo>
                  <a:lnTo>
                    <a:pt x="112" y="304"/>
                  </a:lnTo>
                  <a:lnTo>
                    <a:pt x="96" y="304"/>
                  </a:lnTo>
                  <a:lnTo>
                    <a:pt x="80" y="312"/>
                  </a:lnTo>
                  <a:lnTo>
                    <a:pt x="56" y="320"/>
                  </a:lnTo>
                  <a:lnTo>
                    <a:pt x="40" y="320"/>
                  </a:lnTo>
                  <a:lnTo>
                    <a:pt x="24" y="304"/>
                  </a:lnTo>
                  <a:close/>
                </a:path>
              </a:pathLst>
            </a:custGeom>
            <a:grpFill/>
            <a:ln w="6350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30" name="Freeform 580"/>
            <p:cNvSpPr>
              <a:spLocks/>
            </p:cNvSpPr>
            <p:nvPr/>
          </p:nvSpPr>
          <p:spPr bwMode="auto">
            <a:xfrm>
              <a:off x="5057632" y="3975589"/>
              <a:ext cx="68440" cy="110024"/>
            </a:xfrm>
            <a:custGeom>
              <a:avLst/>
              <a:gdLst>
                <a:gd name="T0" fmla="*/ 0 w 64"/>
                <a:gd name="T1" fmla="*/ 2147483647 h 104"/>
                <a:gd name="T2" fmla="*/ 2147483647 w 64"/>
                <a:gd name="T3" fmla="*/ 2147483647 h 104"/>
                <a:gd name="T4" fmla="*/ 2147483647 w 64"/>
                <a:gd name="T5" fmla="*/ 2147483647 h 104"/>
                <a:gd name="T6" fmla="*/ 0 w 64"/>
                <a:gd name="T7" fmla="*/ 0 h 104"/>
                <a:gd name="T8" fmla="*/ 2147483647 w 64"/>
                <a:gd name="T9" fmla="*/ 2147483647 h 104"/>
                <a:gd name="T10" fmla="*/ 2147483647 w 64"/>
                <a:gd name="T11" fmla="*/ 2147483647 h 104"/>
                <a:gd name="T12" fmla="*/ 2147483647 w 64"/>
                <a:gd name="T13" fmla="*/ 2147483647 h 104"/>
                <a:gd name="T14" fmla="*/ 2147483647 w 64"/>
                <a:gd name="T15" fmla="*/ 2147483647 h 104"/>
                <a:gd name="T16" fmla="*/ 2147483647 w 64"/>
                <a:gd name="T17" fmla="*/ 2147483647 h 104"/>
                <a:gd name="T18" fmla="*/ 2147483647 w 64"/>
                <a:gd name="T19" fmla="*/ 2147483647 h 104"/>
                <a:gd name="T20" fmla="*/ 2147483647 w 64"/>
                <a:gd name="T21" fmla="*/ 2147483647 h 104"/>
                <a:gd name="T22" fmla="*/ 2147483647 w 64"/>
                <a:gd name="T23" fmla="*/ 2147483647 h 104"/>
                <a:gd name="T24" fmla="*/ 2147483647 w 64"/>
                <a:gd name="T25" fmla="*/ 2147483647 h 104"/>
                <a:gd name="T26" fmla="*/ 2147483647 w 64"/>
                <a:gd name="T27" fmla="*/ 2147483647 h 104"/>
                <a:gd name="T28" fmla="*/ 2147483647 w 64"/>
                <a:gd name="T29" fmla="*/ 2147483647 h 104"/>
                <a:gd name="T30" fmla="*/ 2147483647 w 64"/>
                <a:gd name="T31" fmla="*/ 2147483647 h 104"/>
                <a:gd name="T32" fmla="*/ 2147483647 w 64"/>
                <a:gd name="T33" fmla="*/ 2147483647 h 104"/>
                <a:gd name="T34" fmla="*/ 0 w 64"/>
                <a:gd name="T35" fmla="*/ 2147483647 h 104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64"/>
                <a:gd name="T55" fmla="*/ 0 h 104"/>
                <a:gd name="T56" fmla="*/ 64 w 64"/>
                <a:gd name="T57" fmla="*/ 104 h 104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64" h="104">
                  <a:moveTo>
                    <a:pt x="0" y="72"/>
                  </a:moveTo>
                  <a:lnTo>
                    <a:pt x="16" y="48"/>
                  </a:lnTo>
                  <a:lnTo>
                    <a:pt x="16" y="32"/>
                  </a:lnTo>
                  <a:lnTo>
                    <a:pt x="0" y="0"/>
                  </a:lnTo>
                  <a:lnTo>
                    <a:pt x="16" y="8"/>
                  </a:lnTo>
                  <a:lnTo>
                    <a:pt x="16" y="24"/>
                  </a:lnTo>
                  <a:lnTo>
                    <a:pt x="24" y="40"/>
                  </a:lnTo>
                  <a:lnTo>
                    <a:pt x="40" y="48"/>
                  </a:lnTo>
                  <a:lnTo>
                    <a:pt x="56" y="40"/>
                  </a:lnTo>
                  <a:lnTo>
                    <a:pt x="64" y="48"/>
                  </a:lnTo>
                  <a:lnTo>
                    <a:pt x="56" y="56"/>
                  </a:lnTo>
                  <a:lnTo>
                    <a:pt x="48" y="64"/>
                  </a:lnTo>
                  <a:lnTo>
                    <a:pt x="40" y="72"/>
                  </a:lnTo>
                  <a:lnTo>
                    <a:pt x="40" y="88"/>
                  </a:lnTo>
                  <a:lnTo>
                    <a:pt x="24" y="104"/>
                  </a:lnTo>
                  <a:lnTo>
                    <a:pt x="16" y="96"/>
                  </a:lnTo>
                  <a:lnTo>
                    <a:pt x="16" y="80"/>
                  </a:lnTo>
                  <a:lnTo>
                    <a:pt x="0" y="72"/>
                  </a:lnTo>
                  <a:close/>
                </a:path>
              </a:pathLst>
            </a:custGeom>
            <a:grpFill/>
            <a:ln w="6350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31" name="Freeform 581"/>
            <p:cNvSpPr>
              <a:spLocks/>
            </p:cNvSpPr>
            <p:nvPr/>
          </p:nvSpPr>
          <p:spPr bwMode="auto">
            <a:xfrm>
              <a:off x="4251946" y="3635987"/>
              <a:ext cx="534526" cy="407175"/>
            </a:xfrm>
            <a:custGeom>
              <a:avLst/>
              <a:gdLst>
                <a:gd name="T0" fmla="*/ 2147483647 w 504"/>
                <a:gd name="T1" fmla="*/ 2147483647 h 384"/>
                <a:gd name="T2" fmla="*/ 2147483647 w 504"/>
                <a:gd name="T3" fmla="*/ 2147483647 h 384"/>
                <a:gd name="T4" fmla="*/ 0 w 504"/>
                <a:gd name="T5" fmla="*/ 2147483647 h 384"/>
                <a:gd name="T6" fmla="*/ 2147483647 w 504"/>
                <a:gd name="T7" fmla="*/ 2147483647 h 384"/>
                <a:gd name="T8" fmla="*/ 2147483647 w 504"/>
                <a:gd name="T9" fmla="*/ 2147483647 h 384"/>
                <a:gd name="T10" fmla="*/ 2147483647 w 504"/>
                <a:gd name="T11" fmla="*/ 2147483647 h 384"/>
                <a:gd name="T12" fmla="*/ 2147483647 w 504"/>
                <a:gd name="T13" fmla="*/ 2147483647 h 384"/>
                <a:gd name="T14" fmla="*/ 2147483647 w 504"/>
                <a:gd name="T15" fmla="*/ 2147483647 h 384"/>
                <a:gd name="T16" fmla="*/ 2147483647 w 504"/>
                <a:gd name="T17" fmla="*/ 2147483647 h 384"/>
                <a:gd name="T18" fmla="*/ 2147483647 w 504"/>
                <a:gd name="T19" fmla="*/ 2147483647 h 384"/>
                <a:gd name="T20" fmla="*/ 2147483647 w 504"/>
                <a:gd name="T21" fmla="*/ 0 h 384"/>
                <a:gd name="T22" fmla="*/ 2147483647 w 504"/>
                <a:gd name="T23" fmla="*/ 2147483647 h 384"/>
                <a:gd name="T24" fmla="*/ 2147483647 w 504"/>
                <a:gd name="T25" fmla="*/ 2147483647 h 384"/>
                <a:gd name="T26" fmla="*/ 2147483647 w 504"/>
                <a:gd name="T27" fmla="*/ 2147483647 h 384"/>
                <a:gd name="T28" fmla="*/ 2147483647 w 504"/>
                <a:gd name="T29" fmla="*/ 2147483647 h 384"/>
                <a:gd name="T30" fmla="*/ 2147483647 w 504"/>
                <a:gd name="T31" fmla="*/ 2147483647 h 384"/>
                <a:gd name="T32" fmla="*/ 2147483647 w 504"/>
                <a:gd name="T33" fmla="*/ 2147483647 h 384"/>
                <a:gd name="T34" fmla="*/ 2147483647 w 504"/>
                <a:gd name="T35" fmla="*/ 2147483647 h 384"/>
                <a:gd name="T36" fmla="*/ 2147483647 w 504"/>
                <a:gd name="T37" fmla="*/ 2147483647 h 384"/>
                <a:gd name="T38" fmla="*/ 2147483647 w 504"/>
                <a:gd name="T39" fmla="*/ 2147483647 h 384"/>
                <a:gd name="T40" fmla="*/ 2147483647 w 504"/>
                <a:gd name="T41" fmla="*/ 2147483647 h 384"/>
                <a:gd name="T42" fmla="*/ 2147483647 w 504"/>
                <a:gd name="T43" fmla="*/ 2147483647 h 384"/>
                <a:gd name="T44" fmla="*/ 2147483647 w 504"/>
                <a:gd name="T45" fmla="*/ 2147483647 h 384"/>
                <a:gd name="T46" fmla="*/ 2147483647 w 504"/>
                <a:gd name="T47" fmla="*/ 2147483647 h 384"/>
                <a:gd name="T48" fmla="*/ 2147483647 w 504"/>
                <a:gd name="T49" fmla="*/ 2147483647 h 384"/>
                <a:gd name="T50" fmla="*/ 2147483647 w 504"/>
                <a:gd name="T51" fmla="*/ 2147483647 h 384"/>
                <a:gd name="T52" fmla="*/ 2147483647 w 504"/>
                <a:gd name="T53" fmla="*/ 2147483647 h 384"/>
                <a:gd name="T54" fmla="*/ 2147483647 w 504"/>
                <a:gd name="T55" fmla="*/ 2147483647 h 384"/>
                <a:gd name="T56" fmla="*/ 2147483647 w 504"/>
                <a:gd name="T57" fmla="*/ 2147483647 h 384"/>
                <a:gd name="T58" fmla="*/ 2147483647 w 504"/>
                <a:gd name="T59" fmla="*/ 2147483647 h 384"/>
                <a:gd name="T60" fmla="*/ 2147483647 w 504"/>
                <a:gd name="T61" fmla="*/ 2147483647 h 384"/>
                <a:gd name="T62" fmla="*/ 2147483647 w 504"/>
                <a:gd name="T63" fmla="*/ 2147483647 h 384"/>
                <a:gd name="T64" fmla="*/ 2147483647 w 504"/>
                <a:gd name="T65" fmla="*/ 2147483647 h 384"/>
                <a:gd name="T66" fmla="*/ 2147483647 w 504"/>
                <a:gd name="T67" fmla="*/ 2147483647 h 384"/>
                <a:gd name="T68" fmla="*/ 2147483647 w 504"/>
                <a:gd name="T69" fmla="*/ 2147483647 h 384"/>
                <a:gd name="T70" fmla="*/ 2147483647 w 504"/>
                <a:gd name="T71" fmla="*/ 2147483647 h 384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504"/>
                <a:gd name="T109" fmla="*/ 0 h 384"/>
                <a:gd name="T110" fmla="*/ 504 w 504"/>
                <a:gd name="T111" fmla="*/ 384 h 384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504" h="384">
                  <a:moveTo>
                    <a:pt x="24" y="304"/>
                  </a:moveTo>
                  <a:lnTo>
                    <a:pt x="24" y="272"/>
                  </a:lnTo>
                  <a:lnTo>
                    <a:pt x="24" y="256"/>
                  </a:lnTo>
                  <a:lnTo>
                    <a:pt x="8" y="200"/>
                  </a:lnTo>
                  <a:lnTo>
                    <a:pt x="8" y="184"/>
                  </a:lnTo>
                  <a:lnTo>
                    <a:pt x="0" y="160"/>
                  </a:lnTo>
                  <a:lnTo>
                    <a:pt x="8" y="144"/>
                  </a:lnTo>
                  <a:lnTo>
                    <a:pt x="24" y="128"/>
                  </a:lnTo>
                  <a:lnTo>
                    <a:pt x="56" y="112"/>
                  </a:lnTo>
                  <a:lnTo>
                    <a:pt x="80" y="96"/>
                  </a:lnTo>
                  <a:lnTo>
                    <a:pt x="96" y="96"/>
                  </a:lnTo>
                  <a:lnTo>
                    <a:pt x="104" y="72"/>
                  </a:lnTo>
                  <a:lnTo>
                    <a:pt x="120" y="64"/>
                  </a:lnTo>
                  <a:lnTo>
                    <a:pt x="136" y="56"/>
                  </a:lnTo>
                  <a:lnTo>
                    <a:pt x="160" y="40"/>
                  </a:lnTo>
                  <a:lnTo>
                    <a:pt x="176" y="32"/>
                  </a:lnTo>
                  <a:lnTo>
                    <a:pt x="192" y="40"/>
                  </a:lnTo>
                  <a:lnTo>
                    <a:pt x="200" y="40"/>
                  </a:lnTo>
                  <a:lnTo>
                    <a:pt x="208" y="24"/>
                  </a:lnTo>
                  <a:lnTo>
                    <a:pt x="224" y="16"/>
                  </a:lnTo>
                  <a:lnTo>
                    <a:pt x="240" y="8"/>
                  </a:lnTo>
                  <a:lnTo>
                    <a:pt x="248" y="0"/>
                  </a:lnTo>
                  <a:lnTo>
                    <a:pt x="264" y="0"/>
                  </a:lnTo>
                  <a:lnTo>
                    <a:pt x="296" y="8"/>
                  </a:lnTo>
                  <a:lnTo>
                    <a:pt x="288" y="24"/>
                  </a:lnTo>
                  <a:lnTo>
                    <a:pt x="280" y="40"/>
                  </a:lnTo>
                  <a:lnTo>
                    <a:pt x="296" y="48"/>
                  </a:lnTo>
                  <a:lnTo>
                    <a:pt x="312" y="48"/>
                  </a:lnTo>
                  <a:lnTo>
                    <a:pt x="328" y="72"/>
                  </a:lnTo>
                  <a:lnTo>
                    <a:pt x="344" y="72"/>
                  </a:lnTo>
                  <a:lnTo>
                    <a:pt x="360" y="56"/>
                  </a:lnTo>
                  <a:lnTo>
                    <a:pt x="360" y="16"/>
                  </a:lnTo>
                  <a:lnTo>
                    <a:pt x="376" y="0"/>
                  </a:lnTo>
                  <a:lnTo>
                    <a:pt x="384" y="24"/>
                  </a:lnTo>
                  <a:lnTo>
                    <a:pt x="392" y="32"/>
                  </a:lnTo>
                  <a:lnTo>
                    <a:pt x="400" y="40"/>
                  </a:lnTo>
                  <a:lnTo>
                    <a:pt x="408" y="80"/>
                  </a:lnTo>
                  <a:lnTo>
                    <a:pt x="432" y="96"/>
                  </a:lnTo>
                  <a:lnTo>
                    <a:pt x="456" y="104"/>
                  </a:lnTo>
                  <a:lnTo>
                    <a:pt x="464" y="128"/>
                  </a:lnTo>
                  <a:lnTo>
                    <a:pt x="472" y="136"/>
                  </a:lnTo>
                  <a:lnTo>
                    <a:pt x="480" y="160"/>
                  </a:lnTo>
                  <a:lnTo>
                    <a:pt x="504" y="176"/>
                  </a:lnTo>
                  <a:lnTo>
                    <a:pt x="504" y="192"/>
                  </a:lnTo>
                  <a:lnTo>
                    <a:pt x="504" y="216"/>
                  </a:lnTo>
                  <a:lnTo>
                    <a:pt x="504" y="248"/>
                  </a:lnTo>
                  <a:lnTo>
                    <a:pt x="480" y="312"/>
                  </a:lnTo>
                  <a:lnTo>
                    <a:pt x="464" y="344"/>
                  </a:lnTo>
                  <a:lnTo>
                    <a:pt x="464" y="360"/>
                  </a:lnTo>
                  <a:lnTo>
                    <a:pt x="456" y="360"/>
                  </a:lnTo>
                  <a:lnTo>
                    <a:pt x="440" y="368"/>
                  </a:lnTo>
                  <a:lnTo>
                    <a:pt x="424" y="384"/>
                  </a:lnTo>
                  <a:lnTo>
                    <a:pt x="416" y="384"/>
                  </a:lnTo>
                  <a:lnTo>
                    <a:pt x="400" y="368"/>
                  </a:lnTo>
                  <a:lnTo>
                    <a:pt x="384" y="376"/>
                  </a:lnTo>
                  <a:lnTo>
                    <a:pt x="360" y="368"/>
                  </a:lnTo>
                  <a:lnTo>
                    <a:pt x="336" y="352"/>
                  </a:lnTo>
                  <a:lnTo>
                    <a:pt x="320" y="336"/>
                  </a:lnTo>
                  <a:lnTo>
                    <a:pt x="312" y="320"/>
                  </a:lnTo>
                  <a:lnTo>
                    <a:pt x="296" y="320"/>
                  </a:lnTo>
                  <a:lnTo>
                    <a:pt x="280" y="304"/>
                  </a:lnTo>
                  <a:lnTo>
                    <a:pt x="256" y="280"/>
                  </a:lnTo>
                  <a:lnTo>
                    <a:pt x="208" y="272"/>
                  </a:lnTo>
                  <a:lnTo>
                    <a:pt x="176" y="272"/>
                  </a:lnTo>
                  <a:lnTo>
                    <a:pt x="136" y="288"/>
                  </a:lnTo>
                  <a:lnTo>
                    <a:pt x="136" y="296"/>
                  </a:lnTo>
                  <a:lnTo>
                    <a:pt x="112" y="304"/>
                  </a:lnTo>
                  <a:lnTo>
                    <a:pt x="96" y="304"/>
                  </a:lnTo>
                  <a:lnTo>
                    <a:pt x="80" y="312"/>
                  </a:lnTo>
                  <a:lnTo>
                    <a:pt x="56" y="320"/>
                  </a:lnTo>
                  <a:lnTo>
                    <a:pt x="40" y="320"/>
                  </a:lnTo>
                  <a:lnTo>
                    <a:pt x="24" y="304"/>
                  </a:lnTo>
                  <a:close/>
                </a:path>
              </a:pathLst>
            </a:custGeom>
            <a:grpFill/>
            <a:ln w="6350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32" name="Freeform 582"/>
            <p:cNvSpPr>
              <a:spLocks/>
            </p:cNvSpPr>
            <p:nvPr/>
          </p:nvSpPr>
          <p:spPr bwMode="auto">
            <a:xfrm>
              <a:off x="4676447" y="4069152"/>
              <a:ext cx="42450" cy="58910"/>
            </a:xfrm>
            <a:custGeom>
              <a:avLst/>
              <a:gdLst>
                <a:gd name="T0" fmla="*/ 0 w 40"/>
                <a:gd name="T1" fmla="*/ 2147483647 h 56"/>
                <a:gd name="T2" fmla="*/ 2147483647 w 40"/>
                <a:gd name="T3" fmla="*/ 2147483647 h 56"/>
                <a:gd name="T4" fmla="*/ 2147483647 w 40"/>
                <a:gd name="T5" fmla="*/ 2147483647 h 56"/>
                <a:gd name="T6" fmla="*/ 2147483647 w 40"/>
                <a:gd name="T7" fmla="*/ 2147483647 h 56"/>
                <a:gd name="T8" fmla="*/ 2147483647 w 40"/>
                <a:gd name="T9" fmla="*/ 2147483647 h 56"/>
                <a:gd name="T10" fmla="*/ 2147483647 w 40"/>
                <a:gd name="T11" fmla="*/ 2147483647 h 56"/>
                <a:gd name="T12" fmla="*/ 2147483647 w 40"/>
                <a:gd name="T13" fmla="*/ 0 h 56"/>
                <a:gd name="T14" fmla="*/ 2147483647 w 40"/>
                <a:gd name="T15" fmla="*/ 2147483647 h 56"/>
                <a:gd name="T16" fmla="*/ 0 w 40"/>
                <a:gd name="T17" fmla="*/ 2147483647 h 5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40"/>
                <a:gd name="T28" fmla="*/ 0 h 56"/>
                <a:gd name="T29" fmla="*/ 40 w 40"/>
                <a:gd name="T30" fmla="*/ 56 h 5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40" h="56">
                  <a:moveTo>
                    <a:pt x="0" y="8"/>
                  </a:moveTo>
                  <a:lnTo>
                    <a:pt x="8" y="32"/>
                  </a:lnTo>
                  <a:lnTo>
                    <a:pt x="8" y="48"/>
                  </a:lnTo>
                  <a:lnTo>
                    <a:pt x="24" y="56"/>
                  </a:lnTo>
                  <a:lnTo>
                    <a:pt x="32" y="40"/>
                  </a:lnTo>
                  <a:lnTo>
                    <a:pt x="40" y="16"/>
                  </a:lnTo>
                  <a:lnTo>
                    <a:pt x="40" y="0"/>
                  </a:lnTo>
                  <a:lnTo>
                    <a:pt x="24" y="8"/>
                  </a:lnTo>
                  <a:lnTo>
                    <a:pt x="0" y="8"/>
                  </a:lnTo>
                  <a:close/>
                </a:path>
              </a:pathLst>
            </a:custGeom>
            <a:grpFill/>
            <a:ln w="6350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33" name="Freeform 583"/>
            <p:cNvSpPr>
              <a:spLocks/>
            </p:cNvSpPr>
            <p:nvPr/>
          </p:nvSpPr>
          <p:spPr bwMode="auto">
            <a:xfrm>
              <a:off x="4023235" y="3407276"/>
              <a:ext cx="136014" cy="144677"/>
            </a:xfrm>
            <a:custGeom>
              <a:avLst/>
              <a:gdLst>
                <a:gd name="T0" fmla="*/ 0 w 128"/>
                <a:gd name="T1" fmla="*/ 0 h 136"/>
                <a:gd name="T2" fmla="*/ 2147483647 w 128"/>
                <a:gd name="T3" fmla="*/ 0 h 136"/>
                <a:gd name="T4" fmla="*/ 2147483647 w 128"/>
                <a:gd name="T5" fmla="*/ 2147483647 h 136"/>
                <a:gd name="T6" fmla="*/ 2147483647 w 128"/>
                <a:gd name="T7" fmla="*/ 2147483647 h 136"/>
                <a:gd name="T8" fmla="*/ 2147483647 w 128"/>
                <a:gd name="T9" fmla="*/ 2147483647 h 136"/>
                <a:gd name="T10" fmla="*/ 2147483647 w 128"/>
                <a:gd name="T11" fmla="*/ 2147483647 h 136"/>
                <a:gd name="T12" fmla="*/ 2147483647 w 128"/>
                <a:gd name="T13" fmla="*/ 2147483647 h 136"/>
                <a:gd name="T14" fmla="*/ 2147483647 w 128"/>
                <a:gd name="T15" fmla="*/ 2147483647 h 136"/>
                <a:gd name="T16" fmla="*/ 2147483647 w 128"/>
                <a:gd name="T17" fmla="*/ 2147483647 h 136"/>
                <a:gd name="T18" fmla="*/ 2147483647 w 128"/>
                <a:gd name="T19" fmla="*/ 2147483647 h 136"/>
                <a:gd name="T20" fmla="*/ 2147483647 w 128"/>
                <a:gd name="T21" fmla="*/ 2147483647 h 136"/>
                <a:gd name="T22" fmla="*/ 2147483647 w 128"/>
                <a:gd name="T23" fmla="*/ 2147483647 h 136"/>
                <a:gd name="T24" fmla="*/ 2147483647 w 128"/>
                <a:gd name="T25" fmla="*/ 2147483647 h 136"/>
                <a:gd name="T26" fmla="*/ 2147483647 w 128"/>
                <a:gd name="T27" fmla="*/ 2147483647 h 136"/>
                <a:gd name="T28" fmla="*/ 2147483647 w 128"/>
                <a:gd name="T29" fmla="*/ 2147483647 h 136"/>
                <a:gd name="T30" fmla="*/ 2147483647 w 128"/>
                <a:gd name="T31" fmla="*/ 2147483647 h 136"/>
                <a:gd name="T32" fmla="*/ 0 w 128"/>
                <a:gd name="T33" fmla="*/ 0 h 1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28"/>
                <a:gd name="T52" fmla="*/ 0 h 136"/>
                <a:gd name="T53" fmla="*/ 128 w 128"/>
                <a:gd name="T54" fmla="*/ 136 h 1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28" h="136">
                  <a:moveTo>
                    <a:pt x="0" y="0"/>
                  </a:moveTo>
                  <a:lnTo>
                    <a:pt x="16" y="0"/>
                  </a:lnTo>
                  <a:lnTo>
                    <a:pt x="32" y="24"/>
                  </a:lnTo>
                  <a:lnTo>
                    <a:pt x="48" y="32"/>
                  </a:lnTo>
                  <a:lnTo>
                    <a:pt x="64" y="40"/>
                  </a:lnTo>
                  <a:lnTo>
                    <a:pt x="96" y="72"/>
                  </a:lnTo>
                  <a:lnTo>
                    <a:pt x="104" y="80"/>
                  </a:lnTo>
                  <a:lnTo>
                    <a:pt x="120" y="104"/>
                  </a:lnTo>
                  <a:lnTo>
                    <a:pt x="128" y="128"/>
                  </a:lnTo>
                  <a:lnTo>
                    <a:pt x="112" y="136"/>
                  </a:lnTo>
                  <a:lnTo>
                    <a:pt x="88" y="120"/>
                  </a:lnTo>
                  <a:lnTo>
                    <a:pt x="64" y="104"/>
                  </a:lnTo>
                  <a:lnTo>
                    <a:pt x="48" y="72"/>
                  </a:lnTo>
                  <a:lnTo>
                    <a:pt x="40" y="64"/>
                  </a:lnTo>
                  <a:lnTo>
                    <a:pt x="24" y="48"/>
                  </a:lnTo>
                  <a:lnTo>
                    <a:pt x="8" y="3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34" name="Freeform 584"/>
            <p:cNvSpPr>
              <a:spLocks/>
            </p:cNvSpPr>
            <p:nvPr/>
          </p:nvSpPr>
          <p:spPr bwMode="auto">
            <a:xfrm>
              <a:off x="4201699" y="3382153"/>
              <a:ext cx="126484" cy="143811"/>
            </a:xfrm>
            <a:custGeom>
              <a:avLst/>
              <a:gdLst>
                <a:gd name="T0" fmla="*/ 2147483647 w 120"/>
                <a:gd name="T1" fmla="*/ 2147483647 h 136"/>
                <a:gd name="T2" fmla="*/ 0 w 120"/>
                <a:gd name="T3" fmla="*/ 2147483647 h 136"/>
                <a:gd name="T4" fmla="*/ 0 w 120"/>
                <a:gd name="T5" fmla="*/ 2147483647 h 136"/>
                <a:gd name="T6" fmla="*/ 2147483647 w 120"/>
                <a:gd name="T7" fmla="*/ 2147483647 h 136"/>
                <a:gd name="T8" fmla="*/ 2147483647 w 120"/>
                <a:gd name="T9" fmla="*/ 2147483647 h 136"/>
                <a:gd name="T10" fmla="*/ 2147483647 w 120"/>
                <a:gd name="T11" fmla="*/ 2147483647 h 136"/>
                <a:gd name="T12" fmla="*/ 2147483647 w 120"/>
                <a:gd name="T13" fmla="*/ 2147483647 h 136"/>
                <a:gd name="T14" fmla="*/ 2147483647 w 120"/>
                <a:gd name="T15" fmla="*/ 0 h 136"/>
                <a:gd name="T16" fmla="*/ 2147483647 w 120"/>
                <a:gd name="T17" fmla="*/ 2147483647 h 136"/>
                <a:gd name="T18" fmla="*/ 2147483647 w 120"/>
                <a:gd name="T19" fmla="*/ 2147483647 h 136"/>
                <a:gd name="T20" fmla="*/ 2147483647 w 120"/>
                <a:gd name="T21" fmla="*/ 2147483647 h 136"/>
                <a:gd name="T22" fmla="*/ 2147483647 w 120"/>
                <a:gd name="T23" fmla="*/ 2147483647 h 136"/>
                <a:gd name="T24" fmla="*/ 2147483647 w 120"/>
                <a:gd name="T25" fmla="*/ 2147483647 h 136"/>
                <a:gd name="T26" fmla="*/ 2147483647 w 120"/>
                <a:gd name="T27" fmla="*/ 2147483647 h 136"/>
                <a:gd name="T28" fmla="*/ 2147483647 w 120"/>
                <a:gd name="T29" fmla="*/ 2147483647 h 136"/>
                <a:gd name="T30" fmla="*/ 2147483647 w 120"/>
                <a:gd name="T31" fmla="*/ 2147483647 h 136"/>
                <a:gd name="T32" fmla="*/ 2147483647 w 120"/>
                <a:gd name="T33" fmla="*/ 2147483647 h 136"/>
                <a:gd name="T34" fmla="*/ 2147483647 w 120"/>
                <a:gd name="T35" fmla="*/ 2147483647 h 136"/>
                <a:gd name="T36" fmla="*/ 2147483647 w 120"/>
                <a:gd name="T37" fmla="*/ 2147483647 h 136"/>
                <a:gd name="T38" fmla="*/ 2147483647 w 120"/>
                <a:gd name="T39" fmla="*/ 2147483647 h 136"/>
                <a:gd name="T40" fmla="*/ 2147483647 w 120"/>
                <a:gd name="T41" fmla="*/ 2147483647 h 136"/>
                <a:gd name="T42" fmla="*/ 2147483647 w 120"/>
                <a:gd name="T43" fmla="*/ 2147483647 h 136"/>
                <a:gd name="T44" fmla="*/ 2147483647 w 120"/>
                <a:gd name="T45" fmla="*/ 2147483647 h 136"/>
                <a:gd name="T46" fmla="*/ 2147483647 w 120"/>
                <a:gd name="T47" fmla="*/ 2147483647 h 1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w 120"/>
                <a:gd name="T73" fmla="*/ 0 h 136"/>
                <a:gd name="T74" fmla="*/ 120 w 120"/>
                <a:gd name="T75" fmla="*/ 136 h 1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T72" t="T73" r="T74" b="T75"/>
              <a:pathLst>
                <a:path w="120" h="136">
                  <a:moveTo>
                    <a:pt x="8" y="112"/>
                  </a:moveTo>
                  <a:lnTo>
                    <a:pt x="0" y="96"/>
                  </a:lnTo>
                  <a:lnTo>
                    <a:pt x="0" y="72"/>
                  </a:lnTo>
                  <a:lnTo>
                    <a:pt x="8" y="64"/>
                  </a:lnTo>
                  <a:lnTo>
                    <a:pt x="24" y="56"/>
                  </a:lnTo>
                  <a:lnTo>
                    <a:pt x="40" y="48"/>
                  </a:lnTo>
                  <a:lnTo>
                    <a:pt x="64" y="16"/>
                  </a:lnTo>
                  <a:lnTo>
                    <a:pt x="96" y="0"/>
                  </a:lnTo>
                  <a:lnTo>
                    <a:pt x="112" y="8"/>
                  </a:lnTo>
                  <a:lnTo>
                    <a:pt x="120" y="24"/>
                  </a:lnTo>
                  <a:lnTo>
                    <a:pt x="104" y="32"/>
                  </a:lnTo>
                  <a:lnTo>
                    <a:pt x="104" y="48"/>
                  </a:lnTo>
                  <a:lnTo>
                    <a:pt x="104" y="64"/>
                  </a:lnTo>
                  <a:lnTo>
                    <a:pt x="120" y="72"/>
                  </a:lnTo>
                  <a:lnTo>
                    <a:pt x="104" y="80"/>
                  </a:lnTo>
                  <a:lnTo>
                    <a:pt x="104" y="88"/>
                  </a:lnTo>
                  <a:lnTo>
                    <a:pt x="96" y="104"/>
                  </a:lnTo>
                  <a:lnTo>
                    <a:pt x="88" y="112"/>
                  </a:lnTo>
                  <a:lnTo>
                    <a:pt x="80" y="136"/>
                  </a:lnTo>
                  <a:lnTo>
                    <a:pt x="64" y="136"/>
                  </a:lnTo>
                  <a:lnTo>
                    <a:pt x="48" y="128"/>
                  </a:lnTo>
                  <a:lnTo>
                    <a:pt x="32" y="128"/>
                  </a:lnTo>
                  <a:lnTo>
                    <a:pt x="16" y="128"/>
                  </a:lnTo>
                  <a:lnTo>
                    <a:pt x="8" y="112"/>
                  </a:lnTo>
                  <a:close/>
                </a:path>
              </a:pathLst>
            </a:custGeom>
            <a:grpFill/>
            <a:ln w="6350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35" name="Freeform 585"/>
            <p:cNvSpPr>
              <a:spLocks/>
            </p:cNvSpPr>
            <p:nvPr/>
          </p:nvSpPr>
          <p:spPr bwMode="auto">
            <a:xfrm>
              <a:off x="4489320" y="3483513"/>
              <a:ext cx="246038" cy="136014"/>
            </a:xfrm>
            <a:custGeom>
              <a:avLst/>
              <a:gdLst>
                <a:gd name="T0" fmla="*/ 0 w 232"/>
                <a:gd name="T1" fmla="*/ 2147483647 h 128"/>
                <a:gd name="T2" fmla="*/ 2147483647 w 232"/>
                <a:gd name="T3" fmla="*/ 2147483647 h 128"/>
                <a:gd name="T4" fmla="*/ 2147483647 w 232"/>
                <a:gd name="T5" fmla="*/ 2147483647 h 128"/>
                <a:gd name="T6" fmla="*/ 2147483647 w 232"/>
                <a:gd name="T7" fmla="*/ 2147483647 h 128"/>
                <a:gd name="T8" fmla="*/ 2147483647 w 232"/>
                <a:gd name="T9" fmla="*/ 2147483647 h 128"/>
                <a:gd name="T10" fmla="*/ 2147483647 w 232"/>
                <a:gd name="T11" fmla="*/ 2147483647 h 128"/>
                <a:gd name="T12" fmla="*/ 2147483647 w 232"/>
                <a:gd name="T13" fmla="*/ 2147483647 h 128"/>
                <a:gd name="T14" fmla="*/ 2147483647 w 232"/>
                <a:gd name="T15" fmla="*/ 2147483647 h 128"/>
                <a:gd name="T16" fmla="*/ 2147483647 w 232"/>
                <a:gd name="T17" fmla="*/ 2147483647 h 128"/>
                <a:gd name="T18" fmla="*/ 2147483647 w 232"/>
                <a:gd name="T19" fmla="*/ 2147483647 h 128"/>
                <a:gd name="T20" fmla="*/ 2147483647 w 232"/>
                <a:gd name="T21" fmla="*/ 2147483647 h 128"/>
                <a:gd name="T22" fmla="*/ 2147483647 w 232"/>
                <a:gd name="T23" fmla="*/ 2147483647 h 128"/>
                <a:gd name="T24" fmla="*/ 2147483647 w 232"/>
                <a:gd name="T25" fmla="*/ 2147483647 h 128"/>
                <a:gd name="T26" fmla="*/ 2147483647 w 232"/>
                <a:gd name="T27" fmla="*/ 2147483647 h 128"/>
                <a:gd name="T28" fmla="*/ 2147483647 w 232"/>
                <a:gd name="T29" fmla="*/ 2147483647 h 128"/>
                <a:gd name="T30" fmla="*/ 2147483647 w 232"/>
                <a:gd name="T31" fmla="*/ 2147483647 h 128"/>
                <a:gd name="T32" fmla="*/ 2147483647 w 232"/>
                <a:gd name="T33" fmla="*/ 2147483647 h 128"/>
                <a:gd name="T34" fmla="*/ 2147483647 w 232"/>
                <a:gd name="T35" fmla="*/ 2147483647 h 128"/>
                <a:gd name="T36" fmla="*/ 2147483647 w 232"/>
                <a:gd name="T37" fmla="*/ 2147483647 h 128"/>
                <a:gd name="T38" fmla="*/ 2147483647 w 232"/>
                <a:gd name="T39" fmla="*/ 2147483647 h 128"/>
                <a:gd name="T40" fmla="*/ 2147483647 w 232"/>
                <a:gd name="T41" fmla="*/ 2147483647 h 128"/>
                <a:gd name="T42" fmla="*/ 2147483647 w 232"/>
                <a:gd name="T43" fmla="*/ 2147483647 h 128"/>
                <a:gd name="T44" fmla="*/ 2147483647 w 232"/>
                <a:gd name="T45" fmla="*/ 2147483647 h 128"/>
                <a:gd name="T46" fmla="*/ 2147483647 w 232"/>
                <a:gd name="T47" fmla="*/ 2147483647 h 128"/>
                <a:gd name="T48" fmla="*/ 2147483647 w 232"/>
                <a:gd name="T49" fmla="*/ 2147483647 h 128"/>
                <a:gd name="T50" fmla="*/ 2147483647 w 232"/>
                <a:gd name="T51" fmla="*/ 2147483647 h 128"/>
                <a:gd name="T52" fmla="*/ 2147483647 w 232"/>
                <a:gd name="T53" fmla="*/ 2147483647 h 128"/>
                <a:gd name="T54" fmla="*/ 2147483647 w 232"/>
                <a:gd name="T55" fmla="*/ 2147483647 h 128"/>
                <a:gd name="T56" fmla="*/ 2147483647 w 232"/>
                <a:gd name="T57" fmla="*/ 2147483647 h 128"/>
                <a:gd name="T58" fmla="*/ 2147483647 w 232"/>
                <a:gd name="T59" fmla="*/ 2147483647 h 128"/>
                <a:gd name="T60" fmla="*/ 2147483647 w 232"/>
                <a:gd name="T61" fmla="*/ 0 h 128"/>
                <a:gd name="T62" fmla="*/ 2147483647 w 232"/>
                <a:gd name="T63" fmla="*/ 0 h 128"/>
                <a:gd name="T64" fmla="*/ 0 w 232"/>
                <a:gd name="T65" fmla="*/ 2147483647 h 128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232"/>
                <a:gd name="T100" fmla="*/ 0 h 128"/>
                <a:gd name="T101" fmla="*/ 232 w 232"/>
                <a:gd name="T102" fmla="*/ 128 h 128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232" h="128">
                  <a:moveTo>
                    <a:pt x="0" y="16"/>
                  </a:moveTo>
                  <a:lnTo>
                    <a:pt x="16" y="24"/>
                  </a:lnTo>
                  <a:lnTo>
                    <a:pt x="24" y="32"/>
                  </a:lnTo>
                  <a:lnTo>
                    <a:pt x="24" y="48"/>
                  </a:lnTo>
                  <a:lnTo>
                    <a:pt x="40" y="48"/>
                  </a:lnTo>
                  <a:lnTo>
                    <a:pt x="48" y="48"/>
                  </a:lnTo>
                  <a:lnTo>
                    <a:pt x="72" y="64"/>
                  </a:lnTo>
                  <a:lnTo>
                    <a:pt x="104" y="80"/>
                  </a:lnTo>
                  <a:lnTo>
                    <a:pt x="104" y="88"/>
                  </a:lnTo>
                  <a:lnTo>
                    <a:pt x="88" y="96"/>
                  </a:lnTo>
                  <a:lnTo>
                    <a:pt x="104" y="96"/>
                  </a:lnTo>
                  <a:lnTo>
                    <a:pt x="120" y="104"/>
                  </a:lnTo>
                  <a:lnTo>
                    <a:pt x="136" y="112"/>
                  </a:lnTo>
                  <a:lnTo>
                    <a:pt x="144" y="112"/>
                  </a:lnTo>
                  <a:lnTo>
                    <a:pt x="160" y="96"/>
                  </a:lnTo>
                  <a:lnTo>
                    <a:pt x="176" y="88"/>
                  </a:lnTo>
                  <a:lnTo>
                    <a:pt x="192" y="96"/>
                  </a:lnTo>
                  <a:lnTo>
                    <a:pt x="216" y="120"/>
                  </a:lnTo>
                  <a:lnTo>
                    <a:pt x="232" y="128"/>
                  </a:lnTo>
                  <a:lnTo>
                    <a:pt x="232" y="104"/>
                  </a:lnTo>
                  <a:lnTo>
                    <a:pt x="208" y="96"/>
                  </a:lnTo>
                  <a:lnTo>
                    <a:pt x="208" y="80"/>
                  </a:lnTo>
                  <a:lnTo>
                    <a:pt x="216" y="72"/>
                  </a:lnTo>
                  <a:lnTo>
                    <a:pt x="192" y="64"/>
                  </a:lnTo>
                  <a:lnTo>
                    <a:pt x="184" y="48"/>
                  </a:lnTo>
                  <a:lnTo>
                    <a:pt x="160" y="32"/>
                  </a:lnTo>
                  <a:lnTo>
                    <a:pt x="96" y="16"/>
                  </a:lnTo>
                  <a:lnTo>
                    <a:pt x="72" y="32"/>
                  </a:lnTo>
                  <a:lnTo>
                    <a:pt x="56" y="32"/>
                  </a:lnTo>
                  <a:lnTo>
                    <a:pt x="40" y="16"/>
                  </a:lnTo>
                  <a:lnTo>
                    <a:pt x="24" y="0"/>
                  </a:lnTo>
                  <a:lnTo>
                    <a:pt x="8" y="0"/>
                  </a:lnTo>
                  <a:lnTo>
                    <a:pt x="0" y="16"/>
                  </a:lnTo>
                  <a:close/>
                </a:path>
              </a:pathLst>
            </a:custGeom>
            <a:grpFill/>
            <a:ln w="6350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36" name="Freeform 586"/>
            <p:cNvSpPr>
              <a:spLocks/>
            </p:cNvSpPr>
            <p:nvPr/>
          </p:nvSpPr>
          <p:spPr bwMode="auto">
            <a:xfrm>
              <a:off x="4201699" y="3382153"/>
              <a:ext cx="126484" cy="143811"/>
            </a:xfrm>
            <a:custGeom>
              <a:avLst/>
              <a:gdLst>
                <a:gd name="T0" fmla="*/ 2147483647 w 120"/>
                <a:gd name="T1" fmla="*/ 2147483647 h 136"/>
                <a:gd name="T2" fmla="*/ 0 w 120"/>
                <a:gd name="T3" fmla="*/ 2147483647 h 136"/>
                <a:gd name="T4" fmla="*/ 0 w 120"/>
                <a:gd name="T5" fmla="*/ 2147483647 h 136"/>
                <a:gd name="T6" fmla="*/ 2147483647 w 120"/>
                <a:gd name="T7" fmla="*/ 2147483647 h 136"/>
                <a:gd name="T8" fmla="*/ 2147483647 w 120"/>
                <a:gd name="T9" fmla="*/ 2147483647 h 136"/>
                <a:gd name="T10" fmla="*/ 2147483647 w 120"/>
                <a:gd name="T11" fmla="*/ 2147483647 h 136"/>
                <a:gd name="T12" fmla="*/ 2147483647 w 120"/>
                <a:gd name="T13" fmla="*/ 2147483647 h 136"/>
                <a:gd name="T14" fmla="*/ 2147483647 w 120"/>
                <a:gd name="T15" fmla="*/ 0 h 136"/>
                <a:gd name="T16" fmla="*/ 2147483647 w 120"/>
                <a:gd name="T17" fmla="*/ 2147483647 h 136"/>
                <a:gd name="T18" fmla="*/ 2147483647 w 120"/>
                <a:gd name="T19" fmla="*/ 2147483647 h 136"/>
                <a:gd name="T20" fmla="*/ 2147483647 w 120"/>
                <a:gd name="T21" fmla="*/ 2147483647 h 136"/>
                <a:gd name="T22" fmla="*/ 2147483647 w 120"/>
                <a:gd name="T23" fmla="*/ 2147483647 h 136"/>
                <a:gd name="T24" fmla="*/ 2147483647 w 120"/>
                <a:gd name="T25" fmla="*/ 2147483647 h 136"/>
                <a:gd name="T26" fmla="*/ 2147483647 w 120"/>
                <a:gd name="T27" fmla="*/ 2147483647 h 136"/>
                <a:gd name="T28" fmla="*/ 2147483647 w 120"/>
                <a:gd name="T29" fmla="*/ 2147483647 h 136"/>
                <a:gd name="T30" fmla="*/ 2147483647 w 120"/>
                <a:gd name="T31" fmla="*/ 2147483647 h 136"/>
                <a:gd name="T32" fmla="*/ 2147483647 w 120"/>
                <a:gd name="T33" fmla="*/ 2147483647 h 136"/>
                <a:gd name="T34" fmla="*/ 2147483647 w 120"/>
                <a:gd name="T35" fmla="*/ 2147483647 h 136"/>
                <a:gd name="T36" fmla="*/ 2147483647 w 120"/>
                <a:gd name="T37" fmla="*/ 2147483647 h 136"/>
                <a:gd name="T38" fmla="*/ 2147483647 w 120"/>
                <a:gd name="T39" fmla="*/ 2147483647 h 136"/>
                <a:gd name="T40" fmla="*/ 2147483647 w 120"/>
                <a:gd name="T41" fmla="*/ 2147483647 h 136"/>
                <a:gd name="T42" fmla="*/ 2147483647 w 120"/>
                <a:gd name="T43" fmla="*/ 2147483647 h 136"/>
                <a:gd name="T44" fmla="*/ 2147483647 w 120"/>
                <a:gd name="T45" fmla="*/ 2147483647 h 136"/>
                <a:gd name="T46" fmla="*/ 2147483647 w 120"/>
                <a:gd name="T47" fmla="*/ 2147483647 h 1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w 120"/>
                <a:gd name="T73" fmla="*/ 0 h 136"/>
                <a:gd name="T74" fmla="*/ 120 w 120"/>
                <a:gd name="T75" fmla="*/ 136 h 1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T72" t="T73" r="T74" b="T75"/>
              <a:pathLst>
                <a:path w="120" h="136">
                  <a:moveTo>
                    <a:pt x="8" y="112"/>
                  </a:moveTo>
                  <a:lnTo>
                    <a:pt x="0" y="96"/>
                  </a:lnTo>
                  <a:lnTo>
                    <a:pt x="0" y="72"/>
                  </a:lnTo>
                  <a:lnTo>
                    <a:pt x="8" y="64"/>
                  </a:lnTo>
                  <a:lnTo>
                    <a:pt x="24" y="56"/>
                  </a:lnTo>
                  <a:lnTo>
                    <a:pt x="40" y="48"/>
                  </a:lnTo>
                  <a:lnTo>
                    <a:pt x="64" y="16"/>
                  </a:lnTo>
                  <a:lnTo>
                    <a:pt x="96" y="0"/>
                  </a:lnTo>
                  <a:lnTo>
                    <a:pt x="112" y="8"/>
                  </a:lnTo>
                  <a:lnTo>
                    <a:pt x="120" y="24"/>
                  </a:lnTo>
                  <a:lnTo>
                    <a:pt x="104" y="32"/>
                  </a:lnTo>
                  <a:lnTo>
                    <a:pt x="104" y="48"/>
                  </a:lnTo>
                  <a:lnTo>
                    <a:pt x="104" y="64"/>
                  </a:lnTo>
                  <a:lnTo>
                    <a:pt x="120" y="72"/>
                  </a:lnTo>
                  <a:lnTo>
                    <a:pt x="104" y="80"/>
                  </a:lnTo>
                  <a:lnTo>
                    <a:pt x="104" y="88"/>
                  </a:lnTo>
                  <a:lnTo>
                    <a:pt x="96" y="104"/>
                  </a:lnTo>
                  <a:lnTo>
                    <a:pt x="88" y="112"/>
                  </a:lnTo>
                  <a:lnTo>
                    <a:pt x="80" y="136"/>
                  </a:lnTo>
                  <a:lnTo>
                    <a:pt x="64" y="136"/>
                  </a:lnTo>
                  <a:lnTo>
                    <a:pt x="48" y="128"/>
                  </a:lnTo>
                  <a:lnTo>
                    <a:pt x="32" y="128"/>
                  </a:lnTo>
                  <a:lnTo>
                    <a:pt x="16" y="128"/>
                  </a:lnTo>
                  <a:lnTo>
                    <a:pt x="8" y="112"/>
                  </a:lnTo>
                  <a:close/>
                </a:path>
              </a:pathLst>
            </a:custGeom>
            <a:grpFill/>
            <a:ln w="6350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37" name="Freeform 587"/>
            <p:cNvSpPr>
              <a:spLocks/>
            </p:cNvSpPr>
            <p:nvPr/>
          </p:nvSpPr>
          <p:spPr bwMode="auto">
            <a:xfrm>
              <a:off x="4489320" y="3483513"/>
              <a:ext cx="246038" cy="136014"/>
            </a:xfrm>
            <a:custGeom>
              <a:avLst/>
              <a:gdLst>
                <a:gd name="T0" fmla="*/ 0 w 232"/>
                <a:gd name="T1" fmla="*/ 2147483647 h 128"/>
                <a:gd name="T2" fmla="*/ 2147483647 w 232"/>
                <a:gd name="T3" fmla="*/ 2147483647 h 128"/>
                <a:gd name="T4" fmla="*/ 2147483647 w 232"/>
                <a:gd name="T5" fmla="*/ 2147483647 h 128"/>
                <a:gd name="T6" fmla="*/ 2147483647 w 232"/>
                <a:gd name="T7" fmla="*/ 2147483647 h 128"/>
                <a:gd name="T8" fmla="*/ 2147483647 w 232"/>
                <a:gd name="T9" fmla="*/ 2147483647 h 128"/>
                <a:gd name="T10" fmla="*/ 2147483647 w 232"/>
                <a:gd name="T11" fmla="*/ 2147483647 h 128"/>
                <a:gd name="T12" fmla="*/ 2147483647 w 232"/>
                <a:gd name="T13" fmla="*/ 2147483647 h 128"/>
                <a:gd name="T14" fmla="*/ 2147483647 w 232"/>
                <a:gd name="T15" fmla="*/ 2147483647 h 128"/>
                <a:gd name="T16" fmla="*/ 2147483647 w 232"/>
                <a:gd name="T17" fmla="*/ 2147483647 h 128"/>
                <a:gd name="T18" fmla="*/ 2147483647 w 232"/>
                <a:gd name="T19" fmla="*/ 2147483647 h 128"/>
                <a:gd name="T20" fmla="*/ 2147483647 w 232"/>
                <a:gd name="T21" fmla="*/ 2147483647 h 128"/>
                <a:gd name="T22" fmla="*/ 2147483647 w 232"/>
                <a:gd name="T23" fmla="*/ 2147483647 h 128"/>
                <a:gd name="T24" fmla="*/ 2147483647 w 232"/>
                <a:gd name="T25" fmla="*/ 2147483647 h 128"/>
                <a:gd name="T26" fmla="*/ 2147483647 w 232"/>
                <a:gd name="T27" fmla="*/ 2147483647 h 128"/>
                <a:gd name="T28" fmla="*/ 2147483647 w 232"/>
                <a:gd name="T29" fmla="*/ 2147483647 h 128"/>
                <a:gd name="T30" fmla="*/ 2147483647 w 232"/>
                <a:gd name="T31" fmla="*/ 2147483647 h 128"/>
                <a:gd name="T32" fmla="*/ 2147483647 w 232"/>
                <a:gd name="T33" fmla="*/ 2147483647 h 128"/>
                <a:gd name="T34" fmla="*/ 2147483647 w 232"/>
                <a:gd name="T35" fmla="*/ 2147483647 h 128"/>
                <a:gd name="T36" fmla="*/ 2147483647 w 232"/>
                <a:gd name="T37" fmla="*/ 2147483647 h 128"/>
                <a:gd name="T38" fmla="*/ 2147483647 w 232"/>
                <a:gd name="T39" fmla="*/ 2147483647 h 128"/>
                <a:gd name="T40" fmla="*/ 2147483647 w 232"/>
                <a:gd name="T41" fmla="*/ 2147483647 h 128"/>
                <a:gd name="T42" fmla="*/ 2147483647 w 232"/>
                <a:gd name="T43" fmla="*/ 2147483647 h 128"/>
                <a:gd name="T44" fmla="*/ 2147483647 w 232"/>
                <a:gd name="T45" fmla="*/ 2147483647 h 128"/>
                <a:gd name="T46" fmla="*/ 2147483647 w 232"/>
                <a:gd name="T47" fmla="*/ 2147483647 h 128"/>
                <a:gd name="T48" fmla="*/ 2147483647 w 232"/>
                <a:gd name="T49" fmla="*/ 2147483647 h 128"/>
                <a:gd name="T50" fmla="*/ 2147483647 w 232"/>
                <a:gd name="T51" fmla="*/ 2147483647 h 128"/>
                <a:gd name="T52" fmla="*/ 2147483647 w 232"/>
                <a:gd name="T53" fmla="*/ 2147483647 h 128"/>
                <a:gd name="T54" fmla="*/ 2147483647 w 232"/>
                <a:gd name="T55" fmla="*/ 2147483647 h 128"/>
                <a:gd name="T56" fmla="*/ 2147483647 w 232"/>
                <a:gd name="T57" fmla="*/ 2147483647 h 128"/>
                <a:gd name="T58" fmla="*/ 2147483647 w 232"/>
                <a:gd name="T59" fmla="*/ 2147483647 h 128"/>
                <a:gd name="T60" fmla="*/ 2147483647 w 232"/>
                <a:gd name="T61" fmla="*/ 0 h 128"/>
                <a:gd name="T62" fmla="*/ 2147483647 w 232"/>
                <a:gd name="T63" fmla="*/ 0 h 128"/>
                <a:gd name="T64" fmla="*/ 0 w 232"/>
                <a:gd name="T65" fmla="*/ 2147483647 h 128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232"/>
                <a:gd name="T100" fmla="*/ 0 h 128"/>
                <a:gd name="T101" fmla="*/ 232 w 232"/>
                <a:gd name="T102" fmla="*/ 128 h 128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232" h="128">
                  <a:moveTo>
                    <a:pt x="0" y="16"/>
                  </a:moveTo>
                  <a:lnTo>
                    <a:pt x="16" y="24"/>
                  </a:lnTo>
                  <a:lnTo>
                    <a:pt x="24" y="32"/>
                  </a:lnTo>
                  <a:lnTo>
                    <a:pt x="24" y="48"/>
                  </a:lnTo>
                  <a:lnTo>
                    <a:pt x="40" y="48"/>
                  </a:lnTo>
                  <a:lnTo>
                    <a:pt x="48" y="48"/>
                  </a:lnTo>
                  <a:lnTo>
                    <a:pt x="72" y="64"/>
                  </a:lnTo>
                  <a:lnTo>
                    <a:pt x="104" y="80"/>
                  </a:lnTo>
                  <a:lnTo>
                    <a:pt x="104" y="88"/>
                  </a:lnTo>
                  <a:lnTo>
                    <a:pt x="88" y="96"/>
                  </a:lnTo>
                  <a:lnTo>
                    <a:pt x="104" y="96"/>
                  </a:lnTo>
                  <a:lnTo>
                    <a:pt x="120" y="104"/>
                  </a:lnTo>
                  <a:lnTo>
                    <a:pt x="136" y="112"/>
                  </a:lnTo>
                  <a:lnTo>
                    <a:pt x="144" y="112"/>
                  </a:lnTo>
                  <a:lnTo>
                    <a:pt x="160" y="96"/>
                  </a:lnTo>
                  <a:lnTo>
                    <a:pt x="176" y="88"/>
                  </a:lnTo>
                  <a:lnTo>
                    <a:pt x="192" y="96"/>
                  </a:lnTo>
                  <a:lnTo>
                    <a:pt x="216" y="120"/>
                  </a:lnTo>
                  <a:lnTo>
                    <a:pt x="232" y="128"/>
                  </a:lnTo>
                  <a:lnTo>
                    <a:pt x="232" y="104"/>
                  </a:lnTo>
                  <a:lnTo>
                    <a:pt x="208" y="96"/>
                  </a:lnTo>
                  <a:lnTo>
                    <a:pt x="208" y="80"/>
                  </a:lnTo>
                  <a:lnTo>
                    <a:pt x="216" y="72"/>
                  </a:lnTo>
                  <a:lnTo>
                    <a:pt x="192" y="64"/>
                  </a:lnTo>
                  <a:lnTo>
                    <a:pt x="184" y="48"/>
                  </a:lnTo>
                  <a:lnTo>
                    <a:pt x="160" y="32"/>
                  </a:lnTo>
                  <a:lnTo>
                    <a:pt x="96" y="16"/>
                  </a:lnTo>
                  <a:lnTo>
                    <a:pt x="72" y="32"/>
                  </a:lnTo>
                  <a:lnTo>
                    <a:pt x="56" y="32"/>
                  </a:lnTo>
                  <a:lnTo>
                    <a:pt x="40" y="16"/>
                  </a:lnTo>
                  <a:lnTo>
                    <a:pt x="24" y="0"/>
                  </a:lnTo>
                  <a:lnTo>
                    <a:pt x="8" y="0"/>
                  </a:lnTo>
                  <a:lnTo>
                    <a:pt x="0" y="16"/>
                  </a:lnTo>
                  <a:close/>
                </a:path>
              </a:pathLst>
            </a:custGeom>
            <a:grpFill/>
            <a:ln w="6350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38" name="Freeform 588"/>
            <p:cNvSpPr>
              <a:spLocks/>
            </p:cNvSpPr>
            <p:nvPr/>
          </p:nvSpPr>
          <p:spPr bwMode="auto">
            <a:xfrm>
              <a:off x="4336846" y="3229679"/>
              <a:ext cx="76237" cy="101360"/>
            </a:xfrm>
            <a:custGeom>
              <a:avLst/>
              <a:gdLst>
                <a:gd name="T0" fmla="*/ 2147483647 w 72"/>
                <a:gd name="T1" fmla="*/ 2147483647 h 96"/>
                <a:gd name="T2" fmla="*/ 0 w 72"/>
                <a:gd name="T3" fmla="*/ 2147483647 h 96"/>
                <a:gd name="T4" fmla="*/ 2147483647 w 72"/>
                <a:gd name="T5" fmla="*/ 2147483647 h 96"/>
                <a:gd name="T6" fmla="*/ 2147483647 w 72"/>
                <a:gd name="T7" fmla="*/ 2147483647 h 96"/>
                <a:gd name="T8" fmla="*/ 2147483647 w 72"/>
                <a:gd name="T9" fmla="*/ 2147483647 h 96"/>
                <a:gd name="T10" fmla="*/ 2147483647 w 72"/>
                <a:gd name="T11" fmla="*/ 2147483647 h 96"/>
                <a:gd name="T12" fmla="*/ 2147483647 w 72"/>
                <a:gd name="T13" fmla="*/ 2147483647 h 96"/>
                <a:gd name="T14" fmla="*/ 2147483647 w 72"/>
                <a:gd name="T15" fmla="*/ 2147483647 h 96"/>
                <a:gd name="T16" fmla="*/ 2147483647 w 72"/>
                <a:gd name="T17" fmla="*/ 2147483647 h 96"/>
                <a:gd name="T18" fmla="*/ 2147483647 w 72"/>
                <a:gd name="T19" fmla="*/ 2147483647 h 96"/>
                <a:gd name="T20" fmla="*/ 2147483647 w 72"/>
                <a:gd name="T21" fmla="*/ 2147483647 h 96"/>
                <a:gd name="T22" fmla="*/ 2147483647 w 72"/>
                <a:gd name="T23" fmla="*/ 2147483647 h 96"/>
                <a:gd name="T24" fmla="*/ 2147483647 w 72"/>
                <a:gd name="T25" fmla="*/ 2147483647 h 96"/>
                <a:gd name="T26" fmla="*/ 2147483647 w 72"/>
                <a:gd name="T27" fmla="*/ 0 h 96"/>
                <a:gd name="T28" fmla="*/ 2147483647 w 72"/>
                <a:gd name="T29" fmla="*/ 2147483647 h 9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72"/>
                <a:gd name="T46" fmla="*/ 0 h 96"/>
                <a:gd name="T47" fmla="*/ 72 w 72"/>
                <a:gd name="T48" fmla="*/ 96 h 9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72" h="96">
                  <a:moveTo>
                    <a:pt x="8" y="8"/>
                  </a:moveTo>
                  <a:lnTo>
                    <a:pt x="0" y="24"/>
                  </a:lnTo>
                  <a:lnTo>
                    <a:pt x="8" y="48"/>
                  </a:lnTo>
                  <a:lnTo>
                    <a:pt x="16" y="56"/>
                  </a:lnTo>
                  <a:lnTo>
                    <a:pt x="24" y="56"/>
                  </a:lnTo>
                  <a:lnTo>
                    <a:pt x="48" y="72"/>
                  </a:lnTo>
                  <a:lnTo>
                    <a:pt x="56" y="88"/>
                  </a:lnTo>
                  <a:lnTo>
                    <a:pt x="72" y="96"/>
                  </a:lnTo>
                  <a:lnTo>
                    <a:pt x="72" y="80"/>
                  </a:lnTo>
                  <a:lnTo>
                    <a:pt x="56" y="56"/>
                  </a:lnTo>
                  <a:lnTo>
                    <a:pt x="32" y="40"/>
                  </a:lnTo>
                  <a:lnTo>
                    <a:pt x="32" y="32"/>
                  </a:lnTo>
                  <a:lnTo>
                    <a:pt x="40" y="8"/>
                  </a:lnTo>
                  <a:lnTo>
                    <a:pt x="24" y="0"/>
                  </a:lnTo>
                  <a:lnTo>
                    <a:pt x="8" y="8"/>
                  </a:lnTo>
                  <a:close/>
                </a:path>
              </a:pathLst>
            </a:custGeom>
            <a:grpFill/>
            <a:ln w="6350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39" name="Freeform 589"/>
            <p:cNvSpPr>
              <a:spLocks/>
            </p:cNvSpPr>
            <p:nvPr/>
          </p:nvSpPr>
          <p:spPr bwMode="auto">
            <a:xfrm>
              <a:off x="4370633" y="3348366"/>
              <a:ext cx="59776" cy="50247"/>
            </a:xfrm>
            <a:custGeom>
              <a:avLst/>
              <a:gdLst>
                <a:gd name="T0" fmla="*/ 0 w 56"/>
                <a:gd name="T1" fmla="*/ 2147483647 h 48"/>
                <a:gd name="T2" fmla="*/ 2147483647 w 56"/>
                <a:gd name="T3" fmla="*/ 2147483647 h 48"/>
                <a:gd name="T4" fmla="*/ 2147483647 w 56"/>
                <a:gd name="T5" fmla="*/ 2147483647 h 48"/>
                <a:gd name="T6" fmla="*/ 2147483647 w 56"/>
                <a:gd name="T7" fmla="*/ 0 h 48"/>
                <a:gd name="T8" fmla="*/ 2147483647 w 56"/>
                <a:gd name="T9" fmla="*/ 2147483647 h 48"/>
                <a:gd name="T10" fmla="*/ 2147483647 w 56"/>
                <a:gd name="T11" fmla="*/ 2147483647 h 48"/>
                <a:gd name="T12" fmla="*/ 2147483647 w 56"/>
                <a:gd name="T13" fmla="*/ 2147483647 h 48"/>
                <a:gd name="T14" fmla="*/ 2147483647 w 56"/>
                <a:gd name="T15" fmla="*/ 2147483647 h 48"/>
                <a:gd name="T16" fmla="*/ 2147483647 w 56"/>
                <a:gd name="T17" fmla="*/ 2147483647 h 48"/>
                <a:gd name="T18" fmla="*/ 0 w 56"/>
                <a:gd name="T19" fmla="*/ 2147483647 h 4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56"/>
                <a:gd name="T31" fmla="*/ 0 h 48"/>
                <a:gd name="T32" fmla="*/ 56 w 56"/>
                <a:gd name="T33" fmla="*/ 48 h 48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56" h="48">
                  <a:moveTo>
                    <a:pt x="0" y="40"/>
                  </a:moveTo>
                  <a:lnTo>
                    <a:pt x="8" y="16"/>
                  </a:lnTo>
                  <a:lnTo>
                    <a:pt x="24" y="16"/>
                  </a:lnTo>
                  <a:lnTo>
                    <a:pt x="40" y="0"/>
                  </a:lnTo>
                  <a:lnTo>
                    <a:pt x="56" y="16"/>
                  </a:lnTo>
                  <a:lnTo>
                    <a:pt x="56" y="48"/>
                  </a:lnTo>
                  <a:lnTo>
                    <a:pt x="40" y="40"/>
                  </a:lnTo>
                  <a:lnTo>
                    <a:pt x="24" y="40"/>
                  </a:lnTo>
                  <a:lnTo>
                    <a:pt x="16" y="32"/>
                  </a:lnTo>
                  <a:lnTo>
                    <a:pt x="0" y="40"/>
                  </a:lnTo>
                  <a:close/>
                </a:path>
              </a:pathLst>
            </a:custGeom>
            <a:grpFill/>
            <a:ln w="6350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40" name="Freeform 590"/>
            <p:cNvSpPr>
              <a:spLocks/>
            </p:cNvSpPr>
            <p:nvPr/>
          </p:nvSpPr>
          <p:spPr bwMode="auto">
            <a:xfrm>
              <a:off x="4340311" y="3229679"/>
              <a:ext cx="76237" cy="101360"/>
            </a:xfrm>
            <a:custGeom>
              <a:avLst/>
              <a:gdLst>
                <a:gd name="T0" fmla="*/ 2147483647 w 72"/>
                <a:gd name="T1" fmla="*/ 2147483647 h 96"/>
                <a:gd name="T2" fmla="*/ 0 w 72"/>
                <a:gd name="T3" fmla="*/ 2147483647 h 96"/>
                <a:gd name="T4" fmla="*/ 2147483647 w 72"/>
                <a:gd name="T5" fmla="*/ 2147483647 h 96"/>
                <a:gd name="T6" fmla="*/ 2147483647 w 72"/>
                <a:gd name="T7" fmla="*/ 2147483647 h 96"/>
                <a:gd name="T8" fmla="*/ 2147483647 w 72"/>
                <a:gd name="T9" fmla="*/ 2147483647 h 96"/>
                <a:gd name="T10" fmla="*/ 2147483647 w 72"/>
                <a:gd name="T11" fmla="*/ 2147483647 h 96"/>
                <a:gd name="T12" fmla="*/ 2147483647 w 72"/>
                <a:gd name="T13" fmla="*/ 2147483647 h 96"/>
                <a:gd name="T14" fmla="*/ 2147483647 w 72"/>
                <a:gd name="T15" fmla="*/ 2147483647 h 96"/>
                <a:gd name="T16" fmla="*/ 2147483647 w 72"/>
                <a:gd name="T17" fmla="*/ 2147483647 h 96"/>
                <a:gd name="T18" fmla="*/ 2147483647 w 72"/>
                <a:gd name="T19" fmla="*/ 2147483647 h 96"/>
                <a:gd name="T20" fmla="*/ 2147483647 w 72"/>
                <a:gd name="T21" fmla="*/ 2147483647 h 96"/>
                <a:gd name="T22" fmla="*/ 2147483647 w 72"/>
                <a:gd name="T23" fmla="*/ 2147483647 h 96"/>
                <a:gd name="T24" fmla="*/ 2147483647 w 72"/>
                <a:gd name="T25" fmla="*/ 2147483647 h 96"/>
                <a:gd name="T26" fmla="*/ 2147483647 w 72"/>
                <a:gd name="T27" fmla="*/ 0 h 96"/>
                <a:gd name="T28" fmla="*/ 2147483647 w 72"/>
                <a:gd name="T29" fmla="*/ 2147483647 h 9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72"/>
                <a:gd name="T46" fmla="*/ 0 h 96"/>
                <a:gd name="T47" fmla="*/ 72 w 72"/>
                <a:gd name="T48" fmla="*/ 96 h 9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72" h="96">
                  <a:moveTo>
                    <a:pt x="8" y="8"/>
                  </a:moveTo>
                  <a:lnTo>
                    <a:pt x="0" y="24"/>
                  </a:lnTo>
                  <a:lnTo>
                    <a:pt x="8" y="48"/>
                  </a:lnTo>
                  <a:lnTo>
                    <a:pt x="16" y="56"/>
                  </a:lnTo>
                  <a:lnTo>
                    <a:pt x="24" y="56"/>
                  </a:lnTo>
                  <a:lnTo>
                    <a:pt x="48" y="72"/>
                  </a:lnTo>
                  <a:lnTo>
                    <a:pt x="56" y="88"/>
                  </a:lnTo>
                  <a:lnTo>
                    <a:pt x="72" y="96"/>
                  </a:lnTo>
                  <a:lnTo>
                    <a:pt x="72" y="80"/>
                  </a:lnTo>
                  <a:lnTo>
                    <a:pt x="56" y="56"/>
                  </a:lnTo>
                  <a:lnTo>
                    <a:pt x="32" y="40"/>
                  </a:lnTo>
                  <a:lnTo>
                    <a:pt x="32" y="32"/>
                  </a:lnTo>
                  <a:lnTo>
                    <a:pt x="40" y="8"/>
                  </a:lnTo>
                  <a:lnTo>
                    <a:pt x="24" y="0"/>
                  </a:lnTo>
                  <a:lnTo>
                    <a:pt x="8" y="8"/>
                  </a:lnTo>
                  <a:close/>
                </a:path>
              </a:pathLst>
            </a:custGeom>
            <a:grpFill/>
            <a:ln w="6350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41" name="Freeform 591"/>
            <p:cNvSpPr>
              <a:spLocks/>
            </p:cNvSpPr>
            <p:nvPr/>
          </p:nvSpPr>
          <p:spPr bwMode="auto">
            <a:xfrm>
              <a:off x="4370633" y="3348366"/>
              <a:ext cx="59776" cy="50247"/>
            </a:xfrm>
            <a:custGeom>
              <a:avLst/>
              <a:gdLst>
                <a:gd name="T0" fmla="*/ 0 w 56"/>
                <a:gd name="T1" fmla="*/ 2147483647 h 48"/>
                <a:gd name="T2" fmla="*/ 2147483647 w 56"/>
                <a:gd name="T3" fmla="*/ 2147483647 h 48"/>
                <a:gd name="T4" fmla="*/ 2147483647 w 56"/>
                <a:gd name="T5" fmla="*/ 2147483647 h 48"/>
                <a:gd name="T6" fmla="*/ 2147483647 w 56"/>
                <a:gd name="T7" fmla="*/ 0 h 48"/>
                <a:gd name="T8" fmla="*/ 2147483647 w 56"/>
                <a:gd name="T9" fmla="*/ 2147483647 h 48"/>
                <a:gd name="T10" fmla="*/ 2147483647 w 56"/>
                <a:gd name="T11" fmla="*/ 2147483647 h 48"/>
                <a:gd name="T12" fmla="*/ 2147483647 w 56"/>
                <a:gd name="T13" fmla="*/ 2147483647 h 48"/>
                <a:gd name="T14" fmla="*/ 2147483647 w 56"/>
                <a:gd name="T15" fmla="*/ 2147483647 h 48"/>
                <a:gd name="T16" fmla="*/ 2147483647 w 56"/>
                <a:gd name="T17" fmla="*/ 2147483647 h 48"/>
                <a:gd name="T18" fmla="*/ 0 w 56"/>
                <a:gd name="T19" fmla="*/ 2147483647 h 4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56"/>
                <a:gd name="T31" fmla="*/ 0 h 48"/>
                <a:gd name="T32" fmla="*/ 56 w 56"/>
                <a:gd name="T33" fmla="*/ 48 h 48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56" h="48">
                  <a:moveTo>
                    <a:pt x="0" y="40"/>
                  </a:moveTo>
                  <a:lnTo>
                    <a:pt x="8" y="16"/>
                  </a:lnTo>
                  <a:lnTo>
                    <a:pt x="24" y="16"/>
                  </a:lnTo>
                  <a:lnTo>
                    <a:pt x="40" y="0"/>
                  </a:lnTo>
                  <a:lnTo>
                    <a:pt x="56" y="16"/>
                  </a:lnTo>
                  <a:lnTo>
                    <a:pt x="56" y="48"/>
                  </a:lnTo>
                  <a:lnTo>
                    <a:pt x="40" y="40"/>
                  </a:lnTo>
                  <a:lnTo>
                    <a:pt x="24" y="40"/>
                  </a:lnTo>
                  <a:lnTo>
                    <a:pt x="16" y="32"/>
                  </a:lnTo>
                  <a:lnTo>
                    <a:pt x="0" y="40"/>
                  </a:lnTo>
                  <a:close/>
                </a:path>
              </a:pathLst>
            </a:custGeom>
            <a:grpFill/>
            <a:ln w="6350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42" name="Freeform 592"/>
            <p:cNvSpPr>
              <a:spLocks/>
            </p:cNvSpPr>
            <p:nvPr/>
          </p:nvSpPr>
          <p:spPr bwMode="auto">
            <a:xfrm>
              <a:off x="4328183" y="3458390"/>
              <a:ext cx="77104" cy="93564"/>
            </a:xfrm>
            <a:custGeom>
              <a:avLst/>
              <a:gdLst>
                <a:gd name="T0" fmla="*/ 2147483647 w 72"/>
                <a:gd name="T1" fmla="*/ 2147483647 h 88"/>
                <a:gd name="T2" fmla="*/ 2147483647 w 72"/>
                <a:gd name="T3" fmla="*/ 2147483647 h 88"/>
                <a:gd name="T4" fmla="*/ 0 w 72"/>
                <a:gd name="T5" fmla="*/ 2147483647 h 88"/>
                <a:gd name="T6" fmla="*/ 0 w 72"/>
                <a:gd name="T7" fmla="*/ 2147483647 h 88"/>
                <a:gd name="T8" fmla="*/ 2147483647 w 72"/>
                <a:gd name="T9" fmla="*/ 2147483647 h 88"/>
                <a:gd name="T10" fmla="*/ 2147483647 w 72"/>
                <a:gd name="T11" fmla="*/ 2147483647 h 88"/>
                <a:gd name="T12" fmla="*/ 2147483647 w 72"/>
                <a:gd name="T13" fmla="*/ 2147483647 h 88"/>
                <a:gd name="T14" fmla="*/ 2147483647 w 72"/>
                <a:gd name="T15" fmla="*/ 0 h 88"/>
                <a:gd name="T16" fmla="*/ 2147483647 w 72"/>
                <a:gd name="T17" fmla="*/ 2147483647 h 88"/>
                <a:gd name="T18" fmla="*/ 2147483647 w 72"/>
                <a:gd name="T19" fmla="*/ 2147483647 h 88"/>
                <a:gd name="T20" fmla="*/ 2147483647 w 72"/>
                <a:gd name="T21" fmla="*/ 2147483647 h 88"/>
                <a:gd name="T22" fmla="*/ 2147483647 w 72"/>
                <a:gd name="T23" fmla="*/ 2147483647 h 88"/>
                <a:gd name="T24" fmla="*/ 2147483647 w 72"/>
                <a:gd name="T25" fmla="*/ 2147483647 h 88"/>
                <a:gd name="T26" fmla="*/ 2147483647 w 72"/>
                <a:gd name="T27" fmla="*/ 2147483647 h 88"/>
                <a:gd name="T28" fmla="*/ 2147483647 w 72"/>
                <a:gd name="T29" fmla="*/ 2147483647 h 88"/>
                <a:gd name="T30" fmla="*/ 2147483647 w 72"/>
                <a:gd name="T31" fmla="*/ 2147483647 h 88"/>
                <a:gd name="T32" fmla="*/ 2147483647 w 72"/>
                <a:gd name="T33" fmla="*/ 2147483647 h 88"/>
                <a:gd name="T34" fmla="*/ 2147483647 w 72"/>
                <a:gd name="T35" fmla="*/ 2147483647 h 88"/>
                <a:gd name="T36" fmla="*/ 2147483647 w 72"/>
                <a:gd name="T37" fmla="*/ 2147483647 h 88"/>
                <a:gd name="T38" fmla="*/ 2147483647 w 72"/>
                <a:gd name="T39" fmla="*/ 2147483647 h 88"/>
                <a:gd name="T40" fmla="*/ 2147483647 w 72"/>
                <a:gd name="T41" fmla="*/ 2147483647 h 88"/>
                <a:gd name="T42" fmla="*/ 2147483647 w 72"/>
                <a:gd name="T43" fmla="*/ 2147483647 h 88"/>
                <a:gd name="T44" fmla="*/ 2147483647 w 72"/>
                <a:gd name="T45" fmla="*/ 2147483647 h 88"/>
                <a:gd name="T46" fmla="*/ 2147483647 w 72"/>
                <a:gd name="T47" fmla="*/ 2147483647 h 88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w 72"/>
                <a:gd name="T73" fmla="*/ 0 h 88"/>
                <a:gd name="T74" fmla="*/ 72 w 72"/>
                <a:gd name="T75" fmla="*/ 88 h 88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T72" t="T73" r="T74" b="T75"/>
              <a:pathLst>
                <a:path w="72" h="88">
                  <a:moveTo>
                    <a:pt x="8" y="88"/>
                  </a:moveTo>
                  <a:lnTo>
                    <a:pt x="8" y="72"/>
                  </a:lnTo>
                  <a:lnTo>
                    <a:pt x="0" y="56"/>
                  </a:lnTo>
                  <a:lnTo>
                    <a:pt x="0" y="48"/>
                  </a:lnTo>
                  <a:lnTo>
                    <a:pt x="16" y="16"/>
                  </a:lnTo>
                  <a:lnTo>
                    <a:pt x="24" y="8"/>
                  </a:lnTo>
                  <a:lnTo>
                    <a:pt x="40" y="8"/>
                  </a:lnTo>
                  <a:lnTo>
                    <a:pt x="72" y="0"/>
                  </a:lnTo>
                  <a:lnTo>
                    <a:pt x="72" y="8"/>
                  </a:lnTo>
                  <a:lnTo>
                    <a:pt x="56" y="8"/>
                  </a:lnTo>
                  <a:lnTo>
                    <a:pt x="32" y="16"/>
                  </a:lnTo>
                  <a:lnTo>
                    <a:pt x="24" y="32"/>
                  </a:lnTo>
                  <a:lnTo>
                    <a:pt x="56" y="32"/>
                  </a:lnTo>
                  <a:lnTo>
                    <a:pt x="56" y="40"/>
                  </a:lnTo>
                  <a:lnTo>
                    <a:pt x="48" y="48"/>
                  </a:lnTo>
                  <a:lnTo>
                    <a:pt x="40" y="56"/>
                  </a:lnTo>
                  <a:lnTo>
                    <a:pt x="56" y="72"/>
                  </a:lnTo>
                  <a:lnTo>
                    <a:pt x="64" y="88"/>
                  </a:lnTo>
                  <a:lnTo>
                    <a:pt x="48" y="88"/>
                  </a:lnTo>
                  <a:lnTo>
                    <a:pt x="32" y="72"/>
                  </a:lnTo>
                  <a:lnTo>
                    <a:pt x="24" y="56"/>
                  </a:lnTo>
                  <a:lnTo>
                    <a:pt x="24" y="80"/>
                  </a:lnTo>
                  <a:lnTo>
                    <a:pt x="24" y="88"/>
                  </a:lnTo>
                  <a:lnTo>
                    <a:pt x="8" y="88"/>
                  </a:lnTo>
                  <a:close/>
                </a:path>
              </a:pathLst>
            </a:custGeom>
            <a:grpFill/>
            <a:ln w="6350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43" name="Freeform 593"/>
            <p:cNvSpPr>
              <a:spLocks/>
            </p:cNvSpPr>
            <p:nvPr/>
          </p:nvSpPr>
          <p:spPr bwMode="auto">
            <a:xfrm>
              <a:off x="4150585" y="3568414"/>
              <a:ext cx="143811" cy="33787"/>
            </a:xfrm>
            <a:custGeom>
              <a:avLst/>
              <a:gdLst>
                <a:gd name="T0" fmla="*/ 0 w 136"/>
                <a:gd name="T1" fmla="*/ 0 h 32"/>
                <a:gd name="T2" fmla="*/ 2147483647 w 136"/>
                <a:gd name="T3" fmla="*/ 0 h 32"/>
                <a:gd name="T4" fmla="*/ 2147483647 w 136"/>
                <a:gd name="T5" fmla="*/ 0 h 32"/>
                <a:gd name="T6" fmla="*/ 2147483647 w 136"/>
                <a:gd name="T7" fmla="*/ 0 h 32"/>
                <a:gd name="T8" fmla="*/ 2147483647 w 136"/>
                <a:gd name="T9" fmla="*/ 2147483647 h 32"/>
                <a:gd name="T10" fmla="*/ 2147483647 w 136"/>
                <a:gd name="T11" fmla="*/ 2147483647 h 32"/>
                <a:gd name="T12" fmla="*/ 2147483647 w 136"/>
                <a:gd name="T13" fmla="*/ 2147483647 h 32"/>
                <a:gd name="T14" fmla="*/ 2147483647 w 136"/>
                <a:gd name="T15" fmla="*/ 2147483647 h 32"/>
                <a:gd name="T16" fmla="*/ 2147483647 w 136"/>
                <a:gd name="T17" fmla="*/ 2147483647 h 32"/>
                <a:gd name="T18" fmla="*/ 2147483647 w 136"/>
                <a:gd name="T19" fmla="*/ 2147483647 h 32"/>
                <a:gd name="T20" fmla="*/ 0 w 136"/>
                <a:gd name="T21" fmla="*/ 0 h 3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136"/>
                <a:gd name="T34" fmla="*/ 0 h 32"/>
                <a:gd name="T35" fmla="*/ 136 w 136"/>
                <a:gd name="T36" fmla="*/ 32 h 32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136" h="32">
                  <a:moveTo>
                    <a:pt x="0" y="0"/>
                  </a:moveTo>
                  <a:lnTo>
                    <a:pt x="40" y="0"/>
                  </a:lnTo>
                  <a:lnTo>
                    <a:pt x="64" y="0"/>
                  </a:lnTo>
                  <a:lnTo>
                    <a:pt x="80" y="0"/>
                  </a:lnTo>
                  <a:lnTo>
                    <a:pt x="96" y="8"/>
                  </a:lnTo>
                  <a:lnTo>
                    <a:pt x="128" y="16"/>
                  </a:lnTo>
                  <a:lnTo>
                    <a:pt x="136" y="32"/>
                  </a:lnTo>
                  <a:lnTo>
                    <a:pt x="104" y="24"/>
                  </a:lnTo>
                  <a:lnTo>
                    <a:pt x="80" y="24"/>
                  </a:lnTo>
                  <a:lnTo>
                    <a:pt x="32" y="16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44" name="Freeform 594"/>
            <p:cNvSpPr>
              <a:spLocks/>
            </p:cNvSpPr>
            <p:nvPr/>
          </p:nvSpPr>
          <p:spPr bwMode="auto">
            <a:xfrm>
              <a:off x="1936247" y="2669163"/>
              <a:ext cx="84900" cy="102227"/>
            </a:xfrm>
            <a:custGeom>
              <a:avLst/>
              <a:gdLst>
                <a:gd name="T0" fmla="*/ 0 w 80"/>
                <a:gd name="T1" fmla="*/ 2147483647 h 96"/>
                <a:gd name="T2" fmla="*/ 0 w 80"/>
                <a:gd name="T3" fmla="*/ 2147483647 h 96"/>
                <a:gd name="T4" fmla="*/ 0 w 80"/>
                <a:gd name="T5" fmla="*/ 2147483647 h 96"/>
                <a:gd name="T6" fmla="*/ 2147483647 w 80"/>
                <a:gd name="T7" fmla="*/ 2147483647 h 96"/>
                <a:gd name="T8" fmla="*/ 2147483647 w 80"/>
                <a:gd name="T9" fmla="*/ 0 h 96"/>
                <a:gd name="T10" fmla="*/ 2147483647 w 80"/>
                <a:gd name="T11" fmla="*/ 2147483647 h 96"/>
                <a:gd name="T12" fmla="*/ 2147483647 w 80"/>
                <a:gd name="T13" fmla="*/ 2147483647 h 96"/>
                <a:gd name="T14" fmla="*/ 2147483647 w 80"/>
                <a:gd name="T15" fmla="*/ 2147483647 h 96"/>
                <a:gd name="T16" fmla="*/ 2147483647 w 80"/>
                <a:gd name="T17" fmla="*/ 2147483647 h 96"/>
                <a:gd name="T18" fmla="*/ 2147483647 w 80"/>
                <a:gd name="T19" fmla="*/ 2147483647 h 96"/>
                <a:gd name="T20" fmla="*/ 2147483647 w 80"/>
                <a:gd name="T21" fmla="*/ 2147483647 h 96"/>
                <a:gd name="T22" fmla="*/ 2147483647 w 80"/>
                <a:gd name="T23" fmla="*/ 2147483647 h 96"/>
                <a:gd name="T24" fmla="*/ 2147483647 w 80"/>
                <a:gd name="T25" fmla="*/ 2147483647 h 96"/>
                <a:gd name="T26" fmla="*/ 2147483647 w 80"/>
                <a:gd name="T27" fmla="*/ 2147483647 h 96"/>
                <a:gd name="T28" fmla="*/ 2147483647 w 80"/>
                <a:gd name="T29" fmla="*/ 2147483647 h 96"/>
                <a:gd name="T30" fmla="*/ 2147483647 w 80"/>
                <a:gd name="T31" fmla="*/ 2147483647 h 96"/>
                <a:gd name="T32" fmla="*/ 0 w 80"/>
                <a:gd name="T33" fmla="*/ 2147483647 h 9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0"/>
                <a:gd name="T52" fmla="*/ 0 h 96"/>
                <a:gd name="T53" fmla="*/ 80 w 80"/>
                <a:gd name="T54" fmla="*/ 96 h 9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0" h="96">
                  <a:moveTo>
                    <a:pt x="0" y="80"/>
                  </a:moveTo>
                  <a:lnTo>
                    <a:pt x="0" y="64"/>
                  </a:lnTo>
                  <a:lnTo>
                    <a:pt x="0" y="48"/>
                  </a:lnTo>
                  <a:lnTo>
                    <a:pt x="24" y="16"/>
                  </a:lnTo>
                  <a:lnTo>
                    <a:pt x="40" y="0"/>
                  </a:lnTo>
                  <a:lnTo>
                    <a:pt x="40" y="16"/>
                  </a:lnTo>
                  <a:lnTo>
                    <a:pt x="32" y="32"/>
                  </a:lnTo>
                  <a:lnTo>
                    <a:pt x="40" y="40"/>
                  </a:lnTo>
                  <a:lnTo>
                    <a:pt x="72" y="56"/>
                  </a:lnTo>
                  <a:lnTo>
                    <a:pt x="80" y="72"/>
                  </a:lnTo>
                  <a:lnTo>
                    <a:pt x="80" y="88"/>
                  </a:lnTo>
                  <a:lnTo>
                    <a:pt x="64" y="96"/>
                  </a:lnTo>
                  <a:lnTo>
                    <a:pt x="56" y="80"/>
                  </a:lnTo>
                  <a:lnTo>
                    <a:pt x="40" y="88"/>
                  </a:lnTo>
                  <a:lnTo>
                    <a:pt x="32" y="80"/>
                  </a:lnTo>
                  <a:lnTo>
                    <a:pt x="8" y="72"/>
                  </a:lnTo>
                  <a:lnTo>
                    <a:pt x="0" y="80"/>
                  </a:lnTo>
                  <a:close/>
                </a:path>
              </a:pathLst>
            </a:custGeom>
            <a:grpFill/>
            <a:ln w="3175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45" name="Freeform 595"/>
            <p:cNvSpPr>
              <a:spLocks/>
            </p:cNvSpPr>
            <p:nvPr/>
          </p:nvSpPr>
          <p:spPr bwMode="auto">
            <a:xfrm>
              <a:off x="1580185" y="3161239"/>
              <a:ext cx="152474" cy="42450"/>
            </a:xfrm>
            <a:custGeom>
              <a:avLst/>
              <a:gdLst>
                <a:gd name="T0" fmla="*/ 2147483647 w 144"/>
                <a:gd name="T1" fmla="*/ 2147483647 h 40"/>
                <a:gd name="T2" fmla="*/ 2147483647 w 144"/>
                <a:gd name="T3" fmla="*/ 0 h 40"/>
                <a:gd name="T4" fmla="*/ 2147483647 w 144"/>
                <a:gd name="T5" fmla="*/ 0 h 40"/>
                <a:gd name="T6" fmla="*/ 2147483647 w 144"/>
                <a:gd name="T7" fmla="*/ 2147483647 h 40"/>
                <a:gd name="T8" fmla="*/ 2147483647 w 144"/>
                <a:gd name="T9" fmla="*/ 2147483647 h 40"/>
                <a:gd name="T10" fmla="*/ 2147483647 w 144"/>
                <a:gd name="T11" fmla="*/ 2147483647 h 40"/>
                <a:gd name="T12" fmla="*/ 2147483647 w 144"/>
                <a:gd name="T13" fmla="*/ 2147483647 h 40"/>
                <a:gd name="T14" fmla="*/ 2147483647 w 144"/>
                <a:gd name="T15" fmla="*/ 2147483647 h 40"/>
                <a:gd name="T16" fmla="*/ 2147483647 w 144"/>
                <a:gd name="T17" fmla="*/ 2147483647 h 40"/>
                <a:gd name="T18" fmla="*/ 2147483647 w 144"/>
                <a:gd name="T19" fmla="*/ 2147483647 h 40"/>
                <a:gd name="T20" fmla="*/ 2147483647 w 144"/>
                <a:gd name="T21" fmla="*/ 2147483647 h 40"/>
                <a:gd name="T22" fmla="*/ 2147483647 w 144"/>
                <a:gd name="T23" fmla="*/ 2147483647 h 40"/>
                <a:gd name="T24" fmla="*/ 2147483647 w 144"/>
                <a:gd name="T25" fmla="*/ 2147483647 h 40"/>
                <a:gd name="T26" fmla="*/ 2147483647 w 144"/>
                <a:gd name="T27" fmla="*/ 2147483647 h 40"/>
                <a:gd name="T28" fmla="*/ 0 w 144"/>
                <a:gd name="T29" fmla="*/ 2147483647 h 40"/>
                <a:gd name="T30" fmla="*/ 2147483647 w 144"/>
                <a:gd name="T31" fmla="*/ 2147483647 h 40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144"/>
                <a:gd name="T49" fmla="*/ 0 h 40"/>
                <a:gd name="T50" fmla="*/ 144 w 144"/>
                <a:gd name="T51" fmla="*/ 40 h 40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144" h="40">
                  <a:moveTo>
                    <a:pt x="8" y="8"/>
                  </a:moveTo>
                  <a:lnTo>
                    <a:pt x="32" y="0"/>
                  </a:lnTo>
                  <a:lnTo>
                    <a:pt x="80" y="0"/>
                  </a:lnTo>
                  <a:lnTo>
                    <a:pt x="104" y="16"/>
                  </a:lnTo>
                  <a:lnTo>
                    <a:pt x="112" y="24"/>
                  </a:lnTo>
                  <a:lnTo>
                    <a:pt x="136" y="32"/>
                  </a:lnTo>
                  <a:lnTo>
                    <a:pt x="144" y="40"/>
                  </a:lnTo>
                  <a:lnTo>
                    <a:pt x="136" y="40"/>
                  </a:lnTo>
                  <a:lnTo>
                    <a:pt x="104" y="40"/>
                  </a:lnTo>
                  <a:lnTo>
                    <a:pt x="96" y="32"/>
                  </a:lnTo>
                  <a:lnTo>
                    <a:pt x="88" y="24"/>
                  </a:lnTo>
                  <a:lnTo>
                    <a:pt x="64" y="16"/>
                  </a:lnTo>
                  <a:lnTo>
                    <a:pt x="40" y="16"/>
                  </a:lnTo>
                  <a:lnTo>
                    <a:pt x="24" y="16"/>
                  </a:lnTo>
                  <a:lnTo>
                    <a:pt x="0" y="16"/>
                  </a:lnTo>
                  <a:lnTo>
                    <a:pt x="8" y="8"/>
                  </a:lnTo>
                  <a:close/>
                </a:path>
              </a:pathLst>
            </a:custGeom>
            <a:grpFill/>
            <a:ln w="3175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46" name="Freeform 596"/>
            <p:cNvSpPr>
              <a:spLocks/>
            </p:cNvSpPr>
            <p:nvPr/>
          </p:nvSpPr>
          <p:spPr bwMode="auto">
            <a:xfrm>
              <a:off x="1732659" y="3212352"/>
              <a:ext cx="92698" cy="25123"/>
            </a:xfrm>
            <a:custGeom>
              <a:avLst/>
              <a:gdLst>
                <a:gd name="T0" fmla="*/ 2147483647 w 88"/>
                <a:gd name="T1" fmla="*/ 0 h 24"/>
                <a:gd name="T2" fmla="*/ 2147483647 w 88"/>
                <a:gd name="T3" fmla="*/ 2147483647 h 24"/>
                <a:gd name="T4" fmla="*/ 0 w 88"/>
                <a:gd name="T5" fmla="*/ 2147483647 h 24"/>
                <a:gd name="T6" fmla="*/ 2147483647 w 88"/>
                <a:gd name="T7" fmla="*/ 2147483647 h 24"/>
                <a:gd name="T8" fmla="*/ 2147483647 w 88"/>
                <a:gd name="T9" fmla="*/ 2147483647 h 24"/>
                <a:gd name="T10" fmla="*/ 2147483647 w 88"/>
                <a:gd name="T11" fmla="*/ 2147483647 h 24"/>
                <a:gd name="T12" fmla="*/ 2147483647 w 88"/>
                <a:gd name="T13" fmla="*/ 2147483647 h 24"/>
                <a:gd name="T14" fmla="*/ 2147483647 w 88"/>
                <a:gd name="T15" fmla="*/ 2147483647 h 24"/>
                <a:gd name="T16" fmla="*/ 2147483647 w 88"/>
                <a:gd name="T17" fmla="*/ 2147483647 h 24"/>
                <a:gd name="T18" fmla="*/ 2147483647 w 88"/>
                <a:gd name="T19" fmla="*/ 0 h 24"/>
                <a:gd name="T20" fmla="*/ 2147483647 w 88"/>
                <a:gd name="T21" fmla="*/ 0 h 24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88"/>
                <a:gd name="T34" fmla="*/ 0 h 24"/>
                <a:gd name="T35" fmla="*/ 88 w 88"/>
                <a:gd name="T36" fmla="*/ 24 h 24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88" h="24">
                  <a:moveTo>
                    <a:pt x="16" y="0"/>
                  </a:moveTo>
                  <a:lnTo>
                    <a:pt x="16" y="8"/>
                  </a:lnTo>
                  <a:lnTo>
                    <a:pt x="0" y="8"/>
                  </a:lnTo>
                  <a:lnTo>
                    <a:pt x="16" y="16"/>
                  </a:lnTo>
                  <a:lnTo>
                    <a:pt x="24" y="24"/>
                  </a:lnTo>
                  <a:lnTo>
                    <a:pt x="40" y="24"/>
                  </a:lnTo>
                  <a:lnTo>
                    <a:pt x="56" y="16"/>
                  </a:lnTo>
                  <a:lnTo>
                    <a:pt x="88" y="16"/>
                  </a:lnTo>
                  <a:lnTo>
                    <a:pt x="72" y="8"/>
                  </a:lnTo>
                  <a:lnTo>
                    <a:pt x="48" y="0"/>
                  </a:lnTo>
                  <a:lnTo>
                    <a:pt x="16" y="0"/>
                  </a:lnTo>
                  <a:close/>
                </a:path>
              </a:pathLst>
            </a:custGeom>
            <a:grpFill/>
            <a:ln w="3175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47" name="Freeform 597"/>
            <p:cNvSpPr>
              <a:spLocks/>
            </p:cNvSpPr>
            <p:nvPr/>
          </p:nvSpPr>
          <p:spPr bwMode="auto">
            <a:xfrm>
              <a:off x="1936247" y="2669163"/>
              <a:ext cx="84900" cy="102227"/>
            </a:xfrm>
            <a:custGeom>
              <a:avLst/>
              <a:gdLst>
                <a:gd name="T0" fmla="*/ 0 w 80"/>
                <a:gd name="T1" fmla="*/ 2147483647 h 96"/>
                <a:gd name="T2" fmla="*/ 0 w 80"/>
                <a:gd name="T3" fmla="*/ 2147483647 h 96"/>
                <a:gd name="T4" fmla="*/ 0 w 80"/>
                <a:gd name="T5" fmla="*/ 2147483647 h 96"/>
                <a:gd name="T6" fmla="*/ 2147483647 w 80"/>
                <a:gd name="T7" fmla="*/ 2147483647 h 96"/>
                <a:gd name="T8" fmla="*/ 2147483647 w 80"/>
                <a:gd name="T9" fmla="*/ 0 h 96"/>
                <a:gd name="T10" fmla="*/ 2147483647 w 80"/>
                <a:gd name="T11" fmla="*/ 2147483647 h 96"/>
                <a:gd name="T12" fmla="*/ 2147483647 w 80"/>
                <a:gd name="T13" fmla="*/ 2147483647 h 96"/>
                <a:gd name="T14" fmla="*/ 2147483647 w 80"/>
                <a:gd name="T15" fmla="*/ 2147483647 h 96"/>
                <a:gd name="T16" fmla="*/ 2147483647 w 80"/>
                <a:gd name="T17" fmla="*/ 2147483647 h 96"/>
                <a:gd name="T18" fmla="*/ 2147483647 w 80"/>
                <a:gd name="T19" fmla="*/ 2147483647 h 96"/>
                <a:gd name="T20" fmla="*/ 2147483647 w 80"/>
                <a:gd name="T21" fmla="*/ 2147483647 h 96"/>
                <a:gd name="T22" fmla="*/ 2147483647 w 80"/>
                <a:gd name="T23" fmla="*/ 2147483647 h 96"/>
                <a:gd name="T24" fmla="*/ 2147483647 w 80"/>
                <a:gd name="T25" fmla="*/ 2147483647 h 96"/>
                <a:gd name="T26" fmla="*/ 2147483647 w 80"/>
                <a:gd name="T27" fmla="*/ 2147483647 h 96"/>
                <a:gd name="T28" fmla="*/ 2147483647 w 80"/>
                <a:gd name="T29" fmla="*/ 2147483647 h 96"/>
                <a:gd name="T30" fmla="*/ 2147483647 w 80"/>
                <a:gd name="T31" fmla="*/ 2147483647 h 96"/>
                <a:gd name="T32" fmla="*/ 0 w 80"/>
                <a:gd name="T33" fmla="*/ 2147483647 h 9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0"/>
                <a:gd name="T52" fmla="*/ 0 h 96"/>
                <a:gd name="T53" fmla="*/ 80 w 80"/>
                <a:gd name="T54" fmla="*/ 96 h 9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0" h="96">
                  <a:moveTo>
                    <a:pt x="0" y="80"/>
                  </a:moveTo>
                  <a:lnTo>
                    <a:pt x="0" y="64"/>
                  </a:lnTo>
                  <a:lnTo>
                    <a:pt x="0" y="48"/>
                  </a:lnTo>
                  <a:lnTo>
                    <a:pt x="24" y="16"/>
                  </a:lnTo>
                  <a:lnTo>
                    <a:pt x="40" y="0"/>
                  </a:lnTo>
                  <a:lnTo>
                    <a:pt x="40" y="16"/>
                  </a:lnTo>
                  <a:lnTo>
                    <a:pt x="32" y="32"/>
                  </a:lnTo>
                  <a:lnTo>
                    <a:pt x="40" y="40"/>
                  </a:lnTo>
                  <a:lnTo>
                    <a:pt x="72" y="56"/>
                  </a:lnTo>
                  <a:lnTo>
                    <a:pt x="80" y="72"/>
                  </a:lnTo>
                  <a:lnTo>
                    <a:pt x="80" y="88"/>
                  </a:lnTo>
                  <a:lnTo>
                    <a:pt x="64" y="96"/>
                  </a:lnTo>
                  <a:lnTo>
                    <a:pt x="56" y="80"/>
                  </a:lnTo>
                  <a:lnTo>
                    <a:pt x="40" y="88"/>
                  </a:lnTo>
                  <a:lnTo>
                    <a:pt x="32" y="80"/>
                  </a:lnTo>
                  <a:lnTo>
                    <a:pt x="8" y="72"/>
                  </a:lnTo>
                  <a:lnTo>
                    <a:pt x="0" y="80"/>
                  </a:lnTo>
                  <a:close/>
                </a:path>
              </a:pathLst>
            </a:custGeom>
            <a:grpFill/>
            <a:ln w="3175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48" name="Freeform 598"/>
            <p:cNvSpPr>
              <a:spLocks/>
            </p:cNvSpPr>
            <p:nvPr/>
          </p:nvSpPr>
          <p:spPr bwMode="auto">
            <a:xfrm>
              <a:off x="1732659" y="3212352"/>
              <a:ext cx="92698" cy="25123"/>
            </a:xfrm>
            <a:custGeom>
              <a:avLst/>
              <a:gdLst>
                <a:gd name="T0" fmla="*/ 2147483647 w 88"/>
                <a:gd name="T1" fmla="*/ 0 h 24"/>
                <a:gd name="T2" fmla="*/ 2147483647 w 88"/>
                <a:gd name="T3" fmla="*/ 2147483647 h 24"/>
                <a:gd name="T4" fmla="*/ 0 w 88"/>
                <a:gd name="T5" fmla="*/ 2147483647 h 24"/>
                <a:gd name="T6" fmla="*/ 2147483647 w 88"/>
                <a:gd name="T7" fmla="*/ 2147483647 h 24"/>
                <a:gd name="T8" fmla="*/ 2147483647 w 88"/>
                <a:gd name="T9" fmla="*/ 2147483647 h 24"/>
                <a:gd name="T10" fmla="*/ 2147483647 w 88"/>
                <a:gd name="T11" fmla="*/ 2147483647 h 24"/>
                <a:gd name="T12" fmla="*/ 2147483647 w 88"/>
                <a:gd name="T13" fmla="*/ 2147483647 h 24"/>
                <a:gd name="T14" fmla="*/ 2147483647 w 88"/>
                <a:gd name="T15" fmla="*/ 2147483647 h 24"/>
                <a:gd name="T16" fmla="*/ 2147483647 w 88"/>
                <a:gd name="T17" fmla="*/ 2147483647 h 24"/>
                <a:gd name="T18" fmla="*/ 2147483647 w 88"/>
                <a:gd name="T19" fmla="*/ 0 h 24"/>
                <a:gd name="T20" fmla="*/ 2147483647 w 88"/>
                <a:gd name="T21" fmla="*/ 0 h 24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88"/>
                <a:gd name="T34" fmla="*/ 0 h 24"/>
                <a:gd name="T35" fmla="*/ 88 w 88"/>
                <a:gd name="T36" fmla="*/ 24 h 24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88" h="24">
                  <a:moveTo>
                    <a:pt x="16" y="0"/>
                  </a:moveTo>
                  <a:lnTo>
                    <a:pt x="16" y="8"/>
                  </a:lnTo>
                  <a:lnTo>
                    <a:pt x="0" y="8"/>
                  </a:lnTo>
                  <a:lnTo>
                    <a:pt x="16" y="16"/>
                  </a:lnTo>
                  <a:lnTo>
                    <a:pt x="24" y="24"/>
                  </a:lnTo>
                  <a:lnTo>
                    <a:pt x="40" y="24"/>
                  </a:lnTo>
                  <a:lnTo>
                    <a:pt x="56" y="16"/>
                  </a:lnTo>
                  <a:lnTo>
                    <a:pt x="88" y="16"/>
                  </a:lnTo>
                  <a:lnTo>
                    <a:pt x="72" y="8"/>
                  </a:lnTo>
                  <a:lnTo>
                    <a:pt x="48" y="0"/>
                  </a:lnTo>
                  <a:lnTo>
                    <a:pt x="16" y="0"/>
                  </a:lnTo>
                  <a:close/>
                </a:path>
              </a:pathLst>
            </a:custGeom>
            <a:grpFill/>
            <a:ln w="3175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49" name="Freeform 599"/>
            <p:cNvSpPr>
              <a:spLocks/>
            </p:cNvSpPr>
            <p:nvPr/>
          </p:nvSpPr>
          <p:spPr bwMode="auto">
            <a:xfrm>
              <a:off x="2886610" y="2923864"/>
              <a:ext cx="42450" cy="25990"/>
            </a:xfrm>
            <a:custGeom>
              <a:avLst/>
              <a:gdLst>
                <a:gd name="T0" fmla="*/ 0 w 40"/>
                <a:gd name="T1" fmla="*/ 2147483647 h 24"/>
                <a:gd name="T2" fmla="*/ 2147483647 w 40"/>
                <a:gd name="T3" fmla="*/ 0 h 24"/>
                <a:gd name="T4" fmla="*/ 2147483647 w 40"/>
                <a:gd name="T5" fmla="*/ 0 h 24"/>
                <a:gd name="T6" fmla="*/ 2147483647 w 40"/>
                <a:gd name="T7" fmla="*/ 2147483647 h 24"/>
                <a:gd name="T8" fmla="*/ 2147483647 w 40"/>
                <a:gd name="T9" fmla="*/ 2147483647 h 24"/>
                <a:gd name="T10" fmla="*/ 2147483647 w 40"/>
                <a:gd name="T11" fmla="*/ 2147483647 h 24"/>
                <a:gd name="T12" fmla="*/ 0 w 40"/>
                <a:gd name="T13" fmla="*/ 2147483647 h 2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40"/>
                <a:gd name="T22" fmla="*/ 0 h 24"/>
                <a:gd name="T23" fmla="*/ 40 w 40"/>
                <a:gd name="T24" fmla="*/ 24 h 2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40" h="24">
                  <a:moveTo>
                    <a:pt x="0" y="8"/>
                  </a:moveTo>
                  <a:lnTo>
                    <a:pt x="24" y="0"/>
                  </a:lnTo>
                  <a:lnTo>
                    <a:pt x="40" y="0"/>
                  </a:lnTo>
                  <a:lnTo>
                    <a:pt x="40" y="8"/>
                  </a:lnTo>
                  <a:lnTo>
                    <a:pt x="40" y="24"/>
                  </a:lnTo>
                  <a:lnTo>
                    <a:pt x="24" y="16"/>
                  </a:lnTo>
                  <a:lnTo>
                    <a:pt x="0" y="8"/>
                  </a:lnTo>
                  <a:close/>
                </a:path>
              </a:pathLst>
            </a:custGeom>
            <a:grpFill/>
            <a:ln w="6350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50" name="Freeform 600"/>
            <p:cNvSpPr>
              <a:spLocks/>
            </p:cNvSpPr>
            <p:nvPr/>
          </p:nvSpPr>
          <p:spPr bwMode="auto">
            <a:xfrm>
              <a:off x="2844160" y="2872751"/>
              <a:ext cx="17327" cy="34653"/>
            </a:xfrm>
            <a:custGeom>
              <a:avLst/>
              <a:gdLst>
                <a:gd name="T0" fmla="*/ 0 w 16"/>
                <a:gd name="T1" fmla="*/ 2147483647 h 32"/>
                <a:gd name="T2" fmla="*/ 0 w 16"/>
                <a:gd name="T3" fmla="*/ 2147483647 h 32"/>
                <a:gd name="T4" fmla="*/ 2147483647 w 16"/>
                <a:gd name="T5" fmla="*/ 0 h 32"/>
                <a:gd name="T6" fmla="*/ 2147483647 w 16"/>
                <a:gd name="T7" fmla="*/ 2147483647 h 32"/>
                <a:gd name="T8" fmla="*/ 2147483647 w 16"/>
                <a:gd name="T9" fmla="*/ 2147483647 h 32"/>
                <a:gd name="T10" fmla="*/ 0 w 16"/>
                <a:gd name="T11" fmla="*/ 2147483647 h 3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6"/>
                <a:gd name="T19" fmla="*/ 0 h 32"/>
                <a:gd name="T20" fmla="*/ 16 w 16"/>
                <a:gd name="T21" fmla="*/ 32 h 32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6" h="32">
                  <a:moveTo>
                    <a:pt x="0" y="32"/>
                  </a:moveTo>
                  <a:lnTo>
                    <a:pt x="0" y="8"/>
                  </a:lnTo>
                  <a:lnTo>
                    <a:pt x="8" y="0"/>
                  </a:lnTo>
                  <a:lnTo>
                    <a:pt x="16" y="16"/>
                  </a:lnTo>
                  <a:lnTo>
                    <a:pt x="16" y="32"/>
                  </a:lnTo>
                  <a:lnTo>
                    <a:pt x="0" y="32"/>
                  </a:lnTo>
                  <a:close/>
                </a:path>
              </a:pathLst>
            </a:custGeom>
            <a:grpFill/>
            <a:ln w="6350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51" name="Freeform 601"/>
            <p:cNvSpPr>
              <a:spLocks/>
            </p:cNvSpPr>
            <p:nvPr/>
          </p:nvSpPr>
          <p:spPr bwMode="auto">
            <a:xfrm>
              <a:off x="2886610" y="2923864"/>
              <a:ext cx="42450" cy="25990"/>
            </a:xfrm>
            <a:custGeom>
              <a:avLst/>
              <a:gdLst>
                <a:gd name="T0" fmla="*/ 0 w 40"/>
                <a:gd name="T1" fmla="*/ 2147483647 h 24"/>
                <a:gd name="T2" fmla="*/ 2147483647 w 40"/>
                <a:gd name="T3" fmla="*/ 0 h 24"/>
                <a:gd name="T4" fmla="*/ 2147483647 w 40"/>
                <a:gd name="T5" fmla="*/ 0 h 24"/>
                <a:gd name="T6" fmla="*/ 2147483647 w 40"/>
                <a:gd name="T7" fmla="*/ 2147483647 h 24"/>
                <a:gd name="T8" fmla="*/ 2147483647 w 40"/>
                <a:gd name="T9" fmla="*/ 2147483647 h 24"/>
                <a:gd name="T10" fmla="*/ 2147483647 w 40"/>
                <a:gd name="T11" fmla="*/ 2147483647 h 24"/>
                <a:gd name="T12" fmla="*/ 0 w 40"/>
                <a:gd name="T13" fmla="*/ 2147483647 h 2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40"/>
                <a:gd name="T22" fmla="*/ 0 h 24"/>
                <a:gd name="T23" fmla="*/ 40 w 40"/>
                <a:gd name="T24" fmla="*/ 24 h 2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40" h="24">
                  <a:moveTo>
                    <a:pt x="0" y="8"/>
                  </a:moveTo>
                  <a:lnTo>
                    <a:pt x="24" y="0"/>
                  </a:lnTo>
                  <a:lnTo>
                    <a:pt x="40" y="0"/>
                  </a:lnTo>
                  <a:lnTo>
                    <a:pt x="40" y="8"/>
                  </a:lnTo>
                  <a:lnTo>
                    <a:pt x="40" y="24"/>
                  </a:lnTo>
                  <a:lnTo>
                    <a:pt x="24" y="16"/>
                  </a:lnTo>
                  <a:lnTo>
                    <a:pt x="0" y="8"/>
                  </a:lnTo>
                  <a:close/>
                </a:path>
              </a:pathLst>
            </a:custGeom>
            <a:grpFill/>
            <a:ln w="6350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52" name="Freeform 602"/>
            <p:cNvSpPr>
              <a:spLocks/>
            </p:cNvSpPr>
            <p:nvPr/>
          </p:nvSpPr>
          <p:spPr bwMode="auto">
            <a:xfrm>
              <a:off x="2844160" y="2872751"/>
              <a:ext cx="17327" cy="34653"/>
            </a:xfrm>
            <a:custGeom>
              <a:avLst/>
              <a:gdLst>
                <a:gd name="T0" fmla="*/ 0 w 16"/>
                <a:gd name="T1" fmla="*/ 2147483647 h 32"/>
                <a:gd name="T2" fmla="*/ 0 w 16"/>
                <a:gd name="T3" fmla="*/ 2147483647 h 32"/>
                <a:gd name="T4" fmla="*/ 2147483647 w 16"/>
                <a:gd name="T5" fmla="*/ 0 h 32"/>
                <a:gd name="T6" fmla="*/ 2147483647 w 16"/>
                <a:gd name="T7" fmla="*/ 2147483647 h 32"/>
                <a:gd name="T8" fmla="*/ 2147483647 w 16"/>
                <a:gd name="T9" fmla="*/ 2147483647 h 32"/>
                <a:gd name="T10" fmla="*/ 0 w 16"/>
                <a:gd name="T11" fmla="*/ 2147483647 h 3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6"/>
                <a:gd name="T19" fmla="*/ 0 h 32"/>
                <a:gd name="T20" fmla="*/ 16 w 16"/>
                <a:gd name="T21" fmla="*/ 32 h 32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6" h="32">
                  <a:moveTo>
                    <a:pt x="0" y="32"/>
                  </a:moveTo>
                  <a:lnTo>
                    <a:pt x="0" y="8"/>
                  </a:lnTo>
                  <a:lnTo>
                    <a:pt x="8" y="0"/>
                  </a:lnTo>
                  <a:lnTo>
                    <a:pt x="16" y="16"/>
                  </a:lnTo>
                  <a:lnTo>
                    <a:pt x="16" y="32"/>
                  </a:lnTo>
                  <a:lnTo>
                    <a:pt x="0" y="32"/>
                  </a:lnTo>
                  <a:close/>
                </a:path>
              </a:pathLst>
            </a:custGeom>
            <a:grpFill/>
            <a:ln w="6350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53" name="Freeform 603"/>
            <p:cNvSpPr>
              <a:spLocks/>
            </p:cNvSpPr>
            <p:nvPr/>
          </p:nvSpPr>
          <p:spPr bwMode="auto">
            <a:xfrm>
              <a:off x="2836363" y="2838964"/>
              <a:ext cx="25124" cy="25990"/>
            </a:xfrm>
            <a:custGeom>
              <a:avLst/>
              <a:gdLst>
                <a:gd name="T0" fmla="*/ 0 w 24"/>
                <a:gd name="T1" fmla="*/ 2147483647 h 24"/>
                <a:gd name="T2" fmla="*/ 2147483647 w 24"/>
                <a:gd name="T3" fmla="*/ 0 h 24"/>
                <a:gd name="T4" fmla="*/ 2147483647 w 24"/>
                <a:gd name="T5" fmla="*/ 2147483647 h 24"/>
                <a:gd name="T6" fmla="*/ 2147483647 w 24"/>
                <a:gd name="T7" fmla="*/ 2147483647 h 24"/>
                <a:gd name="T8" fmla="*/ 0 w 24"/>
                <a:gd name="T9" fmla="*/ 2147483647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4"/>
                <a:gd name="T16" fmla="*/ 0 h 24"/>
                <a:gd name="T17" fmla="*/ 24 w 24"/>
                <a:gd name="T18" fmla="*/ 24 h 2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4" h="24">
                  <a:moveTo>
                    <a:pt x="0" y="8"/>
                  </a:moveTo>
                  <a:lnTo>
                    <a:pt x="16" y="0"/>
                  </a:lnTo>
                  <a:lnTo>
                    <a:pt x="24" y="16"/>
                  </a:lnTo>
                  <a:lnTo>
                    <a:pt x="16" y="24"/>
                  </a:lnTo>
                  <a:lnTo>
                    <a:pt x="0" y="8"/>
                  </a:lnTo>
                  <a:close/>
                </a:path>
              </a:pathLst>
            </a:custGeom>
            <a:grpFill/>
            <a:ln w="6350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54" name="Freeform 604"/>
            <p:cNvSpPr>
              <a:spLocks/>
            </p:cNvSpPr>
            <p:nvPr/>
          </p:nvSpPr>
          <p:spPr bwMode="auto">
            <a:xfrm>
              <a:off x="3277325" y="2941191"/>
              <a:ext cx="25123" cy="8663"/>
            </a:xfrm>
            <a:custGeom>
              <a:avLst/>
              <a:gdLst>
                <a:gd name="T0" fmla="*/ 2147483647 w 24"/>
                <a:gd name="T1" fmla="*/ 0 h 8"/>
                <a:gd name="T2" fmla="*/ 2147483647 w 24"/>
                <a:gd name="T3" fmla="*/ 0 h 8"/>
                <a:gd name="T4" fmla="*/ 0 w 24"/>
                <a:gd name="T5" fmla="*/ 2147483647 h 8"/>
                <a:gd name="T6" fmla="*/ 2147483647 w 24"/>
                <a:gd name="T7" fmla="*/ 0 h 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4"/>
                <a:gd name="T13" fmla="*/ 0 h 8"/>
                <a:gd name="T14" fmla="*/ 24 w 24"/>
                <a:gd name="T15" fmla="*/ 8 h 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4" h="8">
                  <a:moveTo>
                    <a:pt x="16" y="0"/>
                  </a:moveTo>
                  <a:lnTo>
                    <a:pt x="24" y="0"/>
                  </a:lnTo>
                  <a:lnTo>
                    <a:pt x="0" y="8"/>
                  </a:lnTo>
                  <a:lnTo>
                    <a:pt x="16" y="0"/>
                  </a:lnTo>
                  <a:close/>
                </a:path>
              </a:pathLst>
            </a:custGeom>
            <a:grpFill/>
            <a:ln w="6350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55" name="Freeform 605"/>
            <p:cNvSpPr>
              <a:spLocks/>
            </p:cNvSpPr>
            <p:nvPr/>
          </p:nvSpPr>
          <p:spPr bwMode="auto">
            <a:xfrm>
              <a:off x="2836363" y="2838964"/>
              <a:ext cx="25124" cy="25990"/>
            </a:xfrm>
            <a:custGeom>
              <a:avLst/>
              <a:gdLst>
                <a:gd name="T0" fmla="*/ 0 w 24"/>
                <a:gd name="T1" fmla="*/ 2147483647 h 24"/>
                <a:gd name="T2" fmla="*/ 2147483647 w 24"/>
                <a:gd name="T3" fmla="*/ 0 h 24"/>
                <a:gd name="T4" fmla="*/ 2147483647 w 24"/>
                <a:gd name="T5" fmla="*/ 2147483647 h 24"/>
                <a:gd name="T6" fmla="*/ 2147483647 w 24"/>
                <a:gd name="T7" fmla="*/ 2147483647 h 24"/>
                <a:gd name="T8" fmla="*/ 0 w 24"/>
                <a:gd name="T9" fmla="*/ 2147483647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4"/>
                <a:gd name="T16" fmla="*/ 0 h 24"/>
                <a:gd name="T17" fmla="*/ 24 w 24"/>
                <a:gd name="T18" fmla="*/ 24 h 2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4" h="24">
                  <a:moveTo>
                    <a:pt x="0" y="8"/>
                  </a:moveTo>
                  <a:lnTo>
                    <a:pt x="16" y="0"/>
                  </a:lnTo>
                  <a:lnTo>
                    <a:pt x="24" y="16"/>
                  </a:lnTo>
                  <a:lnTo>
                    <a:pt x="16" y="24"/>
                  </a:lnTo>
                  <a:lnTo>
                    <a:pt x="0" y="8"/>
                  </a:lnTo>
                  <a:close/>
                </a:path>
              </a:pathLst>
            </a:custGeom>
            <a:grpFill/>
            <a:ln w="6350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56" name="Freeform 606"/>
            <p:cNvSpPr>
              <a:spLocks/>
            </p:cNvSpPr>
            <p:nvPr/>
          </p:nvSpPr>
          <p:spPr bwMode="auto">
            <a:xfrm>
              <a:off x="3277325" y="2941191"/>
              <a:ext cx="25123" cy="8663"/>
            </a:xfrm>
            <a:custGeom>
              <a:avLst/>
              <a:gdLst>
                <a:gd name="T0" fmla="*/ 2147483647 w 24"/>
                <a:gd name="T1" fmla="*/ 0 h 8"/>
                <a:gd name="T2" fmla="*/ 2147483647 w 24"/>
                <a:gd name="T3" fmla="*/ 0 h 8"/>
                <a:gd name="T4" fmla="*/ 0 w 24"/>
                <a:gd name="T5" fmla="*/ 2147483647 h 8"/>
                <a:gd name="T6" fmla="*/ 2147483647 w 24"/>
                <a:gd name="T7" fmla="*/ 0 h 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4"/>
                <a:gd name="T13" fmla="*/ 0 h 8"/>
                <a:gd name="T14" fmla="*/ 24 w 24"/>
                <a:gd name="T15" fmla="*/ 8 h 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4" h="8">
                  <a:moveTo>
                    <a:pt x="16" y="0"/>
                  </a:moveTo>
                  <a:lnTo>
                    <a:pt x="24" y="0"/>
                  </a:lnTo>
                  <a:lnTo>
                    <a:pt x="0" y="8"/>
                  </a:lnTo>
                  <a:lnTo>
                    <a:pt x="16" y="0"/>
                  </a:lnTo>
                  <a:close/>
                </a:path>
              </a:pathLst>
            </a:custGeom>
            <a:grpFill/>
            <a:ln w="6350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57" name="Rectangle 607"/>
            <p:cNvSpPr>
              <a:spLocks noChangeArrowheads="1"/>
            </p:cNvSpPr>
            <p:nvPr/>
          </p:nvSpPr>
          <p:spPr bwMode="auto">
            <a:xfrm>
              <a:off x="3200221" y="3068542"/>
              <a:ext cx="0" cy="0"/>
            </a:xfrm>
            <a:prstGeom prst="rect">
              <a:avLst/>
            </a:prstGeom>
            <a:grpFill/>
            <a:ln w="6350">
              <a:noFill/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defTabSz="1219048" eaLnBrk="1" hangingPunct="1">
                <a:spcBef>
                  <a:spcPct val="50000"/>
                </a:spcBef>
              </a:pPr>
              <a:endParaRPr lang="en-US" sz="3200">
                <a:solidFill>
                  <a:srgbClr val="4D4D4D"/>
                </a:solidFill>
                <a:ea typeface="MS PGothic" panose="020B0600070205080204" pitchFamily="34" charset="-128"/>
              </a:endParaRPr>
            </a:p>
          </p:txBody>
        </p:sp>
        <p:sp>
          <p:nvSpPr>
            <p:cNvPr id="58" name="Freeform 608"/>
            <p:cNvSpPr>
              <a:spLocks/>
            </p:cNvSpPr>
            <p:nvPr/>
          </p:nvSpPr>
          <p:spPr bwMode="auto">
            <a:xfrm>
              <a:off x="3081535" y="2864954"/>
              <a:ext cx="246038" cy="92698"/>
            </a:xfrm>
            <a:custGeom>
              <a:avLst/>
              <a:gdLst>
                <a:gd name="T0" fmla="*/ 2147483647 w 232"/>
                <a:gd name="T1" fmla="*/ 2147483647 h 88"/>
                <a:gd name="T2" fmla="*/ 2147483647 w 232"/>
                <a:gd name="T3" fmla="*/ 2147483647 h 88"/>
                <a:gd name="T4" fmla="*/ 2147483647 w 232"/>
                <a:gd name="T5" fmla="*/ 2147483647 h 88"/>
                <a:gd name="T6" fmla="*/ 2147483647 w 232"/>
                <a:gd name="T7" fmla="*/ 2147483647 h 88"/>
                <a:gd name="T8" fmla="*/ 2147483647 w 232"/>
                <a:gd name="T9" fmla="*/ 2147483647 h 88"/>
                <a:gd name="T10" fmla="*/ 2147483647 w 232"/>
                <a:gd name="T11" fmla="*/ 2147483647 h 88"/>
                <a:gd name="T12" fmla="*/ 2147483647 w 232"/>
                <a:gd name="T13" fmla="*/ 2147483647 h 88"/>
                <a:gd name="T14" fmla="*/ 2147483647 w 232"/>
                <a:gd name="T15" fmla="*/ 2147483647 h 88"/>
                <a:gd name="T16" fmla="*/ 2147483647 w 232"/>
                <a:gd name="T17" fmla="*/ 2147483647 h 88"/>
                <a:gd name="T18" fmla="*/ 2147483647 w 232"/>
                <a:gd name="T19" fmla="*/ 0 h 88"/>
                <a:gd name="T20" fmla="*/ 2147483647 w 232"/>
                <a:gd name="T21" fmla="*/ 0 h 88"/>
                <a:gd name="T22" fmla="*/ 2147483647 w 232"/>
                <a:gd name="T23" fmla="*/ 0 h 88"/>
                <a:gd name="T24" fmla="*/ 2147483647 w 232"/>
                <a:gd name="T25" fmla="*/ 2147483647 h 88"/>
                <a:gd name="T26" fmla="*/ 2147483647 w 232"/>
                <a:gd name="T27" fmla="*/ 2147483647 h 88"/>
                <a:gd name="T28" fmla="*/ 2147483647 w 232"/>
                <a:gd name="T29" fmla="*/ 2147483647 h 88"/>
                <a:gd name="T30" fmla="*/ 2147483647 w 232"/>
                <a:gd name="T31" fmla="*/ 0 h 88"/>
                <a:gd name="T32" fmla="*/ 2147483647 w 232"/>
                <a:gd name="T33" fmla="*/ 0 h 88"/>
                <a:gd name="T34" fmla="*/ 2147483647 w 232"/>
                <a:gd name="T35" fmla="*/ 0 h 88"/>
                <a:gd name="T36" fmla="*/ 2147483647 w 232"/>
                <a:gd name="T37" fmla="*/ 0 h 88"/>
                <a:gd name="T38" fmla="*/ 2147483647 w 232"/>
                <a:gd name="T39" fmla="*/ 0 h 88"/>
                <a:gd name="T40" fmla="*/ 2147483647 w 232"/>
                <a:gd name="T41" fmla="*/ 2147483647 h 88"/>
                <a:gd name="T42" fmla="*/ 2147483647 w 232"/>
                <a:gd name="T43" fmla="*/ 2147483647 h 88"/>
                <a:gd name="T44" fmla="*/ 2147483647 w 232"/>
                <a:gd name="T45" fmla="*/ 2147483647 h 88"/>
                <a:gd name="T46" fmla="*/ 2147483647 w 232"/>
                <a:gd name="T47" fmla="*/ 2147483647 h 88"/>
                <a:gd name="T48" fmla="*/ 2147483647 w 232"/>
                <a:gd name="T49" fmla="*/ 2147483647 h 88"/>
                <a:gd name="T50" fmla="*/ 0 w 232"/>
                <a:gd name="T51" fmla="*/ 2147483647 h 88"/>
                <a:gd name="T52" fmla="*/ 2147483647 w 232"/>
                <a:gd name="T53" fmla="*/ 2147483647 h 88"/>
                <a:gd name="T54" fmla="*/ 2147483647 w 232"/>
                <a:gd name="T55" fmla="*/ 2147483647 h 88"/>
                <a:gd name="T56" fmla="*/ 2147483647 w 232"/>
                <a:gd name="T57" fmla="*/ 2147483647 h 88"/>
                <a:gd name="T58" fmla="*/ 2147483647 w 232"/>
                <a:gd name="T59" fmla="*/ 2147483647 h 88"/>
                <a:gd name="T60" fmla="*/ 2147483647 w 232"/>
                <a:gd name="T61" fmla="*/ 2147483647 h 88"/>
                <a:gd name="T62" fmla="*/ 2147483647 w 232"/>
                <a:gd name="T63" fmla="*/ 2147483647 h 88"/>
                <a:gd name="T64" fmla="*/ 2147483647 w 232"/>
                <a:gd name="T65" fmla="*/ 2147483647 h 88"/>
                <a:gd name="T66" fmla="*/ 2147483647 w 232"/>
                <a:gd name="T67" fmla="*/ 2147483647 h 88"/>
                <a:gd name="T68" fmla="*/ 2147483647 w 232"/>
                <a:gd name="T69" fmla="*/ 2147483647 h 88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232"/>
                <a:gd name="T106" fmla="*/ 0 h 88"/>
                <a:gd name="T107" fmla="*/ 232 w 232"/>
                <a:gd name="T108" fmla="*/ 88 h 88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232" h="88">
                  <a:moveTo>
                    <a:pt x="136" y="80"/>
                  </a:moveTo>
                  <a:lnTo>
                    <a:pt x="144" y="80"/>
                  </a:lnTo>
                  <a:lnTo>
                    <a:pt x="184" y="80"/>
                  </a:lnTo>
                  <a:lnTo>
                    <a:pt x="208" y="72"/>
                  </a:lnTo>
                  <a:lnTo>
                    <a:pt x="224" y="72"/>
                  </a:lnTo>
                  <a:lnTo>
                    <a:pt x="232" y="72"/>
                  </a:lnTo>
                  <a:lnTo>
                    <a:pt x="232" y="64"/>
                  </a:lnTo>
                  <a:lnTo>
                    <a:pt x="232" y="32"/>
                  </a:lnTo>
                  <a:lnTo>
                    <a:pt x="216" y="8"/>
                  </a:lnTo>
                  <a:lnTo>
                    <a:pt x="208" y="0"/>
                  </a:lnTo>
                  <a:lnTo>
                    <a:pt x="200" y="0"/>
                  </a:lnTo>
                  <a:lnTo>
                    <a:pt x="192" y="0"/>
                  </a:lnTo>
                  <a:lnTo>
                    <a:pt x="176" y="8"/>
                  </a:lnTo>
                  <a:lnTo>
                    <a:pt x="160" y="8"/>
                  </a:lnTo>
                  <a:lnTo>
                    <a:pt x="152" y="8"/>
                  </a:lnTo>
                  <a:lnTo>
                    <a:pt x="136" y="0"/>
                  </a:lnTo>
                  <a:lnTo>
                    <a:pt x="128" y="0"/>
                  </a:lnTo>
                  <a:lnTo>
                    <a:pt x="96" y="0"/>
                  </a:lnTo>
                  <a:lnTo>
                    <a:pt x="88" y="0"/>
                  </a:lnTo>
                  <a:lnTo>
                    <a:pt x="72" y="0"/>
                  </a:lnTo>
                  <a:lnTo>
                    <a:pt x="64" y="8"/>
                  </a:lnTo>
                  <a:lnTo>
                    <a:pt x="48" y="16"/>
                  </a:lnTo>
                  <a:lnTo>
                    <a:pt x="40" y="8"/>
                  </a:lnTo>
                  <a:lnTo>
                    <a:pt x="32" y="24"/>
                  </a:lnTo>
                  <a:lnTo>
                    <a:pt x="16" y="24"/>
                  </a:lnTo>
                  <a:lnTo>
                    <a:pt x="0" y="32"/>
                  </a:lnTo>
                  <a:lnTo>
                    <a:pt x="8" y="48"/>
                  </a:lnTo>
                  <a:lnTo>
                    <a:pt x="16" y="64"/>
                  </a:lnTo>
                  <a:lnTo>
                    <a:pt x="24" y="80"/>
                  </a:lnTo>
                  <a:lnTo>
                    <a:pt x="56" y="80"/>
                  </a:lnTo>
                  <a:lnTo>
                    <a:pt x="64" y="80"/>
                  </a:lnTo>
                  <a:lnTo>
                    <a:pt x="88" y="88"/>
                  </a:lnTo>
                  <a:lnTo>
                    <a:pt x="104" y="80"/>
                  </a:lnTo>
                  <a:lnTo>
                    <a:pt x="120" y="88"/>
                  </a:lnTo>
                  <a:lnTo>
                    <a:pt x="136" y="80"/>
                  </a:lnTo>
                  <a:close/>
                </a:path>
              </a:pathLst>
            </a:custGeom>
            <a:grpFill/>
            <a:ln w="6350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59" name="Freeform 609"/>
            <p:cNvSpPr>
              <a:spLocks/>
            </p:cNvSpPr>
            <p:nvPr/>
          </p:nvSpPr>
          <p:spPr bwMode="auto">
            <a:xfrm>
              <a:off x="3200221" y="2941191"/>
              <a:ext cx="93564" cy="84900"/>
            </a:xfrm>
            <a:custGeom>
              <a:avLst/>
              <a:gdLst>
                <a:gd name="T0" fmla="*/ 2147483647 w 88"/>
                <a:gd name="T1" fmla="*/ 2147483647 h 80"/>
                <a:gd name="T2" fmla="*/ 2147483647 w 88"/>
                <a:gd name="T3" fmla="*/ 2147483647 h 80"/>
                <a:gd name="T4" fmla="*/ 2147483647 w 88"/>
                <a:gd name="T5" fmla="*/ 2147483647 h 80"/>
                <a:gd name="T6" fmla="*/ 2147483647 w 88"/>
                <a:gd name="T7" fmla="*/ 2147483647 h 80"/>
                <a:gd name="T8" fmla="*/ 2147483647 w 88"/>
                <a:gd name="T9" fmla="*/ 2147483647 h 80"/>
                <a:gd name="T10" fmla="*/ 2147483647 w 88"/>
                <a:gd name="T11" fmla="*/ 2147483647 h 80"/>
                <a:gd name="T12" fmla="*/ 2147483647 w 88"/>
                <a:gd name="T13" fmla="*/ 0 h 80"/>
                <a:gd name="T14" fmla="*/ 2147483647 w 88"/>
                <a:gd name="T15" fmla="*/ 2147483647 h 80"/>
                <a:gd name="T16" fmla="*/ 2147483647 w 88"/>
                <a:gd name="T17" fmla="*/ 2147483647 h 80"/>
                <a:gd name="T18" fmla="*/ 2147483647 w 88"/>
                <a:gd name="T19" fmla="*/ 2147483647 h 80"/>
                <a:gd name="T20" fmla="*/ 2147483647 w 88"/>
                <a:gd name="T21" fmla="*/ 2147483647 h 80"/>
                <a:gd name="T22" fmla="*/ 2147483647 w 88"/>
                <a:gd name="T23" fmla="*/ 2147483647 h 80"/>
                <a:gd name="T24" fmla="*/ 0 w 88"/>
                <a:gd name="T25" fmla="*/ 2147483647 h 80"/>
                <a:gd name="T26" fmla="*/ 2147483647 w 88"/>
                <a:gd name="T27" fmla="*/ 2147483647 h 80"/>
                <a:gd name="T28" fmla="*/ 2147483647 w 88"/>
                <a:gd name="T29" fmla="*/ 2147483647 h 80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88"/>
                <a:gd name="T46" fmla="*/ 0 h 80"/>
                <a:gd name="T47" fmla="*/ 88 w 88"/>
                <a:gd name="T48" fmla="*/ 80 h 80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88" h="80">
                  <a:moveTo>
                    <a:pt x="16" y="80"/>
                  </a:moveTo>
                  <a:lnTo>
                    <a:pt x="40" y="64"/>
                  </a:lnTo>
                  <a:lnTo>
                    <a:pt x="48" y="64"/>
                  </a:lnTo>
                  <a:lnTo>
                    <a:pt x="72" y="48"/>
                  </a:lnTo>
                  <a:lnTo>
                    <a:pt x="80" y="16"/>
                  </a:lnTo>
                  <a:lnTo>
                    <a:pt x="88" y="8"/>
                  </a:lnTo>
                  <a:lnTo>
                    <a:pt x="88" y="0"/>
                  </a:lnTo>
                  <a:lnTo>
                    <a:pt x="72" y="8"/>
                  </a:lnTo>
                  <a:lnTo>
                    <a:pt x="32" y="8"/>
                  </a:lnTo>
                  <a:lnTo>
                    <a:pt x="24" y="8"/>
                  </a:lnTo>
                  <a:lnTo>
                    <a:pt x="8" y="16"/>
                  </a:lnTo>
                  <a:lnTo>
                    <a:pt x="16" y="32"/>
                  </a:lnTo>
                  <a:lnTo>
                    <a:pt x="0" y="72"/>
                  </a:lnTo>
                  <a:lnTo>
                    <a:pt x="8" y="72"/>
                  </a:lnTo>
                  <a:lnTo>
                    <a:pt x="16" y="80"/>
                  </a:lnTo>
                  <a:close/>
                </a:path>
              </a:pathLst>
            </a:custGeom>
            <a:grpFill/>
            <a:ln w="6350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60" name="Freeform 610"/>
            <p:cNvSpPr>
              <a:spLocks/>
            </p:cNvSpPr>
            <p:nvPr/>
          </p:nvSpPr>
          <p:spPr bwMode="auto">
            <a:xfrm>
              <a:off x="3183761" y="3008765"/>
              <a:ext cx="67574" cy="59777"/>
            </a:xfrm>
            <a:custGeom>
              <a:avLst/>
              <a:gdLst>
                <a:gd name="T0" fmla="*/ 2147483647 w 64"/>
                <a:gd name="T1" fmla="*/ 2147483647 h 56"/>
                <a:gd name="T2" fmla="*/ 2147483647 w 64"/>
                <a:gd name="T3" fmla="*/ 0 h 56"/>
                <a:gd name="T4" fmla="*/ 2147483647 w 64"/>
                <a:gd name="T5" fmla="*/ 0 h 56"/>
                <a:gd name="T6" fmla="*/ 2147483647 w 64"/>
                <a:gd name="T7" fmla="*/ 2147483647 h 56"/>
                <a:gd name="T8" fmla="*/ 2147483647 w 64"/>
                <a:gd name="T9" fmla="*/ 2147483647 h 56"/>
                <a:gd name="T10" fmla="*/ 2147483647 w 64"/>
                <a:gd name="T11" fmla="*/ 2147483647 h 56"/>
                <a:gd name="T12" fmla="*/ 2147483647 w 64"/>
                <a:gd name="T13" fmla="*/ 2147483647 h 56"/>
                <a:gd name="T14" fmla="*/ 0 w 64"/>
                <a:gd name="T15" fmla="*/ 2147483647 h 56"/>
                <a:gd name="T16" fmla="*/ 2147483647 w 64"/>
                <a:gd name="T17" fmla="*/ 2147483647 h 56"/>
                <a:gd name="T18" fmla="*/ 2147483647 w 64"/>
                <a:gd name="T19" fmla="*/ 2147483647 h 56"/>
                <a:gd name="T20" fmla="*/ 2147483647 w 64"/>
                <a:gd name="T21" fmla="*/ 2147483647 h 56"/>
                <a:gd name="T22" fmla="*/ 2147483647 w 64"/>
                <a:gd name="T23" fmla="*/ 2147483647 h 56"/>
                <a:gd name="T24" fmla="*/ 2147483647 w 64"/>
                <a:gd name="T25" fmla="*/ 2147483647 h 56"/>
                <a:gd name="T26" fmla="*/ 2147483647 w 64"/>
                <a:gd name="T27" fmla="*/ 2147483647 h 56"/>
                <a:gd name="T28" fmla="*/ 2147483647 w 64"/>
                <a:gd name="T29" fmla="*/ 2147483647 h 56"/>
                <a:gd name="T30" fmla="*/ 2147483647 w 64"/>
                <a:gd name="T31" fmla="*/ 2147483647 h 5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64"/>
                <a:gd name="T49" fmla="*/ 0 h 56"/>
                <a:gd name="T50" fmla="*/ 64 w 64"/>
                <a:gd name="T51" fmla="*/ 56 h 5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64" h="56">
                  <a:moveTo>
                    <a:pt x="64" y="16"/>
                  </a:moveTo>
                  <a:lnTo>
                    <a:pt x="64" y="0"/>
                  </a:lnTo>
                  <a:lnTo>
                    <a:pt x="56" y="0"/>
                  </a:lnTo>
                  <a:lnTo>
                    <a:pt x="32" y="16"/>
                  </a:lnTo>
                  <a:lnTo>
                    <a:pt x="24" y="8"/>
                  </a:lnTo>
                  <a:lnTo>
                    <a:pt x="16" y="8"/>
                  </a:lnTo>
                  <a:lnTo>
                    <a:pt x="8" y="8"/>
                  </a:lnTo>
                  <a:lnTo>
                    <a:pt x="0" y="24"/>
                  </a:lnTo>
                  <a:lnTo>
                    <a:pt x="16" y="56"/>
                  </a:lnTo>
                  <a:lnTo>
                    <a:pt x="24" y="56"/>
                  </a:lnTo>
                  <a:lnTo>
                    <a:pt x="32" y="48"/>
                  </a:lnTo>
                  <a:lnTo>
                    <a:pt x="48" y="48"/>
                  </a:lnTo>
                  <a:lnTo>
                    <a:pt x="48" y="40"/>
                  </a:lnTo>
                  <a:lnTo>
                    <a:pt x="40" y="24"/>
                  </a:lnTo>
                  <a:lnTo>
                    <a:pt x="56" y="16"/>
                  </a:lnTo>
                  <a:lnTo>
                    <a:pt x="64" y="16"/>
                  </a:lnTo>
                  <a:close/>
                </a:path>
              </a:pathLst>
            </a:custGeom>
            <a:grpFill/>
            <a:ln w="6350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61" name="Freeform 611"/>
            <p:cNvSpPr>
              <a:spLocks/>
            </p:cNvSpPr>
            <p:nvPr/>
          </p:nvSpPr>
          <p:spPr bwMode="auto">
            <a:xfrm>
              <a:off x="3200221" y="2941191"/>
              <a:ext cx="93564" cy="84900"/>
            </a:xfrm>
            <a:custGeom>
              <a:avLst/>
              <a:gdLst>
                <a:gd name="T0" fmla="*/ 2147483647 w 88"/>
                <a:gd name="T1" fmla="*/ 2147483647 h 80"/>
                <a:gd name="T2" fmla="*/ 2147483647 w 88"/>
                <a:gd name="T3" fmla="*/ 2147483647 h 80"/>
                <a:gd name="T4" fmla="*/ 2147483647 w 88"/>
                <a:gd name="T5" fmla="*/ 2147483647 h 80"/>
                <a:gd name="T6" fmla="*/ 2147483647 w 88"/>
                <a:gd name="T7" fmla="*/ 2147483647 h 80"/>
                <a:gd name="T8" fmla="*/ 2147483647 w 88"/>
                <a:gd name="T9" fmla="*/ 2147483647 h 80"/>
                <a:gd name="T10" fmla="*/ 2147483647 w 88"/>
                <a:gd name="T11" fmla="*/ 2147483647 h 80"/>
                <a:gd name="T12" fmla="*/ 2147483647 w 88"/>
                <a:gd name="T13" fmla="*/ 0 h 80"/>
                <a:gd name="T14" fmla="*/ 2147483647 w 88"/>
                <a:gd name="T15" fmla="*/ 2147483647 h 80"/>
                <a:gd name="T16" fmla="*/ 2147483647 w 88"/>
                <a:gd name="T17" fmla="*/ 2147483647 h 80"/>
                <a:gd name="T18" fmla="*/ 2147483647 w 88"/>
                <a:gd name="T19" fmla="*/ 2147483647 h 80"/>
                <a:gd name="T20" fmla="*/ 2147483647 w 88"/>
                <a:gd name="T21" fmla="*/ 2147483647 h 80"/>
                <a:gd name="T22" fmla="*/ 2147483647 w 88"/>
                <a:gd name="T23" fmla="*/ 2147483647 h 80"/>
                <a:gd name="T24" fmla="*/ 2147483647 w 88"/>
                <a:gd name="T25" fmla="*/ 2147483647 h 80"/>
                <a:gd name="T26" fmla="*/ 0 w 88"/>
                <a:gd name="T27" fmla="*/ 2147483647 h 80"/>
                <a:gd name="T28" fmla="*/ 2147483647 w 88"/>
                <a:gd name="T29" fmla="*/ 2147483647 h 80"/>
                <a:gd name="T30" fmla="*/ 2147483647 w 88"/>
                <a:gd name="T31" fmla="*/ 2147483647 h 80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88"/>
                <a:gd name="T49" fmla="*/ 0 h 80"/>
                <a:gd name="T50" fmla="*/ 88 w 88"/>
                <a:gd name="T51" fmla="*/ 80 h 80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88" h="80">
                  <a:moveTo>
                    <a:pt x="16" y="80"/>
                  </a:moveTo>
                  <a:lnTo>
                    <a:pt x="40" y="64"/>
                  </a:lnTo>
                  <a:lnTo>
                    <a:pt x="48" y="64"/>
                  </a:lnTo>
                  <a:lnTo>
                    <a:pt x="72" y="48"/>
                  </a:lnTo>
                  <a:lnTo>
                    <a:pt x="80" y="16"/>
                  </a:lnTo>
                  <a:lnTo>
                    <a:pt x="88" y="8"/>
                  </a:lnTo>
                  <a:lnTo>
                    <a:pt x="88" y="0"/>
                  </a:lnTo>
                  <a:lnTo>
                    <a:pt x="72" y="8"/>
                  </a:lnTo>
                  <a:lnTo>
                    <a:pt x="32" y="8"/>
                  </a:lnTo>
                  <a:lnTo>
                    <a:pt x="24" y="8"/>
                  </a:lnTo>
                  <a:lnTo>
                    <a:pt x="8" y="16"/>
                  </a:lnTo>
                  <a:lnTo>
                    <a:pt x="16" y="32"/>
                  </a:lnTo>
                  <a:lnTo>
                    <a:pt x="0" y="72"/>
                  </a:lnTo>
                  <a:lnTo>
                    <a:pt x="8" y="72"/>
                  </a:lnTo>
                  <a:lnTo>
                    <a:pt x="16" y="80"/>
                  </a:lnTo>
                  <a:close/>
                </a:path>
              </a:pathLst>
            </a:custGeom>
            <a:grpFill/>
            <a:ln w="6350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62" name="Freeform 612"/>
            <p:cNvSpPr>
              <a:spLocks/>
            </p:cNvSpPr>
            <p:nvPr/>
          </p:nvSpPr>
          <p:spPr bwMode="auto">
            <a:xfrm>
              <a:off x="3183761" y="3008765"/>
              <a:ext cx="67574" cy="59777"/>
            </a:xfrm>
            <a:custGeom>
              <a:avLst/>
              <a:gdLst>
                <a:gd name="T0" fmla="*/ 2147483647 w 64"/>
                <a:gd name="T1" fmla="*/ 2147483647 h 56"/>
                <a:gd name="T2" fmla="*/ 2147483647 w 64"/>
                <a:gd name="T3" fmla="*/ 0 h 56"/>
                <a:gd name="T4" fmla="*/ 2147483647 w 64"/>
                <a:gd name="T5" fmla="*/ 0 h 56"/>
                <a:gd name="T6" fmla="*/ 2147483647 w 64"/>
                <a:gd name="T7" fmla="*/ 2147483647 h 56"/>
                <a:gd name="T8" fmla="*/ 2147483647 w 64"/>
                <a:gd name="T9" fmla="*/ 2147483647 h 56"/>
                <a:gd name="T10" fmla="*/ 2147483647 w 64"/>
                <a:gd name="T11" fmla="*/ 2147483647 h 56"/>
                <a:gd name="T12" fmla="*/ 2147483647 w 64"/>
                <a:gd name="T13" fmla="*/ 2147483647 h 56"/>
                <a:gd name="T14" fmla="*/ 0 w 64"/>
                <a:gd name="T15" fmla="*/ 2147483647 h 56"/>
                <a:gd name="T16" fmla="*/ 2147483647 w 64"/>
                <a:gd name="T17" fmla="*/ 2147483647 h 56"/>
                <a:gd name="T18" fmla="*/ 2147483647 w 64"/>
                <a:gd name="T19" fmla="*/ 2147483647 h 56"/>
                <a:gd name="T20" fmla="*/ 2147483647 w 64"/>
                <a:gd name="T21" fmla="*/ 2147483647 h 56"/>
                <a:gd name="T22" fmla="*/ 2147483647 w 64"/>
                <a:gd name="T23" fmla="*/ 2147483647 h 56"/>
                <a:gd name="T24" fmla="*/ 2147483647 w 64"/>
                <a:gd name="T25" fmla="*/ 2147483647 h 56"/>
                <a:gd name="T26" fmla="*/ 2147483647 w 64"/>
                <a:gd name="T27" fmla="*/ 2147483647 h 56"/>
                <a:gd name="T28" fmla="*/ 2147483647 w 64"/>
                <a:gd name="T29" fmla="*/ 2147483647 h 56"/>
                <a:gd name="T30" fmla="*/ 2147483647 w 64"/>
                <a:gd name="T31" fmla="*/ 2147483647 h 56"/>
                <a:gd name="T32" fmla="*/ 2147483647 w 64"/>
                <a:gd name="T33" fmla="*/ 2147483647 h 56"/>
                <a:gd name="T34" fmla="*/ 2147483647 w 64"/>
                <a:gd name="T35" fmla="*/ 2147483647 h 56"/>
                <a:gd name="T36" fmla="*/ 2147483647 w 64"/>
                <a:gd name="T37" fmla="*/ 2147483647 h 56"/>
                <a:gd name="T38" fmla="*/ 2147483647 w 64"/>
                <a:gd name="T39" fmla="*/ 2147483647 h 56"/>
                <a:gd name="T40" fmla="*/ 2147483647 w 64"/>
                <a:gd name="T41" fmla="*/ 0 h 56"/>
                <a:gd name="T42" fmla="*/ 2147483647 w 64"/>
                <a:gd name="T43" fmla="*/ 0 h 56"/>
                <a:gd name="T44" fmla="*/ 2147483647 w 64"/>
                <a:gd name="T45" fmla="*/ 2147483647 h 56"/>
                <a:gd name="T46" fmla="*/ 2147483647 w 64"/>
                <a:gd name="T47" fmla="*/ 2147483647 h 56"/>
                <a:gd name="T48" fmla="*/ 2147483647 w 64"/>
                <a:gd name="T49" fmla="*/ 2147483647 h 56"/>
                <a:gd name="T50" fmla="*/ 2147483647 w 64"/>
                <a:gd name="T51" fmla="*/ 2147483647 h 56"/>
                <a:gd name="T52" fmla="*/ 0 w 64"/>
                <a:gd name="T53" fmla="*/ 2147483647 h 56"/>
                <a:gd name="T54" fmla="*/ 2147483647 w 64"/>
                <a:gd name="T55" fmla="*/ 2147483647 h 56"/>
                <a:gd name="T56" fmla="*/ 2147483647 w 64"/>
                <a:gd name="T57" fmla="*/ 2147483647 h 56"/>
                <a:gd name="T58" fmla="*/ 2147483647 w 64"/>
                <a:gd name="T59" fmla="*/ 2147483647 h 56"/>
                <a:gd name="T60" fmla="*/ 2147483647 w 64"/>
                <a:gd name="T61" fmla="*/ 2147483647 h 56"/>
                <a:gd name="T62" fmla="*/ 2147483647 w 64"/>
                <a:gd name="T63" fmla="*/ 2147483647 h 56"/>
                <a:gd name="T64" fmla="*/ 2147483647 w 64"/>
                <a:gd name="T65" fmla="*/ 2147483647 h 56"/>
                <a:gd name="T66" fmla="*/ 2147483647 w 64"/>
                <a:gd name="T67" fmla="*/ 2147483647 h 56"/>
                <a:gd name="T68" fmla="*/ 2147483647 w 64"/>
                <a:gd name="T69" fmla="*/ 2147483647 h 56"/>
                <a:gd name="T70" fmla="*/ 2147483647 w 64"/>
                <a:gd name="T71" fmla="*/ 2147483647 h 56"/>
                <a:gd name="T72" fmla="*/ 2147483647 w 64"/>
                <a:gd name="T73" fmla="*/ 2147483647 h 56"/>
                <a:gd name="T74" fmla="*/ 2147483647 w 64"/>
                <a:gd name="T75" fmla="*/ 2147483647 h 56"/>
                <a:gd name="T76" fmla="*/ 2147483647 w 64"/>
                <a:gd name="T77" fmla="*/ 2147483647 h 5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w 64"/>
                <a:gd name="T118" fmla="*/ 0 h 56"/>
                <a:gd name="T119" fmla="*/ 64 w 64"/>
                <a:gd name="T120" fmla="*/ 56 h 56"/>
              </a:gdLst>
              <a:ahLst/>
              <a:cxnLst>
                <a:cxn ang="T78">
                  <a:pos x="T0" y="T1"/>
                </a:cxn>
                <a:cxn ang="T79">
                  <a:pos x="T2" y="T3"/>
                </a:cxn>
                <a:cxn ang="T80">
                  <a:pos x="T4" y="T5"/>
                </a:cxn>
                <a:cxn ang="T81">
                  <a:pos x="T6" y="T7"/>
                </a:cxn>
                <a:cxn ang="T82">
                  <a:pos x="T8" y="T9"/>
                </a:cxn>
                <a:cxn ang="T83">
                  <a:pos x="T10" y="T11"/>
                </a:cxn>
                <a:cxn ang="T84">
                  <a:pos x="T12" y="T13"/>
                </a:cxn>
                <a:cxn ang="T85">
                  <a:pos x="T14" y="T15"/>
                </a:cxn>
                <a:cxn ang="T86">
                  <a:pos x="T16" y="T17"/>
                </a:cxn>
                <a:cxn ang="T87">
                  <a:pos x="T18" y="T19"/>
                </a:cxn>
                <a:cxn ang="T88">
                  <a:pos x="T20" y="T21"/>
                </a:cxn>
                <a:cxn ang="T89">
                  <a:pos x="T22" y="T23"/>
                </a:cxn>
                <a:cxn ang="T90">
                  <a:pos x="T24" y="T25"/>
                </a:cxn>
                <a:cxn ang="T91">
                  <a:pos x="T26" y="T27"/>
                </a:cxn>
                <a:cxn ang="T92">
                  <a:pos x="T28" y="T29"/>
                </a:cxn>
                <a:cxn ang="T93">
                  <a:pos x="T30" y="T31"/>
                </a:cxn>
                <a:cxn ang="T94">
                  <a:pos x="T32" y="T33"/>
                </a:cxn>
                <a:cxn ang="T95">
                  <a:pos x="T34" y="T35"/>
                </a:cxn>
                <a:cxn ang="T96">
                  <a:pos x="T36" y="T37"/>
                </a:cxn>
                <a:cxn ang="T97">
                  <a:pos x="T38" y="T39"/>
                </a:cxn>
                <a:cxn ang="T98">
                  <a:pos x="T40" y="T41"/>
                </a:cxn>
                <a:cxn ang="T99">
                  <a:pos x="T42" y="T43"/>
                </a:cxn>
                <a:cxn ang="T100">
                  <a:pos x="T44" y="T45"/>
                </a:cxn>
                <a:cxn ang="T101">
                  <a:pos x="T46" y="T47"/>
                </a:cxn>
                <a:cxn ang="T102">
                  <a:pos x="T48" y="T49"/>
                </a:cxn>
                <a:cxn ang="T103">
                  <a:pos x="T50" y="T51"/>
                </a:cxn>
                <a:cxn ang="T104">
                  <a:pos x="T52" y="T53"/>
                </a:cxn>
                <a:cxn ang="T105">
                  <a:pos x="T54" y="T55"/>
                </a:cxn>
                <a:cxn ang="T106">
                  <a:pos x="T56" y="T57"/>
                </a:cxn>
                <a:cxn ang="T107">
                  <a:pos x="T58" y="T59"/>
                </a:cxn>
                <a:cxn ang="T108">
                  <a:pos x="T60" y="T61"/>
                </a:cxn>
                <a:cxn ang="T109">
                  <a:pos x="T62" y="T63"/>
                </a:cxn>
                <a:cxn ang="T110">
                  <a:pos x="T64" y="T65"/>
                </a:cxn>
                <a:cxn ang="T111">
                  <a:pos x="T66" y="T67"/>
                </a:cxn>
                <a:cxn ang="T112">
                  <a:pos x="T68" y="T69"/>
                </a:cxn>
                <a:cxn ang="T113">
                  <a:pos x="T70" y="T71"/>
                </a:cxn>
                <a:cxn ang="T114">
                  <a:pos x="T72" y="T73"/>
                </a:cxn>
                <a:cxn ang="T115">
                  <a:pos x="T74" y="T75"/>
                </a:cxn>
                <a:cxn ang="T116">
                  <a:pos x="T76" y="T77"/>
                </a:cxn>
              </a:cxnLst>
              <a:rect l="T117" t="T118" r="T119" b="T120"/>
              <a:pathLst>
                <a:path w="64" h="56">
                  <a:moveTo>
                    <a:pt x="64" y="16"/>
                  </a:moveTo>
                  <a:lnTo>
                    <a:pt x="64" y="0"/>
                  </a:lnTo>
                  <a:lnTo>
                    <a:pt x="56" y="0"/>
                  </a:lnTo>
                  <a:lnTo>
                    <a:pt x="32" y="16"/>
                  </a:lnTo>
                  <a:lnTo>
                    <a:pt x="24" y="8"/>
                  </a:lnTo>
                  <a:lnTo>
                    <a:pt x="16" y="8"/>
                  </a:lnTo>
                  <a:lnTo>
                    <a:pt x="8" y="8"/>
                  </a:lnTo>
                  <a:lnTo>
                    <a:pt x="0" y="24"/>
                  </a:lnTo>
                  <a:lnTo>
                    <a:pt x="16" y="56"/>
                  </a:lnTo>
                  <a:lnTo>
                    <a:pt x="24" y="56"/>
                  </a:lnTo>
                  <a:lnTo>
                    <a:pt x="32" y="48"/>
                  </a:lnTo>
                  <a:lnTo>
                    <a:pt x="48" y="48"/>
                  </a:lnTo>
                  <a:lnTo>
                    <a:pt x="48" y="40"/>
                  </a:lnTo>
                  <a:lnTo>
                    <a:pt x="40" y="24"/>
                  </a:lnTo>
                  <a:lnTo>
                    <a:pt x="56" y="16"/>
                  </a:lnTo>
                  <a:lnTo>
                    <a:pt x="64" y="16"/>
                  </a:lnTo>
                  <a:lnTo>
                    <a:pt x="64" y="0"/>
                  </a:lnTo>
                  <a:lnTo>
                    <a:pt x="56" y="0"/>
                  </a:lnTo>
                  <a:lnTo>
                    <a:pt x="32" y="16"/>
                  </a:lnTo>
                  <a:lnTo>
                    <a:pt x="24" y="8"/>
                  </a:lnTo>
                  <a:lnTo>
                    <a:pt x="16" y="8"/>
                  </a:lnTo>
                  <a:lnTo>
                    <a:pt x="8" y="8"/>
                  </a:lnTo>
                  <a:lnTo>
                    <a:pt x="0" y="24"/>
                  </a:lnTo>
                  <a:lnTo>
                    <a:pt x="16" y="56"/>
                  </a:lnTo>
                  <a:lnTo>
                    <a:pt x="24" y="56"/>
                  </a:lnTo>
                  <a:lnTo>
                    <a:pt x="32" y="48"/>
                  </a:lnTo>
                  <a:lnTo>
                    <a:pt x="48" y="48"/>
                  </a:lnTo>
                  <a:lnTo>
                    <a:pt x="48" y="40"/>
                  </a:lnTo>
                  <a:lnTo>
                    <a:pt x="40" y="24"/>
                  </a:lnTo>
                  <a:lnTo>
                    <a:pt x="56" y="16"/>
                  </a:lnTo>
                  <a:lnTo>
                    <a:pt x="64" y="16"/>
                  </a:lnTo>
                  <a:close/>
                </a:path>
              </a:pathLst>
            </a:custGeom>
            <a:grpFill/>
            <a:ln w="6350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63" name="Freeform 613"/>
            <p:cNvSpPr>
              <a:spLocks/>
            </p:cNvSpPr>
            <p:nvPr/>
          </p:nvSpPr>
          <p:spPr bwMode="auto">
            <a:xfrm>
              <a:off x="3421136" y="3127452"/>
              <a:ext cx="67574" cy="42450"/>
            </a:xfrm>
            <a:custGeom>
              <a:avLst/>
              <a:gdLst>
                <a:gd name="T0" fmla="*/ 2147483647 w 64"/>
                <a:gd name="T1" fmla="*/ 2147483647 h 40"/>
                <a:gd name="T2" fmla="*/ 2147483647 w 64"/>
                <a:gd name="T3" fmla="*/ 2147483647 h 40"/>
                <a:gd name="T4" fmla="*/ 2147483647 w 64"/>
                <a:gd name="T5" fmla="*/ 2147483647 h 40"/>
                <a:gd name="T6" fmla="*/ 2147483647 w 64"/>
                <a:gd name="T7" fmla="*/ 2147483647 h 40"/>
                <a:gd name="T8" fmla="*/ 2147483647 w 64"/>
                <a:gd name="T9" fmla="*/ 0 h 40"/>
                <a:gd name="T10" fmla="*/ 2147483647 w 64"/>
                <a:gd name="T11" fmla="*/ 2147483647 h 40"/>
                <a:gd name="T12" fmla="*/ 2147483647 w 64"/>
                <a:gd name="T13" fmla="*/ 0 h 40"/>
                <a:gd name="T14" fmla="*/ 0 w 64"/>
                <a:gd name="T15" fmla="*/ 2147483647 h 40"/>
                <a:gd name="T16" fmla="*/ 2147483647 w 64"/>
                <a:gd name="T17" fmla="*/ 2147483647 h 4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64"/>
                <a:gd name="T28" fmla="*/ 0 h 40"/>
                <a:gd name="T29" fmla="*/ 64 w 64"/>
                <a:gd name="T30" fmla="*/ 40 h 4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64" h="40">
                  <a:moveTo>
                    <a:pt x="16" y="32"/>
                  </a:moveTo>
                  <a:lnTo>
                    <a:pt x="48" y="40"/>
                  </a:lnTo>
                  <a:lnTo>
                    <a:pt x="56" y="16"/>
                  </a:lnTo>
                  <a:lnTo>
                    <a:pt x="64" y="16"/>
                  </a:lnTo>
                  <a:lnTo>
                    <a:pt x="56" y="0"/>
                  </a:lnTo>
                  <a:lnTo>
                    <a:pt x="24" y="8"/>
                  </a:lnTo>
                  <a:lnTo>
                    <a:pt x="8" y="0"/>
                  </a:lnTo>
                  <a:lnTo>
                    <a:pt x="0" y="16"/>
                  </a:lnTo>
                  <a:lnTo>
                    <a:pt x="16" y="32"/>
                  </a:lnTo>
                  <a:close/>
                </a:path>
              </a:pathLst>
            </a:custGeom>
            <a:grpFill/>
            <a:ln w="6350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64" name="Freeform 614"/>
            <p:cNvSpPr>
              <a:spLocks/>
            </p:cNvSpPr>
            <p:nvPr/>
          </p:nvSpPr>
          <p:spPr bwMode="auto">
            <a:xfrm>
              <a:off x="3429799" y="3144779"/>
              <a:ext cx="101360" cy="118687"/>
            </a:xfrm>
            <a:custGeom>
              <a:avLst/>
              <a:gdLst>
                <a:gd name="T0" fmla="*/ 2147483647 w 96"/>
                <a:gd name="T1" fmla="*/ 2147483647 h 112"/>
                <a:gd name="T2" fmla="*/ 2147483647 w 96"/>
                <a:gd name="T3" fmla="*/ 2147483647 h 112"/>
                <a:gd name="T4" fmla="*/ 2147483647 w 96"/>
                <a:gd name="T5" fmla="*/ 2147483647 h 112"/>
                <a:gd name="T6" fmla="*/ 0 w 96"/>
                <a:gd name="T7" fmla="*/ 2147483647 h 112"/>
                <a:gd name="T8" fmla="*/ 2147483647 w 96"/>
                <a:gd name="T9" fmla="*/ 2147483647 h 112"/>
                <a:gd name="T10" fmla="*/ 2147483647 w 96"/>
                <a:gd name="T11" fmla="*/ 2147483647 h 112"/>
                <a:gd name="T12" fmla="*/ 2147483647 w 96"/>
                <a:gd name="T13" fmla="*/ 2147483647 h 112"/>
                <a:gd name="T14" fmla="*/ 2147483647 w 96"/>
                <a:gd name="T15" fmla="*/ 2147483647 h 112"/>
                <a:gd name="T16" fmla="*/ 2147483647 w 96"/>
                <a:gd name="T17" fmla="*/ 2147483647 h 112"/>
                <a:gd name="T18" fmla="*/ 2147483647 w 96"/>
                <a:gd name="T19" fmla="*/ 2147483647 h 112"/>
                <a:gd name="T20" fmla="*/ 2147483647 w 96"/>
                <a:gd name="T21" fmla="*/ 0 h 112"/>
                <a:gd name="T22" fmla="*/ 2147483647 w 96"/>
                <a:gd name="T23" fmla="*/ 0 h 112"/>
                <a:gd name="T24" fmla="*/ 2147483647 w 96"/>
                <a:gd name="T25" fmla="*/ 0 h 112"/>
                <a:gd name="T26" fmla="*/ 2147483647 w 96"/>
                <a:gd name="T27" fmla="*/ 2147483647 h 112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96"/>
                <a:gd name="T43" fmla="*/ 0 h 112"/>
                <a:gd name="T44" fmla="*/ 96 w 96"/>
                <a:gd name="T45" fmla="*/ 112 h 112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96" h="112">
                  <a:moveTo>
                    <a:pt x="40" y="24"/>
                  </a:moveTo>
                  <a:lnTo>
                    <a:pt x="40" y="48"/>
                  </a:lnTo>
                  <a:lnTo>
                    <a:pt x="16" y="64"/>
                  </a:lnTo>
                  <a:lnTo>
                    <a:pt x="0" y="72"/>
                  </a:lnTo>
                  <a:lnTo>
                    <a:pt x="8" y="80"/>
                  </a:lnTo>
                  <a:lnTo>
                    <a:pt x="16" y="112"/>
                  </a:lnTo>
                  <a:lnTo>
                    <a:pt x="48" y="88"/>
                  </a:lnTo>
                  <a:lnTo>
                    <a:pt x="72" y="56"/>
                  </a:lnTo>
                  <a:lnTo>
                    <a:pt x="80" y="40"/>
                  </a:lnTo>
                  <a:lnTo>
                    <a:pt x="96" y="24"/>
                  </a:lnTo>
                  <a:lnTo>
                    <a:pt x="64" y="0"/>
                  </a:lnTo>
                  <a:lnTo>
                    <a:pt x="56" y="0"/>
                  </a:lnTo>
                  <a:lnTo>
                    <a:pt x="48" y="0"/>
                  </a:lnTo>
                  <a:lnTo>
                    <a:pt x="40" y="24"/>
                  </a:lnTo>
                  <a:close/>
                </a:path>
              </a:pathLst>
            </a:custGeom>
            <a:grpFill/>
            <a:ln w="6350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65" name="Freeform 615"/>
            <p:cNvSpPr>
              <a:spLocks/>
            </p:cNvSpPr>
            <p:nvPr/>
          </p:nvSpPr>
          <p:spPr bwMode="auto">
            <a:xfrm>
              <a:off x="3302448" y="3221016"/>
              <a:ext cx="143811" cy="84900"/>
            </a:xfrm>
            <a:custGeom>
              <a:avLst/>
              <a:gdLst>
                <a:gd name="T0" fmla="*/ 2147483647 w 136"/>
                <a:gd name="T1" fmla="*/ 0 h 80"/>
                <a:gd name="T2" fmla="*/ 2147483647 w 136"/>
                <a:gd name="T3" fmla="*/ 2147483647 h 80"/>
                <a:gd name="T4" fmla="*/ 2147483647 w 136"/>
                <a:gd name="T5" fmla="*/ 2147483647 h 80"/>
                <a:gd name="T6" fmla="*/ 2147483647 w 136"/>
                <a:gd name="T7" fmla="*/ 2147483647 h 80"/>
                <a:gd name="T8" fmla="*/ 0 w 136"/>
                <a:gd name="T9" fmla="*/ 2147483647 h 80"/>
                <a:gd name="T10" fmla="*/ 2147483647 w 136"/>
                <a:gd name="T11" fmla="*/ 2147483647 h 80"/>
                <a:gd name="T12" fmla="*/ 2147483647 w 136"/>
                <a:gd name="T13" fmla="*/ 2147483647 h 80"/>
                <a:gd name="T14" fmla="*/ 2147483647 w 136"/>
                <a:gd name="T15" fmla="*/ 2147483647 h 80"/>
                <a:gd name="T16" fmla="*/ 2147483647 w 136"/>
                <a:gd name="T17" fmla="*/ 2147483647 h 80"/>
                <a:gd name="T18" fmla="*/ 2147483647 w 136"/>
                <a:gd name="T19" fmla="*/ 2147483647 h 80"/>
                <a:gd name="T20" fmla="*/ 2147483647 w 136"/>
                <a:gd name="T21" fmla="*/ 2147483647 h 80"/>
                <a:gd name="T22" fmla="*/ 2147483647 w 136"/>
                <a:gd name="T23" fmla="*/ 2147483647 h 80"/>
                <a:gd name="T24" fmla="*/ 2147483647 w 136"/>
                <a:gd name="T25" fmla="*/ 2147483647 h 80"/>
                <a:gd name="T26" fmla="*/ 2147483647 w 136"/>
                <a:gd name="T27" fmla="*/ 0 h 80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136"/>
                <a:gd name="T43" fmla="*/ 0 h 80"/>
                <a:gd name="T44" fmla="*/ 136 w 136"/>
                <a:gd name="T45" fmla="*/ 80 h 80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136" h="80">
                  <a:moveTo>
                    <a:pt x="120" y="0"/>
                  </a:moveTo>
                  <a:lnTo>
                    <a:pt x="72" y="16"/>
                  </a:lnTo>
                  <a:lnTo>
                    <a:pt x="56" y="24"/>
                  </a:lnTo>
                  <a:lnTo>
                    <a:pt x="16" y="24"/>
                  </a:lnTo>
                  <a:lnTo>
                    <a:pt x="0" y="32"/>
                  </a:lnTo>
                  <a:lnTo>
                    <a:pt x="8" y="48"/>
                  </a:lnTo>
                  <a:lnTo>
                    <a:pt x="24" y="80"/>
                  </a:lnTo>
                  <a:lnTo>
                    <a:pt x="48" y="72"/>
                  </a:lnTo>
                  <a:lnTo>
                    <a:pt x="64" y="72"/>
                  </a:lnTo>
                  <a:lnTo>
                    <a:pt x="80" y="56"/>
                  </a:lnTo>
                  <a:lnTo>
                    <a:pt x="104" y="48"/>
                  </a:lnTo>
                  <a:lnTo>
                    <a:pt x="136" y="40"/>
                  </a:lnTo>
                  <a:lnTo>
                    <a:pt x="128" y="8"/>
                  </a:lnTo>
                  <a:lnTo>
                    <a:pt x="120" y="0"/>
                  </a:lnTo>
                  <a:close/>
                </a:path>
              </a:pathLst>
            </a:custGeom>
            <a:grpFill/>
            <a:ln w="6350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66" name="Freeform 616"/>
            <p:cNvSpPr>
              <a:spLocks/>
            </p:cNvSpPr>
            <p:nvPr/>
          </p:nvSpPr>
          <p:spPr bwMode="auto">
            <a:xfrm>
              <a:off x="3200221" y="3026091"/>
              <a:ext cx="272028" cy="228711"/>
            </a:xfrm>
            <a:custGeom>
              <a:avLst/>
              <a:gdLst>
                <a:gd name="T0" fmla="*/ 2147483647 w 256"/>
                <a:gd name="T1" fmla="*/ 2147483647 h 216"/>
                <a:gd name="T2" fmla="*/ 2147483647 w 256"/>
                <a:gd name="T3" fmla="*/ 2147483647 h 216"/>
                <a:gd name="T4" fmla="*/ 2147483647 w 256"/>
                <a:gd name="T5" fmla="*/ 2147483647 h 216"/>
                <a:gd name="T6" fmla="*/ 2147483647 w 256"/>
                <a:gd name="T7" fmla="*/ 2147483647 h 216"/>
                <a:gd name="T8" fmla="*/ 2147483647 w 256"/>
                <a:gd name="T9" fmla="*/ 2147483647 h 216"/>
                <a:gd name="T10" fmla="*/ 2147483647 w 256"/>
                <a:gd name="T11" fmla="*/ 2147483647 h 216"/>
                <a:gd name="T12" fmla="*/ 2147483647 w 256"/>
                <a:gd name="T13" fmla="*/ 2147483647 h 216"/>
                <a:gd name="T14" fmla="*/ 2147483647 w 256"/>
                <a:gd name="T15" fmla="*/ 2147483647 h 216"/>
                <a:gd name="T16" fmla="*/ 2147483647 w 256"/>
                <a:gd name="T17" fmla="*/ 2147483647 h 216"/>
                <a:gd name="T18" fmla="*/ 2147483647 w 256"/>
                <a:gd name="T19" fmla="*/ 2147483647 h 216"/>
                <a:gd name="T20" fmla="*/ 2147483647 w 256"/>
                <a:gd name="T21" fmla="*/ 2147483647 h 216"/>
                <a:gd name="T22" fmla="*/ 2147483647 w 256"/>
                <a:gd name="T23" fmla="*/ 2147483647 h 216"/>
                <a:gd name="T24" fmla="*/ 2147483647 w 256"/>
                <a:gd name="T25" fmla="*/ 0 h 216"/>
                <a:gd name="T26" fmla="*/ 2147483647 w 256"/>
                <a:gd name="T27" fmla="*/ 0 h 216"/>
                <a:gd name="T28" fmla="*/ 2147483647 w 256"/>
                <a:gd name="T29" fmla="*/ 0 h 216"/>
                <a:gd name="T30" fmla="*/ 2147483647 w 256"/>
                <a:gd name="T31" fmla="*/ 2147483647 h 216"/>
                <a:gd name="T32" fmla="*/ 2147483647 w 256"/>
                <a:gd name="T33" fmla="*/ 2147483647 h 216"/>
                <a:gd name="T34" fmla="*/ 2147483647 w 256"/>
                <a:gd name="T35" fmla="*/ 2147483647 h 216"/>
                <a:gd name="T36" fmla="*/ 2147483647 w 256"/>
                <a:gd name="T37" fmla="*/ 2147483647 h 216"/>
                <a:gd name="T38" fmla="*/ 2147483647 w 256"/>
                <a:gd name="T39" fmla="*/ 2147483647 h 216"/>
                <a:gd name="T40" fmla="*/ 0 w 256"/>
                <a:gd name="T41" fmla="*/ 2147483647 h 216"/>
                <a:gd name="T42" fmla="*/ 2147483647 w 256"/>
                <a:gd name="T43" fmla="*/ 2147483647 h 216"/>
                <a:gd name="T44" fmla="*/ 2147483647 w 256"/>
                <a:gd name="T45" fmla="*/ 2147483647 h 216"/>
                <a:gd name="T46" fmla="*/ 2147483647 w 256"/>
                <a:gd name="T47" fmla="*/ 2147483647 h 216"/>
                <a:gd name="T48" fmla="*/ 2147483647 w 256"/>
                <a:gd name="T49" fmla="*/ 2147483647 h 216"/>
                <a:gd name="T50" fmla="*/ 2147483647 w 256"/>
                <a:gd name="T51" fmla="*/ 2147483647 h 216"/>
                <a:gd name="T52" fmla="*/ 2147483647 w 256"/>
                <a:gd name="T53" fmla="*/ 2147483647 h 216"/>
                <a:gd name="T54" fmla="*/ 2147483647 w 256"/>
                <a:gd name="T55" fmla="*/ 2147483647 h 216"/>
                <a:gd name="T56" fmla="*/ 2147483647 w 256"/>
                <a:gd name="T57" fmla="*/ 2147483647 h 216"/>
                <a:gd name="T58" fmla="*/ 2147483647 w 256"/>
                <a:gd name="T59" fmla="*/ 2147483647 h 216"/>
                <a:gd name="T60" fmla="*/ 2147483647 w 256"/>
                <a:gd name="T61" fmla="*/ 2147483647 h 216"/>
                <a:gd name="T62" fmla="*/ 2147483647 w 256"/>
                <a:gd name="T63" fmla="*/ 2147483647 h 216"/>
                <a:gd name="T64" fmla="*/ 2147483647 w 256"/>
                <a:gd name="T65" fmla="*/ 2147483647 h 21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256"/>
                <a:gd name="T100" fmla="*/ 0 h 216"/>
                <a:gd name="T101" fmla="*/ 256 w 256"/>
                <a:gd name="T102" fmla="*/ 216 h 21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256" h="216">
                  <a:moveTo>
                    <a:pt x="256" y="136"/>
                  </a:moveTo>
                  <a:lnTo>
                    <a:pt x="224" y="128"/>
                  </a:lnTo>
                  <a:lnTo>
                    <a:pt x="208" y="112"/>
                  </a:lnTo>
                  <a:lnTo>
                    <a:pt x="216" y="96"/>
                  </a:lnTo>
                  <a:lnTo>
                    <a:pt x="208" y="96"/>
                  </a:lnTo>
                  <a:lnTo>
                    <a:pt x="192" y="88"/>
                  </a:lnTo>
                  <a:lnTo>
                    <a:pt x="184" y="64"/>
                  </a:lnTo>
                  <a:lnTo>
                    <a:pt x="168" y="48"/>
                  </a:lnTo>
                  <a:lnTo>
                    <a:pt x="160" y="48"/>
                  </a:lnTo>
                  <a:lnTo>
                    <a:pt x="144" y="40"/>
                  </a:lnTo>
                  <a:lnTo>
                    <a:pt x="112" y="32"/>
                  </a:lnTo>
                  <a:lnTo>
                    <a:pt x="104" y="24"/>
                  </a:lnTo>
                  <a:lnTo>
                    <a:pt x="64" y="0"/>
                  </a:lnTo>
                  <a:lnTo>
                    <a:pt x="48" y="0"/>
                  </a:lnTo>
                  <a:lnTo>
                    <a:pt x="40" y="0"/>
                  </a:lnTo>
                  <a:lnTo>
                    <a:pt x="24" y="8"/>
                  </a:lnTo>
                  <a:lnTo>
                    <a:pt x="32" y="24"/>
                  </a:lnTo>
                  <a:lnTo>
                    <a:pt x="32" y="32"/>
                  </a:lnTo>
                  <a:lnTo>
                    <a:pt x="16" y="32"/>
                  </a:lnTo>
                  <a:lnTo>
                    <a:pt x="8" y="40"/>
                  </a:lnTo>
                  <a:lnTo>
                    <a:pt x="0" y="40"/>
                  </a:lnTo>
                  <a:lnTo>
                    <a:pt x="8" y="56"/>
                  </a:lnTo>
                  <a:lnTo>
                    <a:pt x="40" y="112"/>
                  </a:lnTo>
                  <a:lnTo>
                    <a:pt x="56" y="128"/>
                  </a:lnTo>
                  <a:lnTo>
                    <a:pt x="64" y="152"/>
                  </a:lnTo>
                  <a:lnTo>
                    <a:pt x="72" y="184"/>
                  </a:lnTo>
                  <a:lnTo>
                    <a:pt x="96" y="208"/>
                  </a:lnTo>
                  <a:lnTo>
                    <a:pt x="96" y="216"/>
                  </a:lnTo>
                  <a:lnTo>
                    <a:pt x="112" y="208"/>
                  </a:lnTo>
                  <a:lnTo>
                    <a:pt x="152" y="208"/>
                  </a:lnTo>
                  <a:lnTo>
                    <a:pt x="168" y="200"/>
                  </a:lnTo>
                  <a:lnTo>
                    <a:pt x="216" y="184"/>
                  </a:lnTo>
                  <a:lnTo>
                    <a:pt x="256" y="136"/>
                  </a:lnTo>
                  <a:close/>
                </a:path>
              </a:pathLst>
            </a:custGeom>
            <a:grpFill/>
            <a:ln w="6350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67" name="Freeform 617"/>
            <p:cNvSpPr>
              <a:spLocks/>
            </p:cNvSpPr>
            <p:nvPr/>
          </p:nvSpPr>
          <p:spPr bwMode="auto">
            <a:xfrm>
              <a:off x="3429799" y="3169902"/>
              <a:ext cx="42450" cy="51114"/>
            </a:xfrm>
            <a:custGeom>
              <a:avLst/>
              <a:gdLst>
                <a:gd name="T0" fmla="*/ 0 w 40"/>
                <a:gd name="T1" fmla="*/ 2147483647 h 48"/>
                <a:gd name="T2" fmla="*/ 2147483647 w 40"/>
                <a:gd name="T3" fmla="*/ 2147483647 h 48"/>
                <a:gd name="T4" fmla="*/ 2147483647 w 40"/>
                <a:gd name="T5" fmla="*/ 2147483647 h 48"/>
                <a:gd name="T6" fmla="*/ 2147483647 w 40"/>
                <a:gd name="T7" fmla="*/ 0 h 48"/>
                <a:gd name="T8" fmla="*/ 0 w 40"/>
                <a:gd name="T9" fmla="*/ 2147483647 h 4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0"/>
                <a:gd name="T16" fmla="*/ 0 h 48"/>
                <a:gd name="T17" fmla="*/ 40 w 40"/>
                <a:gd name="T18" fmla="*/ 48 h 4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0" h="48">
                  <a:moveTo>
                    <a:pt x="0" y="48"/>
                  </a:moveTo>
                  <a:lnTo>
                    <a:pt x="16" y="40"/>
                  </a:lnTo>
                  <a:lnTo>
                    <a:pt x="40" y="24"/>
                  </a:lnTo>
                  <a:lnTo>
                    <a:pt x="40" y="0"/>
                  </a:lnTo>
                  <a:lnTo>
                    <a:pt x="0" y="48"/>
                  </a:lnTo>
                  <a:close/>
                </a:path>
              </a:pathLst>
            </a:custGeom>
            <a:grpFill/>
            <a:ln w="6350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68" name="Freeform 618"/>
            <p:cNvSpPr>
              <a:spLocks/>
            </p:cNvSpPr>
            <p:nvPr/>
          </p:nvSpPr>
          <p:spPr bwMode="auto">
            <a:xfrm>
              <a:off x="3251335" y="2941191"/>
              <a:ext cx="136013" cy="135147"/>
            </a:xfrm>
            <a:custGeom>
              <a:avLst/>
              <a:gdLst>
                <a:gd name="T0" fmla="*/ 2147483647 w 128"/>
                <a:gd name="T1" fmla="*/ 2147483647 h 128"/>
                <a:gd name="T2" fmla="*/ 2147483647 w 128"/>
                <a:gd name="T3" fmla="*/ 2147483647 h 128"/>
                <a:gd name="T4" fmla="*/ 2147483647 w 128"/>
                <a:gd name="T5" fmla="*/ 2147483647 h 128"/>
                <a:gd name="T6" fmla="*/ 2147483647 w 128"/>
                <a:gd name="T7" fmla="*/ 2147483647 h 128"/>
                <a:gd name="T8" fmla="*/ 2147483647 w 128"/>
                <a:gd name="T9" fmla="*/ 0 h 128"/>
                <a:gd name="T10" fmla="*/ 2147483647 w 128"/>
                <a:gd name="T11" fmla="*/ 0 h 128"/>
                <a:gd name="T12" fmla="*/ 2147483647 w 128"/>
                <a:gd name="T13" fmla="*/ 0 h 128"/>
                <a:gd name="T14" fmla="*/ 2147483647 w 128"/>
                <a:gd name="T15" fmla="*/ 0 h 128"/>
                <a:gd name="T16" fmla="*/ 2147483647 w 128"/>
                <a:gd name="T17" fmla="*/ 2147483647 h 128"/>
                <a:gd name="T18" fmla="*/ 2147483647 w 128"/>
                <a:gd name="T19" fmla="*/ 2147483647 h 128"/>
                <a:gd name="T20" fmla="*/ 2147483647 w 128"/>
                <a:gd name="T21" fmla="*/ 2147483647 h 128"/>
                <a:gd name="T22" fmla="*/ 0 w 128"/>
                <a:gd name="T23" fmla="*/ 2147483647 h 128"/>
                <a:gd name="T24" fmla="*/ 0 w 128"/>
                <a:gd name="T25" fmla="*/ 2147483647 h 128"/>
                <a:gd name="T26" fmla="*/ 2147483647 w 128"/>
                <a:gd name="T27" fmla="*/ 2147483647 h 128"/>
                <a:gd name="T28" fmla="*/ 2147483647 w 128"/>
                <a:gd name="T29" fmla="*/ 2147483647 h 128"/>
                <a:gd name="T30" fmla="*/ 2147483647 w 128"/>
                <a:gd name="T31" fmla="*/ 2147483647 h 128"/>
                <a:gd name="T32" fmla="*/ 2147483647 w 128"/>
                <a:gd name="T33" fmla="*/ 2147483647 h 128"/>
                <a:gd name="T34" fmla="*/ 2147483647 w 128"/>
                <a:gd name="T35" fmla="*/ 2147483647 h 128"/>
                <a:gd name="T36" fmla="*/ 2147483647 w 128"/>
                <a:gd name="T37" fmla="*/ 2147483647 h 128"/>
                <a:gd name="T38" fmla="*/ 2147483647 w 128"/>
                <a:gd name="T39" fmla="*/ 2147483647 h 128"/>
                <a:gd name="T40" fmla="*/ 2147483647 w 128"/>
                <a:gd name="T41" fmla="*/ 2147483647 h 128"/>
                <a:gd name="T42" fmla="*/ 2147483647 w 128"/>
                <a:gd name="T43" fmla="*/ 2147483647 h 128"/>
                <a:gd name="T44" fmla="*/ 2147483647 w 128"/>
                <a:gd name="T45" fmla="*/ 2147483647 h 128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w 128"/>
                <a:gd name="T70" fmla="*/ 0 h 128"/>
                <a:gd name="T71" fmla="*/ 128 w 128"/>
                <a:gd name="T72" fmla="*/ 128 h 128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T69" t="T70" r="T71" b="T72"/>
              <a:pathLst>
                <a:path w="128" h="128">
                  <a:moveTo>
                    <a:pt x="112" y="80"/>
                  </a:moveTo>
                  <a:lnTo>
                    <a:pt x="88" y="56"/>
                  </a:lnTo>
                  <a:lnTo>
                    <a:pt x="88" y="40"/>
                  </a:lnTo>
                  <a:lnTo>
                    <a:pt x="88" y="24"/>
                  </a:lnTo>
                  <a:lnTo>
                    <a:pt x="72" y="0"/>
                  </a:lnTo>
                  <a:lnTo>
                    <a:pt x="64" y="0"/>
                  </a:lnTo>
                  <a:lnTo>
                    <a:pt x="48" y="0"/>
                  </a:lnTo>
                  <a:lnTo>
                    <a:pt x="40" y="0"/>
                  </a:lnTo>
                  <a:lnTo>
                    <a:pt x="40" y="8"/>
                  </a:lnTo>
                  <a:lnTo>
                    <a:pt x="32" y="16"/>
                  </a:lnTo>
                  <a:lnTo>
                    <a:pt x="24" y="48"/>
                  </a:lnTo>
                  <a:lnTo>
                    <a:pt x="0" y="64"/>
                  </a:lnTo>
                  <a:lnTo>
                    <a:pt x="0" y="80"/>
                  </a:lnTo>
                  <a:lnTo>
                    <a:pt x="16" y="80"/>
                  </a:lnTo>
                  <a:lnTo>
                    <a:pt x="56" y="104"/>
                  </a:lnTo>
                  <a:lnTo>
                    <a:pt x="64" y="112"/>
                  </a:lnTo>
                  <a:lnTo>
                    <a:pt x="96" y="120"/>
                  </a:lnTo>
                  <a:lnTo>
                    <a:pt x="112" y="128"/>
                  </a:lnTo>
                  <a:lnTo>
                    <a:pt x="120" y="128"/>
                  </a:lnTo>
                  <a:lnTo>
                    <a:pt x="120" y="120"/>
                  </a:lnTo>
                  <a:lnTo>
                    <a:pt x="128" y="112"/>
                  </a:lnTo>
                  <a:lnTo>
                    <a:pt x="120" y="96"/>
                  </a:lnTo>
                  <a:lnTo>
                    <a:pt x="112" y="80"/>
                  </a:lnTo>
                  <a:close/>
                </a:path>
              </a:pathLst>
            </a:custGeom>
            <a:grpFill/>
            <a:ln w="6350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69" name="Freeform 619"/>
            <p:cNvSpPr>
              <a:spLocks/>
            </p:cNvSpPr>
            <p:nvPr/>
          </p:nvSpPr>
          <p:spPr bwMode="auto">
            <a:xfrm>
              <a:off x="3421136" y="3127452"/>
              <a:ext cx="67574" cy="42450"/>
            </a:xfrm>
            <a:custGeom>
              <a:avLst/>
              <a:gdLst>
                <a:gd name="T0" fmla="*/ 2147483647 w 64"/>
                <a:gd name="T1" fmla="*/ 2147483647 h 40"/>
                <a:gd name="T2" fmla="*/ 2147483647 w 64"/>
                <a:gd name="T3" fmla="*/ 2147483647 h 40"/>
                <a:gd name="T4" fmla="*/ 2147483647 w 64"/>
                <a:gd name="T5" fmla="*/ 2147483647 h 40"/>
                <a:gd name="T6" fmla="*/ 2147483647 w 64"/>
                <a:gd name="T7" fmla="*/ 2147483647 h 40"/>
                <a:gd name="T8" fmla="*/ 2147483647 w 64"/>
                <a:gd name="T9" fmla="*/ 0 h 40"/>
                <a:gd name="T10" fmla="*/ 2147483647 w 64"/>
                <a:gd name="T11" fmla="*/ 2147483647 h 40"/>
                <a:gd name="T12" fmla="*/ 2147483647 w 64"/>
                <a:gd name="T13" fmla="*/ 0 h 40"/>
                <a:gd name="T14" fmla="*/ 0 w 64"/>
                <a:gd name="T15" fmla="*/ 2147483647 h 40"/>
                <a:gd name="T16" fmla="*/ 2147483647 w 64"/>
                <a:gd name="T17" fmla="*/ 2147483647 h 4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64"/>
                <a:gd name="T28" fmla="*/ 0 h 40"/>
                <a:gd name="T29" fmla="*/ 64 w 64"/>
                <a:gd name="T30" fmla="*/ 40 h 4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64" h="40">
                  <a:moveTo>
                    <a:pt x="16" y="32"/>
                  </a:moveTo>
                  <a:lnTo>
                    <a:pt x="48" y="40"/>
                  </a:lnTo>
                  <a:lnTo>
                    <a:pt x="56" y="16"/>
                  </a:lnTo>
                  <a:lnTo>
                    <a:pt x="64" y="16"/>
                  </a:lnTo>
                  <a:lnTo>
                    <a:pt x="56" y="0"/>
                  </a:lnTo>
                  <a:lnTo>
                    <a:pt x="24" y="8"/>
                  </a:lnTo>
                  <a:lnTo>
                    <a:pt x="8" y="0"/>
                  </a:lnTo>
                  <a:lnTo>
                    <a:pt x="0" y="16"/>
                  </a:lnTo>
                  <a:lnTo>
                    <a:pt x="16" y="32"/>
                  </a:lnTo>
                  <a:close/>
                </a:path>
              </a:pathLst>
            </a:custGeom>
            <a:grpFill/>
            <a:ln w="6350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70" name="Freeform 620"/>
            <p:cNvSpPr>
              <a:spLocks/>
            </p:cNvSpPr>
            <p:nvPr/>
          </p:nvSpPr>
          <p:spPr bwMode="auto">
            <a:xfrm>
              <a:off x="3251335" y="2941191"/>
              <a:ext cx="136013" cy="135147"/>
            </a:xfrm>
            <a:custGeom>
              <a:avLst/>
              <a:gdLst>
                <a:gd name="T0" fmla="*/ 2147483647 w 128"/>
                <a:gd name="T1" fmla="*/ 2147483647 h 128"/>
                <a:gd name="T2" fmla="*/ 2147483647 w 128"/>
                <a:gd name="T3" fmla="*/ 2147483647 h 128"/>
                <a:gd name="T4" fmla="*/ 2147483647 w 128"/>
                <a:gd name="T5" fmla="*/ 2147483647 h 128"/>
                <a:gd name="T6" fmla="*/ 2147483647 w 128"/>
                <a:gd name="T7" fmla="*/ 2147483647 h 128"/>
                <a:gd name="T8" fmla="*/ 2147483647 w 128"/>
                <a:gd name="T9" fmla="*/ 0 h 128"/>
                <a:gd name="T10" fmla="*/ 2147483647 w 128"/>
                <a:gd name="T11" fmla="*/ 0 h 128"/>
                <a:gd name="T12" fmla="*/ 2147483647 w 128"/>
                <a:gd name="T13" fmla="*/ 0 h 128"/>
                <a:gd name="T14" fmla="*/ 2147483647 w 128"/>
                <a:gd name="T15" fmla="*/ 0 h 128"/>
                <a:gd name="T16" fmla="*/ 2147483647 w 128"/>
                <a:gd name="T17" fmla="*/ 2147483647 h 128"/>
                <a:gd name="T18" fmla="*/ 2147483647 w 128"/>
                <a:gd name="T19" fmla="*/ 2147483647 h 128"/>
                <a:gd name="T20" fmla="*/ 2147483647 w 128"/>
                <a:gd name="T21" fmla="*/ 2147483647 h 128"/>
                <a:gd name="T22" fmla="*/ 0 w 128"/>
                <a:gd name="T23" fmla="*/ 2147483647 h 128"/>
                <a:gd name="T24" fmla="*/ 0 w 128"/>
                <a:gd name="T25" fmla="*/ 2147483647 h 128"/>
                <a:gd name="T26" fmla="*/ 2147483647 w 128"/>
                <a:gd name="T27" fmla="*/ 2147483647 h 128"/>
                <a:gd name="T28" fmla="*/ 2147483647 w 128"/>
                <a:gd name="T29" fmla="*/ 2147483647 h 128"/>
                <a:gd name="T30" fmla="*/ 2147483647 w 128"/>
                <a:gd name="T31" fmla="*/ 2147483647 h 128"/>
                <a:gd name="T32" fmla="*/ 2147483647 w 128"/>
                <a:gd name="T33" fmla="*/ 2147483647 h 128"/>
                <a:gd name="T34" fmla="*/ 2147483647 w 128"/>
                <a:gd name="T35" fmla="*/ 2147483647 h 128"/>
                <a:gd name="T36" fmla="*/ 2147483647 w 128"/>
                <a:gd name="T37" fmla="*/ 2147483647 h 128"/>
                <a:gd name="T38" fmla="*/ 2147483647 w 128"/>
                <a:gd name="T39" fmla="*/ 2147483647 h 128"/>
                <a:gd name="T40" fmla="*/ 2147483647 w 128"/>
                <a:gd name="T41" fmla="*/ 2147483647 h 128"/>
                <a:gd name="T42" fmla="*/ 2147483647 w 128"/>
                <a:gd name="T43" fmla="*/ 2147483647 h 128"/>
                <a:gd name="T44" fmla="*/ 2147483647 w 128"/>
                <a:gd name="T45" fmla="*/ 2147483647 h 128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w 128"/>
                <a:gd name="T70" fmla="*/ 0 h 128"/>
                <a:gd name="T71" fmla="*/ 128 w 128"/>
                <a:gd name="T72" fmla="*/ 128 h 128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T69" t="T70" r="T71" b="T72"/>
              <a:pathLst>
                <a:path w="128" h="128">
                  <a:moveTo>
                    <a:pt x="112" y="80"/>
                  </a:moveTo>
                  <a:lnTo>
                    <a:pt x="88" y="56"/>
                  </a:lnTo>
                  <a:lnTo>
                    <a:pt x="88" y="40"/>
                  </a:lnTo>
                  <a:lnTo>
                    <a:pt x="88" y="24"/>
                  </a:lnTo>
                  <a:lnTo>
                    <a:pt x="72" y="0"/>
                  </a:lnTo>
                  <a:lnTo>
                    <a:pt x="64" y="0"/>
                  </a:lnTo>
                  <a:lnTo>
                    <a:pt x="48" y="0"/>
                  </a:lnTo>
                  <a:lnTo>
                    <a:pt x="40" y="0"/>
                  </a:lnTo>
                  <a:lnTo>
                    <a:pt x="40" y="8"/>
                  </a:lnTo>
                  <a:lnTo>
                    <a:pt x="32" y="16"/>
                  </a:lnTo>
                  <a:lnTo>
                    <a:pt x="24" y="48"/>
                  </a:lnTo>
                  <a:lnTo>
                    <a:pt x="0" y="64"/>
                  </a:lnTo>
                  <a:lnTo>
                    <a:pt x="0" y="80"/>
                  </a:lnTo>
                  <a:lnTo>
                    <a:pt x="16" y="80"/>
                  </a:lnTo>
                  <a:lnTo>
                    <a:pt x="56" y="104"/>
                  </a:lnTo>
                  <a:lnTo>
                    <a:pt x="64" y="112"/>
                  </a:lnTo>
                  <a:lnTo>
                    <a:pt x="96" y="120"/>
                  </a:lnTo>
                  <a:lnTo>
                    <a:pt x="112" y="128"/>
                  </a:lnTo>
                  <a:lnTo>
                    <a:pt x="120" y="128"/>
                  </a:lnTo>
                  <a:lnTo>
                    <a:pt x="120" y="120"/>
                  </a:lnTo>
                  <a:lnTo>
                    <a:pt x="128" y="112"/>
                  </a:lnTo>
                  <a:lnTo>
                    <a:pt x="120" y="96"/>
                  </a:lnTo>
                  <a:lnTo>
                    <a:pt x="112" y="80"/>
                  </a:lnTo>
                  <a:close/>
                </a:path>
              </a:pathLst>
            </a:custGeom>
            <a:grpFill/>
            <a:ln w="6350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71" name="Freeform 621"/>
            <p:cNvSpPr>
              <a:spLocks/>
            </p:cNvSpPr>
            <p:nvPr/>
          </p:nvSpPr>
          <p:spPr bwMode="auto">
            <a:xfrm>
              <a:off x="3327572" y="2898741"/>
              <a:ext cx="254701" cy="237374"/>
            </a:xfrm>
            <a:custGeom>
              <a:avLst/>
              <a:gdLst>
                <a:gd name="T0" fmla="*/ 2147483647 w 240"/>
                <a:gd name="T1" fmla="*/ 2147483647 h 224"/>
                <a:gd name="T2" fmla="*/ 2147483647 w 240"/>
                <a:gd name="T3" fmla="*/ 2147483647 h 224"/>
                <a:gd name="T4" fmla="*/ 2147483647 w 240"/>
                <a:gd name="T5" fmla="*/ 2147483647 h 224"/>
                <a:gd name="T6" fmla="*/ 2147483647 w 240"/>
                <a:gd name="T7" fmla="*/ 2147483647 h 224"/>
                <a:gd name="T8" fmla="*/ 2147483647 w 240"/>
                <a:gd name="T9" fmla="*/ 2147483647 h 224"/>
                <a:gd name="T10" fmla="*/ 2147483647 w 240"/>
                <a:gd name="T11" fmla="*/ 2147483647 h 224"/>
                <a:gd name="T12" fmla="*/ 2147483647 w 240"/>
                <a:gd name="T13" fmla="*/ 2147483647 h 224"/>
                <a:gd name="T14" fmla="*/ 2147483647 w 240"/>
                <a:gd name="T15" fmla="*/ 2147483647 h 224"/>
                <a:gd name="T16" fmla="*/ 2147483647 w 240"/>
                <a:gd name="T17" fmla="*/ 2147483647 h 224"/>
                <a:gd name="T18" fmla="*/ 2147483647 w 240"/>
                <a:gd name="T19" fmla="*/ 2147483647 h 224"/>
                <a:gd name="T20" fmla="*/ 2147483647 w 240"/>
                <a:gd name="T21" fmla="*/ 2147483647 h 224"/>
                <a:gd name="T22" fmla="*/ 2147483647 w 240"/>
                <a:gd name="T23" fmla="*/ 2147483647 h 224"/>
                <a:gd name="T24" fmla="*/ 2147483647 w 240"/>
                <a:gd name="T25" fmla="*/ 2147483647 h 224"/>
                <a:gd name="T26" fmla="*/ 2147483647 w 240"/>
                <a:gd name="T27" fmla="*/ 2147483647 h 224"/>
                <a:gd name="T28" fmla="*/ 2147483647 w 240"/>
                <a:gd name="T29" fmla="*/ 2147483647 h 224"/>
                <a:gd name="T30" fmla="*/ 2147483647 w 240"/>
                <a:gd name="T31" fmla="*/ 2147483647 h 224"/>
                <a:gd name="T32" fmla="*/ 2147483647 w 240"/>
                <a:gd name="T33" fmla="*/ 2147483647 h 224"/>
                <a:gd name="T34" fmla="*/ 2147483647 w 240"/>
                <a:gd name="T35" fmla="*/ 2147483647 h 224"/>
                <a:gd name="T36" fmla="*/ 2147483647 w 240"/>
                <a:gd name="T37" fmla="*/ 2147483647 h 224"/>
                <a:gd name="T38" fmla="*/ 2147483647 w 240"/>
                <a:gd name="T39" fmla="*/ 0 h 224"/>
                <a:gd name="T40" fmla="*/ 2147483647 w 240"/>
                <a:gd name="T41" fmla="*/ 2147483647 h 224"/>
                <a:gd name="T42" fmla="*/ 2147483647 w 240"/>
                <a:gd name="T43" fmla="*/ 2147483647 h 224"/>
                <a:gd name="T44" fmla="*/ 0 w 240"/>
                <a:gd name="T45" fmla="*/ 0 h 224"/>
                <a:gd name="T46" fmla="*/ 0 w 240"/>
                <a:gd name="T47" fmla="*/ 2147483647 h 224"/>
                <a:gd name="T48" fmla="*/ 0 w 240"/>
                <a:gd name="T49" fmla="*/ 2147483647 h 224"/>
                <a:gd name="T50" fmla="*/ 2147483647 w 240"/>
                <a:gd name="T51" fmla="*/ 2147483647 h 224"/>
                <a:gd name="T52" fmla="*/ 2147483647 w 240"/>
                <a:gd name="T53" fmla="*/ 2147483647 h 224"/>
                <a:gd name="T54" fmla="*/ 2147483647 w 240"/>
                <a:gd name="T55" fmla="*/ 2147483647 h 224"/>
                <a:gd name="T56" fmla="*/ 2147483647 w 240"/>
                <a:gd name="T57" fmla="*/ 2147483647 h 224"/>
                <a:gd name="T58" fmla="*/ 2147483647 w 240"/>
                <a:gd name="T59" fmla="*/ 2147483647 h 224"/>
                <a:gd name="T60" fmla="*/ 2147483647 w 240"/>
                <a:gd name="T61" fmla="*/ 2147483647 h 224"/>
                <a:gd name="T62" fmla="*/ 2147483647 w 240"/>
                <a:gd name="T63" fmla="*/ 2147483647 h 224"/>
                <a:gd name="T64" fmla="*/ 2147483647 w 240"/>
                <a:gd name="T65" fmla="*/ 2147483647 h 224"/>
                <a:gd name="T66" fmla="*/ 2147483647 w 240"/>
                <a:gd name="T67" fmla="*/ 2147483647 h 224"/>
                <a:gd name="T68" fmla="*/ 2147483647 w 240"/>
                <a:gd name="T69" fmla="*/ 2147483647 h 224"/>
                <a:gd name="T70" fmla="*/ 2147483647 w 240"/>
                <a:gd name="T71" fmla="*/ 2147483647 h 224"/>
                <a:gd name="T72" fmla="*/ 2147483647 w 240"/>
                <a:gd name="T73" fmla="*/ 2147483647 h 224"/>
                <a:gd name="T74" fmla="*/ 2147483647 w 240"/>
                <a:gd name="T75" fmla="*/ 2147483647 h 224"/>
                <a:gd name="T76" fmla="*/ 2147483647 w 240"/>
                <a:gd name="T77" fmla="*/ 2147483647 h 224"/>
                <a:gd name="T78" fmla="*/ 2147483647 w 240"/>
                <a:gd name="T79" fmla="*/ 2147483647 h 224"/>
                <a:gd name="T80" fmla="*/ 2147483647 w 240"/>
                <a:gd name="T81" fmla="*/ 2147483647 h 224"/>
                <a:gd name="T82" fmla="*/ 2147483647 w 240"/>
                <a:gd name="T83" fmla="*/ 2147483647 h 224"/>
                <a:gd name="T84" fmla="*/ 2147483647 w 240"/>
                <a:gd name="T85" fmla="*/ 2147483647 h 224"/>
                <a:gd name="T86" fmla="*/ 2147483647 w 240"/>
                <a:gd name="T87" fmla="*/ 2147483647 h 224"/>
                <a:gd name="T88" fmla="*/ 2147483647 w 240"/>
                <a:gd name="T89" fmla="*/ 2147483647 h 224"/>
                <a:gd name="T90" fmla="*/ 2147483647 w 240"/>
                <a:gd name="T91" fmla="*/ 2147483647 h 224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w 240"/>
                <a:gd name="T139" fmla="*/ 0 h 224"/>
                <a:gd name="T140" fmla="*/ 240 w 240"/>
                <a:gd name="T141" fmla="*/ 224 h 224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T138" t="T139" r="T140" b="T141"/>
              <a:pathLst>
                <a:path w="240" h="224">
                  <a:moveTo>
                    <a:pt x="208" y="152"/>
                  </a:moveTo>
                  <a:lnTo>
                    <a:pt x="216" y="128"/>
                  </a:lnTo>
                  <a:lnTo>
                    <a:pt x="200" y="120"/>
                  </a:lnTo>
                  <a:lnTo>
                    <a:pt x="200" y="104"/>
                  </a:lnTo>
                  <a:lnTo>
                    <a:pt x="208" y="88"/>
                  </a:lnTo>
                  <a:lnTo>
                    <a:pt x="208" y="48"/>
                  </a:lnTo>
                  <a:lnTo>
                    <a:pt x="192" y="48"/>
                  </a:lnTo>
                  <a:lnTo>
                    <a:pt x="176" y="32"/>
                  </a:lnTo>
                  <a:lnTo>
                    <a:pt x="160" y="24"/>
                  </a:lnTo>
                  <a:lnTo>
                    <a:pt x="144" y="24"/>
                  </a:lnTo>
                  <a:lnTo>
                    <a:pt x="120" y="32"/>
                  </a:lnTo>
                  <a:lnTo>
                    <a:pt x="120" y="40"/>
                  </a:lnTo>
                  <a:lnTo>
                    <a:pt x="104" y="48"/>
                  </a:lnTo>
                  <a:lnTo>
                    <a:pt x="88" y="48"/>
                  </a:lnTo>
                  <a:lnTo>
                    <a:pt x="72" y="40"/>
                  </a:lnTo>
                  <a:lnTo>
                    <a:pt x="56" y="40"/>
                  </a:lnTo>
                  <a:lnTo>
                    <a:pt x="56" y="24"/>
                  </a:lnTo>
                  <a:lnTo>
                    <a:pt x="48" y="16"/>
                  </a:lnTo>
                  <a:lnTo>
                    <a:pt x="48" y="8"/>
                  </a:lnTo>
                  <a:lnTo>
                    <a:pt x="40" y="0"/>
                  </a:lnTo>
                  <a:lnTo>
                    <a:pt x="24" y="16"/>
                  </a:lnTo>
                  <a:lnTo>
                    <a:pt x="8" y="8"/>
                  </a:lnTo>
                  <a:lnTo>
                    <a:pt x="0" y="0"/>
                  </a:lnTo>
                  <a:lnTo>
                    <a:pt x="0" y="32"/>
                  </a:lnTo>
                  <a:lnTo>
                    <a:pt x="0" y="40"/>
                  </a:lnTo>
                  <a:lnTo>
                    <a:pt x="16" y="64"/>
                  </a:lnTo>
                  <a:lnTo>
                    <a:pt x="16" y="80"/>
                  </a:lnTo>
                  <a:lnTo>
                    <a:pt x="16" y="96"/>
                  </a:lnTo>
                  <a:lnTo>
                    <a:pt x="40" y="120"/>
                  </a:lnTo>
                  <a:lnTo>
                    <a:pt x="48" y="136"/>
                  </a:lnTo>
                  <a:lnTo>
                    <a:pt x="56" y="152"/>
                  </a:lnTo>
                  <a:lnTo>
                    <a:pt x="56" y="144"/>
                  </a:lnTo>
                  <a:lnTo>
                    <a:pt x="72" y="160"/>
                  </a:lnTo>
                  <a:lnTo>
                    <a:pt x="88" y="176"/>
                  </a:lnTo>
                  <a:lnTo>
                    <a:pt x="112" y="192"/>
                  </a:lnTo>
                  <a:lnTo>
                    <a:pt x="136" y="200"/>
                  </a:lnTo>
                  <a:lnTo>
                    <a:pt x="152" y="192"/>
                  </a:lnTo>
                  <a:lnTo>
                    <a:pt x="168" y="208"/>
                  </a:lnTo>
                  <a:lnTo>
                    <a:pt x="208" y="224"/>
                  </a:lnTo>
                  <a:lnTo>
                    <a:pt x="216" y="224"/>
                  </a:lnTo>
                  <a:lnTo>
                    <a:pt x="216" y="208"/>
                  </a:lnTo>
                  <a:lnTo>
                    <a:pt x="240" y="200"/>
                  </a:lnTo>
                  <a:lnTo>
                    <a:pt x="232" y="184"/>
                  </a:lnTo>
                  <a:lnTo>
                    <a:pt x="232" y="176"/>
                  </a:lnTo>
                  <a:lnTo>
                    <a:pt x="216" y="160"/>
                  </a:lnTo>
                  <a:lnTo>
                    <a:pt x="208" y="152"/>
                  </a:lnTo>
                  <a:close/>
                </a:path>
              </a:pathLst>
            </a:custGeom>
            <a:grpFill/>
            <a:ln w="6350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72" name="Freeform 622"/>
            <p:cNvSpPr>
              <a:spLocks/>
            </p:cNvSpPr>
            <p:nvPr/>
          </p:nvSpPr>
          <p:spPr bwMode="auto">
            <a:xfrm>
              <a:off x="3548486" y="2949854"/>
              <a:ext cx="220048" cy="202721"/>
            </a:xfrm>
            <a:custGeom>
              <a:avLst/>
              <a:gdLst>
                <a:gd name="T0" fmla="*/ 2147483647 w 208"/>
                <a:gd name="T1" fmla="*/ 2147483647 h 192"/>
                <a:gd name="T2" fmla="*/ 2147483647 w 208"/>
                <a:gd name="T3" fmla="*/ 2147483647 h 192"/>
                <a:gd name="T4" fmla="*/ 2147483647 w 208"/>
                <a:gd name="T5" fmla="*/ 2147483647 h 192"/>
                <a:gd name="T6" fmla="*/ 2147483647 w 208"/>
                <a:gd name="T7" fmla="*/ 2147483647 h 192"/>
                <a:gd name="T8" fmla="*/ 2147483647 w 208"/>
                <a:gd name="T9" fmla="*/ 2147483647 h 192"/>
                <a:gd name="T10" fmla="*/ 2147483647 w 208"/>
                <a:gd name="T11" fmla="*/ 2147483647 h 192"/>
                <a:gd name="T12" fmla="*/ 2147483647 w 208"/>
                <a:gd name="T13" fmla="*/ 2147483647 h 192"/>
                <a:gd name="T14" fmla="*/ 2147483647 w 208"/>
                <a:gd name="T15" fmla="*/ 2147483647 h 192"/>
                <a:gd name="T16" fmla="*/ 2147483647 w 208"/>
                <a:gd name="T17" fmla="*/ 2147483647 h 192"/>
                <a:gd name="T18" fmla="*/ 2147483647 w 208"/>
                <a:gd name="T19" fmla="*/ 2147483647 h 192"/>
                <a:gd name="T20" fmla="*/ 2147483647 w 208"/>
                <a:gd name="T21" fmla="*/ 2147483647 h 192"/>
                <a:gd name="T22" fmla="*/ 2147483647 w 208"/>
                <a:gd name="T23" fmla="*/ 2147483647 h 192"/>
                <a:gd name="T24" fmla="*/ 2147483647 w 208"/>
                <a:gd name="T25" fmla="*/ 0 h 192"/>
                <a:gd name="T26" fmla="*/ 2147483647 w 208"/>
                <a:gd name="T27" fmla="*/ 0 h 192"/>
                <a:gd name="T28" fmla="*/ 2147483647 w 208"/>
                <a:gd name="T29" fmla="*/ 0 h 192"/>
                <a:gd name="T30" fmla="*/ 2147483647 w 208"/>
                <a:gd name="T31" fmla="*/ 2147483647 h 192"/>
                <a:gd name="T32" fmla="*/ 2147483647 w 208"/>
                <a:gd name="T33" fmla="*/ 2147483647 h 192"/>
                <a:gd name="T34" fmla="*/ 2147483647 w 208"/>
                <a:gd name="T35" fmla="*/ 2147483647 h 192"/>
                <a:gd name="T36" fmla="*/ 2147483647 w 208"/>
                <a:gd name="T37" fmla="*/ 2147483647 h 192"/>
                <a:gd name="T38" fmla="*/ 2147483647 w 208"/>
                <a:gd name="T39" fmla="*/ 2147483647 h 192"/>
                <a:gd name="T40" fmla="*/ 2147483647 w 208"/>
                <a:gd name="T41" fmla="*/ 2147483647 h 192"/>
                <a:gd name="T42" fmla="*/ 2147483647 w 208"/>
                <a:gd name="T43" fmla="*/ 2147483647 h 192"/>
                <a:gd name="T44" fmla="*/ 2147483647 w 208"/>
                <a:gd name="T45" fmla="*/ 2147483647 h 192"/>
                <a:gd name="T46" fmla="*/ 2147483647 w 208"/>
                <a:gd name="T47" fmla="*/ 2147483647 h 192"/>
                <a:gd name="T48" fmla="*/ 2147483647 w 208"/>
                <a:gd name="T49" fmla="*/ 2147483647 h 192"/>
                <a:gd name="T50" fmla="*/ 2147483647 w 208"/>
                <a:gd name="T51" fmla="*/ 2147483647 h 192"/>
                <a:gd name="T52" fmla="*/ 0 w 208"/>
                <a:gd name="T53" fmla="*/ 2147483647 h 192"/>
                <a:gd name="T54" fmla="*/ 2147483647 w 208"/>
                <a:gd name="T55" fmla="*/ 2147483647 h 192"/>
                <a:gd name="T56" fmla="*/ 2147483647 w 208"/>
                <a:gd name="T57" fmla="*/ 2147483647 h 192"/>
                <a:gd name="T58" fmla="*/ 2147483647 w 208"/>
                <a:gd name="T59" fmla="*/ 2147483647 h 192"/>
                <a:gd name="T60" fmla="*/ 2147483647 w 208"/>
                <a:gd name="T61" fmla="*/ 2147483647 h 192"/>
                <a:gd name="T62" fmla="*/ 2147483647 w 208"/>
                <a:gd name="T63" fmla="*/ 2147483647 h 192"/>
                <a:gd name="T64" fmla="*/ 2147483647 w 208"/>
                <a:gd name="T65" fmla="*/ 2147483647 h 192"/>
                <a:gd name="T66" fmla="*/ 2147483647 w 208"/>
                <a:gd name="T67" fmla="*/ 2147483647 h 192"/>
                <a:gd name="T68" fmla="*/ 2147483647 w 208"/>
                <a:gd name="T69" fmla="*/ 2147483647 h 192"/>
                <a:gd name="T70" fmla="*/ 2147483647 w 208"/>
                <a:gd name="T71" fmla="*/ 2147483647 h 192"/>
                <a:gd name="T72" fmla="*/ 2147483647 w 208"/>
                <a:gd name="T73" fmla="*/ 2147483647 h 192"/>
                <a:gd name="T74" fmla="*/ 2147483647 w 208"/>
                <a:gd name="T75" fmla="*/ 2147483647 h 192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208"/>
                <a:gd name="T115" fmla="*/ 0 h 192"/>
                <a:gd name="T116" fmla="*/ 208 w 208"/>
                <a:gd name="T117" fmla="*/ 192 h 192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208" h="192">
                  <a:moveTo>
                    <a:pt x="112" y="184"/>
                  </a:moveTo>
                  <a:lnTo>
                    <a:pt x="128" y="176"/>
                  </a:lnTo>
                  <a:lnTo>
                    <a:pt x="120" y="160"/>
                  </a:lnTo>
                  <a:lnTo>
                    <a:pt x="112" y="144"/>
                  </a:lnTo>
                  <a:lnTo>
                    <a:pt x="120" y="136"/>
                  </a:lnTo>
                  <a:lnTo>
                    <a:pt x="136" y="136"/>
                  </a:lnTo>
                  <a:lnTo>
                    <a:pt x="160" y="96"/>
                  </a:lnTo>
                  <a:lnTo>
                    <a:pt x="168" y="80"/>
                  </a:lnTo>
                  <a:lnTo>
                    <a:pt x="176" y="64"/>
                  </a:lnTo>
                  <a:lnTo>
                    <a:pt x="168" y="56"/>
                  </a:lnTo>
                  <a:lnTo>
                    <a:pt x="168" y="32"/>
                  </a:lnTo>
                  <a:lnTo>
                    <a:pt x="208" y="24"/>
                  </a:lnTo>
                  <a:lnTo>
                    <a:pt x="192" y="0"/>
                  </a:lnTo>
                  <a:lnTo>
                    <a:pt x="176" y="0"/>
                  </a:lnTo>
                  <a:lnTo>
                    <a:pt x="152" y="0"/>
                  </a:lnTo>
                  <a:lnTo>
                    <a:pt x="128" y="8"/>
                  </a:lnTo>
                  <a:lnTo>
                    <a:pt x="128" y="24"/>
                  </a:lnTo>
                  <a:lnTo>
                    <a:pt x="120" y="40"/>
                  </a:lnTo>
                  <a:lnTo>
                    <a:pt x="112" y="48"/>
                  </a:lnTo>
                  <a:lnTo>
                    <a:pt x="112" y="56"/>
                  </a:lnTo>
                  <a:lnTo>
                    <a:pt x="104" y="72"/>
                  </a:lnTo>
                  <a:lnTo>
                    <a:pt x="80" y="80"/>
                  </a:lnTo>
                  <a:lnTo>
                    <a:pt x="72" y="88"/>
                  </a:lnTo>
                  <a:lnTo>
                    <a:pt x="56" y="112"/>
                  </a:lnTo>
                  <a:lnTo>
                    <a:pt x="32" y="112"/>
                  </a:lnTo>
                  <a:lnTo>
                    <a:pt x="16" y="104"/>
                  </a:lnTo>
                  <a:lnTo>
                    <a:pt x="0" y="104"/>
                  </a:lnTo>
                  <a:lnTo>
                    <a:pt x="8" y="112"/>
                  </a:lnTo>
                  <a:lnTo>
                    <a:pt x="24" y="128"/>
                  </a:lnTo>
                  <a:lnTo>
                    <a:pt x="24" y="136"/>
                  </a:lnTo>
                  <a:lnTo>
                    <a:pt x="32" y="152"/>
                  </a:lnTo>
                  <a:lnTo>
                    <a:pt x="8" y="160"/>
                  </a:lnTo>
                  <a:lnTo>
                    <a:pt x="8" y="176"/>
                  </a:lnTo>
                  <a:lnTo>
                    <a:pt x="32" y="168"/>
                  </a:lnTo>
                  <a:lnTo>
                    <a:pt x="72" y="168"/>
                  </a:lnTo>
                  <a:lnTo>
                    <a:pt x="88" y="192"/>
                  </a:lnTo>
                  <a:lnTo>
                    <a:pt x="96" y="192"/>
                  </a:lnTo>
                  <a:lnTo>
                    <a:pt x="112" y="184"/>
                  </a:lnTo>
                  <a:close/>
                </a:path>
              </a:pathLst>
            </a:custGeom>
            <a:grpFill/>
            <a:ln w="6350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73" name="Freeform 623"/>
            <p:cNvSpPr>
              <a:spLocks/>
            </p:cNvSpPr>
            <p:nvPr/>
          </p:nvSpPr>
          <p:spPr bwMode="auto">
            <a:xfrm>
              <a:off x="3642050" y="2966315"/>
              <a:ext cx="389848" cy="407175"/>
            </a:xfrm>
            <a:custGeom>
              <a:avLst/>
              <a:gdLst>
                <a:gd name="T0" fmla="*/ 2147483647 w 368"/>
                <a:gd name="T1" fmla="*/ 2147483647 h 384"/>
                <a:gd name="T2" fmla="*/ 2147483647 w 368"/>
                <a:gd name="T3" fmla="*/ 2147483647 h 384"/>
                <a:gd name="T4" fmla="*/ 2147483647 w 368"/>
                <a:gd name="T5" fmla="*/ 2147483647 h 384"/>
                <a:gd name="T6" fmla="*/ 2147483647 w 368"/>
                <a:gd name="T7" fmla="*/ 2147483647 h 384"/>
                <a:gd name="T8" fmla="*/ 2147483647 w 368"/>
                <a:gd name="T9" fmla="*/ 2147483647 h 384"/>
                <a:gd name="T10" fmla="*/ 2147483647 w 368"/>
                <a:gd name="T11" fmla="*/ 2147483647 h 384"/>
                <a:gd name="T12" fmla="*/ 2147483647 w 368"/>
                <a:gd name="T13" fmla="*/ 2147483647 h 384"/>
                <a:gd name="T14" fmla="*/ 2147483647 w 368"/>
                <a:gd name="T15" fmla="*/ 2147483647 h 384"/>
                <a:gd name="T16" fmla="*/ 2147483647 w 368"/>
                <a:gd name="T17" fmla="*/ 2147483647 h 384"/>
                <a:gd name="T18" fmla="*/ 2147483647 w 368"/>
                <a:gd name="T19" fmla="*/ 2147483647 h 384"/>
                <a:gd name="T20" fmla="*/ 2147483647 w 368"/>
                <a:gd name="T21" fmla="*/ 2147483647 h 384"/>
                <a:gd name="T22" fmla="*/ 2147483647 w 368"/>
                <a:gd name="T23" fmla="*/ 2147483647 h 384"/>
                <a:gd name="T24" fmla="*/ 2147483647 w 368"/>
                <a:gd name="T25" fmla="*/ 0 h 384"/>
                <a:gd name="T26" fmla="*/ 2147483647 w 368"/>
                <a:gd name="T27" fmla="*/ 2147483647 h 384"/>
                <a:gd name="T28" fmla="*/ 2147483647 w 368"/>
                <a:gd name="T29" fmla="*/ 2147483647 h 384"/>
                <a:gd name="T30" fmla="*/ 2147483647 w 368"/>
                <a:gd name="T31" fmla="*/ 2147483647 h 384"/>
                <a:gd name="T32" fmla="*/ 2147483647 w 368"/>
                <a:gd name="T33" fmla="*/ 2147483647 h 384"/>
                <a:gd name="T34" fmla="*/ 2147483647 w 368"/>
                <a:gd name="T35" fmla="*/ 2147483647 h 384"/>
                <a:gd name="T36" fmla="*/ 2147483647 w 368"/>
                <a:gd name="T37" fmla="*/ 2147483647 h 384"/>
                <a:gd name="T38" fmla="*/ 2147483647 w 368"/>
                <a:gd name="T39" fmla="*/ 2147483647 h 384"/>
                <a:gd name="T40" fmla="*/ 2147483647 w 368"/>
                <a:gd name="T41" fmla="*/ 2147483647 h 384"/>
                <a:gd name="T42" fmla="*/ 2147483647 w 368"/>
                <a:gd name="T43" fmla="*/ 2147483647 h 384"/>
                <a:gd name="T44" fmla="*/ 2147483647 w 368"/>
                <a:gd name="T45" fmla="*/ 2147483647 h 384"/>
                <a:gd name="T46" fmla="*/ 2147483647 w 368"/>
                <a:gd name="T47" fmla="*/ 2147483647 h 384"/>
                <a:gd name="T48" fmla="*/ 2147483647 w 368"/>
                <a:gd name="T49" fmla="*/ 2147483647 h 384"/>
                <a:gd name="T50" fmla="*/ 2147483647 w 368"/>
                <a:gd name="T51" fmla="*/ 2147483647 h 384"/>
                <a:gd name="T52" fmla="*/ 2147483647 w 368"/>
                <a:gd name="T53" fmla="*/ 2147483647 h 384"/>
                <a:gd name="T54" fmla="*/ 2147483647 w 368"/>
                <a:gd name="T55" fmla="*/ 2147483647 h 384"/>
                <a:gd name="T56" fmla="*/ 2147483647 w 368"/>
                <a:gd name="T57" fmla="*/ 2147483647 h 384"/>
                <a:gd name="T58" fmla="*/ 2147483647 w 368"/>
                <a:gd name="T59" fmla="*/ 2147483647 h 384"/>
                <a:gd name="T60" fmla="*/ 2147483647 w 368"/>
                <a:gd name="T61" fmla="*/ 2147483647 h 384"/>
                <a:gd name="T62" fmla="*/ 2147483647 w 368"/>
                <a:gd name="T63" fmla="*/ 2147483647 h 384"/>
                <a:gd name="T64" fmla="*/ 2147483647 w 368"/>
                <a:gd name="T65" fmla="*/ 2147483647 h 384"/>
                <a:gd name="T66" fmla="*/ 2147483647 w 368"/>
                <a:gd name="T67" fmla="*/ 2147483647 h 384"/>
                <a:gd name="T68" fmla="*/ 2147483647 w 368"/>
                <a:gd name="T69" fmla="*/ 2147483647 h 384"/>
                <a:gd name="T70" fmla="*/ 2147483647 w 368"/>
                <a:gd name="T71" fmla="*/ 2147483647 h 384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368"/>
                <a:gd name="T109" fmla="*/ 0 h 384"/>
                <a:gd name="T110" fmla="*/ 368 w 368"/>
                <a:gd name="T111" fmla="*/ 384 h 384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368" h="384">
                  <a:moveTo>
                    <a:pt x="328" y="168"/>
                  </a:moveTo>
                  <a:lnTo>
                    <a:pt x="344" y="160"/>
                  </a:lnTo>
                  <a:lnTo>
                    <a:pt x="352" y="136"/>
                  </a:lnTo>
                  <a:lnTo>
                    <a:pt x="368" y="120"/>
                  </a:lnTo>
                  <a:lnTo>
                    <a:pt x="368" y="112"/>
                  </a:lnTo>
                  <a:lnTo>
                    <a:pt x="352" y="104"/>
                  </a:lnTo>
                  <a:lnTo>
                    <a:pt x="336" y="104"/>
                  </a:lnTo>
                  <a:lnTo>
                    <a:pt x="320" y="112"/>
                  </a:lnTo>
                  <a:lnTo>
                    <a:pt x="304" y="128"/>
                  </a:lnTo>
                  <a:lnTo>
                    <a:pt x="288" y="128"/>
                  </a:lnTo>
                  <a:lnTo>
                    <a:pt x="272" y="128"/>
                  </a:lnTo>
                  <a:lnTo>
                    <a:pt x="264" y="120"/>
                  </a:lnTo>
                  <a:lnTo>
                    <a:pt x="256" y="120"/>
                  </a:lnTo>
                  <a:lnTo>
                    <a:pt x="248" y="136"/>
                  </a:lnTo>
                  <a:lnTo>
                    <a:pt x="240" y="136"/>
                  </a:lnTo>
                  <a:lnTo>
                    <a:pt x="224" y="128"/>
                  </a:lnTo>
                  <a:lnTo>
                    <a:pt x="192" y="128"/>
                  </a:lnTo>
                  <a:lnTo>
                    <a:pt x="152" y="104"/>
                  </a:lnTo>
                  <a:lnTo>
                    <a:pt x="168" y="80"/>
                  </a:lnTo>
                  <a:lnTo>
                    <a:pt x="144" y="72"/>
                  </a:lnTo>
                  <a:lnTo>
                    <a:pt x="136" y="56"/>
                  </a:lnTo>
                  <a:lnTo>
                    <a:pt x="144" y="48"/>
                  </a:lnTo>
                  <a:lnTo>
                    <a:pt x="144" y="32"/>
                  </a:lnTo>
                  <a:lnTo>
                    <a:pt x="160" y="8"/>
                  </a:lnTo>
                  <a:lnTo>
                    <a:pt x="152" y="0"/>
                  </a:lnTo>
                  <a:lnTo>
                    <a:pt x="128" y="0"/>
                  </a:lnTo>
                  <a:lnTo>
                    <a:pt x="112" y="0"/>
                  </a:lnTo>
                  <a:lnTo>
                    <a:pt x="120" y="8"/>
                  </a:lnTo>
                  <a:lnTo>
                    <a:pt x="80" y="16"/>
                  </a:lnTo>
                  <a:lnTo>
                    <a:pt x="80" y="40"/>
                  </a:lnTo>
                  <a:lnTo>
                    <a:pt x="88" y="48"/>
                  </a:lnTo>
                  <a:lnTo>
                    <a:pt x="80" y="64"/>
                  </a:lnTo>
                  <a:lnTo>
                    <a:pt x="72" y="80"/>
                  </a:lnTo>
                  <a:lnTo>
                    <a:pt x="48" y="120"/>
                  </a:lnTo>
                  <a:lnTo>
                    <a:pt x="32" y="120"/>
                  </a:lnTo>
                  <a:lnTo>
                    <a:pt x="24" y="128"/>
                  </a:lnTo>
                  <a:lnTo>
                    <a:pt x="32" y="144"/>
                  </a:lnTo>
                  <a:lnTo>
                    <a:pt x="40" y="160"/>
                  </a:lnTo>
                  <a:lnTo>
                    <a:pt x="24" y="168"/>
                  </a:lnTo>
                  <a:lnTo>
                    <a:pt x="8" y="176"/>
                  </a:lnTo>
                  <a:lnTo>
                    <a:pt x="0" y="176"/>
                  </a:lnTo>
                  <a:lnTo>
                    <a:pt x="16" y="200"/>
                  </a:lnTo>
                  <a:lnTo>
                    <a:pt x="32" y="216"/>
                  </a:lnTo>
                  <a:lnTo>
                    <a:pt x="56" y="200"/>
                  </a:lnTo>
                  <a:lnTo>
                    <a:pt x="64" y="272"/>
                  </a:lnTo>
                  <a:lnTo>
                    <a:pt x="72" y="304"/>
                  </a:lnTo>
                  <a:lnTo>
                    <a:pt x="96" y="344"/>
                  </a:lnTo>
                  <a:lnTo>
                    <a:pt x="104" y="360"/>
                  </a:lnTo>
                  <a:lnTo>
                    <a:pt x="120" y="384"/>
                  </a:lnTo>
                  <a:lnTo>
                    <a:pt x="128" y="368"/>
                  </a:lnTo>
                  <a:lnTo>
                    <a:pt x="144" y="352"/>
                  </a:lnTo>
                  <a:lnTo>
                    <a:pt x="152" y="336"/>
                  </a:lnTo>
                  <a:lnTo>
                    <a:pt x="152" y="304"/>
                  </a:lnTo>
                  <a:lnTo>
                    <a:pt x="160" y="280"/>
                  </a:lnTo>
                  <a:lnTo>
                    <a:pt x="184" y="256"/>
                  </a:lnTo>
                  <a:lnTo>
                    <a:pt x="216" y="240"/>
                  </a:lnTo>
                  <a:lnTo>
                    <a:pt x="232" y="224"/>
                  </a:lnTo>
                  <a:lnTo>
                    <a:pt x="240" y="200"/>
                  </a:lnTo>
                  <a:lnTo>
                    <a:pt x="264" y="200"/>
                  </a:lnTo>
                  <a:lnTo>
                    <a:pt x="256" y="168"/>
                  </a:lnTo>
                  <a:lnTo>
                    <a:pt x="248" y="160"/>
                  </a:lnTo>
                  <a:lnTo>
                    <a:pt x="256" y="152"/>
                  </a:lnTo>
                  <a:lnTo>
                    <a:pt x="256" y="144"/>
                  </a:lnTo>
                  <a:lnTo>
                    <a:pt x="272" y="144"/>
                  </a:lnTo>
                  <a:lnTo>
                    <a:pt x="280" y="152"/>
                  </a:lnTo>
                  <a:lnTo>
                    <a:pt x="304" y="160"/>
                  </a:lnTo>
                  <a:lnTo>
                    <a:pt x="304" y="168"/>
                  </a:lnTo>
                  <a:lnTo>
                    <a:pt x="296" y="176"/>
                  </a:lnTo>
                  <a:lnTo>
                    <a:pt x="312" y="176"/>
                  </a:lnTo>
                  <a:lnTo>
                    <a:pt x="304" y="192"/>
                  </a:lnTo>
                  <a:lnTo>
                    <a:pt x="312" y="208"/>
                  </a:lnTo>
                  <a:lnTo>
                    <a:pt x="320" y="192"/>
                  </a:lnTo>
                  <a:lnTo>
                    <a:pt x="328" y="168"/>
                  </a:lnTo>
                  <a:close/>
                </a:path>
              </a:pathLst>
            </a:custGeom>
            <a:grpFill/>
            <a:ln w="6350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74" name="Freeform 624"/>
            <p:cNvSpPr>
              <a:spLocks/>
            </p:cNvSpPr>
            <p:nvPr/>
          </p:nvSpPr>
          <p:spPr bwMode="auto">
            <a:xfrm>
              <a:off x="3539823" y="2923864"/>
              <a:ext cx="194924" cy="144677"/>
            </a:xfrm>
            <a:custGeom>
              <a:avLst/>
              <a:gdLst>
                <a:gd name="T0" fmla="*/ 2147483647 w 184"/>
                <a:gd name="T1" fmla="*/ 2147483647 h 136"/>
                <a:gd name="T2" fmla="*/ 2147483647 w 184"/>
                <a:gd name="T3" fmla="*/ 2147483647 h 136"/>
                <a:gd name="T4" fmla="*/ 2147483647 w 184"/>
                <a:gd name="T5" fmla="*/ 2147483647 h 136"/>
                <a:gd name="T6" fmla="*/ 2147483647 w 184"/>
                <a:gd name="T7" fmla="*/ 0 h 136"/>
                <a:gd name="T8" fmla="*/ 2147483647 w 184"/>
                <a:gd name="T9" fmla="*/ 2147483647 h 136"/>
                <a:gd name="T10" fmla="*/ 2147483647 w 184"/>
                <a:gd name="T11" fmla="*/ 2147483647 h 136"/>
                <a:gd name="T12" fmla="*/ 2147483647 w 184"/>
                <a:gd name="T13" fmla="*/ 2147483647 h 136"/>
                <a:gd name="T14" fmla="*/ 2147483647 w 184"/>
                <a:gd name="T15" fmla="*/ 2147483647 h 136"/>
                <a:gd name="T16" fmla="*/ 2147483647 w 184"/>
                <a:gd name="T17" fmla="*/ 2147483647 h 136"/>
                <a:gd name="T18" fmla="*/ 2147483647 w 184"/>
                <a:gd name="T19" fmla="*/ 2147483647 h 136"/>
                <a:gd name="T20" fmla="*/ 2147483647 w 184"/>
                <a:gd name="T21" fmla="*/ 2147483647 h 136"/>
                <a:gd name="T22" fmla="*/ 2147483647 w 184"/>
                <a:gd name="T23" fmla="*/ 2147483647 h 136"/>
                <a:gd name="T24" fmla="*/ 2147483647 w 184"/>
                <a:gd name="T25" fmla="*/ 2147483647 h 136"/>
                <a:gd name="T26" fmla="*/ 2147483647 w 184"/>
                <a:gd name="T27" fmla="*/ 2147483647 h 136"/>
                <a:gd name="T28" fmla="*/ 2147483647 w 184"/>
                <a:gd name="T29" fmla="*/ 2147483647 h 136"/>
                <a:gd name="T30" fmla="*/ 2147483647 w 184"/>
                <a:gd name="T31" fmla="*/ 2147483647 h 136"/>
                <a:gd name="T32" fmla="*/ 0 w 184"/>
                <a:gd name="T33" fmla="*/ 2147483647 h 136"/>
                <a:gd name="T34" fmla="*/ 0 w 184"/>
                <a:gd name="T35" fmla="*/ 2147483647 h 136"/>
                <a:gd name="T36" fmla="*/ 2147483647 w 184"/>
                <a:gd name="T37" fmla="*/ 2147483647 h 136"/>
                <a:gd name="T38" fmla="*/ 2147483647 w 184"/>
                <a:gd name="T39" fmla="*/ 2147483647 h 136"/>
                <a:gd name="T40" fmla="*/ 2147483647 w 184"/>
                <a:gd name="T41" fmla="*/ 2147483647 h 136"/>
                <a:gd name="T42" fmla="*/ 2147483647 w 184"/>
                <a:gd name="T43" fmla="*/ 2147483647 h 136"/>
                <a:gd name="T44" fmla="*/ 2147483647 w 184"/>
                <a:gd name="T45" fmla="*/ 2147483647 h 136"/>
                <a:gd name="T46" fmla="*/ 2147483647 w 184"/>
                <a:gd name="T47" fmla="*/ 2147483647 h 136"/>
                <a:gd name="T48" fmla="*/ 2147483647 w 184"/>
                <a:gd name="T49" fmla="*/ 2147483647 h 136"/>
                <a:gd name="T50" fmla="*/ 2147483647 w 184"/>
                <a:gd name="T51" fmla="*/ 2147483647 h 136"/>
                <a:gd name="T52" fmla="*/ 2147483647 w 184"/>
                <a:gd name="T53" fmla="*/ 2147483647 h 136"/>
                <a:gd name="T54" fmla="*/ 2147483647 w 184"/>
                <a:gd name="T55" fmla="*/ 2147483647 h 136"/>
                <a:gd name="T56" fmla="*/ 2147483647 w 184"/>
                <a:gd name="T57" fmla="*/ 2147483647 h 136"/>
                <a:gd name="T58" fmla="*/ 2147483647 w 184"/>
                <a:gd name="T59" fmla="*/ 2147483647 h 136"/>
                <a:gd name="T60" fmla="*/ 2147483647 w 184"/>
                <a:gd name="T61" fmla="*/ 2147483647 h 136"/>
                <a:gd name="T62" fmla="*/ 2147483647 w 184"/>
                <a:gd name="T63" fmla="*/ 2147483647 h 136"/>
                <a:gd name="T64" fmla="*/ 2147483647 w 184"/>
                <a:gd name="T65" fmla="*/ 2147483647 h 136"/>
                <a:gd name="T66" fmla="*/ 2147483647 w 184"/>
                <a:gd name="T67" fmla="*/ 2147483647 h 136"/>
                <a:gd name="T68" fmla="*/ 2147483647 w 184"/>
                <a:gd name="T69" fmla="*/ 2147483647 h 1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184"/>
                <a:gd name="T106" fmla="*/ 0 h 136"/>
                <a:gd name="T107" fmla="*/ 184 w 184"/>
                <a:gd name="T108" fmla="*/ 136 h 136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184" h="136">
                  <a:moveTo>
                    <a:pt x="168" y="8"/>
                  </a:moveTo>
                  <a:lnTo>
                    <a:pt x="152" y="16"/>
                  </a:lnTo>
                  <a:lnTo>
                    <a:pt x="144" y="16"/>
                  </a:lnTo>
                  <a:lnTo>
                    <a:pt x="136" y="0"/>
                  </a:lnTo>
                  <a:lnTo>
                    <a:pt x="120" y="8"/>
                  </a:lnTo>
                  <a:lnTo>
                    <a:pt x="112" y="16"/>
                  </a:lnTo>
                  <a:lnTo>
                    <a:pt x="96" y="24"/>
                  </a:lnTo>
                  <a:lnTo>
                    <a:pt x="88" y="16"/>
                  </a:lnTo>
                  <a:lnTo>
                    <a:pt x="80" y="16"/>
                  </a:lnTo>
                  <a:lnTo>
                    <a:pt x="64" y="8"/>
                  </a:lnTo>
                  <a:lnTo>
                    <a:pt x="56" y="32"/>
                  </a:lnTo>
                  <a:lnTo>
                    <a:pt x="40" y="40"/>
                  </a:lnTo>
                  <a:lnTo>
                    <a:pt x="32" y="48"/>
                  </a:lnTo>
                  <a:lnTo>
                    <a:pt x="16" y="40"/>
                  </a:lnTo>
                  <a:lnTo>
                    <a:pt x="8" y="40"/>
                  </a:lnTo>
                  <a:lnTo>
                    <a:pt x="8" y="64"/>
                  </a:lnTo>
                  <a:lnTo>
                    <a:pt x="0" y="80"/>
                  </a:lnTo>
                  <a:lnTo>
                    <a:pt x="0" y="96"/>
                  </a:lnTo>
                  <a:lnTo>
                    <a:pt x="16" y="104"/>
                  </a:lnTo>
                  <a:lnTo>
                    <a:pt x="8" y="128"/>
                  </a:lnTo>
                  <a:lnTo>
                    <a:pt x="24" y="128"/>
                  </a:lnTo>
                  <a:lnTo>
                    <a:pt x="40" y="136"/>
                  </a:lnTo>
                  <a:lnTo>
                    <a:pt x="64" y="136"/>
                  </a:lnTo>
                  <a:lnTo>
                    <a:pt x="80" y="112"/>
                  </a:lnTo>
                  <a:lnTo>
                    <a:pt x="88" y="104"/>
                  </a:lnTo>
                  <a:lnTo>
                    <a:pt x="112" y="96"/>
                  </a:lnTo>
                  <a:lnTo>
                    <a:pt x="120" y="80"/>
                  </a:lnTo>
                  <a:lnTo>
                    <a:pt x="120" y="72"/>
                  </a:lnTo>
                  <a:lnTo>
                    <a:pt x="128" y="64"/>
                  </a:lnTo>
                  <a:lnTo>
                    <a:pt x="136" y="48"/>
                  </a:lnTo>
                  <a:lnTo>
                    <a:pt x="136" y="32"/>
                  </a:lnTo>
                  <a:lnTo>
                    <a:pt x="160" y="24"/>
                  </a:lnTo>
                  <a:lnTo>
                    <a:pt x="184" y="24"/>
                  </a:lnTo>
                  <a:lnTo>
                    <a:pt x="176" y="8"/>
                  </a:lnTo>
                  <a:lnTo>
                    <a:pt x="168" y="8"/>
                  </a:lnTo>
                  <a:close/>
                </a:path>
              </a:pathLst>
            </a:custGeom>
            <a:grpFill/>
            <a:ln w="6350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75" name="Freeform 625"/>
            <p:cNvSpPr>
              <a:spLocks/>
            </p:cNvSpPr>
            <p:nvPr/>
          </p:nvSpPr>
          <p:spPr bwMode="auto">
            <a:xfrm>
              <a:off x="3972121" y="3085002"/>
              <a:ext cx="161137" cy="373388"/>
            </a:xfrm>
            <a:custGeom>
              <a:avLst/>
              <a:gdLst>
                <a:gd name="T0" fmla="*/ 2147483647 w 152"/>
                <a:gd name="T1" fmla="*/ 2147483647 h 352"/>
                <a:gd name="T2" fmla="*/ 2147483647 w 152"/>
                <a:gd name="T3" fmla="*/ 2147483647 h 352"/>
                <a:gd name="T4" fmla="*/ 2147483647 w 152"/>
                <a:gd name="T5" fmla="*/ 2147483647 h 352"/>
                <a:gd name="T6" fmla="*/ 2147483647 w 152"/>
                <a:gd name="T7" fmla="*/ 2147483647 h 352"/>
                <a:gd name="T8" fmla="*/ 2147483647 w 152"/>
                <a:gd name="T9" fmla="*/ 2147483647 h 352"/>
                <a:gd name="T10" fmla="*/ 2147483647 w 152"/>
                <a:gd name="T11" fmla="*/ 2147483647 h 352"/>
                <a:gd name="T12" fmla="*/ 2147483647 w 152"/>
                <a:gd name="T13" fmla="*/ 2147483647 h 352"/>
                <a:gd name="T14" fmla="*/ 2147483647 w 152"/>
                <a:gd name="T15" fmla="*/ 2147483647 h 352"/>
                <a:gd name="T16" fmla="*/ 2147483647 w 152"/>
                <a:gd name="T17" fmla="*/ 2147483647 h 352"/>
                <a:gd name="T18" fmla="*/ 2147483647 w 152"/>
                <a:gd name="T19" fmla="*/ 0 h 352"/>
                <a:gd name="T20" fmla="*/ 2147483647 w 152"/>
                <a:gd name="T21" fmla="*/ 0 h 352"/>
                <a:gd name="T22" fmla="*/ 2147483647 w 152"/>
                <a:gd name="T23" fmla="*/ 2147483647 h 352"/>
                <a:gd name="T24" fmla="*/ 2147483647 w 152"/>
                <a:gd name="T25" fmla="*/ 2147483647 h 352"/>
                <a:gd name="T26" fmla="*/ 2147483647 w 152"/>
                <a:gd name="T27" fmla="*/ 2147483647 h 352"/>
                <a:gd name="T28" fmla="*/ 2147483647 w 152"/>
                <a:gd name="T29" fmla="*/ 2147483647 h 352"/>
                <a:gd name="T30" fmla="*/ 2147483647 w 152"/>
                <a:gd name="T31" fmla="*/ 2147483647 h 352"/>
                <a:gd name="T32" fmla="*/ 0 w 152"/>
                <a:gd name="T33" fmla="*/ 2147483647 h 352"/>
                <a:gd name="T34" fmla="*/ 2147483647 w 152"/>
                <a:gd name="T35" fmla="*/ 2147483647 h 352"/>
                <a:gd name="T36" fmla="*/ 2147483647 w 152"/>
                <a:gd name="T37" fmla="*/ 2147483647 h 352"/>
                <a:gd name="T38" fmla="*/ 2147483647 w 152"/>
                <a:gd name="T39" fmla="*/ 2147483647 h 352"/>
                <a:gd name="T40" fmla="*/ 2147483647 w 152"/>
                <a:gd name="T41" fmla="*/ 2147483647 h 352"/>
                <a:gd name="T42" fmla="*/ 2147483647 w 152"/>
                <a:gd name="T43" fmla="*/ 2147483647 h 352"/>
                <a:gd name="T44" fmla="*/ 2147483647 w 152"/>
                <a:gd name="T45" fmla="*/ 2147483647 h 352"/>
                <a:gd name="T46" fmla="*/ 2147483647 w 152"/>
                <a:gd name="T47" fmla="*/ 2147483647 h 352"/>
                <a:gd name="T48" fmla="*/ 2147483647 w 152"/>
                <a:gd name="T49" fmla="*/ 2147483647 h 352"/>
                <a:gd name="T50" fmla="*/ 2147483647 w 152"/>
                <a:gd name="T51" fmla="*/ 2147483647 h 352"/>
                <a:gd name="T52" fmla="*/ 2147483647 w 152"/>
                <a:gd name="T53" fmla="*/ 2147483647 h 352"/>
                <a:gd name="T54" fmla="*/ 2147483647 w 152"/>
                <a:gd name="T55" fmla="*/ 2147483647 h 352"/>
                <a:gd name="T56" fmla="*/ 2147483647 w 152"/>
                <a:gd name="T57" fmla="*/ 2147483647 h 352"/>
                <a:gd name="T58" fmla="*/ 2147483647 w 152"/>
                <a:gd name="T59" fmla="*/ 2147483647 h 352"/>
                <a:gd name="T60" fmla="*/ 2147483647 w 152"/>
                <a:gd name="T61" fmla="*/ 2147483647 h 352"/>
                <a:gd name="T62" fmla="*/ 2147483647 w 152"/>
                <a:gd name="T63" fmla="*/ 2147483647 h 352"/>
                <a:gd name="T64" fmla="*/ 2147483647 w 152"/>
                <a:gd name="T65" fmla="*/ 2147483647 h 352"/>
                <a:gd name="T66" fmla="*/ 2147483647 w 152"/>
                <a:gd name="T67" fmla="*/ 2147483647 h 352"/>
                <a:gd name="T68" fmla="*/ 2147483647 w 152"/>
                <a:gd name="T69" fmla="*/ 2147483647 h 352"/>
                <a:gd name="T70" fmla="*/ 2147483647 w 152"/>
                <a:gd name="T71" fmla="*/ 2147483647 h 352"/>
                <a:gd name="T72" fmla="*/ 2147483647 w 152"/>
                <a:gd name="T73" fmla="*/ 2147483647 h 352"/>
                <a:gd name="T74" fmla="*/ 2147483647 w 152"/>
                <a:gd name="T75" fmla="*/ 2147483647 h 352"/>
                <a:gd name="T76" fmla="*/ 2147483647 w 152"/>
                <a:gd name="T77" fmla="*/ 2147483647 h 352"/>
                <a:gd name="T78" fmla="*/ 2147483647 w 152"/>
                <a:gd name="T79" fmla="*/ 2147483647 h 352"/>
                <a:gd name="T80" fmla="*/ 2147483647 w 152"/>
                <a:gd name="T81" fmla="*/ 2147483647 h 352"/>
                <a:gd name="T82" fmla="*/ 2147483647 w 152"/>
                <a:gd name="T83" fmla="*/ 2147483647 h 352"/>
                <a:gd name="T84" fmla="*/ 2147483647 w 152"/>
                <a:gd name="T85" fmla="*/ 2147483647 h 352"/>
                <a:gd name="T86" fmla="*/ 2147483647 w 152"/>
                <a:gd name="T87" fmla="*/ 2147483647 h 352"/>
                <a:gd name="T88" fmla="*/ 2147483647 w 152"/>
                <a:gd name="T89" fmla="*/ 2147483647 h 352"/>
                <a:gd name="T90" fmla="*/ 2147483647 w 152"/>
                <a:gd name="T91" fmla="*/ 2147483647 h 352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w 152"/>
                <a:gd name="T139" fmla="*/ 0 h 352"/>
                <a:gd name="T140" fmla="*/ 152 w 152"/>
                <a:gd name="T141" fmla="*/ 352 h 352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T138" t="T139" r="T140" b="T141"/>
              <a:pathLst>
                <a:path w="152" h="352">
                  <a:moveTo>
                    <a:pt x="96" y="104"/>
                  </a:moveTo>
                  <a:lnTo>
                    <a:pt x="112" y="88"/>
                  </a:lnTo>
                  <a:lnTo>
                    <a:pt x="88" y="80"/>
                  </a:lnTo>
                  <a:lnTo>
                    <a:pt x="88" y="72"/>
                  </a:lnTo>
                  <a:lnTo>
                    <a:pt x="80" y="64"/>
                  </a:lnTo>
                  <a:lnTo>
                    <a:pt x="72" y="56"/>
                  </a:lnTo>
                  <a:lnTo>
                    <a:pt x="72" y="48"/>
                  </a:lnTo>
                  <a:lnTo>
                    <a:pt x="80" y="24"/>
                  </a:lnTo>
                  <a:lnTo>
                    <a:pt x="72" y="8"/>
                  </a:lnTo>
                  <a:lnTo>
                    <a:pt x="64" y="0"/>
                  </a:lnTo>
                  <a:lnTo>
                    <a:pt x="56" y="0"/>
                  </a:lnTo>
                  <a:lnTo>
                    <a:pt x="56" y="8"/>
                  </a:lnTo>
                  <a:lnTo>
                    <a:pt x="40" y="24"/>
                  </a:lnTo>
                  <a:lnTo>
                    <a:pt x="32" y="48"/>
                  </a:lnTo>
                  <a:lnTo>
                    <a:pt x="16" y="56"/>
                  </a:lnTo>
                  <a:lnTo>
                    <a:pt x="8" y="80"/>
                  </a:lnTo>
                  <a:lnTo>
                    <a:pt x="0" y="96"/>
                  </a:lnTo>
                  <a:lnTo>
                    <a:pt x="8" y="112"/>
                  </a:lnTo>
                  <a:lnTo>
                    <a:pt x="24" y="160"/>
                  </a:lnTo>
                  <a:lnTo>
                    <a:pt x="40" y="168"/>
                  </a:lnTo>
                  <a:lnTo>
                    <a:pt x="56" y="160"/>
                  </a:lnTo>
                  <a:lnTo>
                    <a:pt x="64" y="168"/>
                  </a:lnTo>
                  <a:lnTo>
                    <a:pt x="72" y="192"/>
                  </a:lnTo>
                  <a:lnTo>
                    <a:pt x="72" y="224"/>
                  </a:lnTo>
                  <a:lnTo>
                    <a:pt x="72" y="264"/>
                  </a:lnTo>
                  <a:lnTo>
                    <a:pt x="88" y="280"/>
                  </a:lnTo>
                  <a:lnTo>
                    <a:pt x="96" y="296"/>
                  </a:lnTo>
                  <a:lnTo>
                    <a:pt x="104" y="312"/>
                  </a:lnTo>
                  <a:lnTo>
                    <a:pt x="120" y="328"/>
                  </a:lnTo>
                  <a:lnTo>
                    <a:pt x="144" y="352"/>
                  </a:lnTo>
                  <a:lnTo>
                    <a:pt x="152" y="344"/>
                  </a:lnTo>
                  <a:lnTo>
                    <a:pt x="144" y="320"/>
                  </a:lnTo>
                  <a:lnTo>
                    <a:pt x="136" y="304"/>
                  </a:lnTo>
                  <a:lnTo>
                    <a:pt x="120" y="288"/>
                  </a:lnTo>
                  <a:lnTo>
                    <a:pt x="104" y="280"/>
                  </a:lnTo>
                  <a:lnTo>
                    <a:pt x="96" y="272"/>
                  </a:lnTo>
                  <a:lnTo>
                    <a:pt x="88" y="240"/>
                  </a:lnTo>
                  <a:lnTo>
                    <a:pt x="88" y="224"/>
                  </a:lnTo>
                  <a:lnTo>
                    <a:pt x="96" y="216"/>
                  </a:lnTo>
                  <a:lnTo>
                    <a:pt x="80" y="192"/>
                  </a:lnTo>
                  <a:lnTo>
                    <a:pt x="80" y="176"/>
                  </a:lnTo>
                  <a:lnTo>
                    <a:pt x="80" y="168"/>
                  </a:lnTo>
                  <a:lnTo>
                    <a:pt x="80" y="152"/>
                  </a:lnTo>
                  <a:lnTo>
                    <a:pt x="72" y="128"/>
                  </a:lnTo>
                  <a:lnTo>
                    <a:pt x="88" y="112"/>
                  </a:lnTo>
                  <a:lnTo>
                    <a:pt x="96" y="104"/>
                  </a:lnTo>
                  <a:close/>
                </a:path>
              </a:pathLst>
            </a:custGeom>
            <a:grpFill/>
            <a:ln w="6350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76" name="Freeform 626"/>
            <p:cNvSpPr>
              <a:spLocks/>
            </p:cNvSpPr>
            <p:nvPr/>
          </p:nvSpPr>
          <p:spPr bwMode="auto">
            <a:xfrm>
              <a:off x="3642050" y="2966315"/>
              <a:ext cx="389848" cy="407175"/>
            </a:xfrm>
            <a:custGeom>
              <a:avLst/>
              <a:gdLst>
                <a:gd name="T0" fmla="*/ 2147483647 w 368"/>
                <a:gd name="T1" fmla="*/ 2147483647 h 384"/>
                <a:gd name="T2" fmla="*/ 2147483647 w 368"/>
                <a:gd name="T3" fmla="*/ 2147483647 h 384"/>
                <a:gd name="T4" fmla="*/ 2147483647 w 368"/>
                <a:gd name="T5" fmla="*/ 2147483647 h 384"/>
                <a:gd name="T6" fmla="*/ 2147483647 w 368"/>
                <a:gd name="T7" fmla="*/ 2147483647 h 384"/>
                <a:gd name="T8" fmla="*/ 2147483647 w 368"/>
                <a:gd name="T9" fmla="*/ 2147483647 h 384"/>
                <a:gd name="T10" fmla="*/ 2147483647 w 368"/>
                <a:gd name="T11" fmla="*/ 2147483647 h 384"/>
                <a:gd name="T12" fmla="*/ 2147483647 w 368"/>
                <a:gd name="T13" fmla="*/ 2147483647 h 384"/>
                <a:gd name="T14" fmla="*/ 2147483647 w 368"/>
                <a:gd name="T15" fmla="*/ 2147483647 h 384"/>
                <a:gd name="T16" fmla="*/ 2147483647 w 368"/>
                <a:gd name="T17" fmla="*/ 2147483647 h 384"/>
                <a:gd name="T18" fmla="*/ 2147483647 w 368"/>
                <a:gd name="T19" fmla="*/ 2147483647 h 384"/>
                <a:gd name="T20" fmla="*/ 2147483647 w 368"/>
                <a:gd name="T21" fmla="*/ 2147483647 h 384"/>
                <a:gd name="T22" fmla="*/ 2147483647 w 368"/>
                <a:gd name="T23" fmla="*/ 2147483647 h 384"/>
                <a:gd name="T24" fmla="*/ 2147483647 w 368"/>
                <a:gd name="T25" fmla="*/ 0 h 384"/>
                <a:gd name="T26" fmla="*/ 2147483647 w 368"/>
                <a:gd name="T27" fmla="*/ 0 h 384"/>
                <a:gd name="T28" fmla="*/ 2147483647 w 368"/>
                <a:gd name="T29" fmla="*/ 2147483647 h 384"/>
                <a:gd name="T30" fmla="*/ 2147483647 w 368"/>
                <a:gd name="T31" fmla="*/ 2147483647 h 384"/>
                <a:gd name="T32" fmla="*/ 2147483647 w 368"/>
                <a:gd name="T33" fmla="*/ 2147483647 h 384"/>
                <a:gd name="T34" fmla="*/ 2147483647 w 368"/>
                <a:gd name="T35" fmla="*/ 2147483647 h 384"/>
                <a:gd name="T36" fmla="*/ 2147483647 w 368"/>
                <a:gd name="T37" fmla="*/ 2147483647 h 384"/>
                <a:gd name="T38" fmla="*/ 2147483647 w 368"/>
                <a:gd name="T39" fmla="*/ 2147483647 h 384"/>
                <a:gd name="T40" fmla="*/ 2147483647 w 368"/>
                <a:gd name="T41" fmla="*/ 2147483647 h 384"/>
                <a:gd name="T42" fmla="*/ 0 w 368"/>
                <a:gd name="T43" fmla="*/ 2147483647 h 384"/>
                <a:gd name="T44" fmla="*/ 2147483647 w 368"/>
                <a:gd name="T45" fmla="*/ 2147483647 h 384"/>
                <a:gd name="T46" fmla="*/ 2147483647 w 368"/>
                <a:gd name="T47" fmla="*/ 2147483647 h 384"/>
                <a:gd name="T48" fmla="*/ 2147483647 w 368"/>
                <a:gd name="T49" fmla="*/ 2147483647 h 384"/>
                <a:gd name="T50" fmla="*/ 2147483647 w 368"/>
                <a:gd name="T51" fmla="*/ 2147483647 h 384"/>
                <a:gd name="T52" fmla="*/ 2147483647 w 368"/>
                <a:gd name="T53" fmla="*/ 2147483647 h 384"/>
                <a:gd name="T54" fmla="*/ 2147483647 w 368"/>
                <a:gd name="T55" fmla="*/ 2147483647 h 384"/>
                <a:gd name="T56" fmla="*/ 2147483647 w 368"/>
                <a:gd name="T57" fmla="*/ 2147483647 h 384"/>
                <a:gd name="T58" fmla="*/ 2147483647 w 368"/>
                <a:gd name="T59" fmla="*/ 2147483647 h 384"/>
                <a:gd name="T60" fmla="*/ 2147483647 w 368"/>
                <a:gd name="T61" fmla="*/ 2147483647 h 384"/>
                <a:gd name="T62" fmla="*/ 2147483647 w 368"/>
                <a:gd name="T63" fmla="*/ 2147483647 h 384"/>
                <a:gd name="T64" fmla="*/ 2147483647 w 368"/>
                <a:gd name="T65" fmla="*/ 2147483647 h 384"/>
                <a:gd name="T66" fmla="*/ 2147483647 w 368"/>
                <a:gd name="T67" fmla="*/ 2147483647 h 384"/>
                <a:gd name="T68" fmla="*/ 2147483647 w 368"/>
                <a:gd name="T69" fmla="*/ 2147483647 h 384"/>
                <a:gd name="T70" fmla="*/ 2147483647 w 368"/>
                <a:gd name="T71" fmla="*/ 2147483647 h 384"/>
                <a:gd name="T72" fmla="*/ 2147483647 w 368"/>
                <a:gd name="T73" fmla="*/ 2147483647 h 384"/>
                <a:gd name="T74" fmla="*/ 2147483647 w 368"/>
                <a:gd name="T75" fmla="*/ 2147483647 h 384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368"/>
                <a:gd name="T115" fmla="*/ 0 h 384"/>
                <a:gd name="T116" fmla="*/ 368 w 368"/>
                <a:gd name="T117" fmla="*/ 384 h 384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368" h="384">
                  <a:moveTo>
                    <a:pt x="328" y="168"/>
                  </a:moveTo>
                  <a:lnTo>
                    <a:pt x="344" y="160"/>
                  </a:lnTo>
                  <a:lnTo>
                    <a:pt x="352" y="136"/>
                  </a:lnTo>
                  <a:lnTo>
                    <a:pt x="368" y="120"/>
                  </a:lnTo>
                  <a:lnTo>
                    <a:pt x="368" y="112"/>
                  </a:lnTo>
                  <a:lnTo>
                    <a:pt x="352" y="104"/>
                  </a:lnTo>
                  <a:lnTo>
                    <a:pt x="336" y="104"/>
                  </a:lnTo>
                  <a:lnTo>
                    <a:pt x="320" y="112"/>
                  </a:lnTo>
                  <a:lnTo>
                    <a:pt x="304" y="128"/>
                  </a:lnTo>
                  <a:lnTo>
                    <a:pt x="288" y="128"/>
                  </a:lnTo>
                  <a:lnTo>
                    <a:pt x="272" y="128"/>
                  </a:lnTo>
                  <a:lnTo>
                    <a:pt x="264" y="120"/>
                  </a:lnTo>
                  <a:lnTo>
                    <a:pt x="256" y="120"/>
                  </a:lnTo>
                  <a:lnTo>
                    <a:pt x="248" y="136"/>
                  </a:lnTo>
                  <a:lnTo>
                    <a:pt x="240" y="136"/>
                  </a:lnTo>
                  <a:lnTo>
                    <a:pt x="224" y="128"/>
                  </a:lnTo>
                  <a:lnTo>
                    <a:pt x="192" y="128"/>
                  </a:lnTo>
                  <a:lnTo>
                    <a:pt x="152" y="104"/>
                  </a:lnTo>
                  <a:lnTo>
                    <a:pt x="168" y="80"/>
                  </a:lnTo>
                  <a:lnTo>
                    <a:pt x="144" y="72"/>
                  </a:lnTo>
                  <a:lnTo>
                    <a:pt x="136" y="56"/>
                  </a:lnTo>
                  <a:lnTo>
                    <a:pt x="144" y="48"/>
                  </a:lnTo>
                  <a:lnTo>
                    <a:pt x="144" y="32"/>
                  </a:lnTo>
                  <a:lnTo>
                    <a:pt x="160" y="8"/>
                  </a:lnTo>
                  <a:lnTo>
                    <a:pt x="152" y="0"/>
                  </a:lnTo>
                  <a:lnTo>
                    <a:pt x="128" y="0"/>
                  </a:lnTo>
                  <a:lnTo>
                    <a:pt x="112" y="0"/>
                  </a:lnTo>
                  <a:lnTo>
                    <a:pt x="120" y="8"/>
                  </a:lnTo>
                  <a:lnTo>
                    <a:pt x="80" y="16"/>
                  </a:lnTo>
                  <a:lnTo>
                    <a:pt x="80" y="40"/>
                  </a:lnTo>
                  <a:lnTo>
                    <a:pt x="88" y="48"/>
                  </a:lnTo>
                  <a:lnTo>
                    <a:pt x="80" y="64"/>
                  </a:lnTo>
                  <a:lnTo>
                    <a:pt x="72" y="80"/>
                  </a:lnTo>
                  <a:lnTo>
                    <a:pt x="48" y="120"/>
                  </a:lnTo>
                  <a:lnTo>
                    <a:pt x="32" y="120"/>
                  </a:lnTo>
                  <a:lnTo>
                    <a:pt x="24" y="128"/>
                  </a:lnTo>
                  <a:lnTo>
                    <a:pt x="32" y="144"/>
                  </a:lnTo>
                  <a:lnTo>
                    <a:pt x="40" y="160"/>
                  </a:lnTo>
                  <a:lnTo>
                    <a:pt x="24" y="168"/>
                  </a:lnTo>
                  <a:lnTo>
                    <a:pt x="8" y="176"/>
                  </a:lnTo>
                  <a:lnTo>
                    <a:pt x="0" y="176"/>
                  </a:lnTo>
                  <a:lnTo>
                    <a:pt x="16" y="200"/>
                  </a:lnTo>
                  <a:lnTo>
                    <a:pt x="32" y="216"/>
                  </a:lnTo>
                  <a:lnTo>
                    <a:pt x="56" y="200"/>
                  </a:lnTo>
                  <a:lnTo>
                    <a:pt x="64" y="272"/>
                  </a:lnTo>
                  <a:lnTo>
                    <a:pt x="72" y="304"/>
                  </a:lnTo>
                  <a:lnTo>
                    <a:pt x="96" y="344"/>
                  </a:lnTo>
                  <a:lnTo>
                    <a:pt x="104" y="360"/>
                  </a:lnTo>
                  <a:lnTo>
                    <a:pt x="120" y="384"/>
                  </a:lnTo>
                  <a:lnTo>
                    <a:pt x="128" y="368"/>
                  </a:lnTo>
                  <a:lnTo>
                    <a:pt x="144" y="352"/>
                  </a:lnTo>
                  <a:lnTo>
                    <a:pt x="152" y="336"/>
                  </a:lnTo>
                  <a:lnTo>
                    <a:pt x="152" y="304"/>
                  </a:lnTo>
                  <a:lnTo>
                    <a:pt x="160" y="280"/>
                  </a:lnTo>
                  <a:lnTo>
                    <a:pt x="184" y="256"/>
                  </a:lnTo>
                  <a:lnTo>
                    <a:pt x="216" y="240"/>
                  </a:lnTo>
                  <a:lnTo>
                    <a:pt x="232" y="224"/>
                  </a:lnTo>
                  <a:lnTo>
                    <a:pt x="240" y="200"/>
                  </a:lnTo>
                  <a:lnTo>
                    <a:pt x="264" y="200"/>
                  </a:lnTo>
                  <a:lnTo>
                    <a:pt x="256" y="168"/>
                  </a:lnTo>
                  <a:lnTo>
                    <a:pt x="248" y="160"/>
                  </a:lnTo>
                  <a:lnTo>
                    <a:pt x="256" y="152"/>
                  </a:lnTo>
                  <a:lnTo>
                    <a:pt x="256" y="144"/>
                  </a:lnTo>
                  <a:lnTo>
                    <a:pt x="272" y="144"/>
                  </a:lnTo>
                  <a:lnTo>
                    <a:pt x="280" y="152"/>
                  </a:lnTo>
                  <a:lnTo>
                    <a:pt x="304" y="160"/>
                  </a:lnTo>
                  <a:lnTo>
                    <a:pt x="304" y="168"/>
                  </a:lnTo>
                  <a:lnTo>
                    <a:pt x="296" y="176"/>
                  </a:lnTo>
                  <a:lnTo>
                    <a:pt x="312" y="176"/>
                  </a:lnTo>
                  <a:lnTo>
                    <a:pt x="304" y="192"/>
                  </a:lnTo>
                  <a:lnTo>
                    <a:pt x="312" y="208"/>
                  </a:lnTo>
                  <a:lnTo>
                    <a:pt x="320" y="192"/>
                  </a:lnTo>
                  <a:lnTo>
                    <a:pt x="328" y="168"/>
                  </a:lnTo>
                  <a:close/>
                </a:path>
              </a:pathLst>
            </a:custGeom>
            <a:grpFill/>
            <a:ln w="6350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77" name="Freeform 627"/>
            <p:cNvSpPr>
              <a:spLocks/>
            </p:cNvSpPr>
            <p:nvPr/>
          </p:nvSpPr>
          <p:spPr bwMode="auto">
            <a:xfrm>
              <a:off x="3972121" y="3085002"/>
              <a:ext cx="161137" cy="373388"/>
            </a:xfrm>
            <a:custGeom>
              <a:avLst/>
              <a:gdLst>
                <a:gd name="T0" fmla="*/ 2147483647 w 152"/>
                <a:gd name="T1" fmla="*/ 2147483647 h 352"/>
                <a:gd name="T2" fmla="*/ 2147483647 w 152"/>
                <a:gd name="T3" fmla="*/ 2147483647 h 352"/>
                <a:gd name="T4" fmla="*/ 2147483647 w 152"/>
                <a:gd name="T5" fmla="*/ 2147483647 h 352"/>
                <a:gd name="T6" fmla="*/ 2147483647 w 152"/>
                <a:gd name="T7" fmla="*/ 2147483647 h 352"/>
                <a:gd name="T8" fmla="*/ 2147483647 w 152"/>
                <a:gd name="T9" fmla="*/ 2147483647 h 352"/>
                <a:gd name="T10" fmla="*/ 2147483647 w 152"/>
                <a:gd name="T11" fmla="*/ 0 h 352"/>
                <a:gd name="T12" fmla="*/ 2147483647 w 152"/>
                <a:gd name="T13" fmla="*/ 2147483647 h 352"/>
                <a:gd name="T14" fmla="*/ 2147483647 w 152"/>
                <a:gd name="T15" fmla="*/ 2147483647 h 352"/>
                <a:gd name="T16" fmla="*/ 0 w 152"/>
                <a:gd name="T17" fmla="*/ 2147483647 h 352"/>
                <a:gd name="T18" fmla="*/ 2147483647 w 152"/>
                <a:gd name="T19" fmla="*/ 2147483647 h 352"/>
                <a:gd name="T20" fmla="*/ 2147483647 w 152"/>
                <a:gd name="T21" fmla="*/ 2147483647 h 352"/>
                <a:gd name="T22" fmla="*/ 2147483647 w 152"/>
                <a:gd name="T23" fmla="*/ 2147483647 h 352"/>
                <a:gd name="T24" fmla="*/ 2147483647 w 152"/>
                <a:gd name="T25" fmla="*/ 2147483647 h 352"/>
                <a:gd name="T26" fmla="*/ 2147483647 w 152"/>
                <a:gd name="T27" fmla="*/ 2147483647 h 352"/>
                <a:gd name="T28" fmla="*/ 2147483647 w 152"/>
                <a:gd name="T29" fmla="*/ 2147483647 h 352"/>
                <a:gd name="T30" fmla="*/ 2147483647 w 152"/>
                <a:gd name="T31" fmla="*/ 2147483647 h 352"/>
                <a:gd name="T32" fmla="*/ 2147483647 w 152"/>
                <a:gd name="T33" fmla="*/ 2147483647 h 352"/>
                <a:gd name="T34" fmla="*/ 2147483647 w 152"/>
                <a:gd name="T35" fmla="*/ 2147483647 h 352"/>
                <a:gd name="T36" fmla="*/ 2147483647 w 152"/>
                <a:gd name="T37" fmla="*/ 2147483647 h 352"/>
                <a:gd name="T38" fmla="*/ 2147483647 w 152"/>
                <a:gd name="T39" fmla="*/ 2147483647 h 352"/>
                <a:gd name="T40" fmla="*/ 2147483647 w 152"/>
                <a:gd name="T41" fmla="*/ 2147483647 h 352"/>
                <a:gd name="T42" fmla="*/ 2147483647 w 152"/>
                <a:gd name="T43" fmla="*/ 2147483647 h 352"/>
                <a:gd name="T44" fmla="*/ 2147483647 w 152"/>
                <a:gd name="T45" fmla="*/ 2147483647 h 352"/>
                <a:gd name="T46" fmla="*/ 2147483647 w 152"/>
                <a:gd name="T47" fmla="*/ 2147483647 h 352"/>
                <a:gd name="T48" fmla="*/ 2147483647 w 152"/>
                <a:gd name="T49" fmla="*/ 2147483647 h 352"/>
                <a:gd name="T50" fmla="*/ 2147483647 w 152"/>
                <a:gd name="T51" fmla="*/ 2147483647 h 352"/>
                <a:gd name="T52" fmla="*/ 2147483647 w 152"/>
                <a:gd name="T53" fmla="*/ 2147483647 h 352"/>
                <a:gd name="T54" fmla="*/ 2147483647 w 152"/>
                <a:gd name="T55" fmla="*/ 2147483647 h 352"/>
                <a:gd name="T56" fmla="*/ 2147483647 w 152"/>
                <a:gd name="T57" fmla="*/ 0 h 352"/>
                <a:gd name="T58" fmla="*/ 2147483647 w 152"/>
                <a:gd name="T59" fmla="*/ 2147483647 h 352"/>
                <a:gd name="T60" fmla="*/ 2147483647 w 152"/>
                <a:gd name="T61" fmla="*/ 2147483647 h 352"/>
                <a:gd name="T62" fmla="*/ 0 w 152"/>
                <a:gd name="T63" fmla="*/ 2147483647 h 352"/>
                <a:gd name="T64" fmla="*/ 2147483647 w 152"/>
                <a:gd name="T65" fmla="*/ 2147483647 h 352"/>
                <a:gd name="T66" fmla="*/ 2147483647 w 152"/>
                <a:gd name="T67" fmla="*/ 2147483647 h 352"/>
                <a:gd name="T68" fmla="*/ 2147483647 w 152"/>
                <a:gd name="T69" fmla="*/ 2147483647 h 352"/>
                <a:gd name="T70" fmla="*/ 2147483647 w 152"/>
                <a:gd name="T71" fmla="*/ 2147483647 h 352"/>
                <a:gd name="T72" fmla="*/ 2147483647 w 152"/>
                <a:gd name="T73" fmla="*/ 2147483647 h 352"/>
                <a:gd name="T74" fmla="*/ 2147483647 w 152"/>
                <a:gd name="T75" fmla="*/ 2147483647 h 352"/>
                <a:gd name="T76" fmla="*/ 2147483647 w 152"/>
                <a:gd name="T77" fmla="*/ 2147483647 h 352"/>
                <a:gd name="T78" fmla="*/ 2147483647 w 152"/>
                <a:gd name="T79" fmla="*/ 2147483647 h 352"/>
                <a:gd name="T80" fmla="*/ 2147483647 w 152"/>
                <a:gd name="T81" fmla="*/ 2147483647 h 352"/>
                <a:gd name="T82" fmla="*/ 2147483647 w 152"/>
                <a:gd name="T83" fmla="*/ 2147483647 h 352"/>
                <a:gd name="T84" fmla="*/ 2147483647 w 152"/>
                <a:gd name="T85" fmla="*/ 2147483647 h 352"/>
                <a:gd name="T86" fmla="*/ 2147483647 w 152"/>
                <a:gd name="T87" fmla="*/ 2147483647 h 352"/>
                <a:gd name="T88" fmla="*/ 2147483647 w 152"/>
                <a:gd name="T89" fmla="*/ 2147483647 h 352"/>
                <a:gd name="T90" fmla="*/ 2147483647 w 152"/>
                <a:gd name="T91" fmla="*/ 2147483647 h 352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w 152"/>
                <a:gd name="T139" fmla="*/ 0 h 352"/>
                <a:gd name="T140" fmla="*/ 152 w 152"/>
                <a:gd name="T141" fmla="*/ 352 h 352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T138" t="T139" r="T140" b="T141"/>
              <a:pathLst>
                <a:path w="152" h="352">
                  <a:moveTo>
                    <a:pt x="96" y="104"/>
                  </a:moveTo>
                  <a:lnTo>
                    <a:pt x="96" y="104"/>
                  </a:lnTo>
                  <a:lnTo>
                    <a:pt x="112" y="88"/>
                  </a:lnTo>
                  <a:lnTo>
                    <a:pt x="88" y="80"/>
                  </a:lnTo>
                  <a:lnTo>
                    <a:pt x="88" y="72"/>
                  </a:lnTo>
                  <a:lnTo>
                    <a:pt x="80" y="64"/>
                  </a:lnTo>
                  <a:lnTo>
                    <a:pt x="72" y="56"/>
                  </a:lnTo>
                  <a:lnTo>
                    <a:pt x="72" y="48"/>
                  </a:lnTo>
                  <a:lnTo>
                    <a:pt x="80" y="24"/>
                  </a:lnTo>
                  <a:lnTo>
                    <a:pt x="72" y="8"/>
                  </a:lnTo>
                  <a:lnTo>
                    <a:pt x="64" y="0"/>
                  </a:lnTo>
                  <a:lnTo>
                    <a:pt x="56" y="0"/>
                  </a:lnTo>
                  <a:lnTo>
                    <a:pt x="56" y="8"/>
                  </a:lnTo>
                  <a:lnTo>
                    <a:pt x="40" y="24"/>
                  </a:lnTo>
                  <a:lnTo>
                    <a:pt x="32" y="48"/>
                  </a:lnTo>
                  <a:lnTo>
                    <a:pt x="16" y="56"/>
                  </a:lnTo>
                  <a:lnTo>
                    <a:pt x="8" y="80"/>
                  </a:lnTo>
                  <a:lnTo>
                    <a:pt x="0" y="96"/>
                  </a:lnTo>
                  <a:lnTo>
                    <a:pt x="8" y="112"/>
                  </a:lnTo>
                  <a:lnTo>
                    <a:pt x="24" y="160"/>
                  </a:lnTo>
                  <a:lnTo>
                    <a:pt x="40" y="168"/>
                  </a:lnTo>
                  <a:lnTo>
                    <a:pt x="56" y="160"/>
                  </a:lnTo>
                  <a:lnTo>
                    <a:pt x="64" y="168"/>
                  </a:lnTo>
                  <a:lnTo>
                    <a:pt x="72" y="192"/>
                  </a:lnTo>
                  <a:lnTo>
                    <a:pt x="72" y="224"/>
                  </a:lnTo>
                  <a:lnTo>
                    <a:pt x="72" y="264"/>
                  </a:lnTo>
                  <a:lnTo>
                    <a:pt x="88" y="280"/>
                  </a:lnTo>
                  <a:lnTo>
                    <a:pt x="96" y="296"/>
                  </a:lnTo>
                  <a:lnTo>
                    <a:pt x="104" y="312"/>
                  </a:lnTo>
                  <a:lnTo>
                    <a:pt x="120" y="328"/>
                  </a:lnTo>
                  <a:lnTo>
                    <a:pt x="144" y="352"/>
                  </a:lnTo>
                  <a:lnTo>
                    <a:pt x="152" y="344"/>
                  </a:lnTo>
                  <a:lnTo>
                    <a:pt x="144" y="320"/>
                  </a:lnTo>
                  <a:lnTo>
                    <a:pt x="136" y="304"/>
                  </a:lnTo>
                  <a:lnTo>
                    <a:pt x="120" y="288"/>
                  </a:lnTo>
                  <a:lnTo>
                    <a:pt x="104" y="280"/>
                  </a:lnTo>
                  <a:lnTo>
                    <a:pt x="96" y="272"/>
                  </a:lnTo>
                  <a:lnTo>
                    <a:pt x="88" y="240"/>
                  </a:lnTo>
                  <a:lnTo>
                    <a:pt x="88" y="224"/>
                  </a:lnTo>
                  <a:lnTo>
                    <a:pt x="96" y="216"/>
                  </a:lnTo>
                  <a:lnTo>
                    <a:pt x="80" y="192"/>
                  </a:lnTo>
                  <a:lnTo>
                    <a:pt x="80" y="176"/>
                  </a:lnTo>
                  <a:lnTo>
                    <a:pt x="80" y="168"/>
                  </a:lnTo>
                  <a:lnTo>
                    <a:pt x="80" y="152"/>
                  </a:lnTo>
                  <a:lnTo>
                    <a:pt x="72" y="128"/>
                  </a:lnTo>
                  <a:lnTo>
                    <a:pt x="88" y="112"/>
                  </a:lnTo>
                  <a:lnTo>
                    <a:pt x="96" y="104"/>
                  </a:lnTo>
                  <a:lnTo>
                    <a:pt x="112" y="88"/>
                  </a:lnTo>
                  <a:lnTo>
                    <a:pt x="88" y="80"/>
                  </a:lnTo>
                  <a:lnTo>
                    <a:pt x="88" y="72"/>
                  </a:lnTo>
                  <a:lnTo>
                    <a:pt x="80" y="64"/>
                  </a:lnTo>
                  <a:lnTo>
                    <a:pt x="72" y="56"/>
                  </a:lnTo>
                  <a:lnTo>
                    <a:pt x="72" y="48"/>
                  </a:lnTo>
                  <a:lnTo>
                    <a:pt x="80" y="24"/>
                  </a:lnTo>
                  <a:lnTo>
                    <a:pt x="72" y="8"/>
                  </a:lnTo>
                  <a:lnTo>
                    <a:pt x="64" y="0"/>
                  </a:lnTo>
                  <a:lnTo>
                    <a:pt x="56" y="0"/>
                  </a:lnTo>
                  <a:lnTo>
                    <a:pt x="56" y="8"/>
                  </a:lnTo>
                  <a:lnTo>
                    <a:pt x="40" y="24"/>
                  </a:lnTo>
                  <a:lnTo>
                    <a:pt x="32" y="48"/>
                  </a:lnTo>
                  <a:lnTo>
                    <a:pt x="16" y="56"/>
                  </a:lnTo>
                  <a:lnTo>
                    <a:pt x="8" y="80"/>
                  </a:lnTo>
                  <a:lnTo>
                    <a:pt x="0" y="96"/>
                  </a:lnTo>
                  <a:lnTo>
                    <a:pt x="8" y="112"/>
                  </a:lnTo>
                  <a:lnTo>
                    <a:pt x="24" y="160"/>
                  </a:lnTo>
                  <a:lnTo>
                    <a:pt x="40" y="168"/>
                  </a:lnTo>
                  <a:lnTo>
                    <a:pt x="56" y="160"/>
                  </a:lnTo>
                  <a:lnTo>
                    <a:pt x="64" y="168"/>
                  </a:lnTo>
                  <a:lnTo>
                    <a:pt x="72" y="192"/>
                  </a:lnTo>
                  <a:lnTo>
                    <a:pt x="72" y="224"/>
                  </a:lnTo>
                  <a:lnTo>
                    <a:pt x="72" y="264"/>
                  </a:lnTo>
                  <a:lnTo>
                    <a:pt x="88" y="280"/>
                  </a:lnTo>
                  <a:lnTo>
                    <a:pt x="96" y="296"/>
                  </a:lnTo>
                  <a:lnTo>
                    <a:pt x="104" y="312"/>
                  </a:lnTo>
                  <a:lnTo>
                    <a:pt x="120" y="328"/>
                  </a:lnTo>
                  <a:lnTo>
                    <a:pt x="144" y="352"/>
                  </a:lnTo>
                  <a:lnTo>
                    <a:pt x="152" y="344"/>
                  </a:lnTo>
                  <a:lnTo>
                    <a:pt x="144" y="320"/>
                  </a:lnTo>
                  <a:lnTo>
                    <a:pt x="136" y="304"/>
                  </a:lnTo>
                  <a:lnTo>
                    <a:pt x="120" y="288"/>
                  </a:lnTo>
                  <a:lnTo>
                    <a:pt x="104" y="280"/>
                  </a:lnTo>
                  <a:lnTo>
                    <a:pt x="96" y="272"/>
                  </a:lnTo>
                  <a:lnTo>
                    <a:pt x="88" y="240"/>
                  </a:lnTo>
                  <a:lnTo>
                    <a:pt x="88" y="224"/>
                  </a:lnTo>
                  <a:lnTo>
                    <a:pt x="96" y="216"/>
                  </a:lnTo>
                  <a:lnTo>
                    <a:pt x="80" y="192"/>
                  </a:lnTo>
                  <a:lnTo>
                    <a:pt x="80" y="176"/>
                  </a:lnTo>
                  <a:lnTo>
                    <a:pt x="80" y="168"/>
                  </a:lnTo>
                  <a:lnTo>
                    <a:pt x="80" y="152"/>
                  </a:lnTo>
                  <a:lnTo>
                    <a:pt x="72" y="128"/>
                  </a:lnTo>
                  <a:lnTo>
                    <a:pt x="88" y="112"/>
                  </a:lnTo>
                  <a:lnTo>
                    <a:pt x="96" y="104"/>
                  </a:lnTo>
                  <a:close/>
                </a:path>
              </a:pathLst>
            </a:custGeom>
            <a:grpFill/>
            <a:ln w="6350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78" name="Freeform 628"/>
            <p:cNvSpPr>
              <a:spLocks/>
            </p:cNvSpPr>
            <p:nvPr/>
          </p:nvSpPr>
          <p:spPr bwMode="auto">
            <a:xfrm>
              <a:off x="4048359" y="3195026"/>
              <a:ext cx="102227" cy="118687"/>
            </a:xfrm>
            <a:custGeom>
              <a:avLst/>
              <a:gdLst>
                <a:gd name="T0" fmla="*/ 2147483647 w 96"/>
                <a:gd name="T1" fmla="*/ 2147483647 h 112"/>
                <a:gd name="T2" fmla="*/ 2147483647 w 96"/>
                <a:gd name="T3" fmla="*/ 2147483647 h 112"/>
                <a:gd name="T4" fmla="*/ 2147483647 w 96"/>
                <a:gd name="T5" fmla="*/ 2147483647 h 112"/>
                <a:gd name="T6" fmla="*/ 2147483647 w 96"/>
                <a:gd name="T7" fmla="*/ 2147483647 h 112"/>
                <a:gd name="T8" fmla="*/ 2147483647 w 96"/>
                <a:gd name="T9" fmla="*/ 2147483647 h 112"/>
                <a:gd name="T10" fmla="*/ 2147483647 w 96"/>
                <a:gd name="T11" fmla="*/ 2147483647 h 112"/>
                <a:gd name="T12" fmla="*/ 2147483647 w 96"/>
                <a:gd name="T13" fmla="*/ 2147483647 h 112"/>
                <a:gd name="T14" fmla="*/ 2147483647 w 96"/>
                <a:gd name="T15" fmla="*/ 0 h 112"/>
                <a:gd name="T16" fmla="*/ 2147483647 w 96"/>
                <a:gd name="T17" fmla="*/ 2147483647 h 112"/>
                <a:gd name="T18" fmla="*/ 0 w 96"/>
                <a:gd name="T19" fmla="*/ 2147483647 h 112"/>
                <a:gd name="T20" fmla="*/ 2147483647 w 96"/>
                <a:gd name="T21" fmla="*/ 2147483647 h 112"/>
                <a:gd name="T22" fmla="*/ 2147483647 w 96"/>
                <a:gd name="T23" fmla="*/ 2147483647 h 112"/>
                <a:gd name="T24" fmla="*/ 2147483647 w 96"/>
                <a:gd name="T25" fmla="*/ 2147483647 h 112"/>
                <a:gd name="T26" fmla="*/ 2147483647 w 96"/>
                <a:gd name="T27" fmla="*/ 2147483647 h 112"/>
                <a:gd name="T28" fmla="*/ 2147483647 w 96"/>
                <a:gd name="T29" fmla="*/ 2147483647 h 112"/>
                <a:gd name="T30" fmla="*/ 2147483647 w 96"/>
                <a:gd name="T31" fmla="*/ 2147483647 h 112"/>
                <a:gd name="T32" fmla="*/ 2147483647 w 96"/>
                <a:gd name="T33" fmla="*/ 2147483647 h 112"/>
                <a:gd name="T34" fmla="*/ 2147483647 w 96"/>
                <a:gd name="T35" fmla="*/ 2147483647 h 112"/>
                <a:gd name="T36" fmla="*/ 2147483647 w 96"/>
                <a:gd name="T37" fmla="*/ 2147483647 h 112"/>
                <a:gd name="T38" fmla="*/ 2147483647 w 96"/>
                <a:gd name="T39" fmla="*/ 2147483647 h 112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96"/>
                <a:gd name="T61" fmla="*/ 0 h 112"/>
                <a:gd name="T62" fmla="*/ 96 w 96"/>
                <a:gd name="T63" fmla="*/ 112 h 112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96" h="112">
                  <a:moveTo>
                    <a:pt x="64" y="88"/>
                  </a:moveTo>
                  <a:lnTo>
                    <a:pt x="88" y="80"/>
                  </a:lnTo>
                  <a:lnTo>
                    <a:pt x="96" y="72"/>
                  </a:lnTo>
                  <a:lnTo>
                    <a:pt x="72" y="40"/>
                  </a:lnTo>
                  <a:lnTo>
                    <a:pt x="64" y="32"/>
                  </a:lnTo>
                  <a:lnTo>
                    <a:pt x="32" y="32"/>
                  </a:lnTo>
                  <a:lnTo>
                    <a:pt x="32" y="8"/>
                  </a:lnTo>
                  <a:lnTo>
                    <a:pt x="24" y="0"/>
                  </a:lnTo>
                  <a:lnTo>
                    <a:pt x="16" y="8"/>
                  </a:lnTo>
                  <a:lnTo>
                    <a:pt x="0" y="24"/>
                  </a:lnTo>
                  <a:lnTo>
                    <a:pt x="8" y="48"/>
                  </a:lnTo>
                  <a:lnTo>
                    <a:pt x="8" y="64"/>
                  </a:lnTo>
                  <a:lnTo>
                    <a:pt x="8" y="72"/>
                  </a:lnTo>
                  <a:lnTo>
                    <a:pt x="8" y="88"/>
                  </a:lnTo>
                  <a:lnTo>
                    <a:pt x="24" y="112"/>
                  </a:lnTo>
                  <a:lnTo>
                    <a:pt x="24" y="96"/>
                  </a:lnTo>
                  <a:lnTo>
                    <a:pt x="48" y="104"/>
                  </a:lnTo>
                  <a:lnTo>
                    <a:pt x="56" y="112"/>
                  </a:lnTo>
                  <a:lnTo>
                    <a:pt x="56" y="96"/>
                  </a:lnTo>
                  <a:lnTo>
                    <a:pt x="64" y="88"/>
                  </a:lnTo>
                  <a:close/>
                </a:path>
              </a:pathLst>
            </a:custGeom>
            <a:grpFill/>
            <a:ln w="6350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79" name="Freeform 629"/>
            <p:cNvSpPr>
              <a:spLocks/>
            </p:cNvSpPr>
            <p:nvPr/>
          </p:nvSpPr>
          <p:spPr bwMode="auto">
            <a:xfrm>
              <a:off x="3904548" y="3118789"/>
              <a:ext cx="67574" cy="59776"/>
            </a:xfrm>
            <a:custGeom>
              <a:avLst/>
              <a:gdLst>
                <a:gd name="T0" fmla="*/ 2147483647 w 64"/>
                <a:gd name="T1" fmla="*/ 2147483647 h 56"/>
                <a:gd name="T2" fmla="*/ 2147483647 w 64"/>
                <a:gd name="T3" fmla="*/ 2147483647 h 56"/>
                <a:gd name="T4" fmla="*/ 2147483647 w 64"/>
                <a:gd name="T5" fmla="*/ 2147483647 h 56"/>
                <a:gd name="T6" fmla="*/ 2147483647 w 64"/>
                <a:gd name="T7" fmla="*/ 2147483647 h 56"/>
                <a:gd name="T8" fmla="*/ 2147483647 w 64"/>
                <a:gd name="T9" fmla="*/ 0 h 56"/>
                <a:gd name="T10" fmla="*/ 2147483647 w 64"/>
                <a:gd name="T11" fmla="*/ 0 h 56"/>
                <a:gd name="T12" fmla="*/ 2147483647 w 64"/>
                <a:gd name="T13" fmla="*/ 2147483647 h 56"/>
                <a:gd name="T14" fmla="*/ 0 w 64"/>
                <a:gd name="T15" fmla="*/ 2147483647 h 56"/>
                <a:gd name="T16" fmla="*/ 2147483647 w 64"/>
                <a:gd name="T17" fmla="*/ 2147483647 h 56"/>
                <a:gd name="T18" fmla="*/ 2147483647 w 64"/>
                <a:gd name="T19" fmla="*/ 2147483647 h 56"/>
                <a:gd name="T20" fmla="*/ 2147483647 w 64"/>
                <a:gd name="T21" fmla="*/ 2147483647 h 56"/>
                <a:gd name="T22" fmla="*/ 2147483647 w 64"/>
                <a:gd name="T23" fmla="*/ 2147483647 h 56"/>
                <a:gd name="T24" fmla="*/ 2147483647 w 64"/>
                <a:gd name="T25" fmla="*/ 2147483647 h 56"/>
                <a:gd name="T26" fmla="*/ 2147483647 w 64"/>
                <a:gd name="T27" fmla="*/ 2147483647 h 5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64"/>
                <a:gd name="T43" fmla="*/ 0 h 56"/>
                <a:gd name="T44" fmla="*/ 64 w 64"/>
                <a:gd name="T45" fmla="*/ 56 h 5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64" h="56">
                  <a:moveTo>
                    <a:pt x="48" y="32"/>
                  </a:moveTo>
                  <a:lnTo>
                    <a:pt x="56" y="24"/>
                  </a:lnTo>
                  <a:lnTo>
                    <a:pt x="56" y="16"/>
                  </a:lnTo>
                  <a:lnTo>
                    <a:pt x="32" y="8"/>
                  </a:lnTo>
                  <a:lnTo>
                    <a:pt x="24" y="0"/>
                  </a:lnTo>
                  <a:lnTo>
                    <a:pt x="8" y="0"/>
                  </a:lnTo>
                  <a:lnTo>
                    <a:pt x="8" y="8"/>
                  </a:lnTo>
                  <a:lnTo>
                    <a:pt x="0" y="16"/>
                  </a:lnTo>
                  <a:lnTo>
                    <a:pt x="8" y="24"/>
                  </a:lnTo>
                  <a:lnTo>
                    <a:pt x="16" y="56"/>
                  </a:lnTo>
                  <a:lnTo>
                    <a:pt x="40" y="48"/>
                  </a:lnTo>
                  <a:lnTo>
                    <a:pt x="56" y="48"/>
                  </a:lnTo>
                  <a:lnTo>
                    <a:pt x="64" y="32"/>
                  </a:lnTo>
                  <a:lnTo>
                    <a:pt x="48" y="32"/>
                  </a:lnTo>
                  <a:close/>
                </a:path>
              </a:pathLst>
            </a:custGeom>
            <a:grpFill/>
            <a:ln w="6350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80" name="Freeform 630"/>
            <p:cNvSpPr>
              <a:spLocks/>
            </p:cNvSpPr>
            <p:nvPr/>
          </p:nvSpPr>
          <p:spPr bwMode="auto">
            <a:xfrm>
              <a:off x="4048359" y="3195026"/>
              <a:ext cx="102227" cy="118687"/>
            </a:xfrm>
            <a:custGeom>
              <a:avLst/>
              <a:gdLst>
                <a:gd name="T0" fmla="*/ 2147483647 w 96"/>
                <a:gd name="T1" fmla="*/ 2147483647 h 112"/>
                <a:gd name="T2" fmla="*/ 2147483647 w 96"/>
                <a:gd name="T3" fmla="*/ 2147483647 h 112"/>
                <a:gd name="T4" fmla="*/ 2147483647 w 96"/>
                <a:gd name="T5" fmla="*/ 2147483647 h 112"/>
                <a:gd name="T6" fmla="*/ 2147483647 w 96"/>
                <a:gd name="T7" fmla="*/ 2147483647 h 112"/>
                <a:gd name="T8" fmla="*/ 2147483647 w 96"/>
                <a:gd name="T9" fmla="*/ 2147483647 h 112"/>
                <a:gd name="T10" fmla="*/ 2147483647 w 96"/>
                <a:gd name="T11" fmla="*/ 2147483647 h 112"/>
                <a:gd name="T12" fmla="*/ 2147483647 w 96"/>
                <a:gd name="T13" fmla="*/ 2147483647 h 112"/>
                <a:gd name="T14" fmla="*/ 2147483647 w 96"/>
                <a:gd name="T15" fmla="*/ 0 h 112"/>
                <a:gd name="T16" fmla="*/ 2147483647 w 96"/>
                <a:gd name="T17" fmla="*/ 2147483647 h 112"/>
                <a:gd name="T18" fmla="*/ 0 w 96"/>
                <a:gd name="T19" fmla="*/ 2147483647 h 112"/>
                <a:gd name="T20" fmla="*/ 2147483647 w 96"/>
                <a:gd name="T21" fmla="*/ 2147483647 h 112"/>
                <a:gd name="T22" fmla="*/ 2147483647 w 96"/>
                <a:gd name="T23" fmla="*/ 2147483647 h 112"/>
                <a:gd name="T24" fmla="*/ 2147483647 w 96"/>
                <a:gd name="T25" fmla="*/ 2147483647 h 112"/>
                <a:gd name="T26" fmla="*/ 2147483647 w 96"/>
                <a:gd name="T27" fmla="*/ 2147483647 h 112"/>
                <a:gd name="T28" fmla="*/ 2147483647 w 96"/>
                <a:gd name="T29" fmla="*/ 2147483647 h 112"/>
                <a:gd name="T30" fmla="*/ 2147483647 w 96"/>
                <a:gd name="T31" fmla="*/ 2147483647 h 112"/>
                <a:gd name="T32" fmla="*/ 2147483647 w 96"/>
                <a:gd name="T33" fmla="*/ 2147483647 h 112"/>
                <a:gd name="T34" fmla="*/ 2147483647 w 96"/>
                <a:gd name="T35" fmla="*/ 2147483647 h 112"/>
                <a:gd name="T36" fmla="*/ 2147483647 w 96"/>
                <a:gd name="T37" fmla="*/ 2147483647 h 112"/>
                <a:gd name="T38" fmla="*/ 2147483647 w 96"/>
                <a:gd name="T39" fmla="*/ 2147483647 h 112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96"/>
                <a:gd name="T61" fmla="*/ 0 h 112"/>
                <a:gd name="T62" fmla="*/ 96 w 96"/>
                <a:gd name="T63" fmla="*/ 112 h 112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96" h="112">
                  <a:moveTo>
                    <a:pt x="64" y="88"/>
                  </a:moveTo>
                  <a:lnTo>
                    <a:pt x="88" y="80"/>
                  </a:lnTo>
                  <a:lnTo>
                    <a:pt x="96" y="72"/>
                  </a:lnTo>
                  <a:lnTo>
                    <a:pt x="72" y="40"/>
                  </a:lnTo>
                  <a:lnTo>
                    <a:pt x="64" y="32"/>
                  </a:lnTo>
                  <a:lnTo>
                    <a:pt x="32" y="32"/>
                  </a:lnTo>
                  <a:lnTo>
                    <a:pt x="32" y="8"/>
                  </a:lnTo>
                  <a:lnTo>
                    <a:pt x="24" y="0"/>
                  </a:lnTo>
                  <a:lnTo>
                    <a:pt x="16" y="8"/>
                  </a:lnTo>
                  <a:lnTo>
                    <a:pt x="0" y="24"/>
                  </a:lnTo>
                  <a:lnTo>
                    <a:pt x="8" y="48"/>
                  </a:lnTo>
                  <a:lnTo>
                    <a:pt x="8" y="64"/>
                  </a:lnTo>
                  <a:lnTo>
                    <a:pt x="8" y="72"/>
                  </a:lnTo>
                  <a:lnTo>
                    <a:pt x="8" y="88"/>
                  </a:lnTo>
                  <a:lnTo>
                    <a:pt x="24" y="112"/>
                  </a:lnTo>
                  <a:lnTo>
                    <a:pt x="24" y="96"/>
                  </a:lnTo>
                  <a:lnTo>
                    <a:pt x="48" y="104"/>
                  </a:lnTo>
                  <a:lnTo>
                    <a:pt x="56" y="112"/>
                  </a:lnTo>
                  <a:lnTo>
                    <a:pt x="56" y="96"/>
                  </a:lnTo>
                  <a:lnTo>
                    <a:pt x="64" y="88"/>
                  </a:lnTo>
                  <a:close/>
                </a:path>
              </a:pathLst>
            </a:custGeom>
            <a:grpFill/>
            <a:ln w="6350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81" name="Freeform 631"/>
            <p:cNvSpPr>
              <a:spLocks/>
            </p:cNvSpPr>
            <p:nvPr/>
          </p:nvSpPr>
          <p:spPr bwMode="auto">
            <a:xfrm>
              <a:off x="3904548" y="3118789"/>
              <a:ext cx="67574" cy="59776"/>
            </a:xfrm>
            <a:custGeom>
              <a:avLst/>
              <a:gdLst>
                <a:gd name="T0" fmla="*/ 2147483647 w 64"/>
                <a:gd name="T1" fmla="*/ 2147483647 h 56"/>
                <a:gd name="T2" fmla="*/ 2147483647 w 64"/>
                <a:gd name="T3" fmla="*/ 2147483647 h 56"/>
                <a:gd name="T4" fmla="*/ 2147483647 w 64"/>
                <a:gd name="T5" fmla="*/ 2147483647 h 56"/>
                <a:gd name="T6" fmla="*/ 2147483647 w 64"/>
                <a:gd name="T7" fmla="*/ 2147483647 h 56"/>
                <a:gd name="T8" fmla="*/ 2147483647 w 64"/>
                <a:gd name="T9" fmla="*/ 0 h 56"/>
                <a:gd name="T10" fmla="*/ 2147483647 w 64"/>
                <a:gd name="T11" fmla="*/ 0 h 56"/>
                <a:gd name="T12" fmla="*/ 2147483647 w 64"/>
                <a:gd name="T13" fmla="*/ 2147483647 h 56"/>
                <a:gd name="T14" fmla="*/ 0 w 64"/>
                <a:gd name="T15" fmla="*/ 2147483647 h 56"/>
                <a:gd name="T16" fmla="*/ 2147483647 w 64"/>
                <a:gd name="T17" fmla="*/ 2147483647 h 56"/>
                <a:gd name="T18" fmla="*/ 2147483647 w 64"/>
                <a:gd name="T19" fmla="*/ 2147483647 h 56"/>
                <a:gd name="T20" fmla="*/ 2147483647 w 64"/>
                <a:gd name="T21" fmla="*/ 2147483647 h 56"/>
                <a:gd name="T22" fmla="*/ 2147483647 w 64"/>
                <a:gd name="T23" fmla="*/ 2147483647 h 56"/>
                <a:gd name="T24" fmla="*/ 2147483647 w 64"/>
                <a:gd name="T25" fmla="*/ 2147483647 h 56"/>
                <a:gd name="T26" fmla="*/ 2147483647 w 64"/>
                <a:gd name="T27" fmla="*/ 2147483647 h 56"/>
                <a:gd name="T28" fmla="*/ 2147483647 w 64"/>
                <a:gd name="T29" fmla="*/ 2147483647 h 5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64"/>
                <a:gd name="T46" fmla="*/ 0 h 56"/>
                <a:gd name="T47" fmla="*/ 64 w 64"/>
                <a:gd name="T48" fmla="*/ 56 h 5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64" h="56">
                  <a:moveTo>
                    <a:pt x="48" y="32"/>
                  </a:moveTo>
                  <a:lnTo>
                    <a:pt x="56" y="24"/>
                  </a:lnTo>
                  <a:lnTo>
                    <a:pt x="56" y="16"/>
                  </a:lnTo>
                  <a:lnTo>
                    <a:pt x="32" y="8"/>
                  </a:lnTo>
                  <a:lnTo>
                    <a:pt x="24" y="0"/>
                  </a:lnTo>
                  <a:lnTo>
                    <a:pt x="8" y="0"/>
                  </a:lnTo>
                  <a:lnTo>
                    <a:pt x="8" y="8"/>
                  </a:lnTo>
                  <a:lnTo>
                    <a:pt x="0" y="16"/>
                  </a:lnTo>
                  <a:lnTo>
                    <a:pt x="8" y="24"/>
                  </a:lnTo>
                  <a:lnTo>
                    <a:pt x="16" y="56"/>
                  </a:lnTo>
                  <a:lnTo>
                    <a:pt x="40" y="48"/>
                  </a:lnTo>
                  <a:lnTo>
                    <a:pt x="56" y="48"/>
                  </a:lnTo>
                  <a:lnTo>
                    <a:pt x="64" y="32"/>
                  </a:lnTo>
                  <a:lnTo>
                    <a:pt x="48" y="32"/>
                  </a:lnTo>
                  <a:close/>
                </a:path>
              </a:pathLst>
            </a:custGeom>
            <a:grpFill/>
            <a:ln w="6350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82" name="Freeform 632"/>
            <p:cNvSpPr>
              <a:spLocks/>
            </p:cNvSpPr>
            <p:nvPr/>
          </p:nvSpPr>
          <p:spPr bwMode="auto">
            <a:xfrm>
              <a:off x="3005297" y="2559140"/>
              <a:ext cx="84900" cy="59776"/>
            </a:xfrm>
            <a:custGeom>
              <a:avLst/>
              <a:gdLst>
                <a:gd name="T0" fmla="*/ 2147483647 w 80"/>
                <a:gd name="T1" fmla="*/ 2147483647 h 56"/>
                <a:gd name="T2" fmla="*/ 2147483647 w 80"/>
                <a:gd name="T3" fmla="*/ 2147483647 h 56"/>
                <a:gd name="T4" fmla="*/ 2147483647 w 80"/>
                <a:gd name="T5" fmla="*/ 0 h 56"/>
                <a:gd name="T6" fmla="*/ 2147483647 w 80"/>
                <a:gd name="T7" fmla="*/ 2147483647 h 56"/>
                <a:gd name="T8" fmla="*/ 2147483647 w 80"/>
                <a:gd name="T9" fmla="*/ 0 h 56"/>
                <a:gd name="T10" fmla="*/ 2147483647 w 80"/>
                <a:gd name="T11" fmla="*/ 0 h 56"/>
                <a:gd name="T12" fmla="*/ 2147483647 w 80"/>
                <a:gd name="T13" fmla="*/ 2147483647 h 56"/>
                <a:gd name="T14" fmla="*/ 2147483647 w 80"/>
                <a:gd name="T15" fmla="*/ 2147483647 h 56"/>
                <a:gd name="T16" fmla="*/ 0 w 80"/>
                <a:gd name="T17" fmla="*/ 2147483647 h 56"/>
                <a:gd name="T18" fmla="*/ 2147483647 w 80"/>
                <a:gd name="T19" fmla="*/ 2147483647 h 56"/>
                <a:gd name="T20" fmla="*/ 2147483647 w 80"/>
                <a:gd name="T21" fmla="*/ 2147483647 h 56"/>
                <a:gd name="T22" fmla="*/ 2147483647 w 80"/>
                <a:gd name="T23" fmla="*/ 2147483647 h 56"/>
                <a:gd name="T24" fmla="*/ 2147483647 w 80"/>
                <a:gd name="T25" fmla="*/ 2147483647 h 56"/>
                <a:gd name="T26" fmla="*/ 2147483647 w 80"/>
                <a:gd name="T27" fmla="*/ 2147483647 h 56"/>
                <a:gd name="T28" fmla="*/ 2147483647 w 80"/>
                <a:gd name="T29" fmla="*/ 2147483647 h 56"/>
                <a:gd name="T30" fmla="*/ 2147483647 w 80"/>
                <a:gd name="T31" fmla="*/ 2147483647 h 56"/>
                <a:gd name="T32" fmla="*/ 2147483647 w 80"/>
                <a:gd name="T33" fmla="*/ 2147483647 h 56"/>
                <a:gd name="T34" fmla="*/ 2147483647 w 80"/>
                <a:gd name="T35" fmla="*/ 2147483647 h 56"/>
                <a:gd name="T36" fmla="*/ 2147483647 w 80"/>
                <a:gd name="T37" fmla="*/ 2147483647 h 56"/>
                <a:gd name="T38" fmla="*/ 2147483647 w 80"/>
                <a:gd name="T39" fmla="*/ 2147483647 h 56"/>
                <a:gd name="T40" fmla="*/ 2147483647 w 80"/>
                <a:gd name="T41" fmla="*/ 2147483647 h 56"/>
                <a:gd name="T42" fmla="*/ 2147483647 w 80"/>
                <a:gd name="T43" fmla="*/ 2147483647 h 5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w 80"/>
                <a:gd name="T67" fmla="*/ 0 h 56"/>
                <a:gd name="T68" fmla="*/ 80 w 80"/>
                <a:gd name="T69" fmla="*/ 56 h 5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T66" t="T67" r="T68" b="T69"/>
              <a:pathLst>
                <a:path w="80" h="56">
                  <a:moveTo>
                    <a:pt x="80" y="16"/>
                  </a:moveTo>
                  <a:lnTo>
                    <a:pt x="72" y="8"/>
                  </a:lnTo>
                  <a:lnTo>
                    <a:pt x="64" y="0"/>
                  </a:lnTo>
                  <a:lnTo>
                    <a:pt x="56" y="8"/>
                  </a:lnTo>
                  <a:lnTo>
                    <a:pt x="40" y="0"/>
                  </a:lnTo>
                  <a:lnTo>
                    <a:pt x="24" y="0"/>
                  </a:lnTo>
                  <a:lnTo>
                    <a:pt x="8" y="8"/>
                  </a:lnTo>
                  <a:lnTo>
                    <a:pt x="8" y="24"/>
                  </a:lnTo>
                  <a:lnTo>
                    <a:pt x="0" y="24"/>
                  </a:lnTo>
                  <a:lnTo>
                    <a:pt x="8" y="24"/>
                  </a:lnTo>
                  <a:lnTo>
                    <a:pt x="16" y="32"/>
                  </a:lnTo>
                  <a:lnTo>
                    <a:pt x="24" y="32"/>
                  </a:lnTo>
                  <a:lnTo>
                    <a:pt x="32" y="40"/>
                  </a:lnTo>
                  <a:lnTo>
                    <a:pt x="24" y="48"/>
                  </a:lnTo>
                  <a:lnTo>
                    <a:pt x="32" y="48"/>
                  </a:lnTo>
                  <a:lnTo>
                    <a:pt x="40" y="56"/>
                  </a:lnTo>
                  <a:lnTo>
                    <a:pt x="48" y="56"/>
                  </a:lnTo>
                  <a:lnTo>
                    <a:pt x="56" y="48"/>
                  </a:lnTo>
                  <a:lnTo>
                    <a:pt x="64" y="48"/>
                  </a:lnTo>
                  <a:lnTo>
                    <a:pt x="64" y="40"/>
                  </a:lnTo>
                  <a:lnTo>
                    <a:pt x="72" y="32"/>
                  </a:lnTo>
                  <a:lnTo>
                    <a:pt x="80" y="16"/>
                  </a:lnTo>
                  <a:close/>
                </a:path>
              </a:pathLst>
            </a:custGeom>
            <a:grpFill/>
            <a:ln w="6350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83" name="Freeform 633"/>
            <p:cNvSpPr>
              <a:spLocks/>
            </p:cNvSpPr>
            <p:nvPr/>
          </p:nvSpPr>
          <p:spPr bwMode="auto">
            <a:xfrm>
              <a:off x="3047747" y="2482903"/>
              <a:ext cx="59777" cy="51113"/>
            </a:xfrm>
            <a:custGeom>
              <a:avLst/>
              <a:gdLst>
                <a:gd name="T0" fmla="*/ 2147483647 w 56"/>
                <a:gd name="T1" fmla="*/ 2147483647 h 48"/>
                <a:gd name="T2" fmla="*/ 2147483647 w 56"/>
                <a:gd name="T3" fmla="*/ 2147483647 h 48"/>
                <a:gd name="T4" fmla="*/ 2147483647 w 56"/>
                <a:gd name="T5" fmla="*/ 2147483647 h 48"/>
                <a:gd name="T6" fmla="*/ 2147483647 w 56"/>
                <a:gd name="T7" fmla="*/ 2147483647 h 48"/>
                <a:gd name="T8" fmla="*/ 2147483647 w 56"/>
                <a:gd name="T9" fmla="*/ 0 h 48"/>
                <a:gd name="T10" fmla="*/ 2147483647 w 56"/>
                <a:gd name="T11" fmla="*/ 0 h 48"/>
                <a:gd name="T12" fmla="*/ 2147483647 w 56"/>
                <a:gd name="T13" fmla="*/ 0 h 48"/>
                <a:gd name="T14" fmla="*/ 0 w 56"/>
                <a:gd name="T15" fmla="*/ 2147483647 h 48"/>
                <a:gd name="T16" fmla="*/ 0 w 56"/>
                <a:gd name="T17" fmla="*/ 2147483647 h 48"/>
                <a:gd name="T18" fmla="*/ 0 w 56"/>
                <a:gd name="T19" fmla="*/ 2147483647 h 48"/>
                <a:gd name="T20" fmla="*/ 2147483647 w 56"/>
                <a:gd name="T21" fmla="*/ 2147483647 h 48"/>
                <a:gd name="T22" fmla="*/ 2147483647 w 56"/>
                <a:gd name="T23" fmla="*/ 2147483647 h 48"/>
                <a:gd name="T24" fmla="*/ 2147483647 w 56"/>
                <a:gd name="T25" fmla="*/ 2147483647 h 48"/>
                <a:gd name="T26" fmla="*/ 2147483647 w 56"/>
                <a:gd name="T27" fmla="*/ 2147483647 h 48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56"/>
                <a:gd name="T43" fmla="*/ 0 h 48"/>
                <a:gd name="T44" fmla="*/ 56 w 56"/>
                <a:gd name="T45" fmla="*/ 48 h 48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56" h="48">
                  <a:moveTo>
                    <a:pt x="32" y="40"/>
                  </a:moveTo>
                  <a:lnTo>
                    <a:pt x="48" y="48"/>
                  </a:lnTo>
                  <a:lnTo>
                    <a:pt x="56" y="24"/>
                  </a:lnTo>
                  <a:lnTo>
                    <a:pt x="56" y="16"/>
                  </a:lnTo>
                  <a:lnTo>
                    <a:pt x="56" y="0"/>
                  </a:lnTo>
                  <a:lnTo>
                    <a:pt x="48" y="0"/>
                  </a:lnTo>
                  <a:lnTo>
                    <a:pt x="24" y="0"/>
                  </a:lnTo>
                  <a:lnTo>
                    <a:pt x="0" y="8"/>
                  </a:lnTo>
                  <a:lnTo>
                    <a:pt x="0" y="16"/>
                  </a:lnTo>
                  <a:lnTo>
                    <a:pt x="0" y="24"/>
                  </a:lnTo>
                  <a:lnTo>
                    <a:pt x="8" y="32"/>
                  </a:lnTo>
                  <a:lnTo>
                    <a:pt x="8" y="40"/>
                  </a:lnTo>
                  <a:lnTo>
                    <a:pt x="24" y="32"/>
                  </a:lnTo>
                  <a:lnTo>
                    <a:pt x="32" y="40"/>
                  </a:lnTo>
                  <a:close/>
                </a:path>
              </a:pathLst>
            </a:custGeom>
            <a:grpFill/>
            <a:ln w="6350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84" name="Freeform 634"/>
            <p:cNvSpPr>
              <a:spLocks/>
            </p:cNvSpPr>
            <p:nvPr/>
          </p:nvSpPr>
          <p:spPr bwMode="auto">
            <a:xfrm>
              <a:off x="3039084" y="2567803"/>
              <a:ext cx="127351" cy="110024"/>
            </a:xfrm>
            <a:custGeom>
              <a:avLst/>
              <a:gdLst>
                <a:gd name="T0" fmla="*/ 2147483647 w 120"/>
                <a:gd name="T1" fmla="*/ 2147483647 h 104"/>
                <a:gd name="T2" fmla="*/ 2147483647 w 120"/>
                <a:gd name="T3" fmla="*/ 2147483647 h 104"/>
                <a:gd name="T4" fmla="*/ 2147483647 w 120"/>
                <a:gd name="T5" fmla="*/ 2147483647 h 104"/>
                <a:gd name="T6" fmla="*/ 2147483647 w 120"/>
                <a:gd name="T7" fmla="*/ 2147483647 h 104"/>
                <a:gd name="T8" fmla="*/ 2147483647 w 120"/>
                <a:gd name="T9" fmla="*/ 0 h 104"/>
                <a:gd name="T10" fmla="*/ 2147483647 w 120"/>
                <a:gd name="T11" fmla="*/ 2147483647 h 104"/>
                <a:gd name="T12" fmla="*/ 2147483647 w 120"/>
                <a:gd name="T13" fmla="*/ 2147483647 h 104"/>
                <a:gd name="T14" fmla="*/ 2147483647 w 120"/>
                <a:gd name="T15" fmla="*/ 2147483647 h 104"/>
                <a:gd name="T16" fmla="*/ 2147483647 w 120"/>
                <a:gd name="T17" fmla="*/ 2147483647 h 104"/>
                <a:gd name="T18" fmla="*/ 2147483647 w 120"/>
                <a:gd name="T19" fmla="*/ 2147483647 h 104"/>
                <a:gd name="T20" fmla="*/ 2147483647 w 120"/>
                <a:gd name="T21" fmla="*/ 2147483647 h 104"/>
                <a:gd name="T22" fmla="*/ 2147483647 w 120"/>
                <a:gd name="T23" fmla="*/ 2147483647 h 104"/>
                <a:gd name="T24" fmla="*/ 2147483647 w 120"/>
                <a:gd name="T25" fmla="*/ 2147483647 h 104"/>
                <a:gd name="T26" fmla="*/ 2147483647 w 120"/>
                <a:gd name="T27" fmla="*/ 2147483647 h 104"/>
                <a:gd name="T28" fmla="*/ 2147483647 w 120"/>
                <a:gd name="T29" fmla="*/ 2147483647 h 104"/>
                <a:gd name="T30" fmla="*/ 0 w 120"/>
                <a:gd name="T31" fmla="*/ 2147483647 h 104"/>
                <a:gd name="T32" fmla="*/ 2147483647 w 120"/>
                <a:gd name="T33" fmla="*/ 2147483647 h 104"/>
                <a:gd name="T34" fmla="*/ 2147483647 w 120"/>
                <a:gd name="T35" fmla="*/ 2147483647 h 104"/>
                <a:gd name="T36" fmla="*/ 2147483647 w 120"/>
                <a:gd name="T37" fmla="*/ 2147483647 h 104"/>
                <a:gd name="T38" fmla="*/ 2147483647 w 120"/>
                <a:gd name="T39" fmla="*/ 2147483647 h 104"/>
                <a:gd name="T40" fmla="*/ 2147483647 w 120"/>
                <a:gd name="T41" fmla="*/ 2147483647 h 104"/>
                <a:gd name="T42" fmla="*/ 2147483647 w 120"/>
                <a:gd name="T43" fmla="*/ 2147483647 h 104"/>
                <a:gd name="T44" fmla="*/ 2147483647 w 120"/>
                <a:gd name="T45" fmla="*/ 2147483647 h 104"/>
                <a:gd name="T46" fmla="*/ 2147483647 w 120"/>
                <a:gd name="T47" fmla="*/ 2147483647 h 104"/>
                <a:gd name="T48" fmla="*/ 2147483647 w 120"/>
                <a:gd name="T49" fmla="*/ 2147483647 h 104"/>
                <a:gd name="T50" fmla="*/ 2147483647 w 120"/>
                <a:gd name="T51" fmla="*/ 2147483647 h 104"/>
                <a:gd name="T52" fmla="*/ 2147483647 w 120"/>
                <a:gd name="T53" fmla="*/ 2147483647 h 104"/>
                <a:gd name="T54" fmla="*/ 2147483647 w 120"/>
                <a:gd name="T55" fmla="*/ 2147483647 h 104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w 120"/>
                <a:gd name="T85" fmla="*/ 0 h 104"/>
                <a:gd name="T86" fmla="*/ 120 w 120"/>
                <a:gd name="T87" fmla="*/ 104 h 104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T84" t="T85" r="T86" b="T87"/>
              <a:pathLst>
                <a:path w="120" h="104">
                  <a:moveTo>
                    <a:pt x="120" y="56"/>
                  </a:moveTo>
                  <a:lnTo>
                    <a:pt x="112" y="40"/>
                  </a:lnTo>
                  <a:lnTo>
                    <a:pt x="96" y="8"/>
                  </a:lnTo>
                  <a:lnTo>
                    <a:pt x="80" y="8"/>
                  </a:lnTo>
                  <a:lnTo>
                    <a:pt x="72" y="0"/>
                  </a:lnTo>
                  <a:lnTo>
                    <a:pt x="56" y="8"/>
                  </a:lnTo>
                  <a:lnTo>
                    <a:pt x="48" y="8"/>
                  </a:lnTo>
                  <a:lnTo>
                    <a:pt x="40" y="24"/>
                  </a:lnTo>
                  <a:lnTo>
                    <a:pt x="32" y="32"/>
                  </a:lnTo>
                  <a:lnTo>
                    <a:pt x="32" y="40"/>
                  </a:lnTo>
                  <a:lnTo>
                    <a:pt x="24" y="40"/>
                  </a:lnTo>
                  <a:lnTo>
                    <a:pt x="16" y="48"/>
                  </a:lnTo>
                  <a:lnTo>
                    <a:pt x="8" y="48"/>
                  </a:lnTo>
                  <a:lnTo>
                    <a:pt x="8" y="56"/>
                  </a:lnTo>
                  <a:lnTo>
                    <a:pt x="8" y="72"/>
                  </a:lnTo>
                  <a:lnTo>
                    <a:pt x="0" y="80"/>
                  </a:lnTo>
                  <a:lnTo>
                    <a:pt x="8" y="88"/>
                  </a:lnTo>
                  <a:lnTo>
                    <a:pt x="8" y="96"/>
                  </a:lnTo>
                  <a:lnTo>
                    <a:pt x="16" y="96"/>
                  </a:lnTo>
                  <a:lnTo>
                    <a:pt x="32" y="96"/>
                  </a:lnTo>
                  <a:lnTo>
                    <a:pt x="56" y="104"/>
                  </a:lnTo>
                  <a:lnTo>
                    <a:pt x="80" y="104"/>
                  </a:lnTo>
                  <a:lnTo>
                    <a:pt x="96" y="104"/>
                  </a:lnTo>
                  <a:lnTo>
                    <a:pt x="104" y="80"/>
                  </a:lnTo>
                  <a:lnTo>
                    <a:pt x="112" y="80"/>
                  </a:lnTo>
                  <a:lnTo>
                    <a:pt x="104" y="64"/>
                  </a:lnTo>
                  <a:lnTo>
                    <a:pt x="120" y="64"/>
                  </a:lnTo>
                  <a:lnTo>
                    <a:pt x="120" y="56"/>
                  </a:lnTo>
                  <a:close/>
                </a:path>
              </a:pathLst>
            </a:custGeom>
            <a:grpFill/>
            <a:ln w="6350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85" name="Freeform 635"/>
            <p:cNvSpPr>
              <a:spLocks/>
            </p:cNvSpPr>
            <p:nvPr/>
          </p:nvSpPr>
          <p:spPr bwMode="auto">
            <a:xfrm>
              <a:off x="3013961" y="2516689"/>
              <a:ext cx="102227" cy="59777"/>
            </a:xfrm>
            <a:custGeom>
              <a:avLst/>
              <a:gdLst>
                <a:gd name="T0" fmla="*/ 2147483647 w 96"/>
                <a:gd name="T1" fmla="*/ 2147483647 h 56"/>
                <a:gd name="T2" fmla="*/ 2147483647 w 96"/>
                <a:gd name="T3" fmla="*/ 2147483647 h 56"/>
                <a:gd name="T4" fmla="*/ 2147483647 w 96"/>
                <a:gd name="T5" fmla="*/ 2147483647 h 56"/>
                <a:gd name="T6" fmla="*/ 2147483647 w 96"/>
                <a:gd name="T7" fmla="*/ 2147483647 h 56"/>
                <a:gd name="T8" fmla="*/ 2147483647 w 96"/>
                <a:gd name="T9" fmla="*/ 2147483647 h 56"/>
                <a:gd name="T10" fmla="*/ 2147483647 w 96"/>
                <a:gd name="T11" fmla="*/ 2147483647 h 56"/>
                <a:gd name="T12" fmla="*/ 2147483647 w 96"/>
                <a:gd name="T13" fmla="*/ 2147483647 h 56"/>
                <a:gd name="T14" fmla="*/ 2147483647 w 96"/>
                <a:gd name="T15" fmla="*/ 2147483647 h 56"/>
                <a:gd name="T16" fmla="*/ 2147483647 w 96"/>
                <a:gd name="T17" fmla="*/ 2147483647 h 56"/>
                <a:gd name="T18" fmla="*/ 2147483647 w 96"/>
                <a:gd name="T19" fmla="*/ 2147483647 h 56"/>
                <a:gd name="T20" fmla="*/ 2147483647 w 96"/>
                <a:gd name="T21" fmla="*/ 2147483647 h 56"/>
                <a:gd name="T22" fmla="*/ 2147483647 w 96"/>
                <a:gd name="T23" fmla="*/ 0 h 56"/>
                <a:gd name="T24" fmla="*/ 2147483647 w 96"/>
                <a:gd name="T25" fmla="*/ 2147483647 h 56"/>
                <a:gd name="T26" fmla="*/ 2147483647 w 96"/>
                <a:gd name="T27" fmla="*/ 2147483647 h 56"/>
                <a:gd name="T28" fmla="*/ 2147483647 w 96"/>
                <a:gd name="T29" fmla="*/ 2147483647 h 56"/>
                <a:gd name="T30" fmla="*/ 2147483647 w 96"/>
                <a:gd name="T31" fmla="*/ 2147483647 h 56"/>
                <a:gd name="T32" fmla="*/ 0 w 96"/>
                <a:gd name="T33" fmla="*/ 2147483647 h 56"/>
                <a:gd name="T34" fmla="*/ 0 w 96"/>
                <a:gd name="T35" fmla="*/ 2147483647 h 56"/>
                <a:gd name="T36" fmla="*/ 2147483647 w 96"/>
                <a:gd name="T37" fmla="*/ 2147483647 h 56"/>
                <a:gd name="T38" fmla="*/ 2147483647 w 96"/>
                <a:gd name="T39" fmla="*/ 2147483647 h 5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96"/>
                <a:gd name="T61" fmla="*/ 0 h 56"/>
                <a:gd name="T62" fmla="*/ 96 w 96"/>
                <a:gd name="T63" fmla="*/ 56 h 5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96" h="56">
                  <a:moveTo>
                    <a:pt x="32" y="40"/>
                  </a:moveTo>
                  <a:lnTo>
                    <a:pt x="48" y="48"/>
                  </a:lnTo>
                  <a:lnTo>
                    <a:pt x="56" y="40"/>
                  </a:lnTo>
                  <a:lnTo>
                    <a:pt x="64" y="48"/>
                  </a:lnTo>
                  <a:lnTo>
                    <a:pt x="72" y="56"/>
                  </a:lnTo>
                  <a:lnTo>
                    <a:pt x="80" y="56"/>
                  </a:lnTo>
                  <a:lnTo>
                    <a:pt x="96" y="48"/>
                  </a:lnTo>
                  <a:lnTo>
                    <a:pt x="88" y="40"/>
                  </a:lnTo>
                  <a:lnTo>
                    <a:pt x="80" y="24"/>
                  </a:lnTo>
                  <a:lnTo>
                    <a:pt x="80" y="16"/>
                  </a:lnTo>
                  <a:lnTo>
                    <a:pt x="64" y="8"/>
                  </a:lnTo>
                  <a:lnTo>
                    <a:pt x="56" y="0"/>
                  </a:lnTo>
                  <a:lnTo>
                    <a:pt x="40" y="8"/>
                  </a:lnTo>
                  <a:lnTo>
                    <a:pt x="32" y="24"/>
                  </a:lnTo>
                  <a:lnTo>
                    <a:pt x="16" y="16"/>
                  </a:lnTo>
                  <a:lnTo>
                    <a:pt x="8" y="16"/>
                  </a:lnTo>
                  <a:lnTo>
                    <a:pt x="0" y="32"/>
                  </a:lnTo>
                  <a:lnTo>
                    <a:pt x="0" y="48"/>
                  </a:lnTo>
                  <a:lnTo>
                    <a:pt x="16" y="40"/>
                  </a:lnTo>
                  <a:lnTo>
                    <a:pt x="32" y="40"/>
                  </a:lnTo>
                  <a:close/>
                </a:path>
              </a:pathLst>
            </a:custGeom>
            <a:grpFill/>
            <a:ln w="6350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86" name="Freeform 636"/>
            <p:cNvSpPr>
              <a:spLocks/>
            </p:cNvSpPr>
            <p:nvPr/>
          </p:nvSpPr>
          <p:spPr bwMode="auto">
            <a:xfrm>
              <a:off x="2521019" y="3305916"/>
              <a:ext cx="102227" cy="76237"/>
            </a:xfrm>
            <a:custGeom>
              <a:avLst/>
              <a:gdLst>
                <a:gd name="T0" fmla="*/ 2147483647 w 96"/>
                <a:gd name="T1" fmla="*/ 2147483647 h 72"/>
                <a:gd name="T2" fmla="*/ 2147483647 w 96"/>
                <a:gd name="T3" fmla="*/ 2147483647 h 72"/>
                <a:gd name="T4" fmla="*/ 2147483647 w 96"/>
                <a:gd name="T5" fmla="*/ 2147483647 h 72"/>
                <a:gd name="T6" fmla="*/ 2147483647 w 96"/>
                <a:gd name="T7" fmla="*/ 2147483647 h 72"/>
                <a:gd name="T8" fmla="*/ 2147483647 w 96"/>
                <a:gd name="T9" fmla="*/ 2147483647 h 72"/>
                <a:gd name="T10" fmla="*/ 2147483647 w 96"/>
                <a:gd name="T11" fmla="*/ 2147483647 h 72"/>
                <a:gd name="T12" fmla="*/ 2147483647 w 96"/>
                <a:gd name="T13" fmla="*/ 2147483647 h 72"/>
                <a:gd name="T14" fmla="*/ 2147483647 w 96"/>
                <a:gd name="T15" fmla="*/ 2147483647 h 72"/>
                <a:gd name="T16" fmla="*/ 2147483647 w 96"/>
                <a:gd name="T17" fmla="*/ 2147483647 h 72"/>
                <a:gd name="T18" fmla="*/ 2147483647 w 96"/>
                <a:gd name="T19" fmla="*/ 2147483647 h 72"/>
                <a:gd name="T20" fmla="*/ 2147483647 w 96"/>
                <a:gd name="T21" fmla="*/ 2147483647 h 72"/>
                <a:gd name="T22" fmla="*/ 2147483647 w 96"/>
                <a:gd name="T23" fmla="*/ 2147483647 h 72"/>
                <a:gd name="T24" fmla="*/ 2147483647 w 96"/>
                <a:gd name="T25" fmla="*/ 2147483647 h 72"/>
                <a:gd name="T26" fmla="*/ 2147483647 w 96"/>
                <a:gd name="T27" fmla="*/ 0 h 72"/>
                <a:gd name="T28" fmla="*/ 2147483647 w 96"/>
                <a:gd name="T29" fmla="*/ 0 h 72"/>
                <a:gd name="T30" fmla="*/ 2147483647 w 96"/>
                <a:gd name="T31" fmla="*/ 2147483647 h 72"/>
                <a:gd name="T32" fmla="*/ 2147483647 w 96"/>
                <a:gd name="T33" fmla="*/ 2147483647 h 72"/>
                <a:gd name="T34" fmla="*/ 2147483647 w 96"/>
                <a:gd name="T35" fmla="*/ 2147483647 h 72"/>
                <a:gd name="T36" fmla="*/ 0 w 96"/>
                <a:gd name="T37" fmla="*/ 2147483647 h 72"/>
                <a:gd name="T38" fmla="*/ 2147483647 w 96"/>
                <a:gd name="T39" fmla="*/ 2147483647 h 72"/>
                <a:gd name="T40" fmla="*/ 2147483647 w 96"/>
                <a:gd name="T41" fmla="*/ 2147483647 h 72"/>
                <a:gd name="T42" fmla="*/ 2147483647 w 96"/>
                <a:gd name="T43" fmla="*/ 2147483647 h 72"/>
                <a:gd name="T44" fmla="*/ 2147483647 w 96"/>
                <a:gd name="T45" fmla="*/ 2147483647 h 72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w 96"/>
                <a:gd name="T70" fmla="*/ 0 h 72"/>
                <a:gd name="T71" fmla="*/ 96 w 96"/>
                <a:gd name="T72" fmla="*/ 72 h 72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T69" t="T70" r="T71" b="T72"/>
              <a:pathLst>
                <a:path w="96" h="72">
                  <a:moveTo>
                    <a:pt x="40" y="40"/>
                  </a:moveTo>
                  <a:lnTo>
                    <a:pt x="56" y="40"/>
                  </a:lnTo>
                  <a:lnTo>
                    <a:pt x="64" y="56"/>
                  </a:lnTo>
                  <a:lnTo>
                    <a:pt x="72" y="64"/>
                  </a:lnTo>
                  <a:lnTo>
                    <a:pt x="80" y="72"/>
                  </a:lnTo>
                  <a:lnTo>
                    <a:pt x="88" y="72"/>
                  </a:lnTo>
                  <a:lnTo>
                    <a:pt x="96" y="64"/>
                  </a:lnTo>
                  <a:lnTo>
                    <a:pt x="96" y="48"/>
                  </a:lnTo>
                  <a:lnTo>
                    <a:pt x="96" y="32"/>
                  </a:lnTo>
                  <a:lnTo>
                    <a:pt x="88" y="16"/>
                  </a:lnTo>
                  <a:lnTo>
                    <a:pt x="80" y="8"/>
                  </a:lnTo>
                  <a:lnTo>
                    <a:pt x="64" y="8"/>
                  </a:lnTo>
                  <a:lnTo>
                    <a:pt x="48" y="8"/>
                  </a:lnTo>
                  <a:lnTo>
                    <a:pt x="32" y="0"/>
                  </a:lnTo>
                  <a:lnTo>
                    <a:pt x="24" y="0"/>
                  </a:lnTo>
                  <a:lnTo>
                    <a:pt x="24" y="8"/>
                  </a:lnTo>
                  <a:lnTo>
                    <a:pt x="24" y="16"/>
                  </a:lnTo>
                  <a:lnTo>
                    <a:pt x="16" y="16"/>
                  </a:lnTo>
                  <a:lnTo>
                    <a:pt x="0" y="24"/>
                  </a:lnTo>
                  <a:lnTo>
                    <a:pt x="8" y="24"/>
                  </a:lnTo>
                  <a:lnTo>
                    <a:pt x="24" y="56"/>
                  </a:lnTo>
                  <a:lnTo>
                    <a:pt x="32" y="48"/>
                  </a:lnTo>
                  <a:lnTo>
                    <a:pt x="40" y="40"/>
                  </a:lnTo>
                  <a:close/>
                </a:path>
              </a:pathLst>
            </a:custGeom>
            <a:grpFill/>
            <a:ln w="6350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87" name="Freeform 637"/>
            <p:cNvSpPr>
              <a:spLocks/>
            </p:cNvSpPr>
            <p:nvPr/>
          </p:nvSpPr>
          <p:spPr bwMode="auto">
            <a:xfrm>
              <a:off x="2495896" y="3254802"/>
              <a:ext cx="84900" cy="58910"/>
            </a:xfrm>
            <a:custGeom>
              <a:avLst/>
              <a:gdLst>
                <a:gd name="T0" fmla="*/ 2147483647 w 80"/>
                <a:gd name="T1" fmla="*/ 2147483647 h 56"/>
                <a:gd name="T2" fmla="*/ 2147483647 w 80"/>
                <a:gd name="T3" fmla="*/ 2147483647 h 56"/>
                <a:gd name="T4" fmla="*/ 2147483647 w 80"/>
                <a:gd name="T5" fmla="*/ 2147483647 h 56"/>
                <a:gd name="T6" fmla="*/ 2147483647 w 80"/>
                <a:gd name="T7" fmla="*/ 2147483647 h 56"/>
                <a:gd name="T8" fmla="*/ 2147483647 w 80"/>
                <a:gd name="T9" fmla="*/ 2147483647 h 56"/>
                <a:gd name="T10" fmla="*/ 2147483647 w 80"/>
                <a:gd name="T11" fmla="*/ 2147483647 h 56"/>
                <a:gd name="T12" fmla="*/ 2147483647 w 80"/>
                <a:gd name="T13" fmla="*/ 2147483647 h 56"/>
                <a:gd name="T14" fmla="*/ 2147483647 w 80"/>
                <a:gd name="T15" fmla="*/ 2147483647 h 56"/>
                <a:gd name="T16" fmla="*/ 2147483647 w 80"/>
                <a:gd name="T17" fmla="*/ 2147483647 h 56"/>
                <a:gd name="T18" fmla="*/ 2147483647 w 80"/>
                <a:gd name="T19" fmla="*/ 0 h 56"/>
                <a:gd name="T20" fmla="*/ 2147483647 w 80"/>
                <a:gd name="T21" fmla="*/ 0 h 56"/>
                <a:gd name="T22" fmla="*/ 2147483647 w 80"/>
                <a:gd name="T23" fmla="*/ 0 h 56"/>
                <a:gd name="T24" fmla="*/ 0 w 80"/>
                <a:gd name="T25" fmla="*/ 2147483647 h 56"/>
                <a:gd name="T26" fmla="*/ 2147483647 w 80"/>
                <a:gd name="T27" fmla="*/ 2147483647 h 56"/>
                <a:gd name="T28" fmla="*/ 2147483647 w 80"/>
                <a:gd name="T29" fmla="*/ 2147483647 h 56"/>
                <a:gd name="T30" fmla="*/ 2147483647 w 80"/>
                <a:gd name="T31" fmla="*/ 2147483647 h 5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80"/>
                <a:gd name="T49" fmla="*/ 0 h 56"/>
                <a:gd name="T50" fmla="*/ 80 w 80"/>
                <a:gd name="T51" fmla="*/ 56 h 5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80" h="56">
                  <a:moveTo>
                    <a:pt x="40" y="48"/>
                  </a:moveTo>
                  <a:lnTo>
                    <a:pt x="48" y="48"/>
                  </a:lnTo>
                  <a:lnTo>
                    <a:pt x="56" y="48"/>
                  </a:lnTo>
                  <a:lnTo>
                    <a:pt x="72" y="56"/>
                  </a:lnTo>
                  <a:lnTo>
                    <a:pt x="80" y="56"/>
                  </a:lnTo>
                  <a:lnTo>
                    <a:pt x="72" y="40"/>
                  </a:lnTo>
                  <a:lnTo>
                    <a:pt x="64" y="24"/>
                  </a:lnTo>
                  <a:lnTo>
                    <a:pt x="56" y="16"/>
                  </a:lnTo>
                  <a:lnTo>
                    <a:pt x="48" y="8"/>
                  </a:lnTo>
                  <a:lnTo>
                    <a:pt x="32" y="0"/>
                  </a:lnTo>
                  <a:lnTo>
                    <a:pt x="24" y="0"/>
                  </a:lnTo>
                  <a:lnTo>
                    <a:pt x="8" y="0"/>
                  </a:lnTo>
                  <a:lnTo>
                    <a:pt x="0" y="24"/>
                  </a:lnTo>
                  <a:lnTo>
                    <a:pt x="8" y="56"/>
                  </a:lnTo>
                  <a:lnTo>
                    <a:pt x="16" y="56"/>
                  </a:lnTo>
                  <a:lnTo>
                    <a:pt x="40" y="48"/>
                  </a:lnTo>
                  <a:close/>
                </a:path>
              </a:pathLst>
            </a:custGeom>
            <a:grpFill/>
            <a:ln w="6350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88" name="Freeform 638"/>
            <p:cNvSpPr>
              <a:spLocks/>
            </p:cNvSpPr>
            <p:nvPr/>
          </p:nvSpPr>
          <p:spPr bwMode="auto">
            <a:xfrm>
              <a:off x="3047747" y="2482903"/>
              <a:ext cx="59777" cy="51113"/>
            </a:xfrm>
            <a:custGeom>
              <a:avLst/>
              <a:gdLst>
                <a:gd name="T0" fmla="*/ 2147483647 w 56"/>
                <a:gd name="T1" fmla="*/ 2147483647 h 48"/>
                <a:gd name="T2" fmla="*/ 2147483647 w 56"/>
                <a:gd name="T3" fmla="*/ 2147483647 h 48"/>
                <a:gd name="T4" fmla="*/ 2147483647 w 56"/>
                <a:gd name="T5" fmla="*/ 2147483647 h 48"/>
                <a:gd name="T6" fmla="*/ 2147483647 w 56"/>
                <a:gd name="T7" fmla="*/ 2147483647 h 48"/>
                <a:gd name="T8" fmla="*/ 2147483647 w 56"/>
                <a:gd name="T9" fmla="*/ 0 h 48"/>
                <a:gd name="T10" fmla="*/ 2147483647 w 56"/>
                <a:gd name="T11" fmla="*/ 0 h 48"/>
                <a:gd name="T12" fmla="*/ 2147483647 w 56"/>
                <a:gd name="T13" fmla="*/ 0 h 48"/>
                <a:gd name="T14" fmla="*/ 2147483647 w 56"/>
                <a:gd name="T15" fmla="*/ 0 h 48"/>
                <a:gd name="T16" fmla="*/ 0 w 56"/>
                <a:gd name="T17" fmla="*/ 2147483647 h 48"/>
                <a:gd name="T18" fmla="*/ 0 w 56"/>
                <a:gd name="T19" fmla="*/ 2147483647 h 48"/>
                <a:gd name="T20" fmla="*/ 0 w 56"/>
                <a:gd name="T21" fmla="*/ 2147483647 h 48"/>
                <a:gd name="T22" fmla="*/ 2147483647 w 56"/>
                <a:gd name="T23" fmla="*/ 2147483647 h 48"/>
                <a:gd name="T24" fmla="*/ 2147483647 w 56"/>
                <a:gd name="T25" fmla="*/ 2147483647 h 48"/>
                <a:gd name="T26" fmla="*/ 2147483647 w 56"/>
                <a:gd name="T27" fmla="*/ 2147483647 h 48"/>
                <a:gd name="T28" fmla="*/ 2147483647 w 56"/>
                <a:gd name="T29" fmla="*/ 2147483647 h 48"/>
                <a:gd name="T30" fmla="*/ 2147483647 w 56"/>
                <a:gd name="T31" fmla="*/ 2147483647 h 48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56"/>
                <a:gd name="T49" fmla="*/ 0 h 48"/>
                <a:gd name="T50" fmla="*/ 56 w 56"/>
                <a:gd name="T51" fmla="*/ 48 h 48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56" h="48">
                  <a:moveTo>
                    <a:pt x="32" y="40"/>
                  </a:moveTo>
                  <a:lnTo>
                    <a:pt x="48" y="48"/>
                  </a:lnTo>
                  <a:lnTo>
                    <a:pt x="56" y="24"/>
                  </a:lnTo>
                  <a:lnTo>
                    <a:pt x="56" y="16"/>
                  </a:lnTo>
                  <a:lnTo>
                    <a:pt x="56" y="0"/>
                  </a:lnTo>
                  <a:lnTo>
                    <a:pt x="48" y="0"/>
                  </a:lnTo>
                  <a:lnTo>
                    <a:pt x="24" y="0"/>
                  </a:lnTo>
                  <a:lnTo>
                    <a:pt x="0" y="8"/>
                  </a:lnTo>
                  <a:lnTo>
                    <a:pt x="0" y="16"/>
                  </a:lnTo>
                  <a:lnTo>
                    <a:pt x="0" y="24"/>
                  </a:lnTo>
                  <a:lnTo>
                    <a:pt x="8" y="32"/>
                  </a:lnTo>
                  <a:lnTo>
                    <a:pt x="8" y="40"/>
                  </a:lnTo>
                  <a:lnTo>
                    <a:pt x="24" y="32"/>
                  </a:lnTo>
                  <a:lnTo>
                    <a:pt x="32" y="40"/>
                  </a:lnTo>
                  <a:close/>
                </a:path>
              </a:pathLst>
            </a:custGeom>
            <a:grpFill/>
            <a:ln w="6350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89" name="Freeform 639"/>
            <p:cNvSpPr>
              <a:spLocks/>
            </p:cNvSpPr>
            <p:nvPr/>
          </p:nvSpPr>
          <p:spPr bwMode="auto">
            <a:xfrm>
              <a:off x="2495896" y="3254802"/>
              <a:ext cx="84900" cy="58910"/>
            </a:xfrm>
            <a:custGeom>
              <a:avLst/>
              <a:gdLst>
                <a:gd name="T0" fmla="*/ 2147483647 w 80"/>
                <a:gd name="T1" fmla="*/ 2147483647 h 56"/>
                <a:gd name="T2" fmla="*/ 2147483647 w 80"/>
                <a:gd name="T3" fmla="*/ 2147483647 h 56"/>
                <a:gd name="T4" fmla="*/ 2147483647 w 80"/>
                <a:gd name="T5" fmla="*/ 2147483647 h 56"/>
                <a:gd name="T6" fmla="*/ 2147483647 w 80"/>
                <a:gd name="T7" fmla="*/ 2147483647 h 56"/>
                <a:gd name="T8" fmla="*/ 2147483647 w 80"/>
                <a:gd name="T9" fmla="*/ 2147483647 h 56"/>
                <a:gd name="T10" fmla="*/ 2147483647 w 80"/>
                <a:gd name="T11" fmla="*/ 2147483647 h 56"/>
                <a:gd name="T12" fmla="*/ 2147483647 w 80"/>
                <a:gd name="T13" fmla="*/ 2147483647 h 56"/>
                <a:gd name="T14" fmla="*/ 2147483647 w 80"/>
                <a:gd name="T15" fmla="*/ 2147483647 h 56"/>
                <a:gd name="T16" fmla="*/ 2147483647 w 80"/>
                <a:gd name="T17" fmla="*/ 2147483647 h 56"/>
                <a:gd name="T18" fmla="*/ 2147483647 w 80"/>
                <a:gd name="T19" fmla="*/ 2147483647 h 56"/>
                <a:gd name="T20" fmla="*/ 2147483647 w 80"/>
                <a:gd name="T21" fmla="*/ 2147483647 h 56"/>
                <a:gd name="T22" fmla="*/ 2147483647 w 80"/>
                <a:gd name="T23" fmla="*/ 0 h 56"/>
                <a:gd name="T24" fmla="*/ 2147483647 w 80"/>
                <a:gd name="T25" fmla="*/ 0 h 56"/>
                <a:gd name="T26" fmla="*/ 2147483647 w 80"/>
                <a:gd name="T27" fmla="*/ 0 h 56"/>
                <a:gd name="T28" fmla="*/ 0 w 80"/>
                <a:gd name="T29" fmla="*/ 2147483647 h 56"/>
                <a:gd name="T30" fmla="*/ 2147483647 w 80"/>
                <a:gd name="T31" fmla="*/ 2147483647 h 56"/>
                <a:gd name="T32" fmla="*/ 2147483647 w 80"/>
                <a:gd name="T33" fmla="*/ 2147483647 h 56"/>
                <a:gd name="T34" fmla="*/ 2147483647 w 80"/>
                <a:gd name="T35" fmla="*/ 2147483647 h 56"/>
                <a:gd name="T36" fmla="*/ 2147483647 w 80"/>
                <a:gd name="T37" fmla="*/ 2147483647 h 5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80"/>
                <a:gd name="T58" fmla="*/ 0 h 56"/>
                <a:gd name="T59" fmla="*/ 80 w 80"/>
                <a:gd name="T60" fmla="*/ 56 h 5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80" h="56">
                  <a:moveTo>
                    <a:pt x="40" y="48"/>
                  </a:moveTo>
                  <a:lnTo>
                    <a:pt x="48" y="48"/>
                  </a:lnTo>
                  <a:lnTo>
                    <a:pt x="56" y="48"/>
                  </a:lnTo>
                  <a:lnTo>
                    <a:pt x="72" y="56"/>
                  </a:lnTo>
                  <a:lnTo>
                    <a:pt x="80" y="56"/>
                  </a:lnTo>
                  <a:lnTo>
                    <a:pt x="72" y="40"/>
                  </a:lnTo>
                  <a:lnTo>
                    <a:pt x="64" y="24"/>
                  </a:lnTo>
                  <a:lnTo>
                    <a:pt x="56" y="16"/>
                  </a:lnTo>
                  <a:lnTo>
                    <a:pt x="48" y="8"/>
                  </a:lnTo>
                  <a:lnTo>
                    <a:pt x="32" y="0"/>
                  </a:lnTo>
                  <a:lnTo>
                    <a:pt x="24" y="0"/>
                  </a:lnTo>
                  <a:lnTo>
                    <a:pt x="8" y="0"/>
                  </a:lnTo>
                  <a:lnTo>
                    <a:pt x="0" y="24"/>
                  </a:lnTo>
                  <a:lnTo>
                    <a:pt x="8" y="56"/>
                  </a:lnTo>
                  <a:lnTo>
                    <a:pt x="16" y="56"/>
                  </a:lnTo>
                  <a:lnTo>
                    <a:pt x="40" y="48"/>
                  </a:lnTo>
                  <a:close/>
                </a:path>
              </a:pathLst>
            </a:custGeom>
            <a:grpFill/>
            <a:ln w="6350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90" name="Freeform 640"/>
            <p:cNvSpPr>
              <a:spLocks/>
            </p:cNvSpPr>
            <p:nvPr/>
          </p:nvSpPr>
          <p:spPr bwMode="auto">
            <a:xfrm>
              <a:off x="2504559" y="3102328"/>
              <a:ext cx="161137" cy="177598"/>
            </a:xfrm>
            <a:custGeom>
              <a:avLst/>
              <a:gdLst>
                <a:gd name="T0" fmla="*/ 2147483647 w 152"/>
                <a:gd name="T1" fmla="*/ 2147483647 h 168"/>
                <a:gd name="T2" fmla="*/ 2147483647 w 152"/>
                <a:gd name="T3" fmla="*/ 2147483647 h 168"/>
                <a:gd name="T4" fmla="*/ 2147483647 w 152"/>
                <a:gd name="T5" fmla="*/ 2147483647 h 168"/>
                <a:gd name="T6" fmla="*/ 2147483647 w 152"/>
                <a:gd name="T7" fmla="*/ 2147483647 h 168"/>
                <a:gd name="T8" fmla="*/ 2147483647 w 152"/>
                <a:gd name="T9" fmla="*/ 2147483647 h 168"/>
                <a:gd name="T10" fmla="*/ 2147483647 w 152"/>
                <a:gd name="T11" fmla="*/ 2147483647 h 168"/>
                <a:gd name="T12" fmla="*/ 2147483647 w 152"/>
                <a:gd name="T13" fmla="*/ 2147483647 h 168"/>
                <a:gd name="T14" fmla="*/ 2147483647 w 152"/>
                <a:gd name="T15" fmla="*/ 2147483647 h 168"/>
                <a:gd name="T16" fmla="*/ 2147483647 w 152"/>
                <a:gd name="T17" fmla="*/ 2147483647 h 168"/>
                <a:gd name="T18" fmla="*/ 2147483647 w 152"/>
                <a:gd name="T19" fmla="*/ 2147483647 h 168"/>
                <a:gd name="T20" fmla="*/ 2147483647 w 152"/>
                <a:gd name="T21" fmla="*/ 2147483647 h 168"/>
                <a:gd name="T22" fmla="*/ 2147483647 w 152"/>
                <a:gd name="T23" fmla="*/ 0 h 168"/>
                <a:gd name="T24" fmla="*/ 2147483647 w 152"/>
                <a:gd name="T25" fmla="*/ 2147483647 h 168"/>
                <a:gd name="T26" fmla="*/ 2147483647 w 152"/>
                <a:gd name="T27" fmla="*/ 2147483647 h 168"/>
                <a:gd name="T28" fmla="*/ 2147483647 w 152"/>
                <a:gd name="T29" fmla="*/ 2147483647 h 168"/>
                <a:gd name="T30" fmla="*/ 2147483647 w 152"/>
                <a:gd name="T31" fmla="*/ 2147483647 h 168"/>
                <a:gd name="T32" fmla="*/ 2147483647 w 152"/>
                <a:gd name="T33" fmla="*/ 2147483647 h 168"/>
                <a:gd name="T34" fmla="*/ 0 w 152"/>
                <a:gd name="T35" fmla="*/ 2147483647 h 168"/>
                <a:gd name="T36" fmla="*/ 2147483647 w 152"/>
                <a:gd name="T37" fmla="*/ 2147483647 h 168"/>
                <a:gd name="T38" fmla="*/ 2147483647 w 152"/>
                <a:gd name="T39" fmla="*/ 2147483647 h 168"/>
                <a:gd name="T40" fmla="*/ 0 w 152"/>
                <a:gd name="T41" fmla="*/ 2147483647 h 168"/>
                <a:gd name="T42" fmla="*/ 2147483647 w 152"/>
                <a:gd name="T43" fmla="*/ 2147483647 h 168"/>
                <a:gd name="T44" fmla="*/ 2147483647 w 152"/>
                <a:gd name="T45" fmla="*/ 2147483647 h 168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w 152"/>
                <a:gd name="T70" fmla="*/ 0 h 168"/>
                <a:gd name="T71" fmla="*/ 152 w 152"/>
                <a:gd name="T72" fmla="*/ 168 h 168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T69" t="T70" r="T71" b="T72"/>
              <a:pathLst>
                <a:path w="152" h="168">
                  <a:moveTo>
                    <a:pt x="24" y="144"/>
                  </a:moveTo>
                  <a:lnTo>
                    <a:pt x="40" y="152"/>
                  </a:lnTo>
                  <a:lnTo>
                    <a:pt x="48" y="160"/>
                  </a:lnTo>
                  <a:lnTo>
                    <a:pt x="56" y="168"/>
                  </a:lnTo>
                  <a:lnTo>
                    <a:pt x="72" y="152"/>
                  </a:lnTo>
                  <a:lnTo>
                    <a:pt x="80" y="160"/>
                  </a:lnTo>
                  <a:lnTo>
                    <a:pt x="136" y="160"/>
                  </a:lnTo>
                  <a:lnTo>
                    <a:pt x="152" y="152"/>
                  </a:lnTo>
                  <a:lnTo>
                    <a:pt x="144" y="144"/>
                  </a:lnTo>
                  <a:lnTo>
                    <a:pt x="128" y="32"/>
                  </a:lnTo>
                  <a:lnTo>
                    <a:pt x="144" y="32"/>
                  </a:lnTo>
                  <a:lnTo>
                    <a:pt x="104" y="0"/>
                  </a:lnTo>
                  <a:lnTo>
                    <a:pt x="104" y="16"/>
                  </a:lnTo>
                  <a:lnTo>
                    <a:pt x="64" y="16"/>
                  </a:lnTo>
                  <a:lnTo>
                    <a:pt x="64" y="48"/>
                  </a:lnTo>
                  <a:lnTo>
                    <a:pt x="56" y="56"/>
                  </a:lnTo>
                  <a:lnTo>
                    <a:pt x="48" y="80"/>
                  </a:lnTo>
                  <a:lnTo>
                    <a:pt x="0" y="80"/>
                  </a:lnTo>
                  <a:lnTo>
                    <a:pt x="8" y="104"/>
                  </a:lnTo>
                  <a:lnTo>
                    <a:pt x="8" y="136"/>
                  </a:lnTo>
                  <a:lnTo>
                    <a:pt x="0" y="144"/>
                  </a:lnTo>
                  <a:lnTo>
                    <a:pt x="16" y="144"/>
                  </a:lnTo>
                  <a:lnTo>
                    <a:pt x="24" y="144"/>
                  </a:lnTo>
                  <a:close/>
                </a:path>
              </a:pathLst>
            </a:custGeom>
            <a:grpFill/>
            <a:ln w="6350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91" name="Freeform 641"/>
            <p:cNvSpPr>
              <a:spLocks/>
            </p:cNvSpPr>
            <p:nvPr/>
          </p:nvSpPr>
          <p:spPr bwMode="auto">
            <a:xfrm>
              <a:off x="3056411" y="3033888"/>
              <a:ext cx="152474" cy="144677"/>
            </a:xfrm>
            <a:custGeom>
              <a:avLst/>
              <a:gdLst>
                <a:gd name="T0" fmla="*/ 0 w 144"/>
                <a:gd name="T1" fmla="*/ 2147483647 h 136"/>
                <a:gd name="T2" fmla="*/ 2147483647 w 144"/>
                <a:gd name="T3" fmla="*/ 2147483647 h 136"/>
                <a:gd name="T4" fmla="*/ 2147483647 w 144"/>
                <a:gd name="T5" fmla="*/ 2147483647 h 136"/>
                <a:gd name="T6" fmla="*/ 2147483647 w 144"/>
                <a:gd name="T7" fmla="*/ 2147483647 h 136"/>
                <a:gd name="T8" fmla="*/ 2147483647 w 144"/>
                <a:gd name="T9" fmla="*/ 2147483647 h 136"/>
                <a:gd name="T10" fmla="*/ 2147483647 w 144"/>
                <a:gd name="T11" fmla="*/ 2147483647 h 136"/>
                <a:gd name="T12" fmla="*/ 2147483647 w 144"/>
                <a:gd name="T13" fmla="*/ 2147483647 h 136"/>
                <a:gd name="T14" fmla="*/ 2147483647 w 144"/>
                <a:gd name="T15" fmla="*/ 2147483647 h 136"/>
                <a:gd name="T16" fmla="*/ 2147483647 w 144"/>
                <a:gd name="T17" fmla="*/ 2147483647 h 136"/>
                <a:gd name="T18" fmla="*/ 2147483647 w 144"/>
                <a:gd name="T19" fmla="*/ 2147483647 h 136"/>
                <a:gd name="T20" fmla="*/ 2147483647 w 144"/>
                <a:gd name="T21" fmla="*/ 2147483647 h 136"/>
                <a:gd name="T22" fmla="*/ 2147483647 w 144"/>
                <a:gd name="T23" fmla="*/ 2147483647 h 136"/>
                <a:gd name="T24" fmla="*/ 2147483647 w 144"/>
                <a:gd name="T25" fmla="*/ 2147483647 h 136"/>
                <a:gd name="T26" fmla="*/ 2147483647 w 144"/>
                <a:gd name="T27" fmla="*/ 0 h 136"/>
                <a:gd name="T28" fmla="*/ 2147483647 w 144"/>
                <a:gd name="T29" fmla="*/ 2147483647 h 136"/>
                <a:gd name="T30" fmla="*/ 2147483647 w 144"/>
                <a:gd name="T31" fmla="*/ 2147483647 h 136"/>
                <a:gd name="T32" fmla="*/ 2147483647 w 144"/>
                <a:gd name="T33" fmla="*/ 0 h 136"/>
                <a:gd name="T34" fmla="*/ 2147483647 w 144"/>
                <a:gd name="T35" fmla="*/ 2147483647 h 136"/>
                <a:gd name="T36" fmla="*/ 2147483647 w 144"/>
                <a:gd name="T37" fmla="*/ 0 h 136"/>
                <a:gd name="T38" fmla="*/ 2147483647 w 144"/>
                <a:gd name="T39" fmla="*/ 0 h 136"/>
                <a:gd name="T40" fmla="*/ 2147483647 w 144"/>
                <a:gd name="T41" fmla="*/ 2147483647 h 136"/>
                <a:gd name="T42" fmla="*/ 0 w 144"/>
                <a:gd name="T43" fmla="*/ 2147483647 h 1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w 144"/>
                <a:gd name="T67" fmla="*/ 0 h 136"/>
                <a:gd name="T68" fmla="*/ 144 w 144"/>
                <a:gd name="T69" fmla="*/ 136 h 1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T66" t="T67" r="T68" b="T69"/>
              <a:pathLst>
                <a:path w="144" h="136">
                  <a:moveTo>
                    <a:pt x="0" y="16"/>
                  </a:moveTo>
                  <a:lnTo>
                    <a:pt x="8" y="32"/>
                  </a:lnTo>
                  <a:lnTo>
                    <a:pt x="8" y="40"/>
                  </a:lnTo>
                  <a:lnTo>
                    <a:pt x="8" y="136"/>
                  </a:lnTo>
                  <a:lnTo>
                    <a:pt x="16" y="136"/>
                  </a:lnTo>
                  <a:lnTo>
                    <a:pt x="120" y="136"/>
                  </a:lnTo>
                  <a:lnTo>
                    <a:pt x="136" y="128"/>
                  </a:lnTo>
                  <a:lnTo>
                    <a:pt x="144" y="120"/>
                  </a:lnTo>
                  <a:lnTo>
                    <a:pt x="136" y="88"/>
                  </a:lnTo>
                  <a:lnTo>
                    <a:pt x="120" y="56"/>
                  </a:lnTo>
                  <a:lnTo>
                    <a:pt x="96" y="32"/>
                  </a:lnTo>
                  <a:lnTo>
                    <a:pt x="128" y="48"/>
                  </a:lnTo>
                  <a:lnTo>
                    <a:pt x="136" y="32"/>
                  </a:lnTo>
                  <a:lnTo>
                    <a:pt x="120" y="0"/>
                  </a:lnTo>
                  <a:lnTo>
                    <a:pt x="112" y="8"/>
                  </a:lnTo>
                  <a:lnTo>
                    <a:pt x="88" y="8"/>
                  </a:lnTo>
                  <a:lnTo>
                    <a:pt x="80" y="0"/>
                  </a:lnTo>
                  <a:lnTo>
                    <a:pt x="48" y="8"/>
                  </a:lnTo>
                  <a:lnTo>
                    <a:pt x="24" y="0"/>
                  </a:lnTo>
                  <a:lnTo>
                    <a:pt x="8" y="0"/>
                  </a:lnTo>
                  <a:lnTo>
                    <a:pt x="8" y="8"/>
                  </a:lnTo>
                  <a:lnTo>
                    <a:pt x="0" y="16"/>
                  </a:lnTo>
                  <a:close/>
                </a:path>
              </a:pathLst>
            </a:custGeom>
            <a:grpFill/>
            <a:ln w="6350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92" name="Freeform 642"/>
            <p:cNvSpPr>
              <a:spLocks/>
            </p:cNvSpPr>
            <p:nvPr/>
          </p:nvSpPr>
          <p:spPr bwMode="auto">
            <a:xfrm>
              <a:off x="2852823" y="3008765"/>
              <a:ext cx="220914" cy="212251"/>
            </a:xfrm>
            <a:custGeom>
              <a:avLst/>
              <a:gdLst>
                <a:gd name="T0" fmla="*/ 2147483647 w 208"/>
                <a:gd name="T1" fmla="*/ 2147483647 h 200"/>
                <a:gd name="T2" fmla="*/ 2147483647 w 208"/>
                <a:gd name="T3" fmla="*/ 2147483647 h 200"/>
                <a:gd name="T4" fmla="*/ 2147483647 w 208"/>
                <a:gd name="T5" fmla="*/ 2147483647 h 200"/>
                <a:gd name="T6" fmla="*/ 0 w 208"/>
                <a:gd name="T7" fmla="*/ 2147483647 h 200"/>
                <a:gd name="T8" fmla="*/ 0 w 208"/>
                <a:gd name="T9" fmla="*/ 2147483647 h 200"/>
                <a:gd name="T10" fmla="*/ 2147483647 w 208"/>
                <a:gd name="T11" fmla="*/ 2147483647 h 200"/>
                <a:gd name="T12" fmla="*/ 2147483647 w 208"/>
                <a:gd name="T13" fmla="*/ 2147483647 h 200"/>
                <a:gd name="T14" fmla="*/ 2147483647 w 208"/>
                <a:gd name="T15" fmla="*/ 2147483647 h 200"/>
                <a:gd name="T16" fmla="*/ 2147483647 w 208"/>
                <a:gd name="T17" fmla="*/ 2147483647 h 200"/>
                <a:gd name="T18" fmla="*/ 2147483647 w 208"/>
                <a:gd name="T19" fmla="*/ 2147483647 h 200"/>
                <a:gd name="T20" fmla="*/ 2147483647 w 208"/>
                <a:gd name="T21" fmla="*/ 2147483647 h 200"/>
                <a:gd name="T22" fmla="*/ 2147483647 w 208"/>
                <a:gd name="T23" fmla="*/ 2147483647 h 200"/>
                <a:gd name="T24" fmla="*/ 2147483647 w 208"/>
                <a:gd name="T25" fmla="*/ 2147483647 h 200"/>
                <a:gd name="T26" fmla="*/ 2147483647 w 208"/>
                <a:gd name="T27" fmla="*/ 2147483647 h 200"/>
                <a:gd name="T28" fmla="*/ 2147483647 w 208"/>
                <a:gd name="T29" fmla="*/ 2147483647 h 200"/>
                <a:gd name="T30" fmla="*/ 2147483647 w 208"/>
                <a:gd name="T31" fmla="*/ 2147483647 h 200"/>
                <a:gd name="T32" fmla="*/ 2147483647 w 208"/>
                <a:gd name="T33" fmla="*/ 2147483647 h 200"/>
                <a:gd name="T34" fmla="*/ 2147483647 w 208"/>
                <a:gd name="T35" fmla="*/ 2147483647 h 200"/>
                <a:gd name="T36" fmla="*/ 2147483647 w 208"/>
                <a:gd name="T37" fmla="*/ 2147483647 h 200"/>
                <a:gd name="T38" fmla="*/ 2147483647 w 208"/>
                <a:gd name="T39" fmla="*/ 2147483647 h 200"/>
                <a:gd name="T40" fmla="*/ 2147483647 w 208"/>
                <a:gd name="T41" fmla="*/ 2147483647 h 200"/>
                <a:gd name="T42" fmla="*/ 2147483647 w 208"/>
                <a:gd name="T43" fmla="*/ 2147483647 h 200"/>
                <a:gd name="T44" fmla="*/ 2147483647 w 208"/>
                <a:gd name="T45" fmla="*/ 2147483647 h 200"/>
                <a:gd name="T46" fmla="*/ 2147483647 w 208"/>
                <a:gd name="T47" fmla="*/ 2147483647 h 200"/>
                <a:gd name="T48" fmla="*/ 2147483647 w 208"/>
                <a:gd name="T49" fmla="*/ 2147483647 h 200"/>
                <a:gd name="T50" fmla="*/ 2147483647 w 208"/>
                <a:gd name="T51" fmla="*/ 2147483647 h 200"/>
                <a:gd name="T52" fmla="*/ 2147483647 w 208"/>
                <a:gd name="T53" fmla="*/ 2147483647 h 200"/>
                <a:gd name="T54" fmla="*/ 2147483647 w 208"/>
                <a:gd name="T55" fmla="*/ 2147483647 h 200"/>
                <a:gd name="T56" fmla="*/ 2147483647 w 208"/>
                <a:gd name="T57" fmla="*/ 2147483647 h 200"/>
                <a:gd name="T58" fmla="*/ 2147483647 w 208"/>
                <a:gd name="T59" fmla="*/ 2147483647 h 200"/>
                <a:gd name="T60" fmla="*/ 2147483647 w 208"/>
                <a:gd name="T61" fmla="*/ 2147483647 h 200"/>
                <a:gd name="T62" fmla="*/ 2147483647 w 208"/>
                <a:gd name="T63" fmla="*/ 0 h 200"/>
                <a:gd name="T64" fmla="*/ 2147483647 w 208"/>
                <a:gd name="T65" fmla="*/ 2147483647 h 200"/>
                <a:gd name="T66" fmla="*/ 2147483647 w 208"/>
                <a:gd name="T67" fmla="*/ 2147483647 h 200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208"/>
                <a:gd name="T103" fmla="*/ 0 h 200"/>
                <a:gd name="T104" fmla="*/ 208 w 208"/>
                <a:gd name="T105" fmla="*/ 200 h 200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208" h="200">
                  <a:moveTo>
                    <a:pt x="16" y="24"/>
                  </a:moveTo>
                  <a:lnTo>
                    <a:pt x="8" y="32"/>
                  </a:lnTo>
                  <a:lnTo>
                    <a:pt x="8" y="40"/>
                  </a:lnTo>
                  <a:lnTo>
                    <a:pt x="0" y="48"/>
                  </a:lnTo>
                  <a:lnTo>
                    <a:pt x="0" y="112"/>
                  </a:lnTo>
                  <a:lnTo>
                    <a:pt x="24" y="136"/>
                  </a:lnTo>
                  <a:lnTo>
                    <a:pt x="32" y="136"/>
                  </a:lnTo>
                  <a:lnTo>
                    <a:pt x="64" y="144"/>
                  </a:lnTo>
                  <a:lnTo>
                    <a:pt x="72" y="152"/>
                  </a:lnTo>
                  <a:lnTo>
                    <a:pt x="88" y="144"/>
                  </a:lnTo>
                  <a:lnTo>
                    <a:pt x="184" y="192"/>
                  </a:lnTo>
                  <a:lnTo>
                    <a:pt x="192" y="200"/>
                  </a:lnTo>
                  <a:lnTo>
                    <a:pt x="192" y="184"/>
                  </a:lnTo>
                  <a:lnTo>
                    <a:pt x="200" y="184"/>
                  </a:lnTo>
                  <a:lnTo>
                    <a:pt x="208" y="160"/>
                  </a:lnTo>
                  <a:lnTo>
                    <a:pt x="200" y="160"/>
                  </a:lnTo>
                  <a:lnTo>
                    <a:pt x="200" y="64"/>
                  </a:lnTo>
                  <a:lnTo>
                    <a:pt x="200" y="56"/>
                  </a:lnTo>
                  <a:lnTo>
                    <a:pt x="192" y="40"/>
                  </a:lnTo>
                  <a:lnTo>
                    <a:pt x="200" y="32"/>
                  </a:lnTo>
                  <a:lnTo>
                    <a:pt x="200" y="24"/>
                  </a:lnTo>
                  <a:lnTo>
                    <a:pt x="192" y="16"/>
                  </a:lnTo>
                  <a:lnTo>
                    <a:pt x="176" y="8"/>
                  </a:lnTo>
                  <a:lnTo>
                    <a:pt x="160" y="8"/>
                  </a:lnTo>
                  <a:lnTo>
                    <a:pt x="136" y="16"/>
                  </a:lnTo>
                  <a:lnTo>
                    <a:pt x="136" y="32"/>
                  </a:lnTo>
                  <a:lnTo>
                    <a:pt x="112" y="40"/>
                  </a:lnTo>
                  <a:lnTo>
                    <a:pt x="96" y="24"/>
                  </a:lnTo>
                  <a:lnTo>
                    <a:pt x="88" y="16"/>
                  </a:lnTo>
                  <a:lnTo>
                    <a:pt x="80" y="8"/>
                  </a:lnTo>
                  <a:lnTo>
                    <a:pt x="48" y="8"/>
                  </a:lnTo>
                  <a:lnTo>
                    <a:pt x="32" y="0"/>
                  </a:lnTo>
                  <a:lnTo>
                    <a:pt x="32" y="8"/>
                  </a:lnTo>
                  <a:lnTo>
                    <a:pt x="16" y="24"/>
                  </a:lnTo>
                  <a:close/>
                </a:path>
              </a:pathLst>
            </a:custGeom>
            <a:grpFill/>
            <a:ln w="6350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93" name="Freeform 643"/>
            <p:cNvSpPr>
              <a:spLocks/>
            </p:cNvSpPr>
            <p:nvPr/>
          </p:nvSpPr>
          <p:spPr bwMode="auto">
            <a:xfrm>
              <a:off x="2827700" y="2941191"/>
              <a:ext cx="58910" cy="110024"/>
            </a:xfrm>
            <a:custGeom>
              <a:avLst/>
              <a:gdLst>
                <a:gd name="T0" fmla="*/ 2147483647 w 56"/>
                <a:gd name="T1" fmla="*/ 2147483647 h 104"/>
                <a:gd name="T2" fmla="*/ 2147483647 w 56"/>
                <a:gd name="T3" fmla="*/ 2147483647 h 104"/>
                <a:gd name="T4" fmla="*/ 2147483647 w 56"/>
                <a:gd name="T5" fmla="*/ 2147483647 h 104"/>
                <a:gd name="T6" fmla="*/ 0 w 56"/>
                <a:gd name="T7" fmla="*/ 2147483647 h 104"/>
                <a:gd name="T8" fmla="*/ 0 w 56"/>
                <a:gd name="T9" fmla="*/ 2147483647 h 104"/>
                <a:gd name="T10" fmla="*/ 2147483647 w 56"/>
                <a:gd name="T11" fmla="*/ 2147483647 h 104"/>
                <a:gd name="T12" fmla="*/ 2147483647 w 56"/>
                <a:gd name="T13" fmla="*/ 2147483647 h 104"/>
                <a:gd name="T14" fmla="*/ 2147483647 w 56"/>
                <a:gd name="T15" fmla="*/ 2147483647 h 104"/>
                <a:gd name="T16" fmla="*/ 2147483647 w 56"/>
                <a:gd name="T17" fmla="*/ 2147483647 h 104"/>
                <a:gd name="T18" fmla="*/ 2147483647 w 56"/>
                <a:gd name="T19" fmla="*/ 2147483647 h 104"/>
                <a:gd name="T20" fmla="*/ 2147483647 w 56"/>
                <a:gd name="T21" fmla="*/ 2147483647 h 104"/>
                <a:gd name="T22" fmla="*/ 2147483647 w 56"/>
                <a:gd name="T23" fmla="*/ 2147483647 h 104"/>
                <a:gd name="T24" fmla="*/ 2147483647 w 56"/>
                <a:gd name="T25" fmla="*/ 2147483647 h 104"/>
                <a:gd name="T26" fmla="*/ 2147483647 w 56"/>
                <a:gd name="T27" fmla="*/ 2147483647 h 104"/>
                <a:gd name="T28" fmla="*/ 2147483647 w 56"/>
                <a:gd name="T29" fmla="*/ 2147483647 h 104"/>
                <a:gd name="T30" fmla="*/ 2147483647 w 56"/>
                <a:gd name="T31" fmla="*/ 2147483647 h 104"/>
                <a:gd name="T32" fmla="*/ 2147483647 w 56"/>
                <a:gd name="T33" fmla="*/ 2147483647 h 104"/>
                <a:gd name="T34" fmla="*/ 2147483647 w 56"/>
                <a:gd name="T35" fmla="*/ 2147483647 h 104"/>
                <a:gd name="T36" fmla="*/ 2147483647 w 56"/>
                <a:gd name="T37" fmla="*/ 0 h 104"/>
                <a:gd name="T38" fmla="*/ 2147483647 w 56"/>
                <a:gd name="T39" fmla="*/ 0 h 104"/>
                <a:gd name="T40" fmla="*/ 2147483647 w 56"/>
                <a:gd name="T41" fmla="*/ 2147483647 h 104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56"/>
                <a:gd name="T64" fmla="*/ 0 h 104"/>
                <a:gd name="T65" fmla="*/ 56 w 56"/>
                <a:gd name="T66" fmla="*/ 104 h 104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56" h="104">
                  <a:moveTo>
                    <a:pt x="16" y="8"/>
                  </a:moveTo>
                  <a:lnTo>
                    <a:pt x="16" y="24"/>
                  </a:lnTo>
                  <a:lnTo>
                    <a:pt x="16" y="40"/>
                  </a:lnTo>
                  <a:lnTo>
                    <a:pt x="0" y="56"/>
                  </a:lnTo>
                  <a:lnTo>
                    <a:pt x="0" y="64"/>
                  </a:lnTo>
                  <a:lnTo>
                    <a:pt x="8" y="72"/>
                  </a:lnTo>
                  <a:lnTo>
                    <a:pt x="16" y="72"/>
                  </a:lnTo>
                  <a:lnTo>
                    <a:pt x="24" y="80"/>
                  </a:lnTo>
                  <a:lnTo>
                    <a:pt x="24" y="96"/>
                  </a:lnTo>
                  <a:lnTo>
                    <a:pt x="32" y="104"/>
                  </a:lnTo>
                  <a:lnTo>
                    <a:pt x="32" y="96"/>
                  </a:lnTo>
                  <a:lnTo>
                    <a:pt x="40" y="88"/>
                  </a:lnTo>
                  <a:lnTo>
                    <a:pt x="56" y="72"/>
                  </a:lnTo>
                  <a:lnTo>
                    <a:pt x="56" y="64"/>
                  </a:lnTo>
                  <a:lnTo>
                    <a:pt x="40" y="56"/>
                  </a:lnTo>
                  <a:lnTo>
                    <a:pt x="32" y="48"/>
                  </a:lnTo>
                  <a:lnTo>
                    <a:pt x="48" y="24"/>
                  </a:lnTo>
                  <a:lnTo>
                    <a:pt x="40" y="8"/>
                  </a:lnTo>
                  <a:lnTo>
                    <a:pt x="24" y="0"/>
                  </a:lnTo>
                  <a:lnTo>
                    <a:pt x="16" y="0"/>
                  </a:lnTo>
                  <a:lnTo>
                    <a:pt x="16" y="8"/>
                  </a:lnTo>
                  <a:close/>
                </a:path>
              </a:pathLst>
            </a:custGeom>
            <a:grpFill/>
            <a:ln w="6350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94" name="Freeform 644"/>
            <p:cNvSpPr>
              <a:spLocks/>
            </p:cNvSpPr>
            <p:nvPr/>
          </p:nvSpPr>
          <p:spPr bwMode="auto">
            <a:xfrm>
              <a:off x="2554806" y="2966315"/>
              <a:ext cx="161137" cy="127350"/>
            </a:xfrm>
            <a:custGeom>
              <a:avLst/>
              <a:gdLst>
                <a:gd name="T0" fmla="*/ 2147483647 w 152"/>
                <a:gd name="T1" fmla="*/ 2147483647 h 120"/>
                <a:gd name="T2" fmla="*/ 2147483647 w 152"/>
                <a:gd name="T3" fmla="*/ 2147483647 h 120"/>
                <a:gd name="T4" fmla="*/ 2147483647 w 152"/>
                <a:gd name="T5" fmla="*/ 2147483647 h 120"/>
                <a:gd name="T6" fmla="*/ 2147483647 w 152"/>
                <a:gd name="T7" fmla="*/ 2147483647 h 120"/>
                <a:gd name="T8" fmla="*/ 2147483647 w 152"/>
                <a:gd name="T9" fmla="*/ 2147483647 h 120"/>
                <a:gd name="T10" fmla="*/ 2147483647 w 152"/>
                <a:gd name="T11" fmla="*/ 2147483647 h 120"/>
                <a:gd name="T12" fmla="*/ 2147483647 w 152"/>
                <a:gd name="T13" fmla="*/ 2147483647 h 120"/>
                <a:gd name="T14" fmla="*/ 2147483647 w 152"/>
                <a:gd name="T15" fmla="*/ 2147483647 h 120"/>
                <a:gd name="T16" fmla="*/ 2147483647 w 152"/>
                <a:gd name="T17" fmla="*/ 2147483647 h 120"/>
                <a:gd name="T18" fmla="*/ 2147483647 w 152"/>
                <a:gd name="T19" fmla="*/ 2147483647 h 120"/>
                <a:gd name="T20" fmla="*/ 2147483647 w 152"/>
                <a:gd name="T21" fmla="*/ 2147483647 h 120"/>
                <a:gd name="T22" fmla="*/ 2147483647 w 152"/>
                <a:gd name="T23" fmla="*/ 2147483647 h 120"/>
                <a:gd name="T24" fmla="*/ 2147483647 w 152"/>
                <a:gd name="T25" fmla="*/ 2147483647 h 120"/>
                <a:gd name="T26" fmla="*/ 2147483647 w 152"/>
                <a:gd name="T27" fmla="*/ 0 h 120"/>
                <a:gd name="T28" fmla="*/ 2147483647 w 152"/>
                <a:gd name="T29" fmla="*/ 2147483647 h 120"/>
                <a:gd name="T30" fmla="*/ 2147483647 w 152"/>
                <a:gd name="T31" fmla="*/ 2147483647 h 120"/>
                <a:gd name="T32" fmla="*/ 2147483647 w 152"/>
                <a:gd name="T33" fmla="*/ 2147483647 h 120"/>
                <a:gd name="T34" fmla="*/ 2147483647 w 152"/>
                <a:gd name="T35" fmla="*/ 2147483647 h 120"/>
                <a:gd name="T36" fmla="*/ 2147483647 w 152"/>
                <a:gd name="T37" fmla="*/ 2147483647 h 120"/>
                <a:gd name="T38" fmla="*/ 0 w 152"/>
                <a:gd name="T39" fmla="*/ 2147483647 h 120"/>
                <a:gd name="T40" fmla="*/ 2147483647 w 152"/>
                <a:gd name="T41" fmla="*/ 2147483647 h 120"/>
                <a:gd name="T42" fmla="*/ 2147483647 w 152"/>
                <a:gd name="T43" fmla="*/ 2147483647 h 120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w 152"/>
                <a:gd name="T67" fmla="*/ 0 h 120"/>
                <a:gd name="T68" fmla="*/ 152 w 152"/>
                <a:gd name="T69" fmla="*/ 120 h 120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T66" t="T67" r="T68" b="T69"/>
              <a:pathLst>
                <a:path w="152" h="120">
                  <a:moveTo>
                    <a:pt x="56" y="104"/>
                  </a:moveTo>
                  <a:lnTo>
                    <a:pt x="72" y="96"/>
                  </a:lnTo>
                  <a:lnTo>
                    <a:pt x="96" y="80"/>
                  </a:lnTo>
                  <a:lnTo>
                    <a:pt x="120" y="72"/>
                  </a:lnTo>
                  <a:lnTo>
                    <a:pt x="120" y="64"/>
                  </a:lnTo>
                  <a:lnTo>
                    <a:pt x="128" y="56"/>
                  </a:lnTo>
                  <a:lnTo>
                    <a:pt x="144" y="56"/>
                  </a:lnTo>
                  <a:lnTo>
                    <a:pt x="152" y="48"/>
                  </a:lnTo>
                  <a:lnTo>
                    <a:pt x="144" y="32"/>
                  </a:lnTo>
                  <a:lnTo>
                    <a:pt x="144" y="8"/>
                  </a:lnTo>
                  <a:lnTo>
                    <a:pt x="136" y="8"/>
                  </a:lnTo>
                  <a:lnTo>
                    <a:pt x="120" y="8"/>
                  </a:lnTo>
                  <a:lnTo>
                    <a:pt x="112" y="8"/>
                  </a:lnTo>
                  <a:lnTo>
                    <a:pt x="96" y="0"/>
                  </a:lnTo>
                  <a:lnTo>
                    <a:pt x="80" y="24"/>
                  </a:lnTo>
                  <a:lnTo>
                    <a:pt x="64" y="40"/>
                  </a:lnTo>
                  <a:lnTo>
                    <a:pt x="48" y="64"/>
                  </a:lnTo>
                  <a:lnTo>
                    <a:pt x="40" y="96"/>
                  </a:lnTo>
                  <a:lnTo>
                    <a:pt x="8" y="112"/>
                  </a:lnTo>
                  <a:lnTo>
                    <a:pt x="0" y="120"/>
                  </a:lnTo>
                  <a:lnTo>
                    <a:pt x="56" y="120"/>
                  </a:lnTo>
                  <a:lnTo>
                    <a:pt x="56" y="104"/>
                  </a:lnTo>
                  <a:close/>
                </a:path>
              </a:pathLst>
            </a:custGeom>
            <a:grpFill/>
            <a:ln w="6350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95" name="Freeform 645"/>
            <p:cNvSpPr>
              <a:spLocks/>
            </p:cNvSpPr>
            <p:nvPr/>
          </p:nvSpPr>
          <p:spPr bwMode="auto">
            <a:xfrm>
              <a:off x="2827700" y="2941191"/>
              <a:ext cx="58910" cy="110024"/>
            </a:xfrm>
            <a:custGeom>
              <a:avLst/>
              <a:gdLst>
                <a:gd name="T0" fmla="*/ 2147483647 w 56"/>
                <a:gd name="T1" fmla="*/ 2147483647 h 104"/>
                <a:gd name="T2" fmla="*/ 2147483647 w 56"/>
                <a:gd name="T3" fmla="*/ 2147483647 h 104"/>
                <a:gd name="T4" fmla="*/ 2147483647 w 56"/>
                <a:gd name="T5" fmla="*/ 2147483647 h 104"/>
                <a:gd name="T6" fmla="*/ 0 w 56"/>
                <a:gd name="T7" fmla="*/ 2147483647 h 104"/>
                <a:gd name="T8" fmla="*/ 0 w 56"/>
                <a:gd name="T9" fmla="*/ 2147483647 h 104"/>
                <a:gd name="T10" fmla="*/ 2147483647 w 56"/>
                <a:gd name="T11" fmla="*/ 2147483647 h 104"/>
                <a:gd name="T12" fmla="*/ 2147483647 w 56"/>
                <a:gd name="T13" fmla="*/ 2147483647 h 104"/>
                <a:gd name="T14" fmla="*/ 2147483647 w 56"/>
                <a:gd name="T15" fmla="*/ 2147483647 h 104"/>
                <a:gd name="T16" fmla="*/ 2147483647 w 56"/>
                <a:gd name="T17" fmla="*/ 2147483647 h 104"/>
                <a:gd name="T18" fmla="*/ 2147483647 w 56"/>
                <a:gd name="T19" fmla="*/ 2147483647 h 104"/>
                <a:gd name="T20" fmla="*/ 2147483647 w 56"/>
                <a:gd name="T21" fmla="*/ 2147483647 h 104"/>
                <a:gd name="T22" fmla="*/ 2147483647 w 56"/>
                <a:gd name="T23" fmla="*/ 2147483647 h 104"/>
                <a:gd name="T24" fmla="*/ 2147483647 w 56"/>
                <a:gd name="T25" fmla="*/ 2147483647 h 104"/>
                <a:gd name="T26" fmla="*/ 2147483647 w 56"/>
                <a:gd name="T27" fmla="*/ 2147483647 h 104"/>
                <a:gd name="T28" fmla="*/ 2147483647 w 56"/>
                <a:gd name="T29" fmla="*/ 2147483647 h 104"/>
                <a:gd name="T30" fmla="*/ 2147483647 w 56"/>
                <a:gd name="T31" fmla="*/ 2147483647 h 104"/>
                <a:gd name="T32" fmla="*/ 2147483647 w 56"/>
                <a:gd name="T33" fmla="*/ 2147483647 h 104"/>
                <a:gd name="T34" fmla="*/ 2147483647 w 56"/>
                <a:gd name="T35" fmla="*/ 2147483647 h 104"/>
                <a:gd name="T36" fmla="*/ 2147483647 w 56"/>
                <a:gd name="T37" fmla="*/ 0 h 104"/>
                <a:gd name="T38" fmla="*/ 2147483647 w 56"/>
                <a:gd name="T39" fmla="*/ 0 h 104"/>
                <a:gd name="T40" fmla="*/ 2147483647 w 56"/>
                <a:gd name="T41" fmla="*/ 2147483647 h 104"/>
                <a:gd name="T42" fmla="*/ 2147483647 w 56"/>
                <a:gd name="T43" fmla="*/ 2147483647 h 104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w 56"/>
                <a:gd name="T67" fmla="*/ 0 h 104"/>
                <a:gd name="T68" fmla="*/ 56 w 56"/>
                <a:gd name="T69" fmla="*/ 104 h 104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T66" t="T67" r="T68" b="T69"/>
              <a:pathLst>
                <a:path w="56" h="104">
                  <a:moveTo>
                    <a:pt x="16" y="8"/>
                  </a:moveTo>
                  <a:lnTo>
                    <a:pt x="16" y="24"/>
                  </a:lnTo>
                  <a:lnTo>
                    <a:pt x="16" y="40"/>
                  </a:lnTo>
                  <a:lnTo>
                    <a:pt x="0" y="56"/>
                  </a:lnTo>
                  <a:lnTo>
                    <a:pt x="0" y="64"/>
                  </a:lnTo>
                  <a:lnTo>
                    <a:pt x="8" y="72"/>
                  </a:lnTo>
                  <a:lnTo>
                    <a:pt x="16" y="72"/>
                  </a:lnTo>
                  <a:lnTo>
                    <a:pt x="24" y="80"/>
                  </a:lnTo>
                  <a:lnTo>
                    <a:pt x="24" y="96"/>
                  </a:lnTo>
                  <a:lnTo>
                    <a:pt x="32" y="104"/>
                  </a:lnTo>
                  <a:lnTo>
                    <a:pt x="32" y="96"/>
                  </a:lnTo>
                  <a:lnTo>
                    <a:pt x="40" y="88"/>
                  </a:lnTo>
                  <a:lnTo>
                    <a:pt x="56" y="72"/>
                  </a:lnTo>
                  <a:lnTo>
                    <a:pt x="56" y="64"/>
                  </a:lnTo>
                  <a:lnTo>
                    <a:pt x="40" y="56"/>
                  </a:lnTo>
                  <a:lnTo>
                    <a:pt x="32" y="48"/>
                  </a:lnTo>
                  <a:lnTo>
                    <a:pt x="48" y="24"/>
                  </a:lnTo>
                  <a:lnTo>
                    <a:pt x="40" y="8"/>
                  </a:lnTo>
                  <a:lnTo>
                    <a:pt x="24" y="0"/>
                  </a:lnTo>
                  <a:lnTo>
                    <a:pt x="16" y="0"/>
                  </a:lnTo>
                  <a:lnTo>
                    <a:pt x="16" y="8"/>
                  </a:lnTo>
                  <a:close/>
                </a:path>
              </a:pathLst>
            </a:custGeom>
            <a:grpFill/>
            <a:ln w="6350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96" name="Freeform 646"/>
            <p:cNvSpPr>
              <a:spLocks/>
            </p:cNvSpPr>
            <p:nvPr/>
          </p:nvSpPr>
          <p:spPr bwMode="auto">
            <a:xfrm>
              <a:off x="2554806" y="2966315"/>
              <a:ext cx="161137" cy="127350"/>
            </a:xfrm>
            <a:custGeom>
              <a:avLst/>
              <a:gdLst>
                <a:gd name="T0" fmla="*/ 2147483647 w 152"/>
                <a:gd name="T1" fmla="*/ 2147483647 h 120"/>
                <a:gd name="T2" fmla="*/ 2147483647 w 152"/>
                <a:gd name="T3" fmla="*/ 2147483647 h 120"/>
                <a:gd name="T4" fmla="*/ 2147483647 w 152"/>
                <a:gd name="T5" fmla="*/ 2147483647 h 120"/>
                <a:gd name="T6" fmla="*/ 2147483647 w 152"/>
                <a:gd name="T7" fmla="*/ 2147483647 h 120"/>
                <a:gd name="T8" fmla="*/ 2147483647 w 152"/>
                <a:gd name="T9" fmla="*/ 2147483647 h 120"/>
                <a:gd name="T10" fmla="*/ 2147483647 w 152"/>
                <a:gd name="T11" fmla="*/ 2147483647 h 120"/>
                <a:gd name="T12" fmla="*/ 2147483647 w 152"/>
                <a:gd name="T13" fmla="*/ 2147483647 h 120"/>
                <a:gd name="T14" fmla="*/ 2147483647 w 152"/>
                <a:gd name="T15" fmla="*/ 2147483647 h 120"/>
                <a:gd name="T16" fmla="*/ 2147483647 w 152"/>
                <a:gd name="T17" fmla="*/ 2147483647 h 120"/>
                <a:gd name="T18" fmla="*/ 2147483647 w 152"/>
                <a:gd name="T19" fmla="*/ 2147483647 h 120"/>
                <a:gd name="T20" fmla="*/ 2147483647 w 152"/>
                <a:gd name="T21" fmla="*/ 2147483647 h 120"/>
                <a:gd name="T22" fmla="*/ 2147483647 w 152"/>
                <a:gd name="T23" fmla="*/ 2147483647 h 120"/>
                <a:gd name="T24" fmla="*/ 2147483647 w 152"/>
                <a:gd name="T25" fmla="*/ 2147483647 h 120"/>
                <a:gd name="T26" fmla="*/ 2147483647 w 152"/>
                <a:gd name="T27" fmla="*/ 0 h 120"/>
                <a:gd name="T28" fmla="*/ 2147483647 w 152"/>
                <a:gd name="T29" fmla="*/ 2147483647 h 120"/>
                <a:gd name="T30" fmla="*/ 2147483647 w 152"/>
                <a:gd name="T31" fmla="*/ 2147483647 h 120"/>
                <a:gd name="T32" fmla="*/ 2147483647 w 152"/>
                <a:gd name="T33" fmla="*/ 2147483647 h 120"/>
                <a:gd name="T34" fmla="*/ 2147483647 w 152"/>
                <a:gd name="T35" fmla="*/ 2147483647 h 120"/>
                <a:gd name="T36" fmla="*/ 2147483647 w 152"/>
                <a:gd name="T37" fmla="*/ 2147483647 h 120"/>
                <a:gd name="T38" fmla="*/ 0 w 152"/>
                <a:gd name="T39" fmla="*/ 2147483647 h 120"/>
                <a:gd name="T40" fmla="*/ 2147483647 w 152"/>
                <a:gd name="T41" fmla="*/ 2147483647 h 120"/>
                <a:gd name="T42" fmla="*/ 2147483647 w 152"/>
                <a:gd name="T43" fmla="*/ 2147483647 h 120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w 152"/>
                <a:gd name="T67" fmla="*/ 0 h 120"/>
                <a:gd name="T68" fmla="*/ 152 w 152"/>
                <a:gd name="T69" fmla="*/ 120 h 120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T66" t="T67" r="T68" b="T69"/>
              <a:pathLst>
                <a:path w="152" h="120">
                  <a:moveTo>
                    <a:pt x="56" y="104"/>
                  </a:moveTo>
                  <a:lnTo>
                    <a:pt x="72" y="96"/>
                  </a:lnTo>
                  <a:lnTo>
                    <a:pt x="96" y="80"/>
                  </a:lnTo>
                  <a:lnTo>
                    <a:pt x="120" y="72"/>
                  </a:lnTo>
                  <a:lnTo>
                    <a:pt x="120" y="64"/>
                  </a:lnTo>
                  <a:lnTo>
                    <a:pt x="128" y="56"/>
                  </a:lnTo>
                  <a:lnTo>
                    <a:pt x="144" y="56"/>
                  </a:lnTo>
                  <a:lnTo>
                    <a:pt x="152" y="48"/>
                  </a:lnTo>
                  <a:lnTo>
                    <a:pt x="144" y="32"/>
                  </a:lnTo>
                  <a:lnTo>
                    <a:pt x="144" y="8"/>
                  </a:lnTo>
                  <a:lnTo>
                    <a:pt x="136" y="8"/>
                  </a:lnTo>
                  <a:lnTo>
                    <a:pt x="120" y="8"/>
                  </a:lnTo>
                  <a:lnTo>
                    <a:pt x="112" y="8"/>
                  </a:lnTo>
                  <a:lnTo>
                    <a:pt x="96" y="0"/>
                  </a:lnTo>
                  <a:lnTo>
                    <a:pt x="80" y="24"/>
                  </a:lnTo>
                  <a:lnTo>
                    <a:pt x="64" y="40"/>
                  </a:lnTo>
                  <a:lnTo>
                    <a:pt x="48" y="64"/>
                  </a:lnTo>
                  <a:lnTo>
                    <a:pt x="40" y="96"/>
                  </a:lnTo>
                  <a:lnTo>
                    <a:pt x="8" y="112"/>
                  </a:lnTo>
                  <a:lnTo>
                    <a:pt x="0" y="120"/>
                  </a:lnTo>
                  <a:lnTo>
                    <a:pt x="56" y="120"/>
                  </a:lnTo>
                  <a:lnTo>
                    <a:pt x="56" y="104"/>
                  </a:lnTo>
                  <a:close/>
                </a:path>
              </a:pathLst>
            </a:custGeom>
            <a:grpFill/>
            <a:ln w="6350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97" name="Freeform 647"/>
            <p:cNvSpPr>
              <a:spLocks/>
            </p:cNvSpPr>
            <p:nvPr/>
          </p:nvSpPr>
          <p:spPr bwMode="auto">
            <a:xfrm>
              <a:off x="2504559" y="3093665"/>
              <a:ext cx="110024" cy="93564"/>
            </a:xfrm>
            <a:custGeom>
              <a:avLst/>
              <a:gdLst>
                <a:gd name="T0" fmla="*/ 2147483647 w 104"/>
                <a:gd name="T1" fmla="*/ 2147483647 h 88"/>
                <a:gd name="T2" fmla="*/ 2147483647 w 104"/>
                <a:gd name="T3" fmla="*/ 2147483647 h 88"/>
                <a:gd name="T4" fmla="*/ 2147483647 w 104"/>
                <a:gd name="T5" fmla="*/ 2147483647 h 88"/>
                <a:gd name="T6" fmla="*/ 2147483647 w 104"/>
                <a:gd name="T7" fmla="*/ 2147483647 h 88"/>
                <a:gd name="T8" fmla="*/ 2147483647 w 104"/>
                <a:gd name="T9" fmla="*/ 2147483647 h 88"/>
                <a:gd name="T10" fmla="*/ 2147483647 w 104"/>
                <a:gd name="T11" fmla="*/ 0 h 88"/>
                <a:gd name="T12" fmla="*/ 2147483647 w 104"/>
                <a:gd name="T13" fmla="*/ 0 h 88"/>
                <a:gd name="T14" fmla="*/ 2147483647 w 104"/>
                <a:gd name="T15" fmla="*/ 2147483647 h 88"/>
                <a:gd name="T16" fmla="*/ 2147483647 w 104"/>
                <a:gd name="T17" fmla="*/ 2147483647 h 88"/>
                <a:gd name="T18" fmla="*/ 0 w 104"/>
                <a:gd name="T19" fmla="*/ 2147483647 h 88"/>
                <a:gd name="T20" fmla="*/ 2147483647 w 104"/>
                <a:gd name="T21" fmla="*/ 2147483647 h 88"/>
                <a:gd name="T22" fmla="*/ 2147483647 w 104"/>
                <a:gd name="T23" fmla="*/ 2147483647 h 88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104"/>
                <a:gd name="T37" fmla="*/ 0 h 88"/>
                <a:gd name="T38" fmla="*/ 104 w 104"/>
                <a:gd name="T39" fmla="*/ 88 h 88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104" h="88">
                  <a:moveTo>
                    <a:pt x="56" y="64"/>
                  </a:moveTo>
                  <a:lnTo>
                    <a:pt x="64" y="56"/>
                  </a:lnTo>
                  <a:lnTo>
                    <a:pt x="64" y="24"/>
                  </a:lnTo>
                  <a:lnTo>
                    <a:pt x="104" y="24"/>
                  </a:lnTo>
                  <a:lnTo>
                    <a:pt x="104" y="8"/>
                  </a:lnTo>
                  <a:lnTo>
                    <a:pt x="104" y="0"/>
                  </a:lnTo>
                  <a:lnTo>
                    <a:pt x="48" y="0"/>
                  </a:lnTo>
                  <a:lnTo>
                    <a:pt x="40" y="8"/>
                  </a:lnTo>
                  <a:lnTo>
                    <a:pt x="16" y="48"/>
                  </a:lnTo>
                  <a:lnTo>
                    <a:pt x="0" y="88"/>
                  </a:lnTo>
                  <a:lnTo>
                    <a:pt x="48" y="88"/>
                  </a:lnTo>
                  <a:lnTo>
                    <a:pt x="56" y="64"/>
                  </a:lnTo>
                  <a:close/>
                </a:path>
              </a:pathLst>
            </a:custGeom>
            <a:grpFill/>
            <a:ln w="6350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98" name="Freeform 648"/>
            <p:cNvSpPr>
              <a:spLocks/>
            </p:cNvSpPr>
            <p:nvPr/>
          </p:nvSpPr>
          <p:spPr bwMode="auto">
            <a:xfrm>
              <a:off x="2512356" y="3305916"/>
              <a:ext cx="33787" cy="25123"/>
            </a:xfrm>
            <a:custGeom>
              <a:avLst/>
              <a:gdLst>
                <a:gd name="T0" fmla="*/ 2147483647 w 32"/>
                <a:gd name="T1" fmla="*/ 2147483647 h 24"/>
                <a:gd name="T2" fmla="*/ 2147483647 w 32"/>
                <a:gd name="T3" fmla="*/ 2147483647 h 24"/>
                <a:gd name="T4" fmla="*/ 2147483647 w 32"/>
                <a:gd name="T5" fmla="*/ 0 h 24"/>
                <a:gd name="T6" fmla="*/ 2147483647 w 32"/>
                <a:gd name="T7" fmla="*/ 0 h 24"/>
                <a:gd name="T8" fmla="*/ 0 w 32"/>
                <a:gd name="T9" fmla="*/ 2147483647 h 24"/>
                <a:gd name="T10" fmla="*/ 2147483647 w 32"/>
                <a:gd name="T11" fmla="*/ 2147483647 h 24"/>
                <a:gd name="T12" fmla="*/ 2147483647 w 32"/>
                <a:gd name="T13" fmla="*/ 2147483647 h 24"/>
                <a:gd name="T14" fmla="*/ 2147483647 w 32"/>
                <a:gd name="T15" fmla="*/ 2147483647 h 2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32"/>
                <a:gd name="T25" fmla="*/ 0 h 24"/>
                <a:gd name="T26" fmla="*/ 32 w 32"/>
                <a:gd name="T27" fmla="*/ 24 h 24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32" h="24">
                  <a:moveTo>
                    <a:pt x="32" y="16"/>
                  </a:moveTo>
                  <a:lnTo>
                    <a:pt x="32" y="8"/>
                  </a:lnTo>
                  <a:lnTo>
                    <a:pt x="32" y="0"/>
                  </a:lnTo>
                  <a:lnTo>
                    <a:pt x="24" y="0"/>
                  </a:lnTo>
                  <a:lnTo>
                    <a:pt x="0" y="8"/>
                  </a:lnTo>
                  <a:lnTo>
                    <a:pt x="8" y="24"/>
                  </a:lnTo>
                  <a:lnTo>
                    <a:pt x="24" y="16"/>
                  </a:lnTo>
                  <a:lnTo>
                    <a:pt x="32" y="16"/>
                  </a:lnTo>
                  <a:close/>
                </a:path>
              </a:pathLst>
            </a:custGeom>
            <a:grpFill/>
            <a:ln w="6350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99" name="Freeform 649"/>
            <p:cNvSpPr>
              <a:spLocks/>
            </p:cNvSpPr>
            <p:nvPr/>
          </p:nvSpPr>
          <p:spPr bwMode="auto">
            <a:xfrm>
              <a:off x="3022624" y="3161239"/>
              <a:ext cx="220048" cy="272028"/>
            </a:xfrm>
            <a:custGeom>
              <a:avLst/>
              <a:gdLst>
                <a:gd name="T0" fmla="*/ 2147483647 w 208"/>
                <a:gd name="T1" fmla="*/ 2147483647 h 256"/>
                <a:gd name="T2" fmla="*/ 2147483647 w 208"/>
                <a:gd name="T3" fmla="*/ 2147483647 h 256"/>
                <a:gd name="T4" fmla="*/ 2147483647 w 208"/>
                <a:gd name="T5" fmla="*/ 2147483647 h 256"/>
                <a:gd name="T6" fmla="*/ 2147483647 w 208"/>
                <a:gd name="T7" fmla="*/ 2147483647 h 256"/>
                <a:gd name="T8" fmla="*/ 2147483647 w 208"/>
                <a:gd name="T9" fmla="*/ 2147483647 h 256"/>
                <a:gd name="T10" fmla="*/ 2147483647 w 208"/>
                <a:gd name="T11" fmla="*/ 2147483647 h 256"/>
                <a:gd name="T12" fmla="*/ 2147483647 w 208"/>
                <a:gd name="T13" fmla="*/ 2147483647 h 256"/>
                <a:gd name="T14" fmla="*/ 2147483647 w 208"/>
                <a:gd name="T15" fmla="*/ 2147483647 h 256"/>
                <a:gd name="T16" fmla="*/ 2147483647 w 208"/>
                <a:gd name="T17" fmla="*/ 2147483647 h 256"/>
                <a:gd name="T18" fmla="*/ 0 w 208"/>
                <a:gd name="T19" fmla="*/ 2147483647 h 256"/>
                <a:gd name="T20" fmla="*/ 2147483647 w 208"/>
                <a:gd name="T21" fmla="*/ 2147483647 h 256"/>
                <a:gd name="T22" fmla="*/ 2147483647 w 208"/>
                <a:gd name="T23" fmla="*/ 2147483647 h 256"/>
                <a:gd name="T24" fmla="*/ 2147483647 w 208"/>
                <a:gd name="T25" fmla="*/ 2147483647 h 256"/>
                <a:gd name="T26" fmla="*/ 2147483647 w 208"/>
                <a:gd name="T27" fmla="*/ 2147483647 h 256"/>
                <a:gd name="T28" fmla="*/ 2147483647 w 208"/>
                <a:gd name="T29" fmla="*/ 2147483647 h 256"/>
                <a:gd name="T30" fmla="*/ 2147483647 w 208"/>
                <a:gd name="T31" fmla="*/ 2147483647 h 256"/>
                <a:gd name="T32" fmla="*/ 2147483647 w 208"/>
                <a:gd name="T33" fmla="*/ 2147483647 h 256"/>
                <a:gd name="T34" fmla="*/ 2147483647 w 208"/>
                <a:gd name="T35" fmla="*/ 2147483647 h 256"/>
                <a:gd name="T36" fmla="*/ 2147483647 w 208"/>
                <a:gd name="T37" fmla="*/ 2147483647 h 256"/>
                <a:gd name="T38" fmla="*/ 2147483647 w 208"/>
                <a:gd name="T39" fmla="*/ 2147483647 h 256"/>
                <a:gd name="T40" fmla="*/ 2147483647 w 208"/>
                <a:gd name="T41" fmla="*/ 2147483647 h 256"/>
                <a:gd name="T42" fmla="*/ 2147483647 w 208"/>
                <a:gd name="T43" fmla="*/ 2147483647 h 256"/>
                <a:gd name="T44" fmla="*/ 2147483647 w 208"/>
                <a:gd name="T45" fmla="*/ 2147483647 h 256"/>
                <a:gd name="T46" fmla="*/ 2147483647 w 208"/>
                <a:gd name="T47" fmla="*/ 2147483647 h 256"/>
                <a:gd name="T48" fmla="*/ 2147483647 w 208"/>
                <a:gd name="T49" fmla="*/ 2147483647 h 256"/>
                <a:gd name="T50" fmla="*/ 2147483647 w 208"/>
                <a:gd name="T51" fmla="*/ 2147483647 h 256"/>
                <a:gd name="T52" fmla="*/ 2147483647 w 208"/>
                <a:gd name="T53" fmla="*/ 2147483647 h 256"/>
                <a:gd name="T54" fmla="*/ 2147483647 w 208"/>
                <a:gd name="T55" fmla="*/ 2147483647 h 256"/>
                <a:gd name="T56" fmla="*/ 2147483647 w 208"/>
                <a:gd name="T57" fmla="*/ 2147483647 h 256"/>
                <a:gd name="T58" fmla="*/ 2147483647 w 208"/>
                <a:gd name="T59" fmla="*/ 2147483647 h 256"/>
                <a:gd name="T60" fmla="*/ 2147483647 w 208"/>
                <a:gd name="T61" fmla="*/ 2147483647 h 256"/>
                <a:gd name="T62" fmla="*/ 2147483647 w 208"/>
                <a:gd name="T63" fmla="*/ 2147483647 h 256"/>
                <a:gd name="T64" fmla="*/ 2147483647 w 208"/>
                <a:gd name="T65" fmla="*/ 2147483647 h 256"/>
                <a:gd name="T66" fmla="*/ 2147483647 w 208"/>
                <a:gd name="T67" fmla="*/ 2147483647 h 256"/>
                <a:gd name="T68" fmla="*/ 2147483647 w 208"/>
                <a:gd name="T69" fmla="*/ 2147483647 h 256"/>
                <a:gd name="T70" fmla="*/ 2147483647 w 208"/>
                <a:gd name="T71" fmla="*/ 0 h 256"/>
                <a:gd name="T72" fmla="*/ 2147483647 w 208"/>
                <a:gd name="T73" fmla="*/ 2147483647 h 256"/>
                <a:gd name="T74" fmla="*/ 2147483647 w 208"/>
                <a:gd name="T75" fmla="*/ 2147483647 h 25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208"/>
                <a:gd name="T115" fmla="*/ 0 h 256"/>
                <a:gd name="T116" fmla="*/ 208 w 208"/>
                <a:gd name="T117" fmla="*/ 256 h 25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208" h="256">
                  <a:moveTo>
                    <a:pt x="152" y="16"/>
                  </a:moveTo>
                  <a:lnTo>
                    <a:pt x="48" y="16"/>
                  </a:lnTo>
                  <a:lnTo>
                    <a:pt x="40" y="40"/>
                  </a:lnTo>
                  <a:lnTo>
                    <a:pt x="32" y="40"/>
                  </a:lnTo>
                  <a:lnTo>
                    <a:pt x="32" y="56"/>
                  </a:lnTo>
                  <a:lnTo>
                    <a:pt x="24" y="48"/>
                  </a:lnTo>
                  <a:lnTo>
                    <a:pt x="24" y="96"/>
                  </a:lnTo>
                  <a:lnTo>
                    <a:pt x="8" y="104"/>
                  </a:lnTo>
                  <a:lnTo>
                    <a:pt x="8" y="128"/>
                  </a:lnTo>
                  <a:lnTo>
                    <a:pt x="0" y="136"/>
                  </a:lnTo>
                  <a:lnTo>
                    <a:pt x="16" y="160"/>
                  </a:lnTo>
                  <a:lnTo>
                    <a:pt x="24" y="176"/>
                  </a:lnTo>
                  <a:lnTo>
                    <a:pt x="32" y="200"/>
                  </a:lnTo>
                  <a:lnTo>
                    <a:pt x="48" y="208"/>
                  </a:lnTo>
                  <a:lnTo>
                    <a:pt x="72" y="232"/>
                  </a:lnTo>
                  <a:lnTo>
                    <a:pt x="80" y="240"/>
                  </a:lnTo>
                  <a:lnTo>
                    <a:pt x="104" y="240"/>
                  </a:lnTo>
                  <a:lnTo>
                    <a:pt x="120" y="256"/>
                  </a:lnTo>
                  <a:lnTo>
                    <a:pt x="144" y="248"/>
                  </a:lnTo>
                  <a:lnTo>
                    <a:pt x="168" y="240"/>
                  </a:lnTo>
                  <a:lnTo>
                    <a:pt x="176" y="240"/>
                  </a:lnTo>
                  <a:lnTo>
                    <a:pt x="176" y="232"/>
                  </a:lnTo>
                  <a:lnTo>
                    <a:pt x="168" y="224"/>
                  </a:lnTo>
                  <a:lnTo>
                    <a:pt x="160" y="216"/>
                  </a:lnTo>
                  <a:lnTo>
                    <a:pt x="144" y="200"/>
                  </a:lnTo>
                  <a:lnTo>
                    <a:pt x="144" y="192"/>
                  </a:lnTo>
                  <a:lnTo>
                    <a:pt x="152" y="192"/>
                  </a:lnTo>
                  <a:lnTo>
                    <a:pt x="160" y="168"/>
                  </a:lnTo>
                  <a:lnTo>
                    <a:pt x="176" y="152"/>
                  </a:lnTo>
                  <a:lnTo>
                    <a:pt x="184" y="128"/>
                  </a:lnTo>
                  <a:lnTo>
                    <a:pt x="192" y="80"/>
                  </a:lnTo>
                  <a:lnTo>
                    <a:pt x="200" y="72"/>
                  </a:lnTo>
                  <a:lnTo>
                    <a:pt x="208" y="72"/>
                  </a:lnTo>
                  <a:lnTo>
                    <a:pt x="200" y="48"/>
                  </a:lnTo>
                  <a:lnTo>
                    <a:pt x="192" y="16"/>
                  </a:lnTo>
                  <a:lnTo>
                    <a:pt x="176" y="0"/>
                  </a:lnTo>
                  <a:lnTo>
                    <a:pt x="168" y="8"/>
                  </a:lnTo>
                  <a:lnTo>
                    <a:pt x="152" y="16"/>
                  </a:lnTo>
                  <a:close/>
                </a:path>
              </a:pathLst>
            </a:custGeom>
            <a:grpFill/>
            <a:ln w="6350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100" name="Freeform 650"/>
            <p:cNvSpPr>
              <a:spLocks/>
            </p:cNvSpPr>
            <p:nvPr/>
          </p:nvSpPr>
          <p:spPr bwMode="auto">
            <a:xfrm>
              <a:off x="2614583" y="3339703"/>
              <a:ext cx="84900" cy="76237"/>
            </a:xfrm>
            <a:custGeom>
              <a:avLst/>
              <a:gdLst>
                <a:gd name="T0" fmla="*/ 2147483647 w 80"/>
                <a:gd name="T1" fmla="*/ 2147483647 h 72"/>
                <a:gd name="T2" fmla="*/ 2147483647 w 80"/>
                <a:gd name="T3" fmla="*/ 2147483647 h 72"/>
                <a:gd name="T4" fmla="*/ 2147483647 w 80"/>
                <a:gd name="T5" fmla="*/ 2147483647 h 72"/>
                <a:gd name="T6" fmla="*/ 2147483647 w 80"/>
                <a:gd name="T7" fmla="*/ 2147483647 h 72"/>
                <a:gd name="T8" fmla="*/ 2147483647 w 80"/>
                <a:gd name="T9" fmla="*/ 0 h 72"/>
                <a:gd name="T10" fmla="*/ 2147483647 w 80"/>
                <a:gd name="T11" fmla="*/ 0 h 72"/>
                <a:gd name="T12" fmla="*/ 2147483647 w 80"/>
                <a:gd name="T13" fmla="*/ 0 h 72"/>
                <a:gd name="T14" fmla="*/ 2147483647 w 80"/>
                <a:gd name="T15" fmla="*/ 0 h 72"/>
                <a:gd name="T16" fmla="*/ 2147483647 w 80"/>
                <a:gd name="T17" fmla="*/ 0 h 72"/>
                <a:gd name="T18" fmla="*/ 2147483647 w 80"/>
                <a:gd name="T19" fmla="*/ 2147483647 h 72"/>
                <a:gd name="T20" fmla="*/ 2147483647 w 80"/>
                <a:gd name="T21" fmla="*/ 2147483647 h 72"/>
                <a:gd name="T22" fmla="*/ 0 w 80"/>
                <a:gd name="T23" fmla="*/ 2147483647 h 72"/>
                <a:gd name="T24" fmla="*/ 2147483647 w 80"/>
                <a:gd name="T25" fmla="*/ 2147483647 h 72"/>
                <a:gd name="T26" fmla="*/ 2147483647 w 80"/>
                <a:gd name="T27" fmla="*/ 2147483647 h 72"/>
                <a:gd name="T28" fmla="*/ 2147483647 w 80"/>
                <a:gd name="T29" fmla="*/ 2147483647 h 72"/>
                <a:gd name="T30" fmla="*/ 2147483647 w 80"/>
                <a:gd name="T31" fmla="*/ 2147483647 h 72"/>
                <a:gd name="T32" fmla="*/ 2147483647 w 80"/>
                <a:gd name="T33" fmla="*/ 2147483647 h 72"/>
                <a:gd name="T34" fmla="*/ 2147483647 w 80"/>
                <a:gd name="T35" fmla="*/ 2147483647 h 72"/>
                <a:gd name="T36" fmla="*/ 2147483647 w 80"/>
                <a:gd name="T37" fmla="*/ 2147483647 h 72"/>
                <a:gd name="T38" fmla="*/ 2147483647 w 80"/>
                <a:gd name="T39" fmla="*/ 2147483647 h 72"/>
                <a:gd name="T40" fmla="*/ 2147483647 w 80"/>
                <a:gd name="T41" fmla="*/ 2147483647 h 72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80"/>
                <a:gd name="T64" fmla="*/ 0 h 72"/>
                <a:gd name="T65" fmla="*/ 80 w 80"/>
                <a:gd name="T66" fmla="*/ 72 h 72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80" h="72">
                  <a:moveTo>
                    <a:pt x="72" y="40"/>
                  </a:moveTo>
                  <a:lnTo>
                    <a:pt x="80" y="24"/>
                  </a:lnTo>
                  <a:lnTo>
                    <a:pt x="72" y="8"/>
                  </a:lnTo>
                  <a:lnTo>
                    <a:pt x="48" y="8"/>
                  </a:lnTo>
                  <a:lnTo>
                    <a:pt x="40" y="0"/>
                  </a:lnTo>
                  <a:lnTo>
                    <a:pt x="32" y="0"/>
                  </a:lnTo>
                  <a:lnTo>
                    <a:pt x="24" y="0"/>
                  </a:lnTo>
                  <a:lnTo>
                    <a:pt x="16" y="0"/>
                  </a:lnTo>
                  <a:lnTo>
                    <a:pt x="8" y="0"/>
                  </a:lnTo>
                  <a:lnTo>
                    <a:pt x="8" y="16"/>
                  </a:lnTo>
                  <a:lnTo>
                    <a:pt x="8" y="32"/>
                  </a:lnTo>
                  <a:lnTo>
                    <a:pt x="0" y="40"/>
                  </a:lnTo>
                  <a:lnTo>
                    <a:pt x="8" y="40"/>
                  </a:lnTo>
                  <a:lnTo>
                    <a:pt x="8" y="56"/>
                  </a:lnTo>
                  <a:lnTo>
                    <a:pt x="16" y="64"/>
                  </a:lnTo>
                  <a:lnTo>
                    <a:pt x="16" y="72"/>
                  </a:lnTo>
                  <a:lnTo>
                    <a:pt x="32" y="72"/>
                  </a:lnTo>
                  <a:lnTo>
                    <a:pt x="64" y="64"/>
                  </a:lnTo>
                  <a:lnTo>
                    <a:pt x="72" y="64"/>
                  </a:lnTo>
                  <a:lnTo>
                    <a:pt x="72" y="48"/>
                  </a:lnTo>
                  <a:lnTo>
                    <a:pt x="72" y="40"/>
                  </a:lnTo>
                  <a:close/>
                </a:path>
              </a:pathLst>
            </a:custGeom>
            <a:grpFill/>
            <a:ln w="6350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101" name="Freeform 651"/>
            <p:cNvSpPr>
              <a:spLocks/>
            </p:cNvSpPr>
            <p:nvPr/>
          </p:nvSpPr>
          <p:spPr bwMode="auto">
            <a:xfrm>
              <a:off x="2572133" y="3364826"/>
              <a:ext cx="58910" cy="51113"/>
            </a:xfrm>
            <a:custGeom>
              <a:avLst/>
              <a:gdLst>
                <a:gd name="T0" fmla="*/ 2147483647 w 56"/>
                <a:gd name="T1" fmla="*/ 2147483647 h 48"/>
                <a:gd name="T2" fmla="*/ 2147483647 w 56"/>
                <a:gd name="T3" fmla="*/ 2147483647 h 48"/>
                <a:gd name="T4" fmla="*/ 2147483647 w 56"/>
                <a:gd name="T5" fmla="*/ 2147483647 h 48"/>
                <a:gd name="T6" fmla="*/ 2147483647 w 56"/>
                <a:gd name="T7" fmla="*/ 2147483647 h 48"/>
                <a:gd name="T8" fmla="*/ 2147483647 w 56"/>
                <a:gd name="T9" fmla="*/ 2147483647 h 48"/>
                <a:gd name="T10" fmla="*/ 2147483647 w 56"/>
                <a:gd name="T11" fmla="*/ 0 h 48"/>
                <a:gd name="T12" fmla="*/ 2147483647 w 56"/>
                <a:gd name="T13" fmla="*/ 2147483647 h 48"/>
                <a:gd name="T14" fmla="*/ 2147483647 w 56"/>
                <a:gd name="T15" fmla="*/ 2147483647 h 48"/>
                <a:gd name="T16" fmla="*/ 0 w 56"/>
                <a:gd name="T17" fmla="*/ 2147483647 h 48"/>
                <a:gd name="T18" fmla="*/ 2147483647 w 56"/>
                <a:gd name="T19" fmla="*/ 2147483647 h 48"/>
                <a:gd name="T20" fmla="*/ 2147483647 w 56"/>
                <a:gd name="T21" fmla="*/ 2147483647 h 48"/>
                <a:gd name="T22" fmla="*/ 2147483647 w 56"/>
                <a:gd name="T23" fmla="*/ 2147483647 h 48"/>
                <a:gd name="T24" fmla="*/ 2147483647 w 56"/>
                <a:gd name="T25" fmla="*/ 2147483647 h 48"/>
                <a:gd name="T26" fmla="*/ 2147483647 w 56"/>
                <a:gd name="T27" fmla="*/ 2147483647 h 48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56"/>
                <a:gd name="T43" fmla="*/ 0 h 48"/>
                <a:gd name="T44" fmla="*/ 56 w 56"/>
                <a:gd name="T45" fmla="*/ 48 h 48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56" h="48">
                  <a:moveTo>
                    <a:pt x="48" y="32"/>
                  </a:moveTo>
                  <a:lnTo>
                    <a:pt x="48" y="16"/>
                  </a:lnTo>
                  <a:lnTo>
                    <a:pt x="40" y="16"/>
                  </a:lnTo>
                  <a:lnTo>
                    <a:pt x="32" y="16"/>
                  </a:lnTo>
                  <a:lnTo>
                    <a:pt x="24" y="8"/>
                  </a:lnTo>
                  <a:lnTo>
                    <a:pt x="16" y="0"/>
                  </a:lnTo>
                  <a:lnTo>
                    <a:pt x="16" y="8"/>
                  </a:lnTo>
                  <a:lnTo>
                    <a:pt x="8" y="16"/>
                  </a:lnTo>
                  <a:lnTo>
                    <a:pt x="0" y="24"/>
                  </a:lnTo>
                  <a:lnTo>
                    <a:pt x="8" y="24"/>
                  </a:lnTo>
                  <a:lnTo>
                    <a:pt x="40" y="48"/>
                  </a:lnTo>
                  <a:lnTo>
                    <a:pt x="56" y="48"/>
                  </a:lnTo>
                  <a:lnTo>
                    <a:pt x="56" y="40"/>
                  </a:lnTo>
                  <a:lnTo>
                    <a:pt x="48" y="32"/>
                  </a:lnTo>
                  <a:close/>
                </a:path>
              </a:pathLst>
            </a:custGeom>
            <a:grpFill/>
            <a:ln w="6350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102" name="Freeform 652"/>
            <p:cNvSpPr>
              <a:spLocks/>
            </p:cNvSpPr>
            <p:nvPr/>
          </p:nvSpPr>
          <p:spPr bwMode="auto">
            <a:xfrm>
              <a:off x="2546143" y="3348366"/>
              <a:ext cx="42450" cy="42450"/>
            </a:xfrm>
            <a:custGeom>
              <a:avLst/>
              <a:gdLst>
                <a:gd name="T0" fmla="*/ 2147483647 w 40"/>
                <a:gd name="T1" fmla="*/ 2147483647 h 40"/>
                <a:gd name="T2" fmla="*/ 2147483647 w 40"/>
                <a:gd name="T3" fmla="*/ 2147483647 h 40"/>
                <a:gd name="T4" fmla="*/ 2147483647 w 40"/>
                <a:gd name="T5" fmla="*/ 0 h 40"/>
                <a:gd name="T6" fmla="*/ 2147483647 w 40"/>
                <a:gd name="T7" fmla="*/ 0 h 40"/>
                <a:gd name="T8" fmla="*/ 2147483647 w 40"/>
                <a:gd name="T9" fmla="*/ 2147483647 h 40"/>
                <a:gd name="T10" fmla="*/ 0 w 40"/>
                <a:gd name="T11" fmla="*/ 2147483647 h 40"/>
                <a:gd name="T12" fmla="*/ 2147483647 w 40"/>
                <a:gd name="T13" fmla="*/ 2147483647 h 40"/>
                <a:gd name="T14" fmla="*/ 2147483647 w 40"/>
                <a:gd name="T15" fmla="*/ 2147483647 h 40"/>
                <a:gd name="T16" fmla="*/ 2147483647 w 40"/>
                <a:gd name="T17" fmla="*/ 2147483647 h 40"/>
                <a:gd name="T18" fmla="*/ 2147483647 w 40"/>
                <a:gd name="T19" fmla="*/ 2147483647 h 4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40"/>
                <a:gd name="T31" fmla="*/ 0 h 40"/>
                <a:gd name="T32" fmla="*/ 40 w 40"/>
                <a:gd name="T33" fmla="*/ 40 h 40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40" h="40">
                  <a:moveTo>
                    <a:pt x="40" y="24"/>
                  </a:moveTo>
                  <a:lnTo>
                    <a:pt x="40" y="16"/>
                  </a:lnTo>
                  <a:lnTo>
                    <a:pt x="32" y="0"/>
                  </a:lnTo>
                  <a:lnTo>
                    <a:pt x="16" y="0"/>
                  </a:lnTo>
                  <a:lnTo>
                    <a:pt x="8" y="8"/>
                  </a:lnTo>
                  <a:lnTo>
                    <a:pt x="0" y="16"/>
                  </a:lnTo>
                  <a:lnTo>
                    <a:pt x="8" y="24"/>
                  </a:lnTo>
                  <a:lnTo>
                    <a:pt x="24" y="40"/>
                  </a:lnTo>
                  <a:lnTo>
                    <a:pt x="32" y="32"/>
                  </a:lnTo>
                  <a:lnTo>
                    <a:pt x="40" y="24"/>
                  </a:lnTo>
                  <a:close/>
                </a:path>
              </a:pathLst>
            </a:custGeom>
            <a:grpFill/>
            <a:ln w="6350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103" name="Freeform 653"/>
            <p:cNvSpPr>
              <a:spLocks/>
            </p:cNvSpPr>
            <p:nvPr/>
          </p:nvSpPr>
          <p:spPr bwMode="auto">
            <a:xfrm>
              <a:off x="2515821" y="3305916"/>
              <a:ext cx="33787" cy="25123"/>
            </a:xfrm>
            <a:custGeom>
              <a:avLst/>
              <a:gdLst>
                <a:gd name="T0" fmla="*/ 2147483647 w 32"/>
                <a:gd name="T1" fmla="*/ 2147483647 h 24"/>
                <a:gd name="T2" fmla="*/ 2147483647 w 32"/>
                <a:gd name="T3" fmla="*/ 2147483647 h 24"/>
                <a:gd name="T4" fmla="*/ 2147483647 w 32"/>
                <a:gd name="T5" fmla="*/ 0 h 24"/>
                <a:gd name="T6" fmla="*/ 2147483647 w 32"/>
                <a:gd name="T7" fmla="*/ 0 h 24"/>
                <a:gd name="T8" fmla="*/ 0 w 32"/>
                <a:gd name="T9" fmla="*/ 2147483647 h 24"/>
                <a:gd name="T10" fmla="*/ 0 w 32"/>
                <a:gd name="T11" fmla="*/ 2147483647 h 24"/>
                <a:gd name="T12" fmla="*/ 2147483647 w 32"/>
                <a:gd name="T13" fmla="*/ 2147483647 h 24"/>
                <a:gd name="T14" fmla="*/ 2147483647 w 32"/>
                <a:gd name="T15" fmla="*/ 2147483647 h 24"/>
                <a:gd name="T16" fmla="*/ 2147483647 w 32"/>
                <a:gd name="T17" fmla="*/ 2147483647 h 2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2"/>
                <a:gd name="T28" fmla="*/ 0 h 24"/>
                <a:gd name="T29" fmla="*/ 32 w 32"/>
                <a:gd name="T30" fmla="*/ 24 h 24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2" h="24">
                  <a:moveTo>
                    <a:pt x="32" y="16"/>
                  </a:moveTo>
                  <a:lnTo>
                    <a:pt x="32" y="8"/>
                  </a:lnTo>
                  <a:lnTo>
                    <a:pt x="32" y="0"/>
                  </a:lnTo>
                  <a:lnTo>
                    <a:pt x="24" y="0"/>
                  </a:lnTo>
                  <a:lnTo>
                    <a:pt x="0" y="8"/>
                  </a:lnTo>
                  <a:lnTo>
                    <a:pt x="8" y="24"/>
                  </a:lnTo>
                  <a:lnTo>
                    <a:pt x="24" y="16"/>
                  </a:lnTo>
                  <a:lnTo>
                    <a:pt x="32" y="16"/>
                  </a:lnTo>
                  <a:close/>
                </a:path>
              </a:pathLst>
            </a:custGeom>
            <a:grpFill/>
            <a:ln w="6350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104" name="Freeform 654"/>
            <p:cNvSpPr>
              <a:spLocks/>
            </p:cNvSpPr>
            <p:nvPr/>
          </p:nvSpPr>
          <p:spPr bwMode="auto">
            <a:xfrm>
              <a:off x="2549608" y="3348366"/>
              <a:ext cx="42450" cy="42450"/>
            </a:xfrm>
            <a:custGeom>
              <a:avLst/>
              <a:gdLst>
                <a:gd name="T0" fmla="*/ 2147483647 w 40"/>
                <a:gd name="T1" fmla="*/ 2147483647 h 40"/>
                <a:gd name="T2" fmla="*/ 2147483647 w 40"/>
                <a:gd name="T3" fmla="*/ 2147483647 h 40"/>
                <a:gd name="T4" fmla="*/ 2147483647 w 40"/>
                <a:gd name="T5" fmla="*/ 2147483647 h 40"/>
                <a:gd name="T6" fmla="*/ 2147483647 w 40"/>
                <a:gd name="T7" fmla="*/ 0 h 40"/>
                <a:gd name="T8" fmla="*/ 2147483647 w 40"/>
                <a:gd name="T9" fmla="*/ 0 h 40"/>
                <a:gd name="T10" fmla="*/ 2147483647 w 40"/>
                <a:gd name="T11" fmla="*/ 2147483647 h 40"/>
                <a:gd name="T12" fmla="*/ 0 w 40"/>
                <a:gd name="T13" fmla="*/ 2147483647 h 40"/>
                <a:gd name="T14" fmla="*/ 2147483647 w 40"/>
                <a:gd name="T15" fmla="*/ 2147483647 h 40"/>
                <a:gd name="T16" fmla="*/ 2147483647 w 40"/>
                <a:gd name="T17" fmla="*/ 2147483647 h 40"/>
                <a:gd name="T18" fmla="*/ 2147483647 w 40"/>
                <a:gd name="T19" fmla="*/ 2147483647 h 40"/>
                <a:gd name="T20" fmla="*/ 2147483647 w 40"/>
                <a:gd name="T21" fmla="*/ 2147483647 h 4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40"/>
                <a:gd name="T34" fmla="*/ 0 h 40"/>
                <a:gd name="T35" fmla="*/ 40 w 40"/>
                <a:gd name="T36" fmla="*/ 40 h 40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40" h="40">
                  <a:moveTo>
                    <a:pt x="40" y="24"/>
                  </a:moveTo>
                  <a:lnTo>
                    <a:pt x="40" y="16"/>
                  </a:lnTo>
                  <a:lnTo>
                    <a:pt x="32" y="0"/>
                  </a:lnTo>
                  <a:lnTo>
                    <a:pt x="16" y="0"/>
                  </a:lnTo>
                  <a:lnTo>
                    <a:pt x="8" y="8"/>
                  </a:lnTo>
                  <a:lnTo>
                    <a:pt x="0" y="16"/>
                  </a:lnTo>
                  <a:lnTo>
                    <a:pt x="8" y="24"/>
                  </a:lnTo>
                  <a:lnTo>
                    <a:pt x="24" y="40"/>
                  </a:lnTo>
                  <a:lnTo>
                    <a:pt x="32" y="32"/>
                  </a:lnTo>
                  <a:lnTo>
                    <a:pt x="40" y="24"/>
                  </a:lnTo>
                  <a:close/>
                </a:path>
              </a:pathLst>
            </a:custGeom>
            <a:grpFill/>
            <a:ln w="6350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105" name="Freeform 655"/>
            <p:cNvSpPr>
              <a:spLocks/>
            </p:cNvSpPr>
            <p:nvPr/>
          </p:nvSpPr>
          <p:spPr bwMode="auto">
            <a:xfrm>
              <a:off x="2614583" y="3093665"/>
              <a:ext cx="867" cy="8663"/>
            </a:xfrm>
            <a:custGeom>
              <a:avLst/>
              <a:gdLst>
                <a:gd name="T0" fmla="*/ 0 w 1942"/>
                <a:gd name="T1" fmla="*/ 0 h 8"/>
                <a:gd name="T2" fmla="*/ 0 w 1942"/>
                <a:gd name="T3" fmla="*/ 2147483647 h 8"/>
                <a:gd name="T4" fmla="*/ 0 w 1942"/>
                <a:gd name="T5" fmla="*/ 0 h 8"/>
                <a:gd name="T6" fmla="*/ 0 60000 65536"/>
                <a:gd name="T7" fmla="*/ 0 60000 65536"/>
                <a:gd name="T8" fmla="*/ 0 60000 65536"/>
                <a:gd name="T9" fmla="*/ 0 w 1942"/>
                <a:gd name="T10" fmla="*/ 0 h 8"/>
                <a:gd name="T11" fmla="*/ 1942 w 1942"/>
                <a:gd name="T12" fmla="*/ 8 h 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42" h="8">
                  <a:moveTo>
                    <a:pt x="0" y="0"/>
                  </a:moveTo>
                  <a:lnTo>
                    <a:pt x="0" y="8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106" name="Freeform 656"/>
            <p:cNvSpPr>
              <a:spLocks/>
            </p:cNvSpPr>
            <p:nvPr/>
          </p:nvSpPr>
          <p:spPr bwMode="auto">
            <a:xfrm>
              <a:off x="2614583" y="2941191"/>
              <a:ext cx="272028" cy="279825"/>
            </a:xfrm>
            <a:custGeom>
              <a:avLst/>
              <a:gdLst>
                <a:gd name="T0" fmla="*/ 2147483647 w 257"/>
                <a:gd name="T1" fmla="*/ 2147483647 h 264"/>
                <a:gd name="T2" fmla="*/ 2147483647 w 257"/>
                <a:gd name="T3" fmla="*/ 2147483647 h 264"/>
                <a:gd name="T4" fmla="*/ 2147483647 w 257"/>
                <a:gd name="T5" fmla="*/ 2147483647 h 264"/>
                <a:gd name="T6" fmla="*/ 2147483647 w 257"/>
                <a:gd name="T7" fmla="*/ 2147483647 h 264"/>
                <a:gd name="T8" fmla="*/ 2147483647 w 257"/>
                <a:gd name="T9" fmla="*/ 2147483647 h 264"/>
                <a:gd name="T10" fmla="*/ 2147483647 w 257"/>
                <a:gd name="T11" fmla="*/ 2147483647 h 264"/>
                <a:gd name="T12" fmla="*/ 2147483647 w 257"/>
                <a:gd name="T13" fmla="*/ 2147483647 h 264"/>
                <a:gd name="T14" fmla="*/ 2147483647 w 257"/>
                <a:gd name="T15" fmla="*/ 2147483647 h 264"/>
                <a:gd name="T16" fmla="*/ 2147483647 w 257"/>
                <a:gd name="T17" fmla="*/ 2147483647 h 264"/>
                <a:gd name="T18" fmla="*/ 2147483647 w 257"/>
                <a:gd name="T19" fmla="*/ 2147483647 h 264"/>
                <a:gd name="T20" fmla="*/ 2147483647 w 257"/>
                <a:gd name="T21" fmla="*/ 2147483647 h 264"/>
                <a:gd name="T22" fmla="*/ 2147483647 w 257"/>
                <a:gd name="T23" fmla="*/ 2147483647 h 264"/>
                <a:gd name="T24" fmla="*/ 2147483647 w 257"/>
                <a:gd name="T25" fmla="*/ 2147483647 h 264"/>
                <a:gd name="T26" fmla="*/ 2147483647 w 257"/>
                <a:gd name="T27" fmla="*/ 2147483647 h 264"/>
                <a:gd name="T28" fmla="*/ 2147483647 w 257"/>
                <a:gd name="T29" fmla="*/ 2147483647 h 264"/>
                <a:gd name="T30" fmla="*/ 2147483647 w 257"/>
                <a:gd name="T31" fmla="*/ 2147483647 h 264"/>
                <a:gd name="T32" fmla="*/ 2147483647 w 257"/>
                <a:gd name="T33" fmla="*/ 2147483647 h 264"/>
                <a:gd name="T34" fmla="*/ 2147483647 w 257"/>
                <a:gd name="T35" fmla="*/ 2147483647 h 264"/>
                <a:gd name="T36" fmla="*/ 2147483647 w 257"/>
                <a:gd name="T37" fmla="*/ 2147483647 h 264"/>
                <a:gd name="T38" fmla="*/ 2147483647 w 257"/>
                <a:gd name="T39" fmla="*/ 2147483647 h 264"/>
                <a:gd name="T40" fmla="*/ 2147483647 w 257"/>
                <a:gd name="T41" fmla="*/ 2147483647 h 264"/>
                <a:gd name="T42" fmla="*/ 2147483647 w 257"/>
                <a:gd name="T43" fmla="*/ 2147483647 h 264"/>
                <a:gd name="T44" fmla="*/ 2147483647 w 257"/>
                <a:gd name="T45" fmla="*/ 0 h 264"/>
                <a:gd name="T46" fmla="*/ 2147483647 w 257"/>
                <a:gd name="T47" fmla="*/ 2147483647 h 264"/>
                <a:gd name="T48" fmla="*/ 2147483647 w 257"/>
                <a:gd name="T49" fmla="*/ 2147483647 h 264"/>
                <a:gd name="T50" fmla="*/ 2147483647 w 257"/>
                <a:gd name="T51" fmla="*/ 2147483647 h 264"/>
                <a:gd name="T52" fmla="*/ 2147483647 w 257"/>
                <a:gd name="T53" fmla="*/ 2147483647 h 264"/>
                <a:gd name="T54" fmla="*/ 2147483647 w 257"/>
                <a:gd name="T55" fmla="*/ 2147483647 h 264"/>
                <a:gd name="T56" fmla="*/ 2147483647 w 257"/>
                <a:gd name="T57" fmla="*/ 2147483647 h 264"/>
                <a:gd name="T58" fmla="*/ 2147483647 w 257"/>
                <a:gd name="T59" fmla="*/ 2147483647 h 264"/>
                <a:gd name="T60" fmla="*/ 2147483647 w 257"/>
                <a:gd name="T61" fmla="*/ 2147483647 h 264"/>
                <a:gd name="T62" fmla="*/ 2147483647 w 257"/>
                <a:gd name="T63" fmla="*/ 2147483647 h 264"/>
                <a:gd name="T64" fmla="*/ 2147483647 w 257"/>
                <a:gd name="T65" fmla="*/ 2147483647 h 264"/>
                <a:gd name="T66" fmla="*/ 2147483647 w 257"/>
                <a:gd name="T67" fmla="*/ 2147483647 h 264"/>
                <a:gd name="T68" fmla="*/ 2147483647 w 257"/>
                <a:gd name="T69" fmla="*/ 2147483647 h 264"/>
                <a:gd name="T70" fmla="*/ 2147483647 w 257"/>
                <a:gd name="T71" fmla="*/ 2147483647 h 264"/>
                <a:gd name="T72" fmla="*/ 0 w 257"/>
                <a:gd name="T73" fmla="*/ 2147483647 h 264"/>
                <a:gd name="T74" fmla="*/ 0 w 257"/>
                <a:gd name="T75" fmla="*/ 2147483647 h 264"/>
                <a:gd name="T76" fmla="*/ 0 w 257"/>
                <a:gd name="T77" fmla="*/ 2147483647 h 264"/>
                <a:gd name="T78" fmla="*/ 2147483647 w 257"/>
                <a:gd name="T79" fmla="*/ 2147483647 h 264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w 257"/>
                <a:gd name="T121" fmla="*/ 0 h 264"/>
                <a:gd name="T122" fmla="*/ 257 w 257"/>
                <a:gd name="T123" fmla="*/ 264 h 264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T120" t="T121" r="T122" b="T123"/>
              <a:pathLst>
                <a:path w="257" h="264">
                  <a:moveTo>
                    <a:pt x="40" y="184"/>
                  </a:moveTo>
                  <a:lnTo>
                    <a:pt x="144" y="256"/>
                  </a:lnTo>
                  <a:lnTo>
                    <a:pt x="152" y="264"/>
                  </a:lnTo>
                  <a:lnTo>
                    <a:pt x="160" y="264"/>
                  </a:lnTo>
                  <a:lnTo>
                    <a:pt x="185" y="248"/>
                  </a:lnTo>
                  <a:lnTo>
                    <a:pt x="257" y="200"/>
                  </a:lnTo>
                  <a:lnTo>
                    <a:pt x="241" y="184"/>
                  </a:lnTo>
                  <a:lnTo>
                    <a:pt x="233" y="184"/>
                  </a:lnTo>
                  <a:lnTo>
                    <a:pt x="225" y="168"/>
                  </a:lnTo>
                  <a:lnTo>
                    <a:pt x="233" y="160"/>
                  </a:lnTo>
                  <a:lnTo>
                    <a:pt x="233" y="120"/>
                  </a:lnTo>
                  <a:lnTo>
                    <a:pt x="225" y="112"/>
                  </a:lnTo>
                  <a:lnTo>
                    <a:pt x="233" y="104"/>
                  </a:lnTo>
                  <a:lnTo>
                    <a:pt x="225" y="96"/>
                  </a:lnTo>
                  <a:lnTo>
                    <a:pt x="225" y="80"/>
                  </a:lnTo>
                  <a:lnTo>
                    <a:pt x="217" y="72"/>
                  </a:lnTo>
                  <a:lnTo>
                    <a:pt x="209" y="72"/>
                  </a:lnTo>
                  <a:lnTo>
                    <a:pt x="201" y="64"/>
                  </a:lnTo>
                  <a:lnTo>
                    <a:pt x="201" y="56"/>
                  </a:lnTo>
                  <a:lnTo>
                    <a:pt x="217" y="40"/>
                  </a:lnTo>
                  <a:lnTo>
                    <a:pt x="217" y="24"/>
                  </a:lnTo>
                  <a:lnTo>
                    <a:pt x="217" y="8"/>
                  </a:lnTo>
                  <a:lnTo>
                    <a:pt x="217" y="0"/>
                  </a:lnTo>
                  <a:lnTo>
                    <a:pt x="209" y="8"/>
                  </a:lnTo>
                  <a:lnTo>
                    <a:pt x="193" y="8"/>
                  </a:lnTo>
                  <a:lnTo>
                    <a:pt x="144" y="8"/>
                  </a:lnTo>
                  <a:lnTo>
                    <a:pt x="104" y="24"/>
                  </a:lnTo>
                  <a:lnTo>
                    <a:pt x="88" y="32"/>
                  </a:lnTo>
                  <a:lnTo>
                    <a:pt x="88" y="56"/>
                  </a:lnTo>
                  <a:lnTo>
                    <a:pt x="96" y="72"/>
                  </a:lnTo>
                  <a:lnTo>
                    <a:pt x="88" y="80"/>
                  </a:lnTo>
                  <a:lnTo>
                    <a:pt x="72" y="80"/>
                  </a:lnTo>
                  <a:lnTo>
                    <a:pt x="64" y="88"/>
                  </a:lnTo>
                  <a:lnTo>
                    <a:pt x="64" y="96"/>
                  </a:lnTo>
                  <a:lnTo>
                    <a:pt x="40" y="104"/>
                  </a:lnTo>
                  <a:lnTo>
                    <a:pt x="16" y="120"/>
                  </a:lnTo>
                  <a:lnTo>
                    <a:pt x="0" y="128"/>
                  </a:lnTo>
                  <a:lnTo>
                    <a:pt x="0" y="144"/>
                  </a:lnTo>
                  <a:lnTo>
                    <a:pt x="0" y="152"/>
                  </a:lnTo>
                  <a:lnTo>
                    <a:pt x="40" y="184"/>
                  </a:lnTo>
                  <a:close/>
                </a:path>
              </a:pathLst>
            </a:custGeom>
            <a:grpFill/>
            <a:ln w="6350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107" name="Rectangle 657"/>
            <p:cNvSpPr>
              <a:spLocks noChangeArrowheads="1"/>
            </p:cNvSpPr>
            <p:nvPr/>
          </p:nvSpPr>
          <p:spPr bwMode="auto">
            <a:xfrm>
              <a:off x="2614583" y="3093665"/>
              <a:ext cx="0" cy="8663"/>
            </a:xfrm>
            <a:prstGeom prst="rect">
              <a:avLst/>
            </a:prstGeom>
            <a:grpFill/>
            <a:ln w="6350">
              <a:noFill/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defTabSz="1219048" eaLnBrk="1" hangingPunct="1">
                <a:spcBef>
                  <a:spcPct val="50000"/>
                </a:spcBef>
              </a:pPr>
              <a:endParaRPr lang="en-US" sz="3200">
                <a:solidFill>
                  <a:srgbClr val="4D4D4D"/>
                </a:solidFill>
                <a:ea typeface="MS PGothic" panose="020B0600070205080204" pitchFamily="34" charset="-128"/>
              </a:endParaRPr>
            </a:p>
          </p:txBody>
        </p:sp>
        <p:sp>
          <p:nvSpPr>
            <p:cNvPr id="108" name="Freeform 658"/>
            <p:cNvSpPr>
              <a:spLocks/>
            </p:cNvSpPr>
            <p:nvPr/>
          </p:nvSpPr>
          <p:spPr bwMode="auto">
            <a:xfrm>
              <a:off x="2614583" y="2941191"/>
              <a:ext cx="272028" cy="279825"/>
            </a:xfrm>
            <a:custGeom>
              <a:avLst/>
              <a:gdLst>
                <a:gd name="T0" fmla="*/ 2147483647 w 257"/>
                <a:gd name="T1" fmla="*/ 2147483647 h 264"/>
                <a:gd name="T2" fmla="*/ 2147483647 w 257"/>
                <a:gd name="T3" fmla="*/ 2147483647 h 264"/>
                <a:gd name="T4" fmla="*/ 2147483647 w 257"/>
                <a:gd name="T5" fmla="*/ 2147483647 h 264"/>
                <a:gd name="T6" fmla="*/ 2147483647 w 257"/>
                <a:gd name="T7" fmla="*/ 2147483647 h 264"/>
                <a:gd name="T8" fmla="*/ 2147483647 w 257"/>
                <a:gd name="T9" fmla="*/ 2147483647 h 264"/>
                <a:gd name="T10" fmla="*/ 2147483647 w 257"/>
                <a:gd name="T11" fmla="*/ 2147483647 h 264"/>
                <a:gd name="T12" fmla="*/ 2147483647 w 257"/>
                <a:gd name="T13" fmla="*/ 2147483647 h 264"/>
                <a:gd name="T14" fmla="*/ 2147483647 w 257"/>
                <a:gd name="T15" fmla="*/ 2147483647 h 264"/>
                <a:gd name="T16" fmla="*/ 2147483647 w 257"/>
                <a:gd name="T17" fmla="*/ 2147483647 h 264"/>
                <a:gd name="T18" fmla="*/ 2147483647 w 257"/>
                <a:gd name="T19" fmla="*/ 2147483647 h 264"/>
                <a:gd name="T20" fmla="*/ 2147483647 w 257"/>
                <a:gd name="T21" fmla="*/ 2147483647 h 264"/>
                <a:gd name="T22" fmla="*/ 2147483647 w 257"/>
                <a:gd name="T23" fmla="*/ 2147483647 h 264"/>
                <a:gd name="T24" fmla="*/ 2147483647 w 257"/>
                <a:gd name="T25" fmla="*/ 2147483647 h 264"/>
                <a:gd name="T26" fmla="*/ 2147483647 w 257"/>
                <a:gd name="T27" fmla="*/ 2147483647 h 264"/>
                <a:gd name="T28" fmla="*/ 2147483647 w 257"/>
                <a:gd name="T29" fmla="*/ 2147483647 h 264"/>
                <a:gd name="T30" fmla="*/ 2147483647 w 257"/>
                <a:gd name="T31" fmla="*/ 2147483647 h 264"/>
                <a:gd name="T32" fmla="*/ 2147483647 w 257"/>
                <a:gd name="T33" fmla="*/ 2147483647 h 264"/>
                <a:gd name="T34" fmla="*/ 2147483647 w 257"/>
                <a:gd name="T35" fmla="*/ 2147483647 h 264"/>
                <a:gd name="T36" fmla="*/ 2147483647 w 257"/>
                <a:gd name="T37" fmla="*/ 2147483647 h 264"/>
                <a:gd name="T38" fmla="*/ 0 w 257"/>
                <a:gd name="T39" fmla="*/ 2147483647 h 264"/>
                <a:gd name="T40" fmla="*/ 0 w 257"/>
                <a:gd name="T41" fmla="*/ 2147483647 h 264"/>
                <a:gd name="T42" fmla="*/ 2147483647 w 257"/>
                <a:gd name="T43" fmla="*/ 2147483647 h 264"/>
                <a:gd name="T44" fmla="*/ 2147483647 w 257"/>
                <a:gd name="T45" fmla="*/ 2147483647 h 264"/>
                <a:gd name="T46" fmla="*/ 2147483647 w 257"/>
                <a:gd name="T47" fmla="*/ 2147483647 h 264"/>
                <a:gd name="T48" fmla="*/ 2147483647 w 257"/>
                <a:gd name="T49" fmla="*/ 2147483647 h 264"/>
                <a:gd name="T50" fmla="*/ 2147483647 w 257"/>
                <a:gd name="T51" fmla="*/ 2147483647 h 264"/>
                <a:gd name="T52" fmla="*/ 2147483647 w 257"/>
                <a:gd name="T53" fmla="*/ 2147483647 h 264"/>
                <a:gd name="T54" fmla="*/ 2147483647 w 257"/>
                <a:gd name="T55" fmla="*/ 2147483647 h 264"/>
                <a:gd name="T56" fmla="*/ 2147483647 w 257"/>
                <a:gd name="T57" fmla="*/ 2147483647 h 264"/>
                <a:gd name="T58" fmla="*/ 2147483647 w 257"/>
                <a:gd name="T59" fmla="*/ 2147483647 h 264"/>
                <a:gd name="T60" fmla="*/ 2147483647 w 257"/>
                <a:gd name="T61" fmla="*/ 2147483647 h 264"/>
                <a:gd name="T62" fmla="*/ 2147483647 w 257"/>
                <a:gd name="T63" fmla="*/ 2147483647 h 264"/>
                <a:gd name="T64" fmla="*/ 2147483647 w 257"/>
                <a:gd name="T65" fmla="*/ 2147483647 h 264"/>
                <a:gd name="T66" fmla="*/ 2147483647 w 257"/>
                <a:gd name="T67" fmla="*/ 2147483647 h 264"/>
                <a:gd name="T68" fmla="*/ 2147483647 w 257"/>
                <a:gd name="T69" fmla="*/ 2147483647 h 264"/>
                <a:gd name="T70" fmla="*/ 2147483647 w 257"/>
                <a:gd name="T71" fmla="*/ 2147483647 h 264"/>
                <a:gd name="T72" fmla="*/ 2147483647 w 257"/>
                <a:gd name="T73" fmla="*/ 2147483647 h 264"/>
                <a:gd name="T74" fmla="*/ 2147483647 w 257"/>
                <a:gd name="T75" fmla="*/ 2147483647 h 264"/>
                <a:gd name="T76" fmla="*/ 2147483647 w 257"/>
                <a:gd name="T77" fmla="*/ 2147483647 h 264"/>
                <a:gd name="T78" fmla="*/ 2147483647 w 257"/>
                <a:gd name="T79" fmla="*/ 2147483647 h 264"/>
                <a:gd name="T80" fmla="*/ 0 w 257"/>
                <a:gd name="T81" fmla="*/ 2147483647 h 264"/>
                <a:gd name="T82" fmla="*/ 0 w 257"/>
                <a:gd name="T83" fmla="*/ 2147483647 h 264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257"/>
                <a:gd name="T127" fmla="*/ 0 h 264"/>
                <a:gd name="T128" fmla="*/ 257 w 257"/>
                <a:gd name="T129" fmla="*/ 264 h 264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257" h="264">
                  <a:moveTo>
                    <a:pt x="40" y="184"/>
                  </a:moveTo>
                  <a:lnTo>
                    <a:pt x="144" y="256"/>
                  </a:lnTo>
                  <a:lnTo>
                    <a:pt x="152" y="264"/>
                  </a:lnTo>
                  <a:lnTo>
                    <a:pt x="160" y="264"/>
                  </a:lnTo>
                  <a:lnTo>
                    <a:pt x="185" y="248"/>
                  </a:lnTo>
                  <a:lnTo>
                    <a:pt x="257" y="200"/>
                  </a:lnTo>
                  <a:lnTo>
                    <a:pt x="241" y="184"/>
                  </a:lnTo>
                  <a:lnTo>
                    <a:pt x="233" y="184"/>
                  </a:lnTo>
                  <a:lnTo>
                    <a:pt x="225" y="168"/>
                  </a:lnTo>
                  <a:lnTo>
                    <a:pt x="233" y="160"/>
                  </a:lnTo>
                  <a:lnTo>
                    <a:pt x="233" y="120"/>
                  </a:lnTo>
                  <a:lnTo>
                    <a:pt x="225" y="112"/>
                  </a:lnTo>
                  <a:lnTo>
                    <a:pt x="233" y="104"/>
                  </a:lnTo>
                  <a:lnTo>
                    <a:pt x="225" y="96"/>
                  </a:lnTo>
                  <a:lnTo>
                    <a:pt x="225" y="80"/>
                  </a:lnTo>
                  <a:lnTo>
                    <a:pt x="217" y="72"/>
                  </a:lnTo>
                  <a:lnTo>
                    <a:pt x="209" y="72"/>
                  </a:lnTo>
                  <a:lnTo>
                    <a:pt x="201" y="64"/>
                  </a:lnTo>
                  <a:lnTo>
                    <a:pt x="201" y="56"/>
                  </a:lnTo>
                  <a:lnTo>
                    <a:pt x="217" y="40"/>
                  </a:lnTo>
                  <a:lnTo>
                    <a:pt x="217" y="24"/>
                  </a:lnTo>
                  <a:lnTo>
                    <a:pt x="217" y="8"/>
                  </a:lnTo>
                  <a:lnTo>
                    <a:pt x="217" y="0"/>
                  </a:lnTo>
                  <a:lnTo>
                    <a:pt x="209" y="8"/>
                  </a:lnTo>
                  <a:lnTo>
                    <a:pt x="193" y="8"/>
                  </a:lnTo>
                  <a:lnTo>
                    <a:pt x="144" y="8"/>
                  </a:lnTo>
                  <a:lnTo>
                    <a:pt x="104" y="24"/>
                  </a:lnTo>
                  <a:lnTo>
                    <a:pt x="88" y="32"/>
                  </a:lnTo>
                  <a:lnTo>
                    <a:pt x="88" y="56"/>
                  </a:lnTo>
                  <a:lnTo>
                    <a:pt x="96" y="72"/>
                  </a:lnTo>
                  <a:lnTo>
                    <a:pt x="88" y="80"/>
                  </a:lnTo>
                  <a:lnTo>
                    <a:pt x="72" y="80"/>
                  </a:lnTo>
                  <a:lnTo>
                    <a:pt x="64" y="88"/>
                  </a:lnTo>
                  <a:lnTo>
                    <a:pt x="64" y="96"/>
                  </a:lnTo>
                  <a:lnTo>
                    <a:pt x="40" y="104"/>
                  </a:lnTo>
                  <a:lnTo>
                    <a:pt x="16" y="120"/>
                  </a:lnTo>
                  <a:lnTo>
                    <a:pt x="0" y="128"/>
                  </a:lnTo>
                  <a:lnTo>
                    <a:pt x="0" y="144"/>
                  </a:lnTo>
                  <a:lnTo>
                    <a:pt x="0" y="152"/>
                  </a:lnTo>
                  <a:lnTo>
                    <a:pt x="40" y="184"/>
                  </a:lnTo>
                  <a:lnTo>
                    <a:pt x="144" y="256"/>
                  </a:lnTo>
                  <a:lnTo>
                    <a:pt x="152" y="264"/>
                  </a:lnTo>
                  <a:lnTo>
                    <a:pt x="160" y="264"/>
                  </a:lnTo>
                  <a:lnTo>
                    <a:pt x="185" y="248"/>
                  </a:lnTo>
                  <a:lnTo>
                    <a:pt x="257" y="200"/>
                  </a:lnTo>
                  <a:lnTo>
                    <a:pt x="241" y="184"/>
                  </a:lnTo>
                  <a:lnTo>
                    <a:pt x="233" y="184"/>
                  </a:lnTo>
                  <a:lnTo>
                    <a:pt x="225" y="168"/>
                  </a:lnTo>
                  <a:lnTo>
                    <a:pt x="233" y="160"/>
                  </a:lnTo>
                  <a:lnTo>
                    <a:pt x="233" y="120"/>
                  </a:lnTo>
                  <a:lnTo>
                    <a:pt x="225" y="112"/>
                  </a:lnTo>
                  <a:lnTo>
                    <a:pt x="233" y="104"/>
                  </a:lnTo>
                  <a:lnTo>
                    <a:pt x="225" y="96"/>
                  </a:lnTo>
                  <a:lnTo>
                    <a:pt x="225" y="80"/>
                  </a:lnTo>
                  <a:lnTo>
                    <a:pt x="217" y="72"/>
                  </a:lnTo>
                  <a:lnTo>
                    <a:pt x="209" y="72"/>
                  </a:lnTo>
                  <a:lnTo>
                    <a:pt x="201" y="64"/>
                  </a:lnTo>
                  <a:lnTo>
                    <a:pt x="201" y="56"/>
                  </a:lnTo>
                  <a:lnTo>
                    <a:pt x="217" y="40"/>
                  </a:lnTo>
                  <a:lnTo>
                    <a:pt x="217" y="24"/>
                  </a:lnTo>
                  <a:lnTo>
                    <a:pt x="217" y="8"/>
                  </a:lnTo>
                  <a:lnTo>
                    <a:pt x="217" y="0"/>
                  </a:lnTo>
                  <a:lnTo>
                    <a:pt x="209" y="8"/>
                  </a:lnTo>
                  <a:lnTo>
                    <a:pt x="193" y="8"/>
                  </a:lnTo>
                  <a:lnTo>
                    <a:pt x="144" y="8"/>
                  </a:lnTo>
                  <a:lnTo>
                    <a:pt x="104" y="24"/>
                  </a:lnTo>
                  <a:lnTo>
                    <a:pt x="88" y="32"/>
                  </a:lnTo>
                  <a:lnTo>
                    <a:pt x="88" y="56"/>
                  </a:lnTo>
                  <a:lnTo>
                    <a:pt x="96" y="72"/>
                  </a:lnTo>
                  <a:lnTo>
                    <a:pt x="88" y="80"/>
                  </a:lnTo>
                  <a:lnTo>
                    <a:pt x="72" y="80"/>
                  </a:lnTo>
                  <a:lnTo>
                    <a:pt x="64" y="88"/>
                  </a:lnTo>
                  <a:lnTo>
                    <a:pt x="64" y="96"/>
                  </a:lnTo>
                  <a:lnTo>
                    <a:pt x="40" y="104"/>
                  </a:lnTo>
                  <a:lnTo>
                    <a:pt x="16" y="120"/>
                  </a:lnTo>
                  <a:lnTo>
                    <a:pt x="0" y="128"/>
                  </a:lnTo>
                  <a:lnTo>
                    <a:pt x="0" y="144"/>
                  </a:lnTo>
                  <a:lnTo>
                    <a:pt x="0" y="152"/>
                  </a:lnTo>
                  <a:lnTo>
                    <a:pt x="40" y="184"/>
                  </a:lnTo>
                  <a:close/>
                </a:path>
              </a:pathLst>
            </a:custGeom>
            <a:grpFill/>
            <a:ln w="6350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109" name="Freeform 659"/>
            <p:cNvSpPr>
              <a:spLocks/>
            </p:cNvSpPr>
            <p:nvPr/>
          </p:nvSpPr>
          <p:spPr bwMode="auto">
            <a:xfrm>
              <a:off x="2631043" y="2923864"/>
              <a:ext cx="8663" cy="867"/>
            </a:xfrm>
            <a:custGeom>
              <a:avLst/>
              <a:gdLst>
                <a:gd name="T0" fmla="*/ 2147483647 w 8"/>
                <a:gd name="T1" fmla="*/ 0 h 1943"/>
                <a:gd name="T2" fmla="*/ 0 w 8"/>
                <a:gd name="T3" fmla="*/ 0 h 1943"/>
                <a:gd name="T4" fmla="*/ 2147483647 w 8"/>
                <a:gd name="T5" fmla="*/ 0 h 1943"/>
                <a:gd name="T6" fmla="*/ 0 60000 65536"/>
                <a:gd name="T7" fmla="*/ 0 60000 65536"/>
                <a:gd name="T8" fmla="*/ 0 60000 65536"/>
                <a:gd name="T9" fmla="*/ 0 w 8"/>
                <a:gd name="T10" fmla="*/ 0 h 1943"/>
                <a:gd name="T11" fmla="*/ 8 w 8"/>
                <a:gd name="T12" fmla="*/ 1943 h 194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8" h="1943">
                  <a:moveTo>
                    <a:pt x="8" y="0"/>
                  </a:moveTo>
                  <a:lnTo>
                    <a:pt x="0" y="0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6350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110" name="Freeform 660"/>
            <p:cNvSpPr>
              <a:spLocks/>
            </p:cNvSpPr>
            <p:nvPr/>
          </p:nvSpPr>
          <p:spPr bwMode="auto">
            <a:xfrm>
              <a:off x="2639706" y="2864954"/>
              <a:ext cx="8663" cy="867"/>
            </a:xfrm>
            <a:custGeom>
              <a:avLst/>
              <a:gdLst>
                <a:gd name="T0" fmla="*/ 0 w 8"/>
                <a:gd name="T1" fmla="*/ 0 h 1943"/>
                <a:gd name="T2" fmla="*/ 2147483647 w 8"/>
                <a:gd name="T3" fmla="*/ 0 h 1943"/>
                <a:gd name="T4" fmla="*/ 0 w 8"/>
                <a:gd name="T5" fmla="*/ 0 h 1943"/>
                <a:gd name="T6" fmla="*/ 0 60000 65536"/>
                <a:gd name="T7" fmla="*/ 0 60000 65536"/>
                <a:gd name="T8" fmla="*/ 0 60000 65536"/>
                <a:gd name="T9" fmla="*/ 0 w 8"/>
                <a:gd name="T10" fmla="*/ 0 h 1943"/>
                <a:gd name="T11" fmla="*/ 8 w 8"/>
                <a:gd name="T12" fmla="*/ 1943 h 194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8" h="1943">
                  <a:moveTo>
                    <a:pt x="0" y="0"/>
                  </a:moveTo>
                  <a:lnTo>
                    <a:pt x="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111" name="Rectangle 661"/>
            <p:cNvSpPr>
              <a:spLocks noChangeArrowheads="1"/>
            </p:cNvSpPr>
            <p:nvPr/>
          </p:nvSpPr>
          <p:spPr bwMode="auto">
            <a:xfrm>
              <a:off x="2631043" y="2923864"/>
              <a:ext cx="8663" cy="0"/>
            </a:xfrm>
            <a:prstGeom prst="rect">
              <a:avLst/>
            </a:prstGeom>
            <a:grpFill/>
            <a:ln w="6350">
              <a:noFill/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defTabSz="1219048" eaLnBrk="1" hangingPunct="1">
                <a:spcBef>
                  <a:spcPct val="50000"/>
                </a:spcBef>
              </a:pPr>
              <a:endParaRPr lang="en-US" sz="3200">
                <a:solidFill>
                  <a:srgbClr val="4D4D4D"/>
                </a:solidFill>
                <a:ea typeface="MS PGothic" panose="020B0600070205080204" pitchFamily="34" charset="-128"/>
              </a:endParaRPr>
            </a:p>
          </p:txBody>
        </p:sp>
        <p:sp>
          <p:nvSpPr>
            <p:cNvPr id="112" name="Freeform 662"/>
            <p:cNvSpPr>
              <a:spLocks/>
            </p:cNvSpPr>
            <p:nvPr/>
          </p:nvSpPr>
          <p:spPr bwMode="auto">
            <a:xfrm>
              <a:off x="2639706" y="2864954"/>
              <a:ext cx="8663" cy="867"/>
            </a:xfrm>
            <a:custGeom>
              <a:avLst/>
              <a:gdLst>
                <a:gd name="T0" fmla="*/ 0 w 8"/>
                <a:gd name="T1" fmla="*/ 0 h 1943"/>
                <a:gd name="T2" fmla="*/ 0 w 8"/>
                <a:gd name="T3" fmla="*/ 0 h 1943"/>
                <a:gd name="T4" fmla="*/ 2147483647 w 8"/>
                <a:gd name="T5" fmla="*/ 0 h 1943"/>
                <a:gd name="T6" fmla="*/ 0 w 8"/>
                <a:gd name="T7" fmla="*/ 0 h 194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"/>
                <a:gd name="T13" fmla="*/ 0 h 1943"/>
                <a:gd name="T14" fmla="*/ 8 w 8"/>
                <a:gd name="T15" fmla="*/ 1943 h 194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" h="1943">
                  <a:moveTo>
                    <a:pt x="0" y="0"/>
                  </a:moveTo>
                  <a:lnTo>
                    <a:pt x="0" y="0"/>
                  </a:lnTo>
                  <a:lnTo>
                    <a:pt x="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113" name="Freeform 663"/>
            <p:cNvSpPr>
              <a:spLocks/>
            </p:cNvSpPr>
            <p:nvPr/>
          </p:nvSpPr>
          <p:spPr bwMode="auto">
            <a:xfrm>
              <a:off x="2605919" y="2830301"/>
              <a:ext cx="161137" cy="127351"/>
            </a:xfrm>
            <a:custGeom>
              <a:avLst/>
              <a:gdLst>
                <a:gd name="T0" fmla="*/ 2147483647 w 152"/>
                <a:gd name="T1" fmla="*/ 2147483647 h 120"/>
                <a:gd name="T2" fmla="*/ 2147483647 w 152"/>
                <a:gd name="T3" fmla="*/ 2147483647 h 120"/>
                <a:gd name="T4" fmla="*/ 2147483647 w 152"/>
                <a:gd name="T5" fmla="*/ 2147483647 h 120"/>
                <a:gd name="T6" fmla="*/ 2147483647 w 152"/>
                <a:gd name="T7" fmla="*/ 2147483647 h 120"/>
                <a:gd name="T8" fmla="*/ 2147483647 w 152"/>
                <a:gd name="T9" fmla="*/ 2147483647 h 120"/>
                <a:gd name="T10" fmla="*/ 2147483647 w 152"/>
                <a:gd name="T11" fmla="*/ 0 h 120"/>
                <a:gd name="T12" fmla="*/ 2147483647 w 152"/>
                <a:gd name="T13" fmla="*/ 0 h 120"/>
                <a:gd name="T14" fmla="*/ 2147483647 w 152"/>
                <a:gd name="T15" fmla="*/ 0 h 120"/>
                <a:gd name="T16" fmla="*/ 2147483647 w 152"/>
                <a:gd name="T17" fmla="*/ 0 h 120"/>
                <a:gd name="T18" fmla="*/ 0 w 152"/>
                <a:gd name="T19" fmla="*/ 2147483647 h 120"/>
                <a:gd name="T20" fmla="*/ 2147483647 w 152"/>
                <a:gd name="T21" fmla="*/ 2147483647 h 120"/>
                <a:gd name="T22" fmla="*/ 2147483647 w 152"/>
                <a:gd name="T23" fmla="*/ 2147483647 h 120"/>
                <a:gd name="T24" fmla="*/ 2147483647 w 152"/>
                <a:gd name="T25" fmla="*/ 2147483647 h 120"/>
                <a:gd name="T26" fmla="*/ 2147483647 w 152"/>
                <a:gd name="T27" fmla="*/ 2147483647 h 120"/>
                <a:gd name="T28" fmla="*/ 2147483647 w 152"/>
                <a:gd name="T29" fmla="*/ 2147483647 h 120"/>
                <a:gd name="T30" fmla="*/ 2147483647 w 152"/>
                <a:gd name="T31" fmla="*/ 2147483647 h 120"/>
                <a:gd name="T32" fmla="*/ 2147483647 w 152"/>
                <a:gd name="T33" fmla="*/ 2147483647 h 120"/>
                <a:gd name="T34" fmla="*/ 2147483647 w 152"/>
                <a:gd name="T35" fmla="*/ 2147483647 h 120"/>
                <a:gd name="T36" fmla="*/ 2147483647 w 152"/>
                <a:gd name="T37" fmla="*/ 2147483647 h 120"/>
                <a:gd name="T38" fmla="*/ 2147483647 w 152"/>
                <a:gd name="T39" fmla="*/ 2147483647 h 120"/>
                <a:gd name="T40" fmla="*/ 2147483647 w 152"/>
                <a:gd name="T41" fmla="*/ 2147483647 h 120"/>
                <a:gd name="T42" fmla="*/ 2147483647 w 152"/>
                <a:gd name="T43" fmla="*/ 2147483647 h 120"/>
                <a:gd name="T44" fmla="*/ 2147483647 w 152"/>
                <a:gd name="T45" fmla="*/ 2147483647 h 120"/>
                <a:gd name="T46" fmla="*/ 2147483647 w 152"/>
                <a:gd name="T47" fmla="*/ 2147483647 h 120"/>
                <a:gd name="T48" fmla="*/ 2147483647 w 152"/>
                <a:gd name="T49" fmla="*/ 2147483647 h 120"/>
                <a:gd name="T50" fmla="*/ 2147483647 w 152"/>
                <a:gd name="T51" fmla="*/ 2147483647 h 120"/>
                <a:gd name="T52" fmla="*/ 2147483647 w 152"/>
                <a:gd name="T53" fmla="*/ 2147483647 h 120"/>
                <a:gd name="T54" fmla="*/ 2147483647 w 152"/>
                <a:gd name="T55" fmla="*/ 2147483647 h 120"/>
                <a:gd name="T56" fmla="*/ 2147483647 w 152"/>
                <a:gd name="T57" fmla="*/ 2147483647 h 120"/>
                <a:gd name="T58" fmla="*/ 2147483647 w 152"/>
                <a:gd name="T59" fmla="*/ 2147483647 h 120"/>
                <a:gd name="T60" fmla="*/ 2147483647 w 152"/>
                <a:gd name="T61" fmla="*/ 2147483647 h 120"/>
                <a:gd name="T62" fmla="*/ 2147483647 w 152"/>
                <a:gd name="T63" fmla="*/ 2147483647 h 120"/>
                <a:gd name="T64" fmla="*/ 2147483647 w 152"/>
                <a:gd name="T65" fmla="*/ 2147483647 h 120"/>
                <a:gd name="T66" fmla="*/ 2147483647 w 152"/>
                <a:gd name="T67" fmla="*/ 2147483647 h 120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152"/>
                <a:gd name="T103" fmla="*/ 0 h 120"/>
                <a:gd name="T104" fmla="*/ 152 w 152"/>
                <a:gd name="T105" fmla="*/ 120 h 120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152" h="120">
                  <a:moveTo>
                    <a:pt x="136" y="16"/>
                  </a:moveTo>
                  <a:lnTo>
                    <a:pt x="128" y="16"/>
                  </a:lnTo>
                  <a:lnTo>
                    <a:pt x="112" y="16"/>
                  </a:lnTo>
                  <a:lnTo>
                    <a:pt x="104" y="16"/>
                  </a:lnTo>
                  <a:lnTo>
                    <a:pt x="96" y="8"/>
                  </a:lnTo>
                  <a:lnTo>
                    <a:pt x="48" y="0"/>
                  </a:lnTo>
                  <a:lnTo>
                    <a:pt x="24" y="0"/>
                  </a:lnTo>
                  <a:lnTo>
                    <a:pt x="16" y="0"/>
                  </a:lnTo>
                  <a:lnTo>
                    <a:pt x="8" y="0"/>
                  </a:lnTo>
                  <a:lnTo>
                    <a:pt x="0" y="8"/>
                  </a:lnTo>
                  <a:lnTo>
                    <a:pt x="8" y="32"/>
                  </a:lnTo>
                  <a:lnTo>
                    <a:pt x="16" y="24"/>
                  </a:lnTo>
                  <a:lnTo>
                    <a:pt x="32" y="24"/>
                  </a:lnTo>
                  <a:lnTo>
                    <a:pt x="32" y="32"/>
                  </a:lnTo>
                  <a:lnTo>
                    <a:pt x="40" y="32"/>
                  </a:lnTo>
                  <a:lnTo>
                    <a:pt x="32" y="48"/>
                  </a:lnTo>
                  <a:lnTo>
                    <a:pt x="32" y="64"/>
                  </a:lnTo>
                  <a:lnTo>
                    <a:pt x="24" y="80"/>
                  </a:lnTo>
                  <a:lnTo>
                    <a:pt x="24" y="88"/>
                  </a:lnTo>
                  <a:lnTo>
                    <a:pt x="32" y="88"/>
                  </a:lnTo>
                  <a:lnTo>
                    <a:pt x="24" y="88"/>
                  </a:lnTo>
                  <a:lnTo>
                    <a:pt x="24" y="96"/>
                  </a:lnTo>
                  <a:lnTo>
                    <a:pt x="24" y="104"/>
                  </a:lnTo>
                  <a:lnTo>
                    <a:pt x="32" y="104"/>
                  </a:lnTo>
                  <a:lnTo>
                    <a:pt x="48" y="120"/>
                  </a:lnTo>
                  <a:lnTo>
                    <a:pt x="72" y="112"/>
                  </a:lnTo>
                  <a:lnTo>
                    <a:pt x="96" y="104"/>
                  </a:lnTo>
                  <a:lnTo>
                    <a:pt x="104" y="88"/>
                  </a:lnTo>
                  <a:lnTo>
                    <a:pt x="120" y="72"/>
                  </a:lnTo>
                  <a:lnTo>
                    <a:pt x="120" y="64"/>
                  </a:lnTo>
                  <a:lnTo>
                    <a:pt x="128" y="40"/>
                  </a:lnTo>
                  <a:lnTo>
                    <a:pt x="152" y="24"/>
                  </a:lnTo>
                  <a:lnTo>
                    <a:pt x="144" y="24"/>
                  </a:lnTo>
                  <a:lnTo>
                    <a:pt x="136" y="16"/>
                  </a:lnTo>
                  <a:close/>
                </a:path>
              </a:pathLst>
            </a:custGeom>
            <a:grpFill/>
            <a:ln w="6350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114" name="Freeform 664"/>
            <p:cNvSpPr>
              <a:spLocks/>
            </p:cNvSpPr>
            <p:nvPr/>
          </p:nvSpPr>
          <p:spPr bwMode="auto">
            <a:xfrm>
              <a:off x="2605919" y="2856291"/>
              <a:ext cx="42450" cy="84900"/>
            </a:xfrm>
            <a:custGeom>
              <a:avLst/>
              <a:gdLst>
                <a:gd name="T0" fmla="*/ 2147483647 w 40"/>
                <a:gd name="T1" fmla="*/ 2147483647 h 80"/>
                <a:gd name="T2" fmla="*/ 2147483647 w 40"/>
                <a:gd name="T3" fmla="*/ 2147483647 h 80"/>
                <a:gd name="T4" fmla="*/ 2147483647 w 40"/>
                <a:gd name="T5" fmla="*/ 2147483647 h 80"/>
                <a:gd name="T6" fmla="*/ 2147483647 w 40"/>
                <a:gd name="T7" fmla="*/ 2147483647 h 80"/>
                <a:gd name="T8" fmla="*/ 2147483647 w 40"/>
                <a:gd name="T9" fmla="*/ 2147483647 h 80"/>
                <a:gd name="T10" fmla="*/ 2147483647 w 40"/>
                <a:gd name="T11" fmla="*/ 2147483647 h 80"/>
                <a:gd name="T12" fmla="*/ 2147483647 w 40"/>
                <a:gd name="T13" fmla="*/ 2147483647 h 80"/>
                <a:gd name="T14" fmla="*/ 2147483647 w 40"/>
                <a:gd name="T15" fmla="*/ 2147483647 h 80"/>
                <a:gd name="T16" fmla="*/ 2147483647 w 40"/>
                <a:gd name="T17" fmla="*/ 2147483647 h 80"/>
                <a:gd name="T18" fmla="*/ 2147483647 w 40"/>
                <a:gd name="T19" fmla="*/ 0 h 80"/>
                <a:gd name="T20" fmla="*/ 2147483647 w 40"/>
                <a:gd name="T21" fmla="*/ 0 h 80"/>
                <a:gd name="T22" fmla="*/ 2147483647 w 40"/>
                <a:gd name="T23" fmla="*/ 0 h 80"/>
                <a:gd name="T24" fmla="*/ 2147483647 w 40"/>
                <a:gd name="T25" fmla="*/ 2147483647 h 80"/>
                <a:gd name="T26" fmla="*/ 0 w 40"/>
                <a:gd name="T27" fmla="*/ 2147483647 h 80"/>
                <a:gd name="T28" fmla="*/ 2147483647 w 40"/>
                <a:gd name="T29" fmla="*/ 2147483647 h 80"/>
                <a:gd name="T30" fmla="*/ 2147483647 w 40"/>
                <a:gd name="T31" fmla="*/ 2147483647 h 80"/>
                <a:gd name="T32" fmla="*/ 0 w 40"/>
                <a:gd name="T33" fmla="*/ 2147483647 h 80"/>
                <a:gd name="T34" fmla="*/ 2147483647 w 40"/>
                <a:gd name="T35" fmla="*/ 2147483647 h 80"/>
                <a:gd name="T36" fmla="*/ 2147483647 w 40"/>
                <a:gd name="T37" fmla="*/ 2147483647 h 80"/>
                <a:gd name="T38" fmla="*/ 2147483647 w 40"/>
                <a:gd name="T39" fmla="*/ 2147483647 h 80"/>
                <a:gd name="T40" fmla="*/ 2147483647 w 40"/>
                <a:gd name="T41" fmla="*/ 2147483647 h 80"/>
                <a:gd name="T42" fmla="*/ 2147483647 w 40"/>
                <a:gd name="T43" fmla="*/ 2147483647 h 80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w 40"/>
                <a:gd name="T67" fmla="*/ 0 h 80"/>
                <a:gd name="T68" fmla="*/ 40 w 40"/>
                <a:gd name="T69" fmla="*/ 80 h 80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T66" t="T67" r="T68" b="T69"/>
              <a:pathLst>
                <a:path w="40" h="80">
                  <a:moveTo>
                    <a:pt x="24" y="64"/>
                  </a:moveTo>
                  <a:lnTo>
                    <a:pt x="24" y="56"/>
                  </a:lnTo>
                  <a:lnTo>
                    <a:pt x="32" y="48"/>
                  </a:lnTo>
                  <a:lnTo>
                    <a:pt x="32" y="40"/>
                  </a:lnTo>
                  <a:lnTo>
                    <a:pt x="32" y="32"/>
                  </a:lnTo>
                  <a:lnTo>
                    <a:pt x="32" y="24"/>
                  </a:lnTo>
                  <a:lnTo>
                    <a:pt x="32" y="16"/>
                  </a:lnTo>
                  <a:lnTo>
                    <a:pt x="40" y="8"/>
                  </a:lnTo>
                  <a:lnTo>
                    <a:pt x="32" y="8"/>
                  </a:lnTo>
                  <a:lnTo>
                    <a:pt x="32" y="0"/>
                  </a:lnTo>
                  <a:lnTo>
                    <a:pt x="16" y="0"/>
                  </a:lnTo>
                  <a:lnTo>
                    <a:pt x="8" y="0"/>
                  </a:lnTo>
                  <a:lnTo>
                    <a:pt x="8" y="8"/>
                  </a:lnTo>
                  <a:lnTo>
                    <a:pt x="0" y="8"/>
                  </a:lnTo>
                  <a:lnTo>
                    <a:pt x="8" y="24"/>
                  </a:lnTo>
                  <a:lnTo>
                    <a:pt x="8" y="40"/>
                  </a:lnTo>
                  <a:lnTo>
                    <a:pt x="0" y="56"/>
                  </a:lnTo>
                  <a:lnTo>
                    <a:pt x="8" y="64"/>
                  </a:lnTo>
                  <a:lnTo>
                    <a:pt x="8" y="80"/>
                  </a:lnTo>
                  <a:lnTo>
                    <a:pt x="24" y="80"/>
                  </a:lnTo>
                  <a:lnTo>
                    <a:pt x="24" y="72"/>
                  </a:lnTo>
                  <a:lnTo>
                    <a:pt x="24" y="64"/>
                  </a:lnTo>
                  <a:close/>
                </a:path>
              </a:pathLst>
            </a:custGeom>
            <a:grpFill/>
            <a:ln w="6350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115" name="Freeform 665"/>
            <p:cNvSpPr>
              <a:spLocks/>
            </p:cNvSpPr>
            <p:nvPr/>
          </p:nvSpPr>
          <p:spPr bwMode="auto">
            <a:xfrm>
              <a:off x="2639706" y="2864954"/>
              <a:ext cx="8663" cy="33787"/>
            </a:xfrm>
            <a:custGeom>
              <a:avLst/>
              <a:gdLst>
                <a:gd name="T0" fmla="*/ 0 w 8"/>
                <a:gd name="T1" fmla="*/ 2147483647 h 32"/>
                <a:gd name="T2" fmla="*/ 0 w 8"/>
                <a:gd name="T3" fmla="*/ 2147483647 h 32"/>
                <a:gd name="T4" fmla="*/ 0 w 8"/>
                <a:gd name="T5" fmla="*/ 2147483647 h 32"/>
                <a:gd name="T6" fmla="*/ 0 w 8"/>
                <a:gd name="T7" fmla="*/ 2147483647 h 32"/>
                <a:gd name="T8" fmla="*/ 2147483647 w 8"/>
                <a:gd name="T9" fmla="*/ 0 h 32"/>
                <a:gd name="T10" fmla="*/ 0 w 8"/>
                <a:gd name="T11" fmla="*/ 2147483647 h 32"/>
                <a:gd name="T12" fmla="*/ 0 w 8"/>
                <a:gd name="T13" fmla="*/ 2147483647 h 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8"/>
                <a:gd name="T22" fmla="*/ 0 h 32"/>
                <a:gd name="T23" fmla="*/ 8 w 8"/>
                <a:gd name="T24" fmla="*/ 32 h 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8" h="32">
                  <a:moveTo>
                    <a:pt x="0" y="16"/>
                  </a:moveTo>
                  <a:lnTo>
                    <a:pt x="0" y="24"/>
                  </a:lnTo>
                  <a:lnTo>
                    <a:pt x="0" y="32"/>
                  </a:lnTo>
                  <a:lnTo>
                    <a:pt x="0" y="16"/>
                  </a:lnTo>
                  <a:lnTo>
                    <a:pt x="8" y="0"/>
                  </a:lnTo>
                  <a:lnTo>
                    <a:pt x="0" y="8"/>
                  </a:lnTo>
                  <a:lnTo>
                    <a:pt x="0" y="16"/>
                  </a:lnTo>
                  <a:close/>
                </a:path>
              </a:pathLst>
            </a:custGeom>
            <a:grpFill/>
            <a:ln w="6350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116" name="Freeform 666"/>
            <p:cNvSpPr>
              <a:spLocks/>
            </p:cNvSpPr>
            <p:nvPr/>
          </p:nvSpPr>
          <p:spPr bwMode="auto">
            <a:xfrm>
              <a:off x="2605919" y="2856291"/>
              <a:ext cx="42450" cy="84900"/>
            </a:xfrm>
            <a:custGeom>
              <a:avLst/>
              <a:gdLst>
                <a:gd name="T0" fmla="*/ 2147483647 w 40"/>
                <a:gd name="T1" fmla="*/ 2147483647 h 80"/>
                <a:gd name="T2" fmla="*/ 2147483647 w 40"/>
                <a:gd name="T3" fmla="*/ 2147483647 h 80"/>
                <a:gd name="T4" fmla="*/ 2147483647 w 40"/>
                <a:gd name="T5" fmla="*/ 2147483647 h 80"/>
                <a:gd name="T6" fmla="*/ 2147483647 w 40"/>
                <a:gd name="T7" fmla="*/ 2147483647 h 80"/>
                <a:gd name="T8" fmla="*/ 2147483647 w 40"/>
                <a:gd name="T9" fmla="*/ 2147483647 h 80"/>
                <a:gd name="T10" fmla="*/ 2147483647 w 40"/>
                <a:gd name="T11" fmla="*/ 2147483647 h 80"/>
                <a:gd name="T12" fmla="*/ 2147483647 w 40"/>
                <a:gd name="T13" fmla="*/ 2147483647 h 80"/>
                <a:gd name="T14" fmla="*/ 2147483647 w 40"/>
                <a:gd name="T15" fmla="*/ 2147483647 h 80"/>
                <a:gd name="T16" fmla="*/ 2147483647 w 40"/>
                <a:gd name="T17" fmla="*/ 2147483647 h 80"/>
                <a:gd name="T18" fmla="*/ 2147483647 w 40"/>
                <a:gd name="T19" fmla="*/ 2147483647 h 80"/>
                <a:gd name="T20" fmla="*/ 2147483647 w 40"/>
                <a:gd name="T21" fmla="*/ 2147483647 h 80"/>
                <a:gd name="T22" fmla="*/ 2147483647 w 40"/>
                <a:gd name="T23" fmla="*/ 0 h 80"/>
                <a:gd name="T24" fmla="*/ 2147483647 w 40"/>
                <a:gd name="T25" fmla="*/ 0 h 80"/>
                <a:gd name="T26" fmla="*/ 2147483647 w 40"/>
                <a:gd name="T27" fmla="*/ 0 h 80"/>
                <a:gd name="T28" fmla="*/ 2147483647 w 40"/>
                <a:gd name="T29" fmla="*/ 2147483647 h 80"/>
                <a:gd name="T30" fmla="*/ 2147483647 w 40"/>
                <a:gd name="T31" fmla="*/ 2147483647 h 80"/>
                <a:gd name="T32" fmla="*/ 0 w 40"/>
                <a:gd name="T33" fmla="*/ 2147483647 h 80"/>
                <a:gd name="T34" fmla="*/ 2147483647 w 40"/>
                <a:gd name="T35" fmla="*/ 2147483647 h 80"/>
                <a:gd name="T36" fmla="*/ 2147483647 w 40"/>
                <a:gd name="T37" fmla="*/ 2147483647 h 80"/>
                <a:gd name="T38" fmla="*/ 0 w 40"/>
                <a:gd name="T39" fmla="*/ 2147483647 h 80"/>
                <a:gd name="T40" fmla="*/ 2147483647 w 40"/>
                <a:gd name="T41" fmla="*/ 2147483647 h 80"/>
                <a:gd name="T42" fmla="*/ 2147483647 w 40"/>
                <a:gd name="T43" fmla="*/ 2147483647 h 80"/>
                <a:gd name="T44" fmla="*/ 2147483647 w 40"/>
                <a:gd name="T45" fmla="*/ 2147483647 h 80"/>
                <a:gd name="T46" fmla="*/ 2147483647 w 40"/>
                <a:gd name="T47" fmla="*/ 2147483647 h 80"/>
                <a:gd name="T48" fmla="*/ 2147483647 w 40"/>
                <a:gd name="T49" fmla="*/ 2147483647 h 80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40"/>
                <a:gd name="T76" fmla="*/ 0 h 80"/>
                <a:gd name="T77" fmla="*/ 40 w 40"/>
                <a:gd name="T78" fmla="*/ 80 h 80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40" h="80">
                  <a:moveTo>
                    <a:pt x="24" y="64"/>
                  </a:moveTo>
                  <a:lnTo>
                    <a:pt x="24" y="64"/>
                  </a:lnTo>
                  <a:lnTo>
                    <a:pt x="24" y="56"/>
                  </a:lnTo>
                  <a:lnTo>
                    <a:pt x="32" y="48"/>
                  </a:lnTo>
                  <a:lnTo>
                    <a:pt x="32" y="40"/>
                  </a:lnTo>
                  <a:lnTo>
                    <a:pt x="32" y="32"/>
                  </a:lnTo>
                  <a:lnTo>
                    <a:pt x="32" y="24"/>
                  </a:lnTo>
                  <a:lnTo>
                    <a:pt x="32" y="16"/>
                  </a:lnTo>
                  <a:lnTo>
                    <a:pt x="40" y="8"/>
                  </a:lnTo>
                  <a:lnTo>
                    <a:pt x="32" y="8"/>
                  </a:lnTo>
                  <a:lnTo>
                    <a:pt x="32" y="0"/>
                  </a:lnTo>
                  <a:lnTo>
                    <a:pt x="16" y="0"/>
                  </a:lnTo>
                  <a:lnTo>
                    <a:pt x="8" y="0"/>
                  </a:lnTo>
                  <a:lnTo>
                    <a:pt x="8" y="8"/>
                  </a:lnTo>
                  <a:lnTo>
                    <a:pt x="0" y="8"/>
                  </a:lnTo>
                  <a:lnTo>
                    <a:pt x="8" y="24"/>
                  </a:lnTo>
                  <a:lnTo>
                    <a:pt x="8" y="40"/>
                  </a:lnTo>
                  <a:lnTo>
                    <a:pt x="0" y="56"/>
                  </a:lnTo>
                  <a:lnTo>
                    <a:pt x="8" y="64"/>
                  </a:lnTo>
                  <a:lnTo>
                    <a:pt x="8" y="80"/>
                  </a:lnTo>
                  <a:lnTo>
                    <a:pt x="24" y="80"/>
                  </a:lnTo>
                  <a:lnTo>
                    <a:pt x="24" y="72"/>
                  </a:lnTo>
                  <a:lnTo>
                    <a:pt x="24" y="64"/>
                  </a:lnTo>
                  <a:close/>
                </a:path>
              </a:pathLst>
            </a:custGeom>
            <a:grpFill/>
            <a:ln w="6350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117" name="Freeform 667"/>
            <p:cNvSpPr>
              <a:spLocks/>
            </p:cNvSpPr>
            <p:nvPr/>
          </p:nvSpPr>
          <p:spPr bwMode="auto">
            <a:xfrm>
              <a:off x="2639706" y="2864954"/>
              <a:ext cx="8663" cy="33787"/>
            </a:xfrm>
            <a:custGeom>
              <a:avLst/>
              <a:gdLst>
                <a:gd name="T0" fmla="*/ 0 w 8"/>
                <a:gd name="T1" fmla="*/ 2147483647 h 32"/>
                <a:gd name="T2" fmla="*/ 0 w 8"/>
                <a:gd name="T3" fmla="*/ 2147483647 h 32"/>
                <a:gd name="T4" fmla="*/ 0 w 8"/>
                <a:gd name="T5" fmla="*/ 2147483647 h 32"/>
                <a:gd name="T6" fmla="*/ 0 w 8"/>
                <a:gd name="T7" fmla="*/ 2147483647 h 32"/>
                <a:gd name="T8" fmla="*/ 2147483647 w 8"/>
                <a:gd name="T9" fmla="*/ 0 h 32"/>
                <a:gd name="T10" fmla="*/ 0 w 8"/>
                <a:gd name="T11" fmla="*/ 2147483647 h 32"/>
                <a:gd name="T12" fmla="*/ 0 w 8"/>
                <a:gd name="T13" fmla="*/ 2147483647 h 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8"/>
                <a:gd name="T22" fmla="*/ 0 h 32"/>
                <a:gd name="T23" fmla="*/ 8 w 8"/>
                <a:gd name="T24" fmla="*/ 32 h 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8" h="32">
                  <a:moveTo>
                    <a:pt x="0" y="16"/>
                  </a:moveTo>
                  <a:lnTo>
                    <a:pt x="0" y="24"/>
                  </a:lnTo>
                  <a:lnTo>
                    <a:pt x="0" y="32"/>
                  </a:lnTo>
                  <a:lnTo>
                    <a:pt x="0" y="16"/>
                  </a:lnTo>
                  <a:lnTo>
                    <a:pt x="8" y="0"/>
                  </a:lnTo>
                  <a:lnTo>
                    <a:pt x="0" y="8"/>
                  </a:lnTo>
                  <a:lnTo>
                    <a:pt x="0" y="16"/>
                  </a:lnTo>
                  <a:close/>
                </a:path>
              </a:pathLst>
            </a:custGeom>
            <a:grpFill/>
            <a:ln w="6350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118" name="Freeform 668"/>
            <p:cNvSpPr>
              <a:spLocks/>
            </p:cNvSpPr>
            <p:nvPr/>
          </p:nvSpPr>
          <p:spPr bwMode="auto">
            <a:xfrm>
              <a:off x="2631043" y="2923864"/>
              <a:ext cx="1733" cy="17327"/>
            </a:xfrm>
            <a:custGeom>
              <a:avLst/>
              <a:gdLst>
                <a:gd name="T0" fmla="*/ 0 w 1942"/>
                <a:gd name="T1" fmla="*/ 0 h 16"/>
                <a:gd name="T2" fmla="*/ 0 w 1942"/>
                <a:gd name="T3" fmla="*/ 2147483647 h 16"/>
                <a:gd name="T4" fmla="*/ 0 w 1942"/>
                <a:gd name="T5" fmla="*/ 2147483647 h 16"/>
                <a:gd name="T6" fmla="*/ 0 w 1942"/>
                <a:gd name="T7" fmla="*/ 2147483647 h 16"/>
                <a:gd name="T8" fmla="*/ 0 w 1942"/>
                <a:gd name="T9" fmla="*/ 0 h 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42"/>
                <a:gd name="T16" fmla="*/ 0 h 16"/>
                <a:gd name="T17" fmla="*/ 1942 w 1942"/>
                <a:gd name="T18" fmla="*/ 16 h 1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42" h="16">
                  <a:moveTo>
                    <a:pt x="0" y="0"/>
                  </a:moveTo>
                  <a:lnTo>
                    <a:pt x="0" y="8"/>
                  </a:lnTo>
                  <a:lnTo>
                    <a:pt x="0" y="16"/>
                  </a:lnTo>
                  <a:lnTo>
                    <a:pt x="0" y="8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119" name="Freeform 669"/>
            <p:cNvSpPr>
              <a:spLocks/>
            </p:cNvSpPr>
            <p:nvPr/>
          </p:nvSpPr>
          <p:spPr bwMode="auto">
            <a:xfrm>
              <a:off x="2631043" y="2898741"/>
              <a:ext cx="8663" cy="16460"/>
            </a:xfrm>
            <a:custGeom>
              <a:avLst/>
              <a:gdLst>
                <a:gd name="T0" fmla="*/ 0 w 8"/>
                <a:gd name="T1" fmla="*/ 2147483647 h 16"/>
                <a:gd name="T2" fmla="*/ 2147483647 w 8"/>
                <a:gd name="T3" fmla="*/ 0 h 16"/>
                <a:gd name="T4" fmla="*/ 2147483647 w 8"/>
                <a:gd name="T5" fmla="*/ 2147483647 h 16"/>
                <a:gd name="T6" fmla="*/ 0 w 8"/>
                <a:gd name="T7" fmla="*/ 2147483647 h 1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"/>
                <a:gd name="T13" fmla="*/ 0 h 16"/>
                <a:gd name="T14" fmla="*/ 8 w 8"/>
                <a:gd name="T15" fmla="*/ 16 h 1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" h="16">
                  <a:moveTo>
                    <a:pt x="0" y="16"/>
                  </a:moveTo>
                  <a:lnTo>
                    <a:pt x="8" y="0"/>
                  </a:lnTo>
                  <a:lnTo>
                    <a:pt x="8" y="8"/>
                  </a:lnTo>
                  <a:lnTo>
                    <a:pt x="0" y="16"/>
                  </a:lnTo>
                  <a:close/>
                </a:path>
              </a:pathLst>
            </a:custGeom>
            <a:grpFill/>
            <a:ln w="6350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120" name="Freeform 670"/>
            <p:cNvSpPr>
              <a:spLocks/>
            </p:cNvSpPr>
            <p:nvPr/>
          </p:nvSpPr>
          <p:spPr bwMode="auto">
            <a:xfrm>
              <a:off x="2631043" y="2915201"/>
              <a:ext cx="1733" cy="8663"/>
            </a:xfrm>
            <a:custGeom>
              <a:avLst/>
              <a:gdLst>
                <a:gd name="T0" fmla="*/ 0 w 1942"/>
                <a:gd name="T1" fmla="*/ 2147483647 h 8"/>
                <a:gd name="T2" fmla="*/ 0 w 1942"/>
                <a:gd name="T3" fmla="*/ 0 h 8"/>
                <a:gd name="T4" fmla="*/ 0 w 1942"/>
                <a:gd name="T5" fmla="*/ 2147483647 h 8"/>
                <a:gd name="T6" fmla="*/ 0 60000 65536"/>
                <a:gd name="T7" fmla="*/ 0 60000 65536"/>
                <a:gd name="T8" fmla="*/ 0 60000 65536"/>
                <a:gd name="T9" fmla="*/ 0 w 1942"/>
                <a:gd name="T10" fmla="*/ 0 h 8"/>
                <a:gd name="T11" fmla="*/ 1942 w 1942"/>
                <a:gd name="T12" fmla="*/ 8 h 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42" h="8">
                  <a:moveTo>
                    <a:pt x="0" y="8"/>
                  </a:moveTo>
                  <a:lnTo>
                    <a:pt x="0" y="0"/>
                  </a:lnTo>
                  <a:lnTo>
                    <a:pt x="0" y="8"/>
                  </a:lnTo>
                  <a:close/>
                </a:path>
              </a:pathLst>
            </a:custGeom>
            <a:grpFill/>
            <a:ln w="6350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121" name="Freeform 671"/>
            <p:cNvSpPr>
              <a:spLocks/>
            </p:cNvSpPr>
            <p:nvPr/>
          </p:nvSpPr>
          <p:spPr bwMode="auto">
            <a:xfrm>
              <a:off x="2631043" y="2898741"/>
              <a:ext cx="8663" cy="16460"/>
            </a:xfrm>
            <a:custGeom>
              <a:avLst/>
              <a:gdLst>
                <a:gd name="T0" fmla="*/ 0 w 8"/>
                <a:gd name="T1" fmla="*/ 2147483647 h 16"/>
                <a:gd name="T2" fmla="*/ 2147483647 w 8"/>
                <a:gd name="T3" fmla="*/ 0 h 16"/>
                <a:gd name="T4" fmla="*/ 2147483647 w 8"/>
                <a:gd name="T5" fmla="*/ 2147483647 h 16"/>
                <a:gd name="T6" fmla="*/ 0 w 8"/>
                <a:gd name="T7" fmla="*/ 2147483647 h 1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"/>
                <a:gd name="T13" fmla="*/ 0 h 16"/>
                <a:gd name="T14" fmla="*/ 8 w 8"/>
                <a:gd name="T15" fmla="*/ 16 h 1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" h="16">
                  <a:moveTo>
                    <a:pt x="0" y="16"/>
                  </a:moveTo>
                  <a:lnTo>
                    <a:pt x="8" y="0"/>
                  </a:lnTo>
                  <a:lnTo>
                    <a:pt x="8" y="8"/>
                  </a:lnTo>
                  <a:lnTo>
                    <a:pt x="0" y="16"/>
                  </a:lnTo>
                  <a:close/>
                </a:path>
              </a:pathLst>
            </a:custGeom>
            <a:grpFill/>
            <a:ln w="6350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122" name="Freeform 672"/>
            <p:cNvSpPr>
              <a:spLocks/>
            </p:cNvSpPr>
            <p:nvPr/>
          </p:nvSpPr>
          <p:spPr bwMode="auto">
            <a:xfrm>
              <a:off x="2631043" y="2915201"/>
              <a:ext cx="1733" cy="8663"/>
            </a:xfrm>
            <a:custGeom>
              <a:avLst/>
              <a:gdLst>
                <a:gd name="T0" fmla="*/ 0 w 1942"/>
                <a:gd name="T1" fmla="*/ 2147483647 h 8"/>
                <a:gd name="T2" fmla="*/ 0 w 1942"/>
                <a:gd name="T3" fmla="*/ 0 h 8"/>
                <a:gd name="T4" fmla="*/ 0 w 1942"/>
                <a:gd name="T5" fmla="*/ 2147483647 h 8"/>
                <a:gd name="T6" fmla="*/ 0 w 1942"/>
                <a:gd name="T7" fmla="*/ 2147483647 h 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942"/>
                <a:gd name="T13" fmla="*/ 0 h 8"/>
                <a:gd name="T14" fmla="*/ 1942 w 1942"/>
                <a:gd name="T15" fmla="*/ 8 h 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942" h="8">
                  <a:moveTo>
                    <a:pt x="0" y="8"/>
                  </a:moveTo>
                  <a:lnTo>
                    <a:pt x="0" y="0"/>
                  </a:lnTo>
                  <a:lnTo>
                    <a:pt x="0" y="8"/>
                  </a:lnTo>
                  <a:close/>
                </a:path>
              </a:pathLst>
            </a:custGeom>
            <a:grpFill/>
            <a:ln w="6350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123" name="Freeform 673"/>
            <p:cNvSpPr>
              <a:spLocks/>
            </p:cNvSpPr>
            <p:nvPr/>
          </p:nvSpPr>
          <p:spPr bwMode="auto">
            <a:xfrm>
              <a:off x="3403809" y="2941191"/>
              <a:ext cx="8663" cy="8663"/>
            </a:xfrm>
            <a:custGeom>
              <a:avLst/>
              <a:gdLst>
                <a:gd name="T0" fmla="*/ 0 w 8"/>
                <a:gd name="T1" fmla="*/ 0 h 8"/>
                <a:gd name="T2" fmla="*/ 2147483647 w 8"/>
                <a:gd name="T3" fmla="*/ 2147483647 h 8"/>
                <a:gd name="T4" fmla="*/ 0 w 8"/>
                <a:gd name="T5" fmla="*/ 0 h 8"/>
                <a:gd name="T6" fmla="*/ 0 60000 65536"/>
                <a:gd name="T7" fmla="*/ 0 60000 65536"/>
                <a:gd name="T8" fmla="*/ 0 60000 65536"/>
                <a:gd name="T9" fmla="*/ 0 w 8"/>
                <a:gd name="T10" fmla="*/ 0 h 8"/>
                <a:gd name="T11" fmla="*/ 8 w 8"/>
                <a:gd name="T12" fmla="*/ 8 h 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8" h="8">
                  <a:moveTo>
                    <a:pt x="0" y="0"/>
                  </a:moveTo>
                  <a:lnTo>
                    <a:pt x="8" y="8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124" name="Freeform 674"/>
            <p:cNvSpPr>
              <a:spLocks/>
            </p:cNvSpPr>
            <p:nvPr/>
          </p:nvSpPr>
          <p:spPr bwMode="auto">
            <a:xfrm>
              <a:off x="3378685" y="2915201"/>
              <a:ext cx="8663" cy="17327"/>
            </a:xfrm>
            <a:custGeom>
              <a:avLst/>
              <a:gdLst>
                <a:gd name="T0" fmla="*/ 0 w 8"/>
                <a:gd name="T1" fmla="*/ 0 h 16"/>
                <a:gd name="T2" fmla="*/ 2147483647 w 8"/>
                <a:gd name="T3" fmla="*/ 2147483647 h 16"/>
                <a:gd name="T4" fmla="*/ 2147483647 w 8"/>
                <a:gd name="T5" fmla="*/ 2147483647 h 16"/>
                <a:gd name="T6" fmla="*/ 0 w 8"/>
                <a:gd name="T7" fmla="*/ 0 h 1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"/>
                <a:gd name="T13" fmla="*/ 0 h 16"/>
                <a:gd name="T14" fmla="*/ 8 w 8"/>
                <a:gd name="T15" fmla="*/ 16 h 1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" h="16">
                  <a:moveTo>
                    <a:pt x="0" y="0"/>
                  </a:moveTo>
                  <a:lnTo>
                    <a:pt x="8" y="16"/>
                  </a:lnTo>
                  <a:lnTo>
                    <a:pt x="8" y="8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125" name="Freeform 675"/>
            <p:cNvSpPr>
              <a:spLocks/>
            </p:cNvSpPr>
            <p:nvPr/>
          </p:nvSpPr>
          <p:spPr bwMode="auto">
            <a:xfrm>
              <a:off x="3403809" y="2941191"/>
              <a:ext cx="8663" cy="8663"/>
            </a:xfrm>
            <a:custGeom>
              <a:avLst/>
              <a:gdLst>
                <a:gd name="T0" fmla="*/ 0 w 8"/>
                <a:gd name="T1" fmla="*/ 0 h 8"/>
                <a:gd name="T2" fmla="*/ 2147483647 w 8"/>
                <a:gd name="T3" fmla="*/ 2147483647 h 8"/>
                <a:gd name="T4" fmla="*/ 2147483647 w 8"/>
                <a:gd name="T5" fmla="*/ 2147483647 h 8"/>
                <a:gd name="T6" fmla="*/ 0 w 8"/>
                <a:gd name="T7" fmla="*/ 0 h 8"/>
                <a:gd name="T8" fmla="*/ 0 w 8"/>
                <a:gd name="T9" fmla="*/ 0 h 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"/>
                <a:gd name="T16" fmla="*/ 0 h 8"/>
                <a:gd name="T17" fmla="*/ 8 w 8"/>
                <a:gd name="T18" fmla="*/ 8 h 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" h="8">
                  <a:moveTo>
                    <a:pt x="0" y="0"/>
                  </a:moveTo>
                  <a:lnTo>
                    <a:pt x="8" y="8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126" name="Freeform 676"/>
            <p:cNvSpPr>
              <a:spLocks/>
            </p:cNvSpPr>
            <p:nvPr/>
          </p:nvSpPr>
          <p:spPr bwMode="auto">
            <a:xfrm>
              <a:off x="3378685" y="2915201"/>
              <a:ext cx="8663" cy="17327"/>
            </a:xfrm>
            <a:custGeom>
              <a:avLst/>
              <a:gdLst>
                <a:gd name="T0" fmla="*/ 0 w 8"/>
                <a:gd name="T1" fmla="*/ 0 h 16"/>
                <a:gd name="T2" fmla="*/ 2147483647 w 8"/>
                <a:gd name="T3" fmla="*/ 2147483647 h 16"/>
                <a:gd name="T4" fmla="*/ 2147483647 w 8"/>
                <a:gd name="T5" fmla="*/ 2147483647 h 16"/>
                <a:gd name="T6" fmla="*/ 0 w 8"/>
                <a:gd name="T7" fmla="*/ 0 h 1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"/>
                <a:gd name="T13" fmla="*/ 0 h 16"/>
                <a:gd name="T14" fmla="*/ 8 w 8"/>
                <a:gd name="T15" fmla="*/ 16 h 1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" h="16">
                  <a:moveTo>
                    <a:pt x="0" y="0"/>
                  </a:moveTo>
                  <a:lnTo>
                    <a:pt x="8" y="16"/>
                  </a:lnTo>
                  <a:lnTo>
                    <a:pt x="8" y="8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127" name="Freeform 677"/>
            <p:cNvSpPr>
              <a:spLocks/>
            </p:cNvSpPr>
            <p:nvPr/>
          </p:nvSpPr>
          <p:spPr bwMode="auto">
            <a:xfrm>
              <a:off x="4074348" y="3178565"/>
              <a:ext cx="101360" cy="161137"/>
            </a:xfrm>
            <a:custGeom>
              <a:avLst/>
              <a:gdLst>
                <a:gd name="T0" fmla="*/ 2147483647 w 96"/>
                <a:gd name="T1" fmla="*/ 2147483647 h 152"/>
                <a:gd name="T2" fmla="*/ 2147483647 w 96"/>
                <a:gd name="T3" fmla="*/ 2147483647 h 152"/>
                <a:gd name="T4" fmla="*/ 2147483647 w 96"/>
                <a:gd name="T5" fmla="*/ 2147483647 h 152"/>
                <a:gd name="T6" fmla="*/ 2147483647 w 96"/>
                <a:gd name="T7" fmla="*/ 2147483647 h 152"/>
                <a:gd name="T8" fmla="*/ 2147483647 w 96"/>
                <a:gd name="T9" fmla="*/ 2147483647 h 152"/>
                <a:gd name="T10" fmla="*/ 2147483647 w 96"/>
                <a:gd name="T11" fmla="*/ 2147483647 h 152"/>
                <a:gd name="T12" fmla="*/ 2147483647 w 96"/>
                <a:gd name="T13" fmla="*/ 2147483647 h 152"/>
                <a:gd name="T14" fmla="*/ 2147483647 w 96"/>
                <a:gd name="T15" fmla="*/ 2147483647 h 152"/>
                <a:gd name="T16" fmla="*/ 2147483647 w 96"/>
                <a:gd name="T17" fmla="*/ 2147483647 h 152"/>
                <a:gd name="T18" fmla="*/ 2147483647 w 96"/>
                <a:gd name="T19" fmla="*/ 2147483647 h 152"/>
                <a:gd name="T20" fmla="*/ 2147483647 w 96"/>
                <a:gd name="T21" fmla="*/ 2147483647 h 152"/>
                <a:gd name="T22" fmla="*/ 2147483647 w 96"/>
                <a:gd name="T23" fmla="*/ 0 h 152"/>
                <a:gd name="T24" fmla="*/ 2147483647 w 96"/>
                <a:gd name="T25" fmla="*/ 2147483647 h 152"/>
                <a:gd name="T26" fmla="*/ 0 w 96"/>
                <a:gd name="T27" fmla="*/ 2147483647 h 152"/>
                <a:gd name="T28" fmla="*/ 2147483647 w 96"/>
                <a:gd name="T29" fmla="*/ 2147483647 h 152"/>
                <a:gd name="T30" fmla="*/ 2147483647 w 96"/>
                <a:gd name="T31" fmla="*/ 2147483647 h 152"/>
                <a:gd name="T32" fmla="*/ 2147483647 w 96"/>
                <a:gd name="T33" fmla="*/ 2147483647 h 152"/>
                <a:gd name="T34" fmla="*/ 2147483647 w 96"/>
                <a:gd name="T35" fmla="*/ 2147483647 h 152"/>
                <a:gd name="T36" fmla="*/ 2147483647 w 96"/>
                <a:gd name="T37" fmla="*/ 2147483647 h 152"/>
                <a:gd name="T38" fmla="*/ 2147483647 w 96"/>
                <a:gd name="T39" fmla="*/ 2147483647 h 152"/>
                <a:gd name="T40" fmla="*/ 2147483647 w 96"/>
                <a:gd name="T41" fmla="*/ 2147483647 h 152"/>
                <a:gd name="T42" fmla="*/ 2147483647 w 96"/>
                <a:gd name="T43" fmla="*/ 2147483647 h 152"/>
                <a:gd name="T44" fmla="*/ 2147483647 w 96"/>
                <a:gd name="T45" fmla="*/ 2147483647 h 152"/>
                <a:gd name="T46" fmla="*/ 2147483647 w 96"/>
                <a:gd name="T47" fmla="*/ 2147483647 h 152"/>
                <a:gd name="T48" fmla="*/ 2147483647 w 96"/>
                <a:gd name="T49" fmla="*/ 2147483647 h 152"/>
                <a:gd name="T50" fmla="*/ 2147483647 w 96"/>
                <a:gd name="T51" fmla="*/ 2147483647 h 152"/>
                <a:gd name="T52" fmla="*/ 2147483647 w 96"/>
                <a:gd name="T53" fmla="*/ 2147483647 h 152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w 96"/>
                <a:gd name="T82" fmla="*/ 0 h 152"/>
                <a:gd name="T83" fmla="*/ 96 w 96"/>
                <a:gd name="T84" fmla="*/ 152 h 152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T81" t="T82" r="T83" b="T84"/>
              <a:pathLst>
                <a:path w="96" h="152">
                  <a:moveTo>
                    <a:pt x="72" y="136"/>
                  </a:moveTo>
                  <a:lnTo>
                    <a:pt x="80" y="136"/>
                  </a:lnTo>
                  <a:lnTo>
                    <a:pt x="96" y="128"/>
                  </a:lnTo>
                  <a:lnTo>
                    <a:pt x="96" y="104"/>
                  </a:lnTo>
                  <a:lnTo>
                    <a:pt x="96" y="80"/>
                  </a:lnTo>
                  <a:lnTo>
                    <a:pt x="80" y="72"/>
                  </a:lnTo>
                  <a:lnTo>
                    <a:pt x="64" y="48"/>
                  </a:lnTo>
                  <a:lnTo>
                    <a:pt x="56" y="32"/>
                  </a:lnTo>
                  <a:lnTo>
                    <a:pt x="56" y="24"/>
                  </a:lnTo>
                  <a:lnTo>
                    <a:pt x="56" y="16"/>
                  </a:lnTo>
                  <a:lnTo>
                    <a:pt x="40" y="16"/>
                  </a:lnTo>
                  <a:lnTo>
                    <a:pt x="32" y="0"/>
                  </a:lnTo>
                  <a:lnTo>
                    <a:pt x="8" y="8"/>
                  </a:lnTo>
                  <a:lnTo>
                    <a:pt x="0" y="16"/>
                  </a:lnTo>
                  <a:lnTo>
                    <a:pt x="8" y="24"/>
                  </a:lnTo>
                  <a:lnTo>
                    <a:pt x="8" y="48"/>
                  </a:lnTo>
                  <a:lnTo>
                    <a:pt x="40" y="48"/>
                  </a:lnTo>
                  <a:lnTo>
                    <a:pt x="48" y="56"/>
                  </a:lnTo>
                  <a:lnTo>
                    <a:pt x="72" y="88"/>
                  </a:lnTo>
                  <a:lnTo>
                    <a:pt x="64" y="96"/>
                  </a:lnTo>
                  <a:lnTo>
                    <a:pt x="40" y="104"/>
                  </a:lnTo>
                  <a:lnTo>
                    <a:pt x="32" y="112"/>
                  </a:lnTo>
                  <a:lnTo>
                    <a:pt x="32" y="128"/>
                  </a:lnTo>
                  <a:lnTo>
                    <a:pt x="48" y="144"/>
                  </a:lnTo>
                  <a:lnTo>
                    <a:pt x="56" y="152"/>
                  </a:lnTo>
                  <a:lnTo>
                    <a:pt x="64" y="144"/>
                  </a:lnTo>
                  <a:lnTo>
                    <a:pt x="72" y="136"/>
                  </a:lnTo>
                  <a:close/>
                </a:path>
              </a:pathLst>
            </a:custGeom>
            <a:grpFill/>
            <a:ln w="6350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128" name="Freeform 678"/>
            <p:cNvSpPr>
              <a:spLocks/>
            </p:cNvSpPr>
            <p:nvPr/>
          </p:nvSpPr>
          <p:spPr bwMode="auto">
            <a:xfrm>
              <a:off x="4108135" y="3161239"/>
              <a:ext cx="93564" cy="194924"/>
            </a:xfrm>
            <a:custGeom>
              <a:avLst/>
              <a:gdLst>
                <a:gd name="T0" fmla="*/ 2147483647 w 88"/>
                <a:gd name="T1" fmla="*/ 0 h 184"/>
                <a:gd name="T2" fmla="*/ 0 w 88"/>
                <a:gd name="T3" fmla="*/ 0 h 184"/>
                <a:gd name="T4" fmla="*/ 0 w 88"/>
                <a:gd name="T5" fmla="*/ 2147483647 h 184"/>
                <a:gd name="T6" fmla="*/ 2147483647 w 88"/>
                <a:gd name="T7" fmla="*/ 2147483647 h 184"/>
                <a:gd name="T8" fmla="*/ 2147483647 w 88"/>
                <a:gd name="T9" fmla="*/ 2147483647 h 184"/>
                <a:gd name="T10" fmla="*/ 2147483647 w 88"/>
                <a:gd name="T11" fmla="*/ 2147483647 h 184"/>
                <a:gd name="T12" fmla="*/ 2147483647 w 88"/>
                <a:gd name="T13" fmla="*/ 2147483647 h 184"/>
                <a:gd name="T14" fmla="*/ 2147483647 w 88"/>
                <a:gd name="T15" fmla="*/ 2147483647 h 184"/>
                <a:gd name="T16" fmla="*/ 2147483647 w 88"/>
                <a:gd name="T17" fmla="*/ 2147483647 h 184"/>
                <a:gd name="T18" fmla="*/ 2147483647 w 88"/>
                <a:gd name="T19" fmla="*/ 2147483647 h 184"/>
                <a:gd name="T20" fmla="*/ 2147483647 w 88"/>
                <a:gd name="T21" fmla="*/ 2147483647 h 184"/>
                <a:gd name="T22" fmla="*/ 2147483647 w 88"/>
                <a:gd name="T23" fmla="*/ 2147483647 h 184"/>
                <a:gd name="T24" fmla="*/ 2147483647 w 88"/>
                <a:gd name="T25" fmla="*/ 2147483647 h 184"/>
                <a:gd name="T26" fmla="*/ 2147483647 w 88"/>
                <a:gd name="T27" fmla="*/ 2147483647 h 184"/>
                <a:gd name="T28" fmla="*/ 2147483647 w 88"/>
                <a:gd name="T29" fmla="*/ 2147483647 h 184"/>
                <a:gd name="T30" fmla="*/ 2147483647 w 88"/>
                <a:gd name="T31" fmla="*/ 2147483647 h 184"/>
                <a:gd name="T32" fmla="*/ 2147483647 w 88"/>
                <a:gd name="T33" fmla="*/ 2147483647 h 184"/>
                <a:gd name="T34" fmla="*/ 2147483647 w 88"/>
                <a:gd name="T35" fmla="*/ 2147483647 h 184"/>
                <a:gd name="T36" fmla="*/ 2147483647 w 88"/>
                <a:gd name="T37" fmla="*/ 2147483647 h 184"/>
                <a:gd name="T38" fmla="*/ 2147483647 w 88"/>
                <a:gd name="T39" fmla="*/ 2147483647 h 184"/>
                <a:gd name="T40" fmla="*/ 2147483647 w 88"/>
                <a:gd name="T41" fmla="*/ 2147483647 h 184"/>
                <a:gd name="T42" fmla="*/ 2147483647 w 88"/>
                <a:gd name="T43" fmla="*/ 2147483647 h 184"/>
                <a:gd name="T44" fmla="*/ 2147483647 w 88"/>
                <a:gd name="T45" fmla="*/ 2147483647 h 184"/>
                <a:gd name="T46" fmla="*/ 2147483647 w 88"/>
                <a:gd name="T47" fmla="*/ 2147483647 h 184"/>
                <a:gd name="T48" fmla="*/ 2147483647 w 88"/>
                <a:gd name="T49" fmla="*/ 2147483647 h 184"/>
                <a:gd name="T50" fmla="*/ 2147483647 w 88"/>
                <a:gd name="T51" fmla="*/ 2147483647 h 184"/>
                <a:gd name="T52" fmla="*/ 2147483647 w 88"/>
                <a:gd name="T53" fmla="*/ 2147483647 h 184"/>
                <a:gd name="T54" fmla="*/ 2147483647 w 88"/>
                <a:gd name="T55" fmla="*/ 0 h 184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w 88"/>
                <a:gd name="T85" fmla="*/ 0 h 184"/>
                <a:gd name="T86" fmla="*/ 88 w 88"/>
                <a:gd name="T87" fmla="*/ 184 h 184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T84" t="T85" r="T86" b="T87"/>
              <a:pathLst>
                <a:path w="88" h="184">
                  <a:moveTo>
                    <a:pt x="40" y="0"/>
                  </a:moveTo>
                  <a:lnTo>
                    <a:pt x="0" y="0"/>
                  </a:lnTo>
                  <a:lnTo>
                    <a:pt x="0" y="16"/>
                  </a:lnTo>
                  <a:lnTo>
                    <a:pt x="8" y="32"/>
                  </a:lnTo>
                  <a:lnTo>
                    <a:pt x="24" y="32"/>
                  </a:lnTo>
                  <a:lnTo>
                    <a:pt x="24" y="40"/>
                  </a:lnTo>
                  <a:lnTo>
                    <a:pt x="24" y="48"/>
                  </a:lnTo>
                  <a:lnTo>
                    <a:pt x="32" y="64"/>
                  </a:lnTo>
                  <a:lnTo>
                    <a:pt x="48" y="88"/>
                  </a:lnTo>
                  <a:lnTo>
                    <a:pt x="64" y="96"/>
                  </a:lnTo>
                  <a:lnTo>
                    <a:pt x="64" y="120"/>
                  </a:lnTo>
                  <a:lnTo>
                    <a:pt x="64" y="144"/>
                  </a:lnTo>
                  <a:lnTo>
                    <a:pt x="48" y="152"/>
                  </a:lnTo>
                  <a:lnTo>
                    <a:pt x="40" y="152"/>
                  </a:lnTo>
                  <a:lnTo>
                    <a:pt x="32" y="160"/>
                  </a:lnTo>
                  <a:lnTo>
                    <a:pt x="24" y="168"/>
                  </a:lnTo>
                  <a:lnTo>
                    <a:pt x="32" y="168"/>
                  </a:lnTo>
                  <a:lnTo>
                    <a:pt x="40" y="184"/>
                  </a:lnTo>
                  <a:lnTo>
                    <a:pt x="72" y="160"/>
                  </a:lnTo>
                  <a:lnTo>
                    <a:pt x="88" y="144"/>
                  </a:lnTo>
                  <a:lnTo>
                    <a:pt x="72" y="88"/>
                  </a:lnTo>
                  <a:lnTo>
                    <a:pt x="64" y="80"/>
                  </a:lnTo>
                  <a:lnTo>
                    <a:pt x="48" y="56"/>
                  </a:lnTo>
                  <a:lnTo>
                    <a:pt x="40" y="40"/>
                  </a:lnTo>
                  <a:lnTo>
                    <a:pt x="48" y="32"/>
                  </a:lnTo>
                  <a:lnTo>
                    <a:pt x="64" y="24"/>
                  </a:lnTo>
                  <a:lnTo>
                    <a:pt x="56" y="16"/>
                  </a:lnTo>
                  <a:lnTo>
                    <a:pt x="40" y="0"/>
                  </a:lnTo>
                  <a:close/>
                </a:path>
              </a:pathLst>
            </a:custGeom>
            <a:grpFill/>
            <a:ln w="6350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129" name="Freeform 679"/>
            <p:cNvSpPr>
              <a:spLocks/>
            </p:cNvSpPr>
            <p:nvPr/>
          </p:nvSpPr>
          <p:spPr bwMode="auto">
            <a:xfrm>
              <a:off x="4074348" y="3178565"/>
              <a:ext cx="101360" cy="161137"/>
            </a:xfrm>
            <a:custGeom>
              <a:avLst/>
              <a:gdLst>
                <a:gd name="T0" fmla="*/ 2147483647 w 96"/>
                <a:gd name="T1" fmla="*/ 2147483647 h 152"/>
                <a:gd name="T2" fmla="*/ 2147483647 w 96"/>
                <a:gd name="T3" fmla="*/ 2147483647 h 152"/>
                <a:gd name="T4" fmla="*/ 2147483647 w 96"/>
                <a:gd name="T5" fmla="*/ 2147483647 h 152"/>
                <a:gd name="T6" fmla="*/ 2147483647 w 96"/>
                <a:gd name="T7" fmla="*/ 2147483647 h 152"/>
                <a:gd name="T8" fmla="*/ 2147483647 w 96"/>
                <a:gd name="T9" fmla="*/ 2147483647 h 152"/>
                <a:gd name="T10" fmla="*/ 2147483647 w 96"/>
                <a:gd name="T11" fmla="*/ 2147483647 h 152"/>
                <a:gd name="T12" fmla="*/ 2147483647 w 96"/>
                <a:gd name="T13" fmla="*/ 2147483647 h 152"/>
                <a:gd name="T14" fmla="*/ 2147483647 w 96"/>
                <a:gd name="T15" fmla="*/ 2147483647 h 152"/>
                <a:gd name="T16" fmla="*/ 2147483647 w 96"/>
                <a:gd name="T17" fmla="*/ 2147483647 h 152"/>
                <a:gd name="T18" fmla="*/ 2147483647 w 96"/>
                <a:gd name="T19" fmla="*/ 2147483647 h 152"/>
                <a:gd name="T20" fmla="*/ 2147483647 w 96"/>
                <a:gd name="T21" fmla="*/ 2147483647 h 152"/>
                <a:gd name="T22" fmla="*/ 2147483647 w 96"/>
                <a:gd name="T23" fmla="*/ 0 h 152"/>
                <a:gd name="T24" fmla="*/ 2147483647 w 96"/>
                <a:gd name="T25" fmla="*/ 0 h 152"/>
                <a:gd name="T26" fmla="*/ 2147483647 w 96"/>
                <a:gd name="T27" fmla="*/ 2147483647 h 152"/>
                <a:gd name="T28" fmla="*/ 0 w 96"/>
                <a:gd name="T29" fmla="*/ 2147483647 h 152"/>
                <a:gd name="T30" fmla="*/ 0 w 96"/>
                <a:gd name="T31" fmla="*/ 2147483647 h 152"/>
                <a:gd name="T32" fmla="*/ 2147483647 w 96"/>
                <a:gd name="T33" fmla="*/ 2147483647 h 152"/>
                <a:gd name="T34" fmla="*/ 2147483647 w 96"/>
                <a:gd name="T35" fmla="*/ 2147483647 h 152"/>
                <a:gd name="T36" fmla="*/ 2147483647 w 96"/>
                <a:gd name="T37" fmla="*/ 2147483647 h 152"/>
                <a:gd name="T38" fmla="*/ 2147483647 w 96"/>
                <a:gd name="T39" fmla="*/ 2147483647 h 152"/>
                <a:gd name="T40" fmla="*/ 2147483647 w 96"/>
                <a:gd name="T41" fmla="*/ 2147483647 h 152"/>
                <a:gd name="T42" fmla="*/ 2147483647 w 96"/>
                <a:gd name="T43" fmla="*/ 2147483647 h 152"/>
                <a:gd name="T44" fmla="*/ 2147483647 w 96"/>
                <a:gd name="T45" fmla="*/ 2147483647 h 152"/>
                <a:gd name="T46" fmla="*/ 2147483647 w 96"/>
                <a:gd name="T47" fmla="*/ 2147483647 h 152"/>
                <a:gd name="T48" fmla="*/ 2147483647 w 96"/>
                <a:gd name="T49" fmla="*/ 2147483647 h 152"/>
                <a:gd name="T50" fmla="*/ 2147483647 w 96"/>
                <a:gd name="T51" fmla="*/ 2147483647 h 152"/>
                <a:gd name="T52" fmla="*/ 2147483647 w 96"/>
                <a:gd name="T53" fmla="*/ 2147483647 h 152"/>
                <a:gd name="T54" fmla="*/ 2147483647 w 96"/>
                <a:gd name="T55" fmla="*/ 2147483647 h 152"/>
                <a:gd name="T56" fmla="*/ 2147483647 w 96"/>
                <a:gd name="T57" fmla="*/ 2147483647 h 152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w 96"/>
                <a:gd name="T88" fmla="*/ 0 h 152"/>
                <a:gd name="T89" fmla="*/ 96 w 96"/>
                <a:gd name="T90" fmla="*/ 152 h 152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T87" t="T88" r="T89" b="T90"/>
              <a:pathLst>
                <a:path w="96" h="152">
                  <a:moveTo>
                    <a:pt x="72" y="136"/>
                  </a:moveTo>
                  <a:lnTo>
                    <a:pt x="80" y="136"/>
                  </a:lnTo>
                  <a:lnTo>
                    <a:pt x="96" y="128"/>
                  </a:lnTo>
                  <a:lnTo>
                    <a:pt x="96" y="104"/>
                  </a:lnTo>
                  <a:lnTo>
                    <a:pt x="96" y="80"/>
                  </a:lnTo>
                  <a:lnTo>
                    <a:pt x="80" y="72"/>
                  </a:lnTo>
                  <a:lnTo>
                    <a:pt x="64" y="48"/>
                  </a:lnTo>
                  <a:lnTo>
                    <a:pt x="56" y="32"/>
                  </a:lnTo>
                  <a:lnTo>
                    <a:pt x="56" y="24"/>
                  </a:lnTo>
                  <a:lnTo>
                    <a:pt x="56" y="16"/>
                  </a:lnTo>
                  <a:lnTo>
                    <a:pt x="40" y="16"/>
                  </a:lnTo>
                  <a:lnTo>
                    <a:pt x="32" y="0"/>
                  </a:lnTo>
                  <a:lnTo>
                    <a:pt x="8" y="8"/>
                  </a:lnTo>
                  <a:lnTo>
                    <a:pt x="0" y="16"/>
                  </a:lnTo>
                  <a:lnTo>
                    <a:pt x="8" y="24"/>
                  </a:lnTo>
                  <a:lnTo>
                    <a:pt x="8" y="48"/>
                  </a:lnTo>
                  <a:lnTo>
                    <a:pt x="40" y="48"/>
                  </a:lnTo>
                  <a:lnTo>
                    <a:pt x="48" y="56"/>
                  </a:lnTo>
                  <a:lnTo>
                    <a:pt x="72" y="88"/>
                  </a:lnTo>
                  <a:lnTo>
                    <a:pt x="64" y="96"/>
                  </a:lnTo>
                  <a:lnTo>
                    <a:pt x="40" y="104"/>
                  </a:lnTo>
                  <a:lnTo>
                    <a:pt x="32" y="112"/>
                  </a:lnTo>
                  <a:lnTo>
                    <a:pt x="32" y="128"/>
                  </a:lnTo>
                  <a:lnTo>
                    <a:pt x="48" y="144"/>
                  </a:lnTo>
                  <a:lnTo>
                    <a:pt x="56" y="152"/>
                  </a:lnTo>
                  <a:lnTo>
                    <a:pt x="64" y="144"/>
                  </a:lnTo>
                  <a:lnTo>
                    <a:pt x="72" y="136"/>
                  </a:lnTo>
                  <a:close/>
                </a:path>
              </a:pathLst>
            </a:custGeom>
            <a:grpFill/>
            <a:ln w="6350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130" name="Freeform 680"/>
            <p:cNvSpPr>
              <a:spLocks/>
            </p:cNvSpPr>
            <p:nvPr/>
          </p:nvSpPr>
          <p:spPr bwMode="auto">
            <a:xfrm>
              <a:off x="4111600" y="3161239"/>
              <a:ext cx="93564" cy="194924"/>
            </a:xfrm>
            <a:custGeom>
              <a:avLst/>
              <a:gdLst>
                <a:gd name="T0" fmla="*/ 2147483647 w 88"/>
                <a:gd name="T1" fmla="*/ 0 h 184"/>
                <a:gd name="T2" fmla="*/ 0 w 88"/>
                <a:gd name="T3" fmla="*/ 0 h 184"/>
                <a:gd name="T4" fmla="*/ 0 w 88"/>
                <a:gd name="T5" fmla="*/ 2147483647 h 184"/>
                <a:gd name="T6" fmla="*/ 0 w 88"/>
                <a:gd name="T7" fmla="*/ 2147483647 h 184"/>
                <a:gd name="T8" fmla="*/ 2147483647 w 88"/>
                <a:gd name="T9" fmla="*/ 2147483647 h 184"/>
                <a:gd name="T10" fmla="*/ 2147483647 w 88"/>
                <a:gd name="T11" fmla="*/ 2147483647 h 184"/>
                <a:gd name="T12" fmla="*/ 2147483647 w 88"/>
                <a:gd name="T13" fmla="*/ 2147483647 h 184"/>
                <a:gd name="T14" fmla="*/ 2147483647 w 88"/>
                <a:gd name="T15" fmla="*/ 2147483647 h 184"/>
                <a:gd name="T16" fmla="*/ 2147483647 w 88"/>
                <a:gd name="T17" fmla="*/ 2147483647 h 184"/>
                <a:gd name="T18" fmla="*/ 2147483647 w 88"/>
                <a:gd name="T19" fmla="*/ 2147483647 h 184"/>
                <a:gd name="T20" fmla="*/ 2147483647 w 88"/>
                <a:gd name="T21" fmla="*/ 2147483647 h 184"/>
                <a:gd name="T22" fmla="*/ 2147483647 w 88"/>
                <a:gd name="T23" fmla="*/ 2147483647 h 184"/>
                <a:gd name="T24" fmla="*/ 2147483647 w 88"/>
                <a:gd name="T25" fmla="*/ 2147483647 h 184"/>
                <a:gd name="T26" fmla="*/ 2147483647 w 88"/>
                <a:gd name="T27" fmla="*/ 2147483647 h 184"/>
                <a:gd name="T28" fmla="*/ 2147483647 w 88"/>
                <a:gd name="T29" fmla="*/ 2147483647 h 184"/>
                <a:gd name="T30" fmla="*/ 2147483647 w 88"/>
                <a:gd name="T31" fmla="*/ 2147483647 h 184"/>
                <a:gd name="T32" fmla="*/ 2147483647 w 88"/>
                <a:gd name="T33" fmla="*/ 2147483647 h 184"/>
                <a:gd name="T34" fmla="*/ 2147483647 w 88"/>
                <a:gd name="T35" fmla="*/ 2147483647 h 184"/>
                <a:gd name="T36" fmla="*/ 2147483647 w 88"/>
                <a:gd name="T37" fmla="*/ 2147483647 h 184"/>
                <a:gd name="T38" fmla="*/ 2147483647 w 88"/>
                <a:gd name="T39" fmla="*/ 2147483647 h 184"/>
                <a:gd name="T40" fmla="*/ 2147483647 w 88"/>
                <a:gd name="T41" fmla="*/ 2147483647 h 184"/>
                <a:gd name="T42" fmla="*/ 2147483647 w 88"/>
                <a:gd name="T43" fmla="*/ 2147483647 h 184"/>
                <a:gd name="T44" fmla="*/ 2147483647 w 88"/>
                <a:gd name="T45" fmla="*/ 2147483647 h 184"/>
                <a:gd name="T46" fmla="*/ 2147483647 w 88"/>
                <a:gd name="T47" fmla="*/ 2147483647 h 184"/>
                <a:gd name="T48" fmla="*/ 2147483647 w 88"/>
                <a:gd name="T49" fmla="*/ 2147483647 h 184"/>
                <a:gd name="T50" fmla="*/ 2147483647 w 88"/>
                <a:gd name="T51" fmla="*/ 2147483647 h 184"/>
                <a:gd name="T52" fmla="*/ 2147483647 w 88"/>
                <a:gd name="T53" fmla="*/ 2147483647 h 184"/>
                <a:gd name="T54" fmla="*/ 2147483647 w 88"/>
                <a:gd name="T55" fmla="*/ 2147483647 h 184"/>
                <a:gd name="T56" fmla="*/ 2147483647 w 88"/>
                <a:gd name="T57" fmla="*/ 0 h 184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w 88"/>
                <a:gd name="T88" fmla="*/ 0 h 184"/>
                <a:gd name="T89" fmla="*/ 88 w 88"/>
                <a:gd name="T90" fmla="*/ 184 h 184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T87" t="T88" r="T89" b="T90"/>
              <a:pathLst>
                <a:path w="88" h="184">
                  <a:moveTo>
                    <a:pt x="40" y="0"/>
                  </a:moveTo>
                  <a:lnTo>
                    <a:pt x="0" y="0"/>
                  </a:lnTo>
                  <a:lnTo>
                    <a:pt x="0" y="16"/>
                  </a:lnTo>
                  <a:lnTo>
                    <a:pt x="8" y="32"/>
                  </a:lnTo>
                  <a:lnTo>
                    <a:pt x="24" y="32"/>
                  </a:lnTo>
                  <a:lnTo>
                    <a:pt x="24" y="40"/>
                  </a:lnTo>
                  <a:lnTo>
                    <a:pt x="24" y="48"/>
                  </a:lnTo>
                  <a:lnTo>
                    <a:pt x="32" y="64"/>
                  </a:lnTo>
                  <a:lnTo>
                    <a:pt x="48" y="88"/>
                  </a:lnTo>
                  <a:lnTo>
                    <a:pt x="64" y="96"/>
                  </a:lnTo>
                  <a:lnTo>
                    <a:pt x="64" y="120"/>
                  </a:lnTo>
                  <a:lnTo>
                    <a:pt x="64" y="144"/>
                  </a:lnTo>
                  <a:lnTo>
                    <a:pt x="48" y="152"/>
                  </a:lnTo>
                  <a:lnTo>
                    <a:pt x="40" y="152"/>
                  </a:lnTo>
                  <a:lnTo>
                    <a:pt x="32" y="160"/>
                  </a:lnTo>
                  <a:lnTo>
                    <a:pt x="24" y="168"/>
                  </a:lnTo>
                  <a:lnTo>
                    <a:pt x="32" y="168"/>
                  </a:lnTo>
                  <a:lnTo>
                    <a:pt x="40" y="184"/>
                  </a:lnTo>
                  <a:lnTo>
                    <a:pt x="72" y="160"/>
                  </a:lnTo>
                  <a:lnTo>
                    <a:pt x="88" y="144"/>
                  </a:lnTo>
                  <a:lnTo>
                    <a:pt x="72" y="88"/>
                  </a:lnTo>
                  <a:lnTo>
                    <a:pt x="64" y="80"/>
                  </a:lnTo>
                  <a:lnTo>
                    <a:pt x="48" y="56"/>
                  </a:lnTo>
                  <a:lnTo>
                    <a:pt x="40" y="40"/>
                  </a:lnTo>
                  <a:lnTo>
                    <a:pt x="48" y="32"/>
                  </a:lnTo>
                  <a:lnTo>
                    <a:pt x="64" y="24"/>
                  </a:lnTo>
                  <a:lnTo>
                    <a:pt x="56" y="16"/>
                  </a:lnTo>
                  <a:lnTo>
                    <a:pt x="40" y="0"/>
                  </a:lnTo>
                  <a:close/>
                </a:path>
              </a:pathLst>
            </a:custGeom>
            <a:grpFill/>
            <a:ln w="6350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131" name="Freeform 681"/>
            <p:cNvSpPr>
              <a:spLocks/>
            </p:cNvSpPr>
            <p:nvPr/>
          </p:nvSpPr>
          <p:spPr bwMode="auto">
            <a:xfrm>
              <a:off x="3803187" y="3059878"/>
              <a:ext cx="110024" cy="51113"/>
            </a:xfrm>
            <a:custGeom>
              <a:avLst/>
              <a:gdLst>
                <a:gd name="T0" fmla="*/ 2147483647 w 104"/>
                <a:gd name="T1" fmla="*/ 2147483647 h 48"/>
                <a:gd name="T2" fmla="*/ 2147483647 w 104"/>
                <a:gd name="T3" fmla="*/ 2147483647 h 48"/>
                <a:gd name="T4" fmla="*/ 2147483647 w 104"/>
                <a:gd name="T5" fmla="*/ 0 h 48"/>
                <a:gd name="T6" fmla="*/ 2147483647 w 104"/>
                <a:gd name="T7" fmla="*/ 0 h 48"/>
                <a:gd name="T8" fmla="*/ 0 w 104"/>
                <a:gd name="T9" fmla="*/ 2147483647 h 48"/>
                <a:gd name="T10" fmla="*/ 2147483647 w 104"/>
                <a:gd name="T11" fmla="*/ 2147483647 h 48"/>
                <a:gd name="T12" fmla="*/ 2147483647 w 104"/>
                <a:gd name="T13" fmla="*/ 2147483647 h 48"/>
                <a:gd name="T14" fmla="*/ 2147483647 w 104"/>
                <a:gd name="T15" fmla="*/ 2147483647 h 48"/>
                <a:gd name="T16" fmla="*/ 2147483647 w 104"/>
                <a:gd name="T17" fmla="*/ 2147483647 h 48"/>
                <a:gd name="T18" fmla="*/ 2147483647 w 104"/>
                <a:gd name="T19" fmla="*/ 2147483647 h 48"/>
                <a:gd name="T20" fmla="*/ 2147483647 w 104"/>
                <a:gd name="T21" fmla="*/ 2147483647 h 48"/>
                <a:gd name="T22" fmla="*/ 2147483647 w 104"/>
                <a:gd name="T23" fmla="*/ 2147483647 h 48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104"/>
                <a:gd name="T37" fmla="*/ 0 h 48"/>
                <a:gd name="T38" fmla="*/ 104 w 104"/>
                <a:gd name="T39" fmla="*/ 48 h 48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104" h="48">
                  <a:moveTo>
                    <a:pt x="72" y="24"/>
                  </a:moveTo>
                  <a:lnTo>
                    <a:pt x="48" y="8"/>
                  </a:lnTo>
                  <a:lnTo>
                    <a:pt x="16" y="0"/>
                  </a:lnTo>
                  <a:lnTo>
                    <a:pt x="8" y="0"/>
                  </a:lnTo>
                  <a:lnTo>
                    <a:pt x="0" y="16"/>
                  </a:lnTo>
                  <a:lnTo>
                    <a:pt x="40" y="40"/>
                  </a:lnTo>
                  <a:lnTo>
                    <a:pt x="72" y="40"/>
                  </a:lnTo>
                  <a:lnTo>
                    <a:pt x="88" y="48"/>
                  </a:lnTo>
                  <a:lnTo>
                    <a:pt x="96" y="48"/>
                  </a:lnTo>
                  <a:lnTo>
                    <a:pt x="104" y="32"/>
                  </a:lnTo>
                  <a:lnTo>
                    <a:pt x="96" y="24"/>
                  </a:lnTo>
                  <a:lnTo>
                    <a:pt x="72" y="24"/>
                  </a:lnTo>
                  <a:close/>
                </a:path>
              </a:pathLst>
            </a:custGeom>
            <a:grpFill/>
            <a:ln w="6350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132" name="Freeform 682"/>
            <p:cNvSpPr>
              <a:spLocks/>
            </p:cNvSpPr>
            <p:nvPr/>
          </p:nvSpPr>
          <p:spPr bwMode="auto">
            <a:xfrm>
              <a:off x="3726084" y="2635377"/>
              <a:ext cx="814350" cy="568312"/>
            </a:xfrm>
            <a:custGeom>
              <a:avLst/>
              <a:gdLst>
                <a:gd name="T0" fmla="*/ 2147483647 w 768"/>
                <a:gd name="T1" fmla="*/ 2147483647 h 536"/>
                <a:gd name="T2" fmla="*/ 2147483647 w 768"/>
                <a:gd name="T3" fmla="*/ 0 h 536"/>
                <a:gd name="T4" fmla="*/ 2147483647 w 768"/>
                <a:gd name="T5" fmla="*/ 2147483647 h 536"/>
                <a:gd name="T6" fmla="*/ 2147483647 w 768"/>
                <a:gd name="T7" fmla="*/ 2147483647 h 536"/>
                <a:gd name="T8" fmla="*/ 2147483647 w 768"/>
                <a:gd name="T9" fmla="*/ 2147483647 h 536"/>
                <a:gd name="T10" fmla="*/ 2147483647 w 768"/>
                <a:gd name="T11" fmla="*/ 2147483647 h 536"/>
                <a:gd name="T12" fmla="*/ 2147483647 w 768"/>
                <a:gd name="T13" fmla="*/ 2147483647 h 536"/>
                <a:gd name="T14" fmla="*/ 2147483647 w 768"/>
                <a:gd name="T15" fmla="*/ 2147483647 h 536"/>
                <a:gd name="T16" fmla="*/ 2147483647 w 768"/>
                <a:gd name="T17" fmla="*/ 2147483647 h 536"/>
                <a:gd name="T18" fmla="*/ 2147483647 w 768"/>
                <a:gd name="T19" fmla="*/ 2147483647 h 536"/>
                <a:gd name="T20" fmla="*/ 2147483647 w 768"/>
                <a:gd name="T21" fmla="*/ 2147483647 h 536"/>
                <a:gd name="T22" fmla="*/ 2147483647 w 768"/>
                <a:gd name="T23" fmla="*/ 2147483647 h 536"/>
                <a:gd name="T24" fmla="*/ 2147483647 w 768"/>
                <a:gd name="T25" fmla="*/ 2147483647 h 536"/>
                <a:gd name="T26" fmla="*/ 2147483647 w 768"/>
                <a:gd name="T27" fmla="*/ 2147483647 h 536"/>
                <a:gd name="T28" fmla="*/ 0 w 768"/>
                <a:gd name="T29" fmla="*/ 2147483647 h 536"/>
                <a:gd name="T30" fmla="*/ 0 w 768"/>
                <a:gd name="T31" fmla="*/ 2147483647 h 536"/>
                <a:gd name="T32" fmla="*/ 2147483647 w 768"/>
                <a:gd name="T33" fmla="*/ 2147483647 h 536"/>
                <a:gd name="T34" fmla="*/ 2147483647 w 768"/>
                <a:gd name="T35" fmla="*/ 2147483647 h 536"/>
                <a:gd name="T36" fmla="*/ 2147483647 w 768"/>
                <a:gd name="T37" fmla="*/ 2147483647 h 536"/>
                <a:gd name="T38" fmla="*/ 2147483647 w 768"/>
                <a:gd name="T39" fmla="*/ 2147483647 h 536"/>
                <a:gd name="T40" fmla="*/ 2147483647 w 768"/>
                <a:gd name="T41" fmla="*/ 2147483647 h 536"/>
                <a:gd name="T42" fmla="*/ 2147483647 w 768"/>
                <a:gd name="T43" fmla="*/ 2147483647 h 536"/>
                <a:gd name="T44" fmla="*/ 2147483647 w 768"/>
                <a:gd name="T45" fmla="*/ 2147483647 h 536"/>
                <a:gd name="T46" fmla="*/ 2147483647 w 768"/>
                <a:gd name="T47" fmla="*/ 2147483647 h 536"/>
                <a:gd name="T48" fmla="*/ 2147483647 w 768"/>
                <a:gd name="T49" fmla="*/ 2147483647 h 536"/>
                <a:gd name="T50" fmla="*/ 2147483647 w 768"/>
                <a:gd name="T51" fmla="*/ 2147483647 h 536"/>
                <a:gd name="T52" fmla="*/ 2147483647 w 768"/>
                <a:gd name="T53" fmla="*/ 2147483647 h 536"/>
                <a:gd name="T54" fmla="*/ 2147483647 w 768"/>
                <a:gd name="T55" fmla="*/ 2147483647 h 536"/>
                <a:gd name="T56" fmla="*/ 2147483647 w 768"/>
                <a:gd name="T57" fmla="*/ 2147483647 h 536"/>
                <a:gd name="T58" fmla="*/ 2147483647 w 768"/>
                <a:gd name="T59" fmla="*/ 2147483647 h 536"/>
                <a:gd name="T60" fmla="*/ 2147483647 w 768"/>
                <a:gd name="T61" fmla="*/ 2147483647 h 536"/>
                <a:gd name="T62" fmla="*/ 2147483647 w 768"/>
                <a:gd name="T63" fmla="*/ 2147483647 h 536"/>
                <a:gd name="T64" fmla="*/ 2147483647 w 768"/>
                <a:gd name="T65" fmla="*/ 2147483647 h 536"/>
                <a:gd name="T66" fmla="*/ 2147483647 w 768"/>
                <a:gd name="T67" fmla="*/ 2147483647 h 536"/>
                <a:gd name="T68" fmla="*/ 2147483647 w 768"/>
                <a:gd name="T69" fmla="*/ 2147483647 h 536"/>
                <a:gd name="T70" fmla="*/ 2147483647 w 768"/>
                <a:gd name="T71" fmla="*/ 2147483647 h 536"/>
                <a:gd name="T72" fmla="*/ 2147483647 w 768"/>
                <a:gd name="T73" fmla="*/ 2147483647 h 536"/>
                <a:gd name="T74" fmla="*/ 2147483647 w 768"/>
                <a:gd name="T75" fmla="*/ 2147483647 h 536"/>
                <a:gd name="T76" fmla="*/ 2147483647 w 768"/>
                <a:gd name="T77" fmla="*/ 2147483647 h 536"/>
                <a:gd name="T78" fmla="*/ 2147483647 w 768"/>
                <a:gd name="T79" fmla="*/ 2147483647 h 536"/>
                <a:gd name="T80" fmla="*/ 2147483647 w 768"/>
                <a:gd name="T81" fmla="*/ 2147483647 h 536"/>
                <a:gd name="T82" fmla="*/ 2147483647 w 768"/>
                <a:gd name="T83" fmla="*/ 2147483647 h 536"/>
                <a:gd name="T84" fmla="*/ 2147483647 w 768"/>
                <a:gd name="T85" fmla="*/ 2147483647 h 536"/>
                <a:gd name="T86" fmla="*/ 2147483647 w 768"/>
                <a:gd name="T87" fmla="*/ 2147483647 h 536"/>
                <a:gd name="T88" fmla="*/ 2147483647 w 768"/>
                <a:gd name="T89" fmla="*/ 2147483647 h 536"/>
                <a:gd name="T90" fmla="*/ 2147483647 w 768"/>
                <a:gd name="T91" fmla="*/ 2147483647 h 536"/>
                <a:gd name="T92" fmla="*/ 2147483647 w 768"/>
                <a:gd name="T93" fmla="*/ 2147483647 h 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w 768"/>
                <a:gd name="T142" fmla="*/ 0 h 536"/>
                <a:gd name="T143" fmla="*/ 768 w 768"/>
                <a:gd name="T144" fmla="*/ 536 h 536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T141" t="T142" r="T143" b="T144"/>
              <a:pathLst>
                <a:path w="768" h="536">
                  <a:moveTo>
                    <a:pt x="744" y="152"/>
                  </a:moveTo>
                  <a:lnTo>
                    <a:pt x="768" y="96"/>
                  </a:lnTo>
                  <a:lnTo>
                    <a:pt x="720" y="96"/>
                  </a:lnTo>
                  <a:lnTo>
                    <a:pt x="712" y="80"/>
                  </a:lnTo>
                  <a:lnTo>
                    <a:pt x="680" y="72"/>
                  </a:lnTo>
                  <a:lnTo>
                    <a:pt x="640" y="0"/>
                  </a:lnTo>
                  <a:lnTo>
                    <a:pt x="600" y="0"/>
                  </a:lnTo>
                  <a:lnTo>
                    <a:pt x="592" y="16"/>
                  </a:lnTo>
                  <a:lnTo>
                    <a:pt x="568" y="64"/>
                  </a:lnTo>
                  <a:lnTo>
                    <a:pt x="544" y="64"/>
                  </a:lnTo>
                  <a:lnTo>
                    <a:pt x="536" y="72"/>
                  </a:lnTo>
                  <a:lnTo>
                    <a:pt x="544" y="72"/>
                  </a:lnTo>
                  <a:lnTo>
                    <a:pt x="536" y="72"/>
                  </a:lnTo>
                  <a:lnTo>
                    <a:pt x="528" y="88"/>
                  </a:lnTo>
                  <a:lnTo>
                    <a:pt x="528" y="104"/>
                  </a:lnTo>
                  <a:lnTo>
                    <a:pt x="568" y="112"/>
                  </a:lnTo>
                  <a:lnTo>
                    <a:pt x="576" y="128"/>
                  </a:lnTo>
                  <a:lnTo>
                    <a:pt x="536" y="136"/>
                  </a:lnTo>
                  <a:lnTo>
                    <a:pt x="512" y="152"/>
                  </a:lnTo>
                  <a:lnTo>
                    <a:pt x="480" y="160"/>
                  </a:lnTo>
                  <a:lnTo>
                    <a:pt x="472" y="192"/>
                  </a:lnTo>
                  <a:lnTo>
                    <a:pt x="432" y="192"/>
                  </a:lnTo>
                  <a:lnTo>
                    <a:pt x="384" y="224"/>
                  </a:lnTo>
                  <a:lnTo>
                    <a:pt x="344" y="200"/>
                  </a:lnTo>
                  <a:lnTo>
                    <a:pt x="296" y="200"/>
                  </a:lnTo>
                  <a:lnTo>
                    <a:pt x="264" y="160"/>
                  </a:lnTo>
                  <a:lnTo>
                    <a:pt x="208" y="144"/>
                  </a:lnTo>
                  <a:lnTo>
                    <a:pt x="208" y="104"/>
                  </a:lnTo>
                  <a:lnTo>
                    <a:pt x="184" y="96"/>
                  </a:lnTo>
                  <a:lnTo>
                    <a:pt x="176" y="88"/>
                  </a:lnTo>
                  <a:lnTo>
                    <a:pt x="176" y="96"/>
                  </a:lnTo>
                  <a:lnTo>
                    <a:pt x="176" y="88"/>
                  </a:lnTo>
                  <a:lnTo>
                    <a:pt x="168" y="88"/>
                  </a:lnTo>
                  <a:lnTo>
                    <a:pt x="168" y="96"/>
                  </a:lnTo>
                  <a:lnTo>
                    <a:pt x="168" y="88"/>
                  </a:lnTo>
                  <a:lnTo>
                    <a:pt x="152" y="96"/>
                  </a:lnTo>
                  <a:lnTo>
                    <a:pt x="144" y="120"/>
                  </a:lnTo>
                  <a:lnTo>
                    <a:pt x="112" y="112"/>
                  </a:lnTo>
                  <a:lnTo>
                    <a:pt x="104" y="152"/>
                  </a:lnTo>
                  <a:lnTo>
                    <a:pt x="80" y="160"/>
                  </a:lnTo>
                  <a:lnTo>
                    <a:pt x="72" y="208"/>
                  </a:lnTo>
                  <a:lnTo>
                    <a:pt x="56" y="224"/>
                  </a:lnTo>
                  <a:lnTo>
                    <a:pt x="32" y="240"/>
                  </a:lnTo>
                  <a:lnTo>
                    <a:pt x="0" y="248"/>
                  </a:lnTo>
                  <a:lnTo>
                    <a:pt x="0" y="264"/>
                  </a:lnTo>
                  <a:lnTo>
                    <a:pt x="8" y="272"/>
                  </a:lnTo>
                  <a:lnTo>
                    <a:pt x="8" y="280"/>
                  </a:lnTo>
                  <a:lnTo>
                    <a:pt x="0" y="288"/>
                  </a:lnTo>
                  <a:lnTo>
                    <a:pt x="8" y="296"/>
                  </a:lnTo>
                  <a:lnTo>
                    <a:pt x="24" y="296"/>
                  </a:lnTo>
                  <a:lnTo>
                    <a:pt x="32" y="312"/>
                  </a:lnTo>
                  <a:lnTo>
                    <a:pt x="48" y="312"/>
                  </a:lnTo>
                  <a:lnTo>
                    <a:pt x="72" y="312"/>
                  </a:lnTo>
                  <a:lnTo>
                    <a:pt x="80" y="320"/>
                  </a:lnTo>
                  <a:lnTo>
                    <a:pt x="64" y="344"/>
                  </a:lnTo>
                  <a:lnTo>
                    <a:pt x="64" y="360"/>
                  </a:lnTo>
                  <a:lnTo>
                    <a:pt x="56" y="368"/>
                  </a:lnTo>
                  <a:lnTo>
                    <a:pt x="64" y="384"/>
                  </a:lnTo>
                  <a:lnTo>
                    <a:pt x="88" y="392"/>
                  </a:lnTo>
                  <a:lnTo>
                    <a:pt x="80" y="400"/>
                  </a:lnTo>
                  <a:lnTo>
                    <a:pt x="88" y="400"/>
                  </a:lnTo>
                  <a:lnTo>
                    <a:pt x="120" y="408"/>
                  </a:lnTo>
                  <a:lnTo>
                    <a:pt x="144" y="424"/>
                  </a:lnTo>
                  <a:lnTo>
                    <a:pt x="168" y="424"/>
                  </a:lnTo>
                  <a:lnTo>
                    <a:pt x="176" y="432"/>
                  </a:lnTo>
                  <a:lnTo>
                    <a:pt x="184" y="432"/>
                  </a:lnTo>
                  <a:lnTo>
                    <a:pt x="192" y="440"/>
                  </a:lnTo>
                  <a:lnTo>
                    <a:pt x="208" y="440"/>
                  </a:lnTo>
                  <a:lnTo>
                    <a:pt x="224" y="440"/>
                  </a:lnTo>
                  <a:lnTo>
                    <a:pt x="240" y="424"/>
                  </a:lnTo>
                  <a:lnTo>
                    <a:pt x="256" y="416"/>
                  </a:lnTo>
                  <a:lnTo>
                    <a:pt x="272" y="416"/>
                  </a:lnTo>
                  <a:lnTo>
                    <a:pt x="288" y="424"/>
                  </a:lnTo>
                  <a:lnTo>
                    <a:pt x="296" y="424"/>
                  </a:lnTo>
                  <a:lnTo>
                    <a:pt x="304" y="432"/>
                  </a:lnTo>
                  <a:lnTo>
                    <a:pt x="312" y="448"/>
                  </a:lnTo>
                  <a:lnTo>
                    <a:pt x="304" y="472"/>
                  </a:lnTo>
                  <a:lnTo>
                    <a:pt x="304" y="480"/>
                  </a:lnTo>
                  <a:lnTo>
                    <a:pt x="312" y="488"/>
                  </a:lnTo>
                  <a:lnTo>
                    <a:pt x="320" y="496"/>
                  </a:lnTo>
                  <a:lnTo>
                    <a:pt x="320" y="504"/>
                  </a:lnTo>
                  <a:lnTo>
                    <a:pt x="344" y="512"/>
                  </a:lnTo>
                  <a:lnTo>
                    <a:pt x="336" y="520"/>
                  </a:lnTo>
                  <a:lnTo>
                    <a:pt x="360" y="512"/>
                  </a:lnTo>
                  <a:lnTo>
                    <a:pt x="360" y="496"/>
                  </a:lnTo>
                  <a:lnTo>
                    <a:pt x="400" y="496"/>
                  </a:lnTo>
                  <a:lnTo>
                    <a:pt x="416" y="512"/>
                  </a:lnTo>
                  <a:lnTo>
                    <a:pt x="424" y="520"/>
                  </a:lnTo>
                  <a:lnTo>
                    <a:pt x="432" y="520"/>
                  </a:lnTo>
                  <a:lnTo>
                    <a:pt x="456" y="536"/>
                  </a:lnTo>
                  <a:lnTo>
                    <a:pt x="456" y="520"/>
                  </a:lnTo>
                  <a:lnTo>
                    <a:pt x="488" y="512"/>
                  </a:lnTo>
                  <a:lnTo>
                    <a:pt x="496" y="504"/>
                  </a:lnTo>
                  <a:lnTo>
                    <a:pt x="504" y="504"/>
                  </a:lnTo>
                  <a:lnTo>
                    <a:pt x="512" y="504"/>
                  </a:lnTo>
                  <a:lnTo>
                    <a:pt x="528" y="496"/>
                  </a:lnTo>
                  <a:lnTo>
                    <a:pt x="544" y="488"/>
                  </a:lnTo>
                  <a:lnTo>
                    <a:pt x="568" y="472"/>
                  </a:lnTo>
                  <a:lnTo>
                    <a:pt x="576" y="456"/>
                  </a:lnTo>
                  <a:lnTo>
                    <a:pt x="584" y="440"/>
                  </a:lnTo>
                  <a:lnTo>
                    <a:pt x="600" y="416"/>
                  </a:lnTo>
                  <a:lnTo>
                    <a:pt x="600" y="400"/>
                  </a:lnTo>
                  <a:lnTo>
                    <a:pt x="592" y="392"/>
                  </a:lnTo>
                  <a:lnTo>
                    <a:pt x="600" y="384"/>
                  </a:lnTo>
                  <a:lnTo>
                    <a:pt x="592" y="368"/>
                  </a:lnTo>
                  <a:lnTo>
                    <a:pt x="576" y="328"/>
                  </a:lnTo>
                  <a:lnTo>
                    <a:pt x="576" y="320"/>
                  </a:lnTo>
                  <a:lnTo>
                    <a:pt x="592" y="304"/>
                  </a:lnTo>
                  <a:lnTo>
                    <a:pt x="608" y="296"/>
                  </a:lnTo>
                  <a:lnTo>
                    <a:pt x="608" y="288"/>
                  </a:lnTo>
                  <a:lnTo>
                    <a:pt x="584" y="288"/>
                  </a:lnTo>
                  <a:lnTo>
                    <a:pt x="576" y="288"/>
                  </a:lnTo>
                  <a:lnTo>
                    <a:pt x="568" y="288"/>
                  </a:lnTo>
                  <a:lnTo>
                    <a:pt x="560" y="272"/>
                  </a:lnTo>
                  <a:lnTo>
                    <a:pt x="552" y="264"/>
                  </a:lnTo>
                  <a:lnTo>
                    <a:pt x="568" y="256"/>
                  </a:lnTo>
                  <a:lnTo>
                    <a:pt x="584" y="248"/>
                  </a:lnTo>
                  <a:lnTo>
                    <a:pt x="600" y="232"/>
                  </a:lnTo>
                  <a:lnTo>
                    <a:pt x="608" y="232"/>
                  </a:lnTo>
                  <a:lnTo>
                    <a:pt x="600" y="248"/>
                  </a:lnTo>
                  <a:lnTo>
                    <a:pt x="608" y="256"/>
                  </a:lnTo>
                  <a:lnTo>
                    <a:pt x="616" y="256"/>
                  </a:lnTo>
                  <a:lnTo>
                    <a:pt x="640" y="248"/>
                  </a:lnTo>
                  <a:lnTo>
                    <a:pt x="656" y="256"/>
                  </a:lnTo>
                  <a:lnTo>
                    <a:pt x="664" y="272"/>
                  </a:lnTo>
                  <a:lnTo>
                    <a:pt x="664" y="280"/>
                  </a:lnTo>
                  <a:lnTo>
                    <a:pt x="664" y="304"/>
                  </a:lnTo>
                  <a:lnTo>
                    <a:pt x="656" y="328"/>
                  </a:lnTo>
                  <a:lnTo>
                    <a:pt x="672" y="328"/>
                  </a:lnTo>
                  <a:lnTo>
                    <a:pt x="688" y="320"/>
                  </a:lnTo>
                  <a:lnTo>
                    <a:pt x="696" y="312"/>
                  </a:lnTo>
                  <a:lnTo>
                    <a:pt x="704" y="304"/>
                  </a:lnTo>
                  <a:lnTo>
                    <a:pt x="688" y="272"/>
                  </a:lnTo>
                  <a:lnTo>
                    <a:pt x="688" y="264"/>
                  </a:lnTo>
                  <a:lnTo>
                    <a:pt x="688" y="248"/>
                  </a:lnTo>
                  <a:lnTo>
                    <a:pt x="688" y="240"/>
                  </a:lnTo>
                  <a:lnTo>
                    <a:pt x="680" y="224"/>
                  </a:lnTo>
                  <a:lnTo>
                    <a:pt x="688" y="216"/>
                  </a:lnTo>
                  <a:lnTo>
                    <a:pt x="704" y="200"/>
                  </a:lnTo>
                  <a:lnTo>
                    <a:pt x="720" y="200"/>
                  </a:lnTo>
                  <a:lnTo>
                    <a:pt x="728" y="160"/>
                  </a:lnTo>
                  <a:lnTo>
                    <a:pt x="744" y="152"/>
                  </a:lnTo>
                  <a:close/>
                </a:path>
              </a:pathLst>
            </a:custGeom>
            <a:grpFill/>
            <a:ln w="6350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133" name="Freeform 683"/>
            <p:cNvSpPr>
              <a:spLocks/>
            </p:cNvSpPr>
            <p:nvPr/>
          </p:nvSpPr>
          <p:spPr bwMode="auto">
            <a:xfrm>
              <a:off x="3913211" y="2661367"/>
              <a:ext cx="423635" cy="211384"/>
            </a:xfrm>
            <a:custGeom>
              <a:avLst/>
              <a:gdLst>
                <a:gd name="T0" fmla="*/ 2147483647 w 400"/>
                <a:gd name="T1" fmla="*/ 2147483647 h 200"/>
                <a:gd name="T2" fmla="*/ 2147483647 w 400"/>
                <a:gd name="T3" fmla="*/ 2147483647 h 200"/>
                <a:gd name="T4" fmla="*/ 2147483647 w 400"/>
                <a:gd name="T5" fmla="*/ 2147483647 h 200"/>
                <a:gd name="T6" fmla="*/ 2147483647 w 400"/>
                <a:gd name="T7" fmla="*/ 2147483647 h 200"/>
                <a:gd name="T8" fmla="*/ 2147483647 w 400"/>
                <a:gd name="T9" fmla="*/ 2147483647 h 200"/>
                <a:gd name="T10" fmla="*/ 2147483647 w 400"/>
                <a:gd name="T11" fmla="*/ 2147483647 h 200"/>
                <a:gd name="T12" fmla="*/ 2147483647 w 400"/>
                <a:gd name="T13" fmla="*/ 2147483647 h 200"/>
                <a:gd name="T14" fmla="*/ 2147483647 w 400"/>
                <a:gd name="T15" fmla="*/ 2147483647 h 200"/>
                <a:gd name="T16" fmla="*/ 2147483647 w 400"/>
                <a:gd name="T17" fmla="*/ 2147483647 h 200"/>
                <a:gd name="T18" fmla="*/ 2147483647 w 400"/>
                <a:gd name="T19" fmla="*/ 2147483647 h 200"/>
                <a:gd name="T20" fmla="*/ 2147483647 w 400"/>
                <a:gd name="T21" fmla="*/ 2147483647 h 200"/>
                <a:gd name="T22" fmla="*/ 2147483647 w 400"/>
                <a:gd name="T23" fmla="*/ 2147483647 h 200"/>
                <a:gd name="T24" fmla="*/ 2147483647 w 400"/>
                <a:gd name="T25" fmla="*/ 2147483647 h 200"/>
                <a:gd name="T26" fmla="*/ 2147483647 w 400"/>
                <a:gd name="T27" fmla="*/ 2147483647 h 200"/>
                <a:gd name="T28" fmla="*/ 2147483647 w 400"/>
                <a:gd name="T29" fmla="*/ 2147483647 h 200"/>
                <a:gd name="T30" fmla="*/ 2147483647 w 400"/>
                <a:gd name="T31" fmla="*/ 2147483647 h 200"/>
                <a:gd name="T32" fmla="*/ 2147483647 w 400"/>
                <a:gd name="T33" fmla="*/ 2147483647 h 200"/>
                <a:gd name="T34" fmla="*/ 2147483647 w 400"/>
                <a:gd name="T35" fmla="*/ 2147483647 h 200"/>
                <a:gd name="T36" fmla="*/ 2147483647 w 400"/>
                <a:gd name="T37" fmla="*/ 2147483647 h 200"/>
                <a:gd name="T38" fmla="*/ 2147483647 w 400"/>
                <a:gd name="T39" fmla="*/ 2147483647 h 200"/>
                <a:gd name="T40" fmla="*/ 2147483647 w 400"/>
                <a:gd name="T41" fmla="*/ 2147483647 h 200"/>
                <a:gd name="T42" fmla="*/ 2147483647 w 400"/>
                <a:gd name="T43" fmla="*/ 0 h 200"/>
                <a:gd name="T44" fmla="*/ 2147483647 w 400"/>
                <a:gd name="T45" fmla="*/ 2147483647 h 200"/>
                <a:gd name="T46" fmla="*/ 2147483647 w 400"/>
                <a:gd name="T47" fmla="*/ 2147483647 h 200"/>
                <a:gd name="T48" fmla="*/ 2147483647 w 400"/>
                <a:gd name="T49" fmla="*/ 2147483647 h 200"/>
                <a:gd name="T50" fmla="*/ 2147483647 w 400"/>
                <a:gd name="T51" fmla="*/ 2147483647 h 200"/>
                <a:gd name="T52" fmla="*/ 2147483647 w 400"/>
                <a:gd name="T53" fmla="*/ 2147483647 h 200"/>
                <a:gd name="T54" fmla="*/ 0 w 400"/>
                <a:gd name="T55" fmla="*/ 2147483647 h 200"/>
                <a:gd name="T56" fmla="*/ 2147483647 w 400"/>
                <a:gd name="T57" fmla="*/ 2147483647 h 200"/>
                <a:gd name="T58" fmla="*/ 2147483647 w 400"/>
                <a:gd name="T59" fmla="*/ 2147483647 h 200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w 400"/>
                <a:gd name="T91" fmla="*/ 0 h 200"/>
                <a:gd name="T92" fmla="*/ 400 w 400"/>
                <a:gd name="T93" fmla="*/ 200 h 200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T90" t="T91" r="T92" b="T93"/>
              <a:pathLst>
                <a:path w="400" h="200">
                  <a:moveTo>
                    <a:pt x="32" y="80"/>
                  </a:moveTo>
                  <a:lnTo>
                    <a:pt x="32" y="120"/>
                  </a:lnTo>
                  <a:lnTo>
                    <a:pt x="88" y="136"/>
                  </a:lnTo>
                  <a:lnTo>
                    <a:pt x="120" y="176"/>
                  </a:lnTo>
                  <a:lnTo>
                    <a:pt x="168" y="176"/>
                  </a:lnTo>
                  <a:lnTo>
                    <a:pt x="208" y="200"/>
                  </a:lnTo>
                  <a:lnTo>
                    <a:pt x="256" y="168"/>
                  </a:lnTo>
                  <a:lnTo>
                    <a:pt x="296" y="168"/>
                  </a:lnTo>
                  <a:lnTo>
                    <a:pt x="304" y="136"/>
                  </a:lnTo>
                  <a:lnTo>
                    <a:pt x="336" y="128"/>
                  </a:lnTo>
                  <a:lnTo>
                    <a:pt x="360" y="112"/>
                  </a:lnTo>
                  <a:lnTo>
                    <a:pt x="400" y="104"/>
                  </a:lnTo>
                  <a:lnTo>
                    <a:pt x="392" y="88"/>
                  </a:lnTo>
                  <a:lnTo>
                    <a:pt x="352" y="80"/>
                  </a:lnTo>
                  <a:lnTo>
                    <a:pt x="352" y="64"/>
                  </a:lnTo>
                  <a:lnTo>
                    <a:pt x="360" y="48"/>
                  </a:lnTo>
                  <a:lnTo>
                    <a:pt x="336" y="40"/>
                  </a:lnTo>
                  <a:lnTo>
                    <a:pt x="272" y="56"/>
                  </a:lnTo>
                  <a:lnTo>
                    <a:pt x="248" y="32"/>
                  </a:lnTo>
                  <a:lnTo>
                    <a:pt x="208" y="32"/>
                  </a:lnTo>
                  <a:lnTo>
                    <a:pt x="192" y="24"/>
                  </a:lnTo>
                  <a:lnTo>
                    <a:pt x="144" y="0"/>
                  </a:lnTo>
                  <a:lnTo>
                    <a:pt x="128" y="16"/>
                  </a:lnTo>
                  <a:lnTo>
                    <a:pt x="112" y="40"/>
                  </a:lnTo>
                  <a:lnTo>
                    <a:pt x="80" y="32"/>
                  </a:lnTo>
                  <a:lnTo>
                    <a:pt x="40" y="32"/>
                  </a:lnTo>
                  <a:lnTo>
                    <a:pt x="8" y="48"/>
                  </a:lnTo>
                  <a:lnTo>
                    <a:pt x="0" y="64"/>
                  </a:lnTo>
                  <a:lnTo>
                    <a:pt x="8" y="72"/>
                  </a:lnTo>
                  <a:lnTo>
                    <a:pt x="32" y="80"/>
                  </a:lnTo>
                  <a:close/>
                </a:path>
              </a:pathLst>
            </a:custGeom>
            <a:grpFill/>
            <a:ln w="6350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134" name="Freeform 684"/>
            <p:cNvSpPr>
              <a:spLocks/>
            </p:cNvSpPr>
            <p:nvPr/>
          </p:nvSpPr>
          <p:spPr bwMode="auto">
            <a:xfrm>
              <a:off x="3803187" y="3059878"/>
              <a:ext cx="110024" cy="51113"/>
            </a:xfrm>
            <a:custGeom>
              <a:avLst/>
              <a:gdLst>
                <a:gd name="T0" fmla="*/ 2147483647 w 104"/>
                <a:gd name="T1" fmla="*/ 2147483647 h 48"/>
                <a:gd name="T2" fmla="*/ 2147483647 w 104"/>
                <a:gd name="T3" fmla="*/ 2147483647 h 48"/>
                <a:gd name="T4" fmla="*/ 2147483647 w 104"/>
                <a:gd name="T5" fmla="*/ 0 h 48"/>
                <a:gd name="T6" fmla="*/ 2147483647 w 104"/>
                <a:gd name="T7" fmla="*/ 0 h 48"/>
                <a:gd name="T8" fmla="*/ 0 w 104"/>
                <a:gd name="T9" fmla="*/ 2147483647 h 48"/>
                <a:gd name="T10" fmla="*/ 2147483647 w 104"/>
                <a:gd name="T11" fmla="*/ 2147483647 h 48"/>
                <a:gd name="T12" fmla="*/ 2147483647 w 104"/>
                <a:gd name="T13" fmla="*/ 2147483647 h 48"/>
                <a:gd name="T14" fmla="*/ 2147483647 w 104"/>
                <a:gd name="T15" fmla="*/ 2147483647 h 48"/>
                <a:gd name="T16" fmla="*/ 2147483647 w 104"/>
                <a:gd name="T17" fmla="*/ 2147483647 h 48"/>
                <a:gd name="T18" fmla="*/ 2147483647 w 104"/>
                <a:gd name="T19" fmla="*/ 2147483647 h 48"/>
                <a:gd name="T20" fmla="*/ 2147483647 w 104"/>
                <a:gd name="T21" fmla="*/ 2147483647 h 48"/>
                <a:gd name="T22" fmla="*/ 2147483647 w 104"/>
                <a:gd name="T23" fmla="*/ 2147483647 h 48"/>
                <a:gd name="T24" fmla="*/ 2147483647 w 104"/>
                <a:gd name="T25" fmla="*/ 2147483647 h 48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104"/>
                <a:gd name="T40" fmla="*/ 0 h 48"/>
                <a:gd name="T41" fmla="*/ 104 w 104"/>
                <a:gd name="T42" fmla="*/ 48 h 48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104" h="48">
                  <a:moveTo>
                    <a:pt x="72" y="24"/>
                  </a:moveTo>
                  <a:lnTo>
                    <a:pt x="48" y="8"/>
                  </a:lnTo>
                  <a:lnTo>
                    <a:pt x="16" y="0"/>
                  </a:lnTo>
                  <a:lnTo>
                    <a:pt x="8" y="0"/>
                  </a:lnTo>
                  <a:lnTo>
                    <a:pt x="0" y="16"/>
                  </a:lnTo>
                  <a:lnTo>
                    <a:pt x="40" y="40"/>
                  </a:lnTo>
                  <a:lnTo>
                    <a:pt x="72" y="40"/>
                  </a:lnTo>
                  <a:lnTo>
                    <a:pt x="88" y="48"/>
                  </a:lnTo>
                  <a:lnTo>
                    <a:pt x="96" y="48"/>
                  </a:lnTo>
                  <a:lnTo>
                    <a:pt x="104" y="32"/>
                  </a:lnTo>
                  <a:lnTo>
                    <a:pt x="96" y="24"/>
                  </a:lnTo>
                  <a:lnTo>
                    <a:pt x="72" y="24"/>
                  </a:lnTo>
                  <a:close/>
                </a:path>
              </a:pathLst>
            </a:custGeom>
            <a:grpFill/>
            <a:ln w="6350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135" name="Freeform 685"/>
            <p:cNvSpPr>
              <a:spLocks/>
            </p:cNvSpPr>
            <p:nvPr/>
          </p:nvSpPr>
          <p:spPr bwMode="auto">
            <a:xfrm>
              <a:off x="3913211" y="2661367"/>
              <a:ext cx="423635" cy="211384"/>
            </a:xfrm>
            <a:custGeom>
              <a:avLst/>
              <a:gdLst>
                <a:gd name="T0" fmla="*/ 2147483647 w 400"/>
                <a:gd name="T1" fmla="*/ 2147483647 h 200"/>
                <a:gd name="T2" fmla="*/ 2147483647 w 400"/>
                <a:gd name="T3" fmla="*/ 2147483647 h 200"/>
                <a:gd name="T4" fmla="*/ 2147483647 w 400"/>
                <a:gd name="T5" fmla="*/ 2147483647 h 200"/>
                <a:gd name="T6" fmla="*/ 2147483647 w 400"/>
                <a:gd name="T7" fmla="*/ 2147483647 h 200"/>
                <a:gd name="T8" fmla="*/ 2147483647 w 400"/>
                <a:gd name="T9" fmla="*/ 2147483647 h 200"/>
                <a:gd name="T10" fmla="*/ 2147483647 w 400"/>
                <a:gd name="T11" fmla="*/ 2147483647 h 200"/>
                <a:gd name="T12" fmla="*/ 2147483647 w 400"/>
                <a:gd name="T13" fmla="*/ 2147483647 h 200"/>
                <a:gd name="T14" fmla="*/ 2147483647 w 400"/>
                <a:gd name="T15" fmla="*/ 2147483647 h 200"/>
                <a:gd name="T16" fmla="*/ 2147483647 w 400"/>
                <a:gd name="T17" fmla="*/ 2147483647 h 200"/>
                <a:gd name="T18" fmla="*/ 2147483647 w 400"/>
                <a:gd name="T19" fmla="*/ 2147483647 h 200"/>
                <a:gd name="T20" fmla="*/ 2147483647 w 400"/>
                <a:gd name="T21" fmla="*/ 2147483647 h 200"/>
                <a:gd name="T22" fmla="*/ 2147483647 w 400"/>
                <a:gd name="T23" fmla="*/ 2147483647 h 200"/>
                <a:gd name="T24" fmla="*/ 2147483647 w 400"/>
                <a:gd name="T25" fmla="*/ 2147483647 h 200"/>
                <a:gd name="T26" fmla="*/ 2147483647 w 400"/>
                <a:gd name="T27" fmla="*/ 2147483647 h 200"/>
                <a:gd name="T28" fmla="*/ 2147483647 w 400"/>
                <a:gd name="T29" fmla="*/ 2147483647 h 200"/>
                <a:gd name="T30" fmla="*/ 2147483647 w 400"/>
                <a:gd name="T31" fmla="*/ 2147483647 h 200"/>
                <a:gd name="T32" fmla="*/ 2147483647 w 400"/>
                <a:gd name="T33" fmla="*/ 2147483647 h 200"/>
                <a:gd name="T34" fmla="*/ 2147483647 w 400"/>
                <a:gd name="T35" fmla="*/ 2147483647 h 200"/>
                <a:gd name="T36" fmla="*/ 2147483647 w 400"/>
                <a:gd name="T37" fmla="*/ 2147483647 h 200"/>
                <a:gd name="T38" fmla="*/ 2147483647 w 400"/>
                <a:gd name="T39" fmla="*/ 2147483647 h 200"/>
                <a:gd name="T40" fmla="*/ 2147483647 w 400"/>
                <a:gd name="T41" fmla="*/ 2147483647 h 200"/>
                <a:gd name="T42" fmla="*/ 2147483647 w 400"/>
                <a:gd name="T43" fmla="*/ 0 h 200"/>
                <a:gd name="T44" fmla="*/ 2147483647 w 400"/>
                <a:gd name="T45" fmla="*/ 2147483647 h 200"/>
                <a:gd name="T46" fmla="*/ 2147483647 w 400"/>
                <a:gd name="T47" fmla="*/ 2147483647 h 200"/>
                <a:gd name="T48" fmla="*/ 2147483647 w 400"/>
                <a:gd name="T49" fmla="*/ 2147483647 h 200"/>
                <a:gd name="T50" fmla="*/ 2147483647 w 400"/>
                <a:gd name="T51" fmla="*/ 2147483647 h 200"/>
                <a:gd name="T52" fmla="*/ 2147483647 w 400"/>
                <a:gd name="T53" fmla="*/ 2147483647 h 200"/>
                <a:gd name="T54" fmla="*/ 0 w 400"/>
                <a:gd name="T55" fmla="*/ 2147483647 h 200"/>
                <a:gd name="T56" fmla="*/ 2147483647 w 400"/>
                <a:gd name="T57" fmla="*/ 2147483647 h 200"/>
                <a:gd name="T58" fmla="*/ 2147483647 w 400"/>
                <a:gd name="T59" fmla="*/ 2147483647 h 200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w 400"/>
                <a:gd name="T91" fmla="*/ 0 h 200"/>
                <a:gd name="T92" fmla="*/ 400 w 400"/>
                <a:gd name="T93" fmla="*/ 200 h 200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T90" t="T91" r="T92" b="T93"/>
              <a:pathLst>
                <a:path w="400" h="200">
                  <a:moveTo>
                    <a:pt x="32" y="80"/>
                  </a:moveTo>
                  <a:lnTo>
                    <a:pt x="32" y="120"/>
                  </a:lnTo>
                  <a:lnTo>
                    <a:pt x="88" y="136"/>
                  </a:lnTo>
                  <a:lnTo>
                    <a:pt x="120" y="176"/>
                  </a:lnTo>
                  <a:lnTo>
                    <a:pt x="168" y="176"/>
                  </a:lnTo>
                  <a:lnTo>
                    <a:pt x="208" y="200"/>
                  </a:lnTo>
                  <a:lnTo>
                    <a:pt x="256" y="168"/>
                  </a:lnTo>
                  <a:lnTo>
                    <a:pt x="296" y="168"/>
                  </a:lnTo>
                  <a:lnTo>
                    <a:pt x="304" y="136"/>
                  </a:lnTo>
                  <a:lnTo>
                    <a:pt x="336" y="128"/>
                  </a:lnTo>
                  <a:lnTo>
                    <a:pt x="360" y="112"/>
                  </a:lnTo>
                  <a:lnTo>
                    <a:pt x="400" y="104"/>
                  </a:lnTo>
                  <a:lnTo>
                    <a:pt x="392" y="88"/>
                  </a:lnTo>
                  <a:lnTo>
                    <a:pt x="352" y="80"/>
                  </a:lnTo>
                  <a:lnTo>
                    <a:pt x="352" y="64"/>
                  </a:lnTo>
                  <a:lnTo>
                    <a:pt x="360" y="48"/>
                  </a:lnTo>
                  <a:lnTo>
                    <a:pt x="336" y="40"/>
                  </a:lnTo>
                  <a:lnTo>
                    <a:pt x="272" y="56"/>
                  </a:lnTo>
                  <a:lnTo>
                    <a:pt x="248" y="32"/>
                  </a:lnTo>
                  <a:lnTo>
                    <a:pt x="208" y="32"/>
                  </a:lnTo>
                  <a:lnTo>
                    <a:pt x="192" y="24"/>
                  </a:lnTo>
                  <a:lnTo>
                    <a:pt x="144" y="0"/>
                  </a:lnTo>
                  <a:lnTo>
                    <a:pt x="128" y="16"/>
                  </a:lnTo>
                  <a:lnTo>
                    <a:pt x="112" y="40"/>
                  </a:lnTo>
                  <a:lnTo>
                    <a:pt x="80" y="32"/>
                  </a:lnTo>
                  <a:lnTo>
                    <a:pt x="40" y="32"/>
                  </a:lnTo>
                  <a:lnTo>
                    <a:pt x="8" y="48"/>
                  </a:lnTo>
                  <a:lnTo>
                    <a:pt x="0" y="64"/>
                  </a:lnTo>
                  <a:lnTo>
                    <a:pt x="8" y="72"/>
                  </a:lnTo>
                  <a:lnTo>
                    <a:pt x="32" y="80"/>
                  </a:lnTo>
                  <a:close/>
                </a:path>
              </a:pathLst>
            </a:custGeom>
            <a:grpFill/>
            <a:ln w="6350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136" name="Freeform 686"/>
            <p:cNvSpPr>
              <a:spLocks/>
            </p:cNvSpPr>
            <p:nvPr/>
          </p:nvSpPr>
          <p:spPr bwMode="auto">
            <a:xfrm>
              <a:off x="3005297" y="2151965"/>
              <a:ext cx="144677" cy="314477"/>
            </a:xfrm>
            <a:custGeom>
              <a:avLst/>
              <a:gdLst>
                <a:gd name="T0" fmla="*/ 2147483647 w 136"/>
                <a:gd name="T1" fmla="*/ 2147483647 h 296"/>
                <a:gd name="T2" fmla="*/ 2147483647 w 136"/>
                <a:gd name="T3" fmla="*/ 2147483647 h 296"/>
                <a:gd name="T4" fmla="*/ 2147483647 w 136"/>
                <a:gd name="T5" fmla="*/ 2147483647 h 296"/>
                <a:gd name="T6" fmla="*/ 2147483647 w 136"/>
                <a:gd name="T7" fmla="*/ 2147483647 h 296"/>
                <a:gd name="T8" fmla="*/ 2147483647 w 136"/>
                <a:gd name="T9" fmla="*/ 2147483647 h 296"/>
                <a:gd name="T10" fmla="*/ 2147483647 w 136"/>
                <a:gd name="T11" fmla="*/ 2147483647 h 296"/>
                <a:gd name="T12" fmla="*/ 2147483647 w 136"/>
                <a:gd name="T13" fmla="*/ 2147483647 h 296"/>
                <a:gd name="T14" fmla="*/ 2147483647 w 136"/>
                <a:gd name="T15" fmla="*/ 2147483647 h 296"/>
                <a:gd name="T16" fmla="*/ 2147483647 w 136"/>
                <a:gd name="T17" fmla="*/ 2147483647 h 296"/>
                <a:gd name="T18" fmla="*/ 2147483647 w 136"/>
                <a:gd name="T19" fmla="*/ 2147483647 h 296"/>
                <a:gd name="T20" fmla="*/ 2147483647 w 136"/>
                <a:gd name="T21" fmla="*/ 2147483647 h 296"/>
                <a:gd name="T22" fmla="*/ 2147483647 w 136"/>
                <a:gd name="T23" fmla="*/ 2147483647 h 296"/>
                <a:gd name="T24" fmla="*/ 2147483647 w 136"/>
                <a:gd name="T25" fmla="*/ 2147483647 h 296"/>
                <a:gd name="T26" fmla="*/ 2147483647 w 136"/>
                <a:gd name="T27" fmla="*/ 2147483647 h 296"/>
                <a:gd name="T28" fmla="*/ 2147483647 w 136"/>
                <a:gd name="T29" fmla="*/ 2147483647 h 296"/>
                <a:gd name="T30" fmla="*/ 2147483647 w 136"/>
                <a:gd name="T31" fmla="*/ 2147483647 h 296"/>
                <a:gd name="T32" fmla="*/ 2147483647 w 136"/>
                <a:gd name="T33" fmla="*/ 2147483647 h 296"/>
                <a:gd name="T34" fmla="*/ 2147483647 w 136"/>
                <a:gd name="T35" fmla="*/ 0 h 296"/>
                <a:gd name="T36" fmla="*/ 2147483647 w 136"/>
                <a:gd name="T37" fmla="*/ 0 h 296"/>
                <a:gd name="T38" fmla="*/ 2147483647 w 136"/>
                <a:gd name="T39" fmla="*/ 2147483647 h 296"/>
                <a:gd name="T40" fmla="*/ 2147483647 w 136"/>
                <a:gd name="T41" fmla="*/ 2147483647 h 296"/>
                <a:gd name="T42" fmla="*/ 2147483647 w 136"/>
                <a:gd name="T43" fmla="*/ 2147483647 h 296"/>
                <a:gd name="T44" fmla="*/ 2147483647 w 136"/>
                <a:gd name="T45" fmla="*/ 2147483647 h 296"/>
                <a:gd name="T46" fmla="*/ 2147483647 w 136"/>
                <a:gd name="T47" fmla="*/ 2147483647 h 296"/>
                <a:gd name="T48" fmla="*/ 2147483647 w 136"/>
                <a:gd name="T49" fmla="*/ 2147483647 h 296"/>
                <a:gd name="T50" fmla="*/ 2147483647 w 136"/>
                <a:gd name="T51" fmla="*/ 2147483647 h 296"/>
                <a:gd name="T52" fmla="*/ 2147483647 w 136"/>
                <a:gd name="T53" fmla="*/ 2147483647 h 296"/>
                <a:gd name="T54" fmla="*/ 0 w 136"/>
                <a:gd name="T55" fmla="*/ 2147483647 h 296"/>
                <a:gd name="T56" fmla="*/ 2147483647 w 136"/>
                <a:gd name="T57" fmla="*/ 2147483647 h 296"/>
                <a:gd name="T58" fmla="*/ 2147483647 w 136"/>
                <a:gd name="T59" fmla="*/ 2147483647 h 296"/>
                <a:gd name="T60" fmla="*/ 2147483647 w 136"/>
                <a:gd name="T61" fmla="*/ 2147483647 h 296"/>
                <a:gd name="T62" fmla="*/ 2147483647 w 136"/>
                <a:gd name="T63" fmla="*/ 2147483647 h 296"/>
                <a:gd name="T64" fmla="*/ 2147483647 w 136"/>
                <a:gd name="T65" fmla="*/ 2147483647 h 296"/>
                <a:gd name="T66" fmla="*/ 2147483647 w 136"/>
                <a:gd name="T67" fmla="*/ 2147483647 h 296"/>
                <a:gd name="T68" fmla="*/ 2147483647 w 136"/>
                <a:gd name="T69" fmla="*/ 2147483647 h 296"/>
                <a:gd name="T70" fmla="*/ 2147483647 w 136"/>
                <a:gd name="T71" fmla="*/ 2147483647 h 296"/>
                <a:gd name="T72" fmla="*/ 2147483647 w 136"/>
                <a:gd name="T73" fmla="*/ 2147483647 h 296"/>
                <a:gd name="T74" fmla="*/ 2147483647 w 136"/>
                <a:gd name="T75" fmla="*/ 2147483647 h 296"/>
                <a:gd name="T76" fmla="*/ 2147483647 w 136"/>
                <a:gd name="T77" fmla="*/ 2147483647 h 296"/>
                <a:gd name="T78" fmla="*/ 2147483647 w 136"/>
                <a:gd name="T79" fmla="*/ 2147483647 h 296"/>
                <a:gd name="T80" fmla="*/ 2147483647 w 136"/>
                <a:gd name="T81" fmla="*/ 2147483647 h 296"/>
                <a:gd name="T82" fmla="*/ 2147483647 w 136"/>
                <a:gd name="T83" fmla="*/ 2147483647 h 296"/>
                <a:gd name="T84" fmla="*/ 2147483647 w 136"/>
                <a:gd name="T85" fmla="*/ 2147483647 h 296"/>
                <a:gd name="T86" fmla="*/ 2147483647 w 136"/>
                <a:gd name="T87" fmla="*/ 2147483647 h 296"/>
                <a:gd name="T88" fmla="*/ 2147483647 w 136"/>
                <a:gd name="T89" fmla="*/ 2147483647 h 296"/>
                <a:gd name="T90" fmla="*/ 2147483647 w 136"/>
                <a:gd name="T91" fmla="*/ 2147483647 h 296"/>
                <a:gd name="T92" fmla="*/ 2147483647 w 136"/>
                <a:gd name="T93" fmla="*/ 2147483647 h 296"/>
                <a:gd name="T94" fmla="*/ 2147483647 w 136"/>
                <a:gd name="T95" fmla="*/ 2147483647 h 296"/>
                <a:gd name="T96" fmla="*/ 2147483647 w 136"/>
                <a:gd name="T97" fmla="*/ 2147483647 h 296"/>
                <a:gd name="T98" fmla="*/ 2147483647 w 136"/>
                <a:gd name="T99" fmla="*/ 2147483647 h 296"/>
                <a:gd name="T100" fmla="*/ 2147483647 w 136"/>
                <a:gd name="T101" fmla="*/ 2147483647 h 296"/>
                <a:gd name="T102" fmla="*/ 2147483647 w 136"/>
                <a:gd name="T103" fmla="*/ 2147483647 h 296"/>
                <a:gd name="T104" fmla="*/ 2147483647 w 136"/>
                <a:gd name="T105" fmla="*/ 2147483647 h 29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w 136"/>
                <a:gd name="T160" fmla="*/ 0 h 296"/>
                <a:gd name="T161" fmla="*/ 136 w 136"/>
                <a:gd name="T162" fmla="*/ 296 h 296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T159" t="T160" r="T161" b="T162"/>
              <a:pathLst>
                <a:path w="136" h="296">
                  <a:moveTo>
                    <a:pt x="136" y="216"/>
                  </a:moveTo>
                  <a:lnTo>
                    <a:pt x="128" y="216"/>
                  </a:lnTo>
                  <a:lnTo>
                    <a:pt x="120" y="208"/>
                  </a:lnTo>
                  <a:lnTo>
                    <a:pt x="128" y="184"/>
                  </a:lnTo>
                  <a:lnTo>
                    <a:pt x="120" y="176"/>
                  </a:lnTo>
                  <a:lnTo>
                    <a:pt x="120" y="168"/>
                  </a:lnTo>
                  <a:lnTo>
                    <a:pt x="120" y="160"/>
                  </a:lnTo>
                  <a:lnTo>
                    <a:pt x="112" y="152"/>
                  </a:lnTo>
                  <a:lnTo>
                    <a:pt x="120" y="144"/>
                  </a:lnTo>
                  <a:lnTo>
                    <a:pt x="112" y="104"/>
                  </a:lnTo>
                  <a:lnTo>
                    <a:pt x="120" y="80"/>
                  </a:lnTo>
                  <a:lnTo>
                    <a:pt x="112" y="64"/>
                  </a:lnTo>
                  <a:lnTo>
                    <a:pt x="104" y="56"/>
                  </a:lnTo>
                  <a:lnTo>
                    <a:pt x="104" y="40"/>
                  </a:lnTo>
                  <a:lnTo>
                    <a:pt x="104" y="32"/>
                  </a:lnTo>
                  <a:lnTo>
                    <a:pt x="112" y="24"/>
                  </a:lnTo>
                  <a:lnTo>
                    <a:pt x="112" y="8"/>
                  </a:lnTo>
                  <a:lnTo>
                    <a:pt x="96" y="0"/>
                  </a:lnTo>
                  <a:lnTo>
                    <a:pt x="80" y="0"/>
                  </a:lnTo>
                  <a:lnTo>
                    <a:pt x="72" y="8"/>
                  </a:lnTo>
                  <a:lnTo>
                    <a:pt x="64" y="32"/>
                  </a:lnTo>
                  <a:lnTo>
                    <a:pt x="48" y="40"/>
                  </a:lnTo>
                  <a:lnTo>
                    <a:pt x="32" y="40"/>
                  </a:lnTo>
                  <a:lnTo>
                    <a:pt x="24" y="40"/>
                  </a:lnTo>
                  <a:lnTo>
                    <a:pt x="16" y="32"/>
                  </a:lnTo>
                  <a:lnTo>
                    <a:pt x="8" y="24"/>
                  </a:lnTo>
                  <a:lnTo>
                    <a:pt x="8" y="32"/>
                  </a:lnTo>
                  <a:lnTo>
                    <a:pt x="0" y="32"/>
                  </a:lnTo>
                  <a:lnTo>
                    <a:pt x="8" y="40"/>
                  </a:lnTo>
                  <a:lnTo>
                    <a:pt x="16" y="48"/>
                  </a:lnTo>
                  <a:lnTo>
                    <a:pt x="24" y="56"/>
                  </a:lnTo>
                  <a:lnTo>
                    <a:pt x="32" y="56"/>
                  </a:lnTo>
                  <a:lnTo>
                    <a:pt x="40" y="72"/>
                  </a:lnTo>
                  <a:lnTo>
                    <a:pt x="40" y="88"/>
                  </a:lnTo>
                  <a:lnTo>
                    <a:pt x="40" y="104"/>
                  </a:lnTo>
                  <a:lnTo>
                    <a:pt x="40" y="112"/>
                  </a:lnTo>
                  <a:lnTo>
                    <a:pt x="40" y="120"/>
                  </a:lnTo>
                  <a:lnTo>
                    <a:pt x="40" y="136"/>
                  </a:lnTo>
                  <a:lnTo>
                    <a:pt x="40" y="144"/>
                  </a:lnTo>
                  <a:lnTo>
                    <a:pt x="48" y="144"/>
                  </a:lnTo>
                  <a:lnTo>
                    <a:pt x="56" y="160"/>
                  </a:lnTo>
                  <a:lnTo>
                    <a:pt x="40" y="192"/>
                  </a:lnTo>
                  <a:lnTo>
                    <a:pt x="16" y="208"/>
                  </a:lnTo>
                  <a:lnTo>
                    <a:pt x="8" y="232"/>
                  </a:lnTo>
                  <a:lnTo>
                    <a:pt x="8" y="264"/>
                  </a:lnTo>
                  <a:lnTo>
                    <a:pt x="16" y="280"/>
                  </a:lnTo>
                  <a:lnTo>
                    <a:pt x="24" y="288"/>
                  </a:lnTo>
                  <a:lnTo>
                    <a:pt x="32" y="296"/>
                  </a:lnTo>
                  <a:lnTo>
                    <a:pt x="48" y="296"/>
                  </a:lnTo>
                  <a:lnTo>
                    <a:pt x="80" y="288"/>
                  </a:lnTo>
                  <a:lnTo>
                    <a:pt x="88" y="288"/>
                  </a:lnTo>
                  <a:lnTo>
                    <a:pt x="136" y="232"/>
                  </a:lnTo>
                  <a:lnTo>
                    <a:pt x="136" y="216"/>
                  </a:lnTo>
                  <a:close/>
                </a:path>
              </a:pathLst>
            </a:custGeom>
            <a:grpFill/>
            <a:ln w="6350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137" name="Freeform 687"/>
            <p:cNvSpPr>
              <a:spLocks/>
            </p:cNvSpPr>
            <p:nvPr/>
          </p:nvSpPr>
          <p:spPr bwMode="auto">
            <a:xfrm>
              <a:off x="3158638" y="2652703"/>
              <a:ext cx="7797" cy="8663"/>
            </a:xfrm>
            <a:custGeom>
              <a:avLst/>
              <a:gdLst>
                <a:gd name="T0" fmla="*/ 2147483647 w 8"/>
                <a:gd name="T1" fmla="*/ 2147483647 h 8"/>
                <a:gd name="T2" fmla="*/ 0 w 8"/>
                <a:gd name="T3" fmla="*/ 0 h 8"/>
                <a:gd name="T4" fmla="*/ 0 w 8"/>
                <a:gd name="T5" fmla="*/ 2147483647 h 8"/>
                <a:gd name="T6" fmla="*/ 2147483647 w 8"/>
                <a:gd name="T7" fmla="*/ 2147483647 h 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"/>
                <a:gd name="T13" fmla="*/ 0 h 8"/>
                <a:gd name="T14" fmla="*/ 8 w 8"/>
                <a:gd name="T15" fmla="*/ 8 h 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" h="8">
                  <a:moveTo>
                    <a:pt x="8" y="8"/>
                  </a:moveTo>
                  <a:lnTo>
                    <a:pt x="0" y="0"/>
                  </a:lnTo>
                  <a:lnTo>
                    <a:pt x="0" y="8"/>
                  </a:lnTo>
                  <a:lnTo>
                    <a:pt x="8" y="8"/>
                  </a:lnTo>
                  <a:close/>
                </a:path>
              </a:pathLst>
            </a:custGeom>
            <a:grpFill/>
            <a:ln w="6350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138" name="Freeform 688"/>
            <p:cNvSpPr>
              <a:spLocks/>
            </p:cNvSpPr>
            <p:nvPr/>
          </p:nvSpPr>
          <p:spPr bwMode="auto">
            <a:xfrm>
              <a:off x="3098861" y="1795903"/>
              <a:ext cx="2052335" cy="1102838"/>
            </a:xfrm>
            <a:custGeom>
              <a:avLst/>
              <a:gdLst>
                <a:gd name="T0" fmla="*/ 2147483647 w 1936"/>
                <a:gd name="T1" fmla="*/ 2147483647 h 1040"/>
                <a:gd name="T2" fmla="*/ 2147483647 w 1936"/>
                <a:gd name="T3" fmla="*/ 2147483647 h 1040"/>
                <a:gd name="T4" fmla="*/ 2147483647 w 1936"/>
                <a:gd name="T5" fmla="*/ 2147483647 h 1040"/>
                <a:gd name="T6" fmla="*/ 2147483647 w 1936"/>
                <a:gd name="T7" fmla="*/ 2147483647 h 1040"/>
                <a:gd name="T8" fmla="*/ 2147483647 w 1936"/>
                <a:gd name="T9" fmla="*/ 2147483647 h 1040"/>
                <a:gd name="T10" fmla="*/ 2147483647 w 1936"/>
                <a:gd name="T11" fmla="*/ 2147483647 h 1040"/>
                <a:gd name="T12" fmla="*/ 2147483647 w 1936"/>
                <a:gd name="T13" fmla="*/ 2147483647 h 1040"/>
                <a:gd name="T14" fmla="*/ 2147483647 w 1936"/>
                <a:gd name="T15" fmla="*/ 2147483647 h 1040"/>
                <a:gd name="T16" fmla="*/ 2147483647 w 1936"/>
                <a:gd name="T17" fmla="*/ 2147483647 h 1040"/>
                <a:gd name="T18" fmla="*/ 2147483647 w 1936"/>
                <a:gd name="T19" fmla="*/ 2147483647 h 1040"/>
                <a:gd name="T20" fmla="*/ 2147483647 w 1936"/>
                <a:gd name="T21" fmla="*/ 2147483647 h 1040"/>
                <a:gd name="T22" fmla="*/ 2147483647 w 1936"/>
                <a:gd name="T23" fmla="*/ 2147483647 h 1040"/>
                <a:gd name="T24" fmla="*/ 2147483647 w 1936"/>
                <a:gd name="T25" fmla="*/ 2147483647 h 1040"/>
                <a:gd name="T26" fmla="*/ 2147483647 w 1936"/>
                <a:gd name="T27" fmla="*/ 2147483647 h 1040"/>
                <a:gd name="T28" fmla="*/ 2147483647 w 1936"/>
                <a:gd name="T29" fmla="*/ 2147483647 h 1040"/>
                <a:gd name="T30" fmla="*/ 2147483647 w 1936"/>
                <a:gd name="T31" fmla="*/ 2147483647 h 1040"/>
                <a:gd name="T32" fmla="*/ 2147483647 w 1936"/>
                <a:gd name="T33" fmla="*/ 2147483647 h 1040"/>
                <a:gd name="T34" fmla="*/ 2147483647 w 1936"/>
                <a:gd name="T35" fmla="*/ 2147483647 h 1040"/>
                <a:gd name="T36" fmla="*/ 2147483647 w 1936"/>
                <a:gd name="T37" fmla="*/ 2147483647 h 1040"/>
                <a:gd name="T38" fmla="*/ 2147483647 w 1936"/>
                <a:gd name="T39" fmla="*/ 2147483647 h 1040"/>
                <a:gd name="T40" fmla="*/ 2147483647 w 1936"/>
                <a:gd name="T41" fmla="*/ 2147483647 h 1040"/>
                <a:gd name="T42" fmla="*/ 2147483647 w 1936"/>
                <a:gd name="T43" fmla="*/ 2147483647 h 1040"/>
                <a:gd name="T44" fmla="*/ 2147483647 w 1936"/>
                <a:gd name="T45" fmla="*/ 2147483647 h 1040"/>
                <a:gd name="T46" fmla="*/ 2147483647 w 1936"/>
                <a:gd name="T47" fmla="*/ 2147483647 h 1040"/>
                <a:gd name="T48" fmla="*/ 2147483647 w 1936"/>
                <a:gd name="T49" fmla="*/ 2147483647 h 1040"/>
                <a:gd name="T50" fmla="*/ 2147483647 w 1936"/>
                <a:gd name="T51" fmla="*/ 2147483647 h 1040"/>
                <a:gd name="T52" fmla="*/ 2147483647 w 1936"/>
                <a:gd name="T53" fmla="*/ 2147483647 h 1040"/>
                <a:gd name="T54" fmla="*/ 2147483647 w 1936"/>
                <a:gd name="T55" fmla="*/ 2147483647 h 1040"/>
                <a:gd name="T56" fmla="*/ 2147483647 w 1936"/>
                <a:gd name="T57" fmla="*/ 2147483647 h 1040"/>
                <a:gd name="T58" fmla="*/ 2147483647 w 1936"/>
                <a:gd name="T59" fmla="*/ 2147483647 h 1040"/>
                <a:gd name="T60" fmla="*/ 2147483647 w 1936"/>
                <a:gd name="T61" fmla="*/ 2147483647 h 1040"/>
                <a:gd name="T62" fmla="*/ 2147483647 w 1936"/>
                <a:gd name="T63" fmla="*/ 2147483647 h 1040"/>
                <a:gd name="T64" fmla="*/ 2147483647 w 1936"/>
                <a:gd name="T65" fmla="*/ 2147483647 h 1040"/>
                <a:gd name="T66" fmla="*/ 2147483647 w 1936"/>
                <a:gd name="T67" fmla="*/ 2147483647 h 1040"/>
                <a:gd name="T68" fmla="*/ 2147483647 w 1936"/>
                <a:gd name="T69" fmla="*/ 2147483647 h 1040"/>
                <a:gd name="T70" fmla="*/ 2147483647 w 1936"/>
                <a:gd name="T71" fmla="*/ 2147483647 h 1040"/>
                <a:gd name="T72" fmla="*/ 2147483647 w 1936"/>
                <a:gd name="T73" fmla="*/ 2147483647 h 1040"/>
                <a:gd name="T74" fmla="*/ 2147483647 w 1936"/>
                <a:gd name="T75" fmla="*/ 2147483647 h 1040"/>
                <a:gd name="T76" fmla="*/ 2147483647 w 1936"/>
                <a:gd name="T77" fmla="*/ 2147483647 h 1040"/>
                <a:gd name="T78" fmla="*/ 2147483647 w 1936"/>
                <a:gd name="T79" fmla="*/ 2147483647 h 1040"/>
                <a:gd name="T80" fmla="*/ 2147483647 w 1936"/>
                <a:gd name="T81" fmla="*/ 2147483647 h 1040"/>
                <a:gd name="T82" fmla="*/ 2147483647 w 1936"/>
                <a:gd name="T83" fmla="*/ 2147483647 h 1040"/>
                <a:gd name="T84" fmla="*/ 2147483647 w 1936"/>
                <a:gd name="T85" fmla="*/ 2147483647 h 1040"/>
                <a:gd name="T86" fmla="*/ 2147483647 w 1936"/>
                <a:gd name="T87" fmla="*/ 2147483647 h 1040"/>
                <a:gd name="T88" fmla="*/ 2147483647 w 1936"/>
                <a:gd name="T89" fmla="*/ 2147483647 h 1040"/>
                <a:gd name="T90" fmla="*/ 2147483647 w 1936"/>
                <a:gd name="T91" fmla="*/ 2147483647 h 1040"/>
                <a:gd name="T92" fmla="*/ 2147483647 w 1936"/>
                <a:gd name="T93" fmla="*/ 2147483647 h 1040"/>
                <a:gd name="T94" fmla="*/ 2147483647 w 1936"/>
                <a:gd name="T95" fmla="*/ 2147483647 h 1040"/>
                <a:gd name="T96" fmla="*/ 2147483647 w 1936"/>
                <a:gd name="T97" fmla="*/ 2147483647 h 1040"/>
                <a:gd name="T98" fmla="*/ 2147483647 w 1936"/>
                <a:gd name="T99" fmla="*/ 2147483647 h 1040"/>
                <a:gd name="T100" fmla="*/ 2147483647 w 1936"/>
                <a:gd name="T101" fmla="*/ 2147483647 h 1040"/>
                <a:gd name="T102" fmla="*/ 2147483647 w 1936"/>
                <a:gd name="T103" fmla="*/ 2147483647 h 1040"/>
                <a:gd name="T104" fmla="*/ 2147483647 w 1936"/>
                <a:gd name="T105" fmla="*/ 2147483647 h 1040"/>
                <a:gd name="T106" fmla="*/ 2147483647 w 1936"/>
                <a:gd name="T107" fmla="*/ 2147483647 h 1040"/>
                <a:gd name="T108" fmla="*/ 2147483647 w 1936"/>
                <a:gd name="T109" fmla="*/ 2147483647 h 1040"/>
                <a:gd name="T110" fmla="*/ 2147483647 w 1936"/>
                <a:gd name="T111" fmla="*/ 2147483647 h 1040"/>
                <a:gd name="T112" fmla="*/ 2147483647 w 1936"/>
                <a:gd name="T113" fmla="*/ 2147483647 h 1040"/>
                <a:gd name="T114" fmla="*/ 2147483647 w 1936"/>
                <a:gd name="T115" fmla="*/ 2147483647 h 1040"/>
                <a:gd name="T116" fmla="*/ 2147483647 w 1936"/>
                <a:gd name="T117" fmla="*/ 2147483647 h 1040"/>
                <a:gd name="T118" fmla="*/ 2147483647 w 1936"/>
                <a:gd name="T119" fmla="*/ 2147483647 h 1040"/>
                <a:gd name="T120" fmla="*/ 2147483647 w 1936"/>
                <a:gd name="T121" fmla="*/ 2147483647 h 1040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1936"/>
                <a:gd name="T184" fmla="*/ 0 h 1040"/>
                <a:gd name="T185" fmla="*/ 1936 w 1936"/>
                <a:gd name="T186" fmla="*/ 1040 h 1040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1936" h="1040">
                  <a:moveTo>
                    <a:pt x="1928" y="504"/>
                  </a:moveTo>
                  <a:lnTo>
                    <a:pt x="1936" y="384"/>
                  </a:lnTo>
                  <a:lnTo>
                    <a:pt x="1920" y="376"/>
                  </a:lnTo>
                  <a:lnTo>
                    <a:pt x="1912" y="376"/>
                  </a:lnTo>
                  <a:lnTo>
                    <a:pt x="1896" y="360"/>
                  </a:lnTo>
                  <a:lnTo>
                    <a:pt x="1880" y="352"/>
                  </a:lnTo>
                  <a:lnTo>
                    <a:pt x="1856" y="352"/>
                  </a:lnTo>
                  <a:lnTo>
                    <a:pt x="1840" y="344"/>
                  </a:lnTo>
                  <a:lnTo>
                    <a:pt x="1824" y="344"/>
                  </a:lnTo>
                  <a:lnTo>
                    <a:pt x="1816" y="344"/>
                  </a:lnTo>
                  <a:lnTo>
                    <a:pt x="1824" y="376"/>
                  </a:lnTo>
                  <a:lnTo>
                    <a:pt x="1808" y="384"/>
                  </a:lnTo>
                  <a:lnTo>
                    <a:pt x="1792" y="376"/>
                  </a:lnTo>
                  <a:lnTo>
                    <a:pt x="1784" y="360"/>
                  </a:lnTo>
                  <a:lnTo>
                    <a:pt x="1784" y="352"/>
                  </a:lnTo>
                  <a:lnTo>
                    <a:pt x="1760" y="352"/>
                  </a:lnTo>
                  <a:lnTo>
                    <a:pt x="1752" y="360"/>
                  </a:lnTo>
                  <a:lnTo>
                    <a:pt x="1728" y="352"/>
                  </a:lnTo>
                  <a:lnTo>
                    <a:pt x="1704" y="352"/>
                  </a:lnTo>
                  <a:lnTo>
                    <a:pt x="1696" y="360"/>
                  </a:lnTo>
                  <a:lnTo>
                    <a:pt x="1680" y="344"/>
                  </a:lnTo>
                  <a:lnTo>
                    <a:pt x="1680" y="320"/>
                  </a:lnTo>
                  <a:lnTo>
                    <a:pt x="1656" y="304"/>
                  </a:lnTo>
                  <a:lnTo>
                    <a:pt x="1616" y="304"/>
                  </a:lnTo>
                  <a:lnTo>
                    <a:pt x="1576" y="304"/>
                  </a:lnTo>
                  <a:lnTo>
                    <a:pt x="1576" y="296"/>
                  </a:lnTo>
                  <a:lnTo>
                    <a:pt x="1568" y="288"/>
                  </a:lnTo>
                  <a:lnTo>
                    <a:pt x="1544" y="272"/>
                  </a:lnTo>
                  <a:lnTo>
                    <a:pt x="1544" y="256"/>
                  </a:lnTo>
                  <a:lnTo>
                    <a:pt x="1448" y="232"/>
                  </a:lnTo>
                  <a:lnTo>
                    <a:pt x="1448" y="240"/>
                  </a:lnTo>
                  <a:lnTo>
                    <a:pt x="1424" y="256"/>
                  </a:lnTo>
                  <a:lnTo>
                    <a:pt x="1432" y="280"/>
                  </a:lnTo>
                  <a:lnTo>
                    <a:pt x="1408" y="288"/>
                  </a:lnTo>
                  <a:lnTo>
                    <a:pt x="1392" y="288"/>
                  </a:lnTo>
                  <a:lnTo>
                    <a:pt x="1368" y="280"/>
                  </a:lnTo>
                  <a:lnTo>
                    <a:pt x="1360" y="288"/>
                  </a:lnTo>
                  <a:lnTo>
                    <a:pt x="1344" y="280"/>
                  </a:lnTo>
                  <a:lnTo>
                    <a:pt x="1328" y="272"/>
                  </a:lnTo>
                  <a:lnTo>
                    <a:pt x="1328" y="296"/>
                  </a:lnTo>
                  <a:lnTo>
                    <a:pt x="1312" y="312"/>
                  </a:lnTo>
                  <a:lnTo>
                    <a:pt x="1296" y="288"/>
                  </a:lnTo>
                  <a:lnTo>
                    <a:pt x="1280" y="264"/>
                  </a:lnTo>
                  <a:lnTo>
                    <a:pt x="1296" y="240"/>
                  </a:lnTo>
                  <a:lnTo>
                    <a:pt x="1296" y="224"/>
                  </a:lnTo>
                  <a:lnTo>
                    <a:pt x="1280" y="208"/>
                  </a:lnTo>
                  <a:lnTo>
                    <a:pt x="1264" y="200"/>
                  </a:lnTo>
                  <a:lnTo>
                    <a:pt x="1248" y="200"/>
                  </a:lnTo>
                  <a:lnTo>
                    <a:pt x="1240" y="192"/>
                  </a:lnTo>
                  <a:lnTo>
                    <a:pt x="1224" y="184"/>
                  </a:lnTo>
                  <a:lnTo>
                    <a:pt x="1216" y="200"/>
                  </a:lnTo>
                  <a:lnTo>
                    <a:pt x="1208" y="216"/>
                  </a:lnTo>
                  <a:lnTo>
                    <a:pt x="1168" y="216"/>
                  </a:lnTo>
                  <a:lnTo>
                    <a:pt x="1152" y="208"/>
                  </a:lnTo>
                  <a:lnTo>
                    <a:pt x="1144" y="192"/>
                  </a:lnTo>
                  <a:lnTo>
                    <a:pt x="1112" y="192"/>
                  </a:lnTo>
                  <a:lnTo>
                    <a:pt x="1088" y="208"/>
                  </a:lnTo>
                  <a:lnTo>
                    <a:pt x="1088" y="192"/>
                  </a:lnTo>
                  <a:lnTo>
                    <a:pt x="1072" y="176"/>
                  </a:lnTo>
                  <a:lnTo>
                    <a:pt x="1056" y="176"/>
                  </a:lnTo>
                  <a:lnTo>
                    <a:pt x="1040" y="192"/>
                  </a:lnTo>
                  <a:lnTo>
                    <a:pt x="1016" y="208"/>
                  </a:lnTo>
                  <a:lnTo>
                    <a:pt x="992" y="224"/>
                  </a:lnTo>
                  <a:lnTo>
                    <a:pt x="1008" y="200"/>
                  </a:lnTo>
                  <a:lnTo>
                    <a:pt x="1024" y="192"/>
                  </a:lnTo>
                  <a:lnTo>
                    <a:pt x="1048" y="152"/>
                  </a:lnTo>
                  <a:lnTo>
                    <a:pt x="1064" y="136"/>
                  </a:lnTo>
                  <a:lnTo>
                    <a:pt x="1080" y="112"/>
                  </a:lnTo>
                  <a:lnTo>
                    <a:pt x="1072" y="72"/>
                  </a:lnTo>
                  <a:lnTo>
                    <a:pt x="1040" y="48"/>
                  </a:lnTo>
                  <a:lnTo>
                    <a:pt x="1016" y="40"/>
                  </a:lnTo>
                  <a:lnTo>
                    <a:pt x="1016" y="32"/>
                  </a:lnTo>
                  <a:lnTo>
                    <a:pt x="1000" y="0"/>
                  </a:lnTo>
                  <a:lnTo>
                    <a:pt x="968" y="0"/>
                  </a:lnTo>
                  <a:lnTo>
                    <a:pt x="936" y="32"/>
                  </a:lnTo>
                  <a:lnTo>
                    <a:pt x="928" y="64"/>
                  </a:lnTo>
                  <a:lnTo>
                    <a:pt x="888" y="88"/>
                  </a:lnTo>
                  <a:lnTo>
                    <a:pt x="864" y="72"/>
                  </a:lnTo>
                  <a:lnTo>
                    <a:pt x="824" y="88"/>
                  </a:lnTo>
                  <a:lnTo>
                    <a:pt x="784" y="112"/>
                  </a:lnTo>
                  <a:lnTo>
                    <a:pt x="760" y="136"/>
                  </a:lnTo>
                  <a:lnTo>
                    <a:pt x="752" y="184"/>
                  </a:lnTo>
                  <a:lnTo>
                    <a:pt x="688" y="200"/>
                  </a:lnTo>
                  <a:lnTo>
                    <a:pt x="680" y="216"/>
                  </a:lnTo>
                  <a:lnTo>
                    <a:pt x="680" y="256"/>
                  </a:lnTo>
                  <a:lnTo>
                    <a:pt x="672" y="248"/>
                  </a:lnTo>
                  <a:lnTo>
                    <a:pt x="648" y="240"/>
                  </a:lnTo>
                  <a:lnTo>
                    <a:pt x="632" y="264"/>
                  </a:lnTo>
                  <a:lnTo>
                    <a:pt x="624" y="256"/>
                  </a:lnTo>
                  <a:lnTo>
                    <a:pt x="624" y="248"/>
                  </a:lnTo>
                  <a:lnTo>
                    <a:pt x="608" y="232"/>
                  </a:lnTo>
                  <a:lnTo>
                    <a:pt x="600" y="232"/>
                  </a:lnTo>
                  <a:lnTo>
                    <a:pt x="592" y="256"/>
                  </a:lnTo>
                  <a:lnTo>
                    <a:pt x="592" y="280"/>
                  </a:lnTo>
                  <a:lnTo>
                    <a:pt x="592" y="312"/>
                  </a:lnTo>
                  <a:lnTo>
                    <a:pt x="584" y="320"/>
                  </a:lnTo>
                  <a:lnTo>
                    <a:pt x="576" y="304"/>
                  </a:lnTo>
                  <a:lnTo>
                    <a:pt x="584" y="272"/>
                  </a:lnTo>
                  <a:lnTo>
                    <a:pt x="576" y="248"/>
                  </a:lnTo>
                  <a:lnTo>
                    <a:pt x="576" y="232"/>
                  </a:lnTo>
                  <a:lnTo>
                    <a:pt x="552" y="224"/>
                  </a:lnTo>
                  <a:lnTo>
                    <a:pt x="528" y="224"/>
                  </a:lnTo>
                  <a:lnTo>
                    <a:pt x="512" y="280"/>
                  </a:lnTo>
                  <a:lnTo>
                    <a:pt x="504" y="288"/>
                  </a:lnTo>
                  <a:lnTo>
                    <a:pt x="496" y="304"/>
                  </a:lnTo>
                  <a:lnTo>
                    <a:pt x="504" y="320"/>
                  </a:lnTo>
                  <a:lnTo>
                    <a:pt x="504" y="344"/>
                  </a:lnTo>
                  <a:lnTo>
                    <a:pt x="504" y="352"/>
                  </a:lnTo>
                  <a:lnTo>
                    <a:pt x="528" y="376"/>
                  </a:lnTo>
                  <a:lnTo>
                    <a:pt x="512" y="400"/>
                  </a:lnTo>
                  <a:lnTo>
                    <a:pt x="488" y="376"/>
                  </a:lnTo>
                  <a:lnTo>
                    <a:pt x="456" y="352"/>
                  </a:lnTo>
                  <a:lnTo>
                    <a:pt x="432" y="352"/>
                  </a:lnTo>
                  <a:lnTo>
                    <a:pt x="416" y="352"/>
                  </a:lnTo>
                  <a:lnTo>
                    <a:pt x="416" y="376"/>
                  </a:lnTo>
                  <a:lnTo>
                    <a:pt x="408" y="384"/>
                  </a:lnTo>
                  <a:lnTo>
                    <a:pt x="392" y="376"/>
                  </a:lnTo>
                  <a:lnTo>
                    <a:pt x="376" y="384"/>
                  </a:lnTo>
                  <a:lnTo>
                    <a:pt x="360" y="392"/>
                  </a:lnTo>
                  <a:lnTo>
                    <a:pt x="344" y="392"/>
                  </a:lnTo>
                  <a:lnTo>
                    <a:pt x="336" y="384"/>
                  </a:lnTo>
                  <a:lnTo>
                    <a:pt x="320" y="392"/>
                  </a:lnTo>
                  <a:lnTo>
                    <a:pt x="296" y="408"/>
                  </a:lnTo>
                  <a:lnTo>
                    <a:pt x="264" y="424"/>
                  </a:lnTo>
                  <a:lnTo>
                    <a:pt x="256" y="424"/>
                  </a:lnTo>
                  <a:lnTo>
                    <a:pt x="248" y="448"/>
                  </a:lnTo>
                  <a:lnTo>
                    <a:pt x="240" y="448"/>
                  </a:lnTo>
                  <a:lnTo>
                    <a:pt x="224" y="432"/>
                  </a:lnTo>
                  <a:lnTo>
                    <a:pt x="232" y="424"/>
                  </a:lnTo>
                  <a:lnTo>
                    <a:pt x="240" y="416"/>
                  </a:lnTo>
                  <a:lnTo>
                    <a:pt x="240" y="400"/>
                  </a:lnTo>
                  <a:lnTo>
                    <a:pt x="224" y="392"/>
                  </a:lnTo>
                  <a:lnTo>
                    <a:pt x="216" y="392"/>
                  </a:lnTo>
                  <a:lnTo>
                    <a:pt x="200" y="392"/>
                  </a:lnTo>
                  <a:lnTo>
                    <a:pt x="208" y="408"/>
                  </a:lnTo>
                  <a:lnTo>
                    <a:pt x="208" y="432"/>
                  </a:lnTo>
                  <a:lnTo>
                    <a:pt x="216" y="448"/>
                  </a:lnTo>
                  <a:lnTo>
                    <a:pt x="208" y="472"/>
                  </a:lnTo>
                  <a:lnTo>
                    <a:pt x="200" y="464"/>
                  </a:lnTo>
                  <a:lnTo>
                    <a:pt x="184" y="464"/>
                  </a:lnTo>
                  <a:lnTo>
                    <a:pt x="176" y="472"/>
                  </a:lnTo>
                  <a:lnTo>
                    <a:pt x="160" y="480"/>
                  </a:lnTo>
                  <a:lnTo>
                    <a:pt x="152" y="488"/>
                  </a:lnTo>
                  <a:lnTo>
                    <a:pt x="168" y="520"/>
                  </a:lnTo>
                  <a:lnTo>
                    <a:pt x="160" y="512"/>
                  </a:lnTo>
                  <a:lnTo>
                    <a:pt x="136" y="512"/>
                  </a:lnTo>
                  <a:lnTo>
                    <a:pt x="120" y="504"/>
                  </a:lnTo>
                  <a:lnTo>
                    <a:pt x="120" y="512"/>
                  </a:lnTo>
                  <a:lnTo>
                    <a:pt x="128" y="528"/>
                  </a:lnTo>
                  <a:lnTo>
                    <a:pt x="136" y="536"/>
                  </a:lnTo>
                  <a:lnTo>
                    <a:pt x="128" y="544"/>
                  </a:lnTo>
                  <a:lnTo>
                    <a:pt x="104" y="528"/>
                  </a:lnTo>
                  <a:lnTo>
                    <a:pt x="96" y="520"/>
                  </a:lnTo>
                  <a:lnTo>
                    <a:pt x="96" y="512"/>
                  </a:lnTo>
                  <a:lnTo>
                    <a:pt x="88" y="488"/>
                  </a:lnTo>
                  <a:lnTo>
                    <a:pt x="96" y="480"/>
                  </a:lnTo>
                  <a:lnTo>
                    <a:pt x="96" y="472"/>
                  </a:lnTo>
                  <a:lnTo>
                    <a:pt x="80" y="464"/>
                  </a:lnTo>
                  <a:lnTo>
                    <a:pt x="64" y="448"/>
                  </a:lnTo>
                  <a:lnTo>
                    <a:pt x="56" y="440"/>
                  </a:lnTo>
                  <a:lnTo>
                    <a:pt x="64" y="440"/>
                  </a:lnTo>
                  <a:lnTo>
                    <a:pt x="72" y="448"/>
                  </a:lnTo>
                  <a:lnTo>
                    <a:pt x="88" y="448"/>
                  </a:lnTo>
                  <a:lnTo>
                    <a:pt x="96" y="464"/>
                  </a:lnTo>
                  <a:lnTo>
                    <a:pt x="128" y="472"/>
                  </a:lnTo>
                  <a:lnTo>
                    <a:pt x="152" y="464"/>
                  </a:lnTo>
                  <a:lnTo>
                    <a:pt x="168" y="456"/>
                  </a:lnTo>
                  <a:lnTo>
                    <a:pt x="176" y="432"/>
                  </a:lnTo>
                  <a:lnTo>
                    <a:pt x="144" y="400"/>
                  </a:lnTo>
                  <a:lnTo>
                    <a:pt x="120" y="384"/>
                  </a:lnTo>
                  <a:lnTo>
                    <a:pt x="104" y="368"/>
                  </a:lnTo>
                  <a:lnTo>
                    <a:pt x="80" y="360"/>
                  </a:lnTo>
                  <a:lnTo>
                    <a:pt x="72" y="360"/>
                  </a:lnTo>
                  <a:lnTo>
                    <a:pt x="72" y="344"/>
                  </a:lnTo>
                  <a:lnTo>
                    <a:pt x="56" y="344"/>
                  </a:lnTo>
                  <a:lnTo>
                    <a:pt x="40" y="344"/>
                  </a:lnTo>
                  <a:lnTo>
                    <a:pt x="32" y="352"/>
                  </a:lnTo>
                  <a:lnTo>
                    <a:pt x="16" y="368"/>
                  </a:lnTo>
                  <a:lnTo>
                    <a:pt x="16" y="376"/>
                  </a:lnTo>
                  <a:lnTo>
                    <a:pt x="16" y="384"/>
                  </a:lnTo>
                  <a:lnTo>
                    <a:pt x="8" y="392"/>
                  </a:lnTo>
                  <a:lnTo>
                    <a:pt x="16" y="400"/>
                  </a:lnTo>
                  <a:lnTo>
                    <a:pt x="24" y="408"/>
                  </a:lnTo>
                  <a:lnTo>
                    <a:pt x="32" y="424"/>
                  </a:lnTo>
                  <a:lnTo>
                    <a:pt x="16" y="448"/>
                  </a:lnTo>
                  <a:lnTo>
                    <a:pt x="32" y="488"/>
                  </a:lnTo>
                  <a:lnTo>
                    <a:pt x="24" y="496"/>
                  </a:lnTo>
                  <a:lnTo>
                    <a:pt x="32" y="504"/>
                  </a:lnTo>
                  <a:lnTo>
                    <a:pt x="24" y="504"/>
                  </a:lnTo>
                  <a:lnTo>
                    <a:pt x="32" y="512"/>
                  </a:lnTo>
                  <a:lnTo>
                    <a:pt x="32" y="520"/>
                  </a:lnTo>
                  <a:lnTo>
                    <a:pt x="40" y="528"/>
                  </a:lnTo>
                  <a:lnTo>
                    <a:pt x="32" y="544"/>
                  </a:lnTo>
                  <a:lnTo>
                    <a:pt x="40" y="560"/>
                  </a:lnTo>
                  <a:lnTo>
                    <a:pt x="48" y="560"/>
                  </a:lnTo>
                  <a:lnTo>
                    <a:pt x="48" y="568"/>
                  </a:lnTo>
                  <a:lnTo>
                    <a:pt x="0" y="624"/>
                  </a:lnTo>
                  <a:lnTo>
                    <a:pt x="8" y="624"/>
                  </a:lnTo>
                  <a:lnTo>
                    <a:pt x="16" y="632"/>
                  </a:lnTo>
                  <a:lnTo>
                    <a:pt x="16" y="648"/>
                  </a:lnTo>
                  <a:lnTo>
                    <a:pt x="8" y="648"/>
                  </a:lnTo>
                  <a:lnTo>
                    <a:pt x="8" y="656"/>
                  </a:lnTo>
                  <a:lnTo>
                    <a:pt x="8" y="672"/>
                  </a:lnTo>
                  <a:lnTo>
                    <a:pt x="8" y="680"/>
                  </a:lnTo>
                  <a:lnTo>
                    <a:pt x="0" y="712"/>
                  </a:lnTo>
                  <a:lnTo>
                    <a:pt x="8" y="728"/>
                  </a:lnTo>
                  <a:lnTo>
                    <a:pt x="24" y="736"/>
                  </a:lnTo>
                  <a:lnTo>
                    <a:pt x="40" y="744"/>
                  </a:lnTo>
                  <a:lnTo>
                    <a:pt x="56" y="776"/>
                  </a:lnTo>
                  <a:lnTo>
                    <a:pt x="64" y="784"/>
                  </a:lnTo>
                  <a:lnTo>
                    <a:pt x="64" y="792"/>
                  </a:lnTo>
                  <a:lnTo>
                    <a:pt x="48" y="800"/>
                  </a:lnTo>
                  <a:lnTo>
                    <a:pt x="56" y="816"/>
                  </a:lnTo>
                  <a:lnTo>
                    <a:pt x="64" y="816"/>
                  </a:lnTo>
                  <a:lnTo>
                    <a:pt x="72" y="816"/>
                  </a:lnTo>
                  <a:lnTo>
                    <a:pt x="88" y="832"/>
                  </a:lnTo>
                  <a:lnTo>
                    <a:pt x="136" y="856"/>
                  </a:lnTo>
                  <a:lnTo>
                    <a:pt x="144" y="856"/>
                  </a:lnTo>
                  <a:lnTo>
                    <a:pt x="136" y="872"/>
                  </a:lnTo>
                  <a:lnTo>
                    <a:pt x="128" y="880"/>
                  </a:lnTo>
                  <a:lnTo>
                    <a:pt x="120" y="888"/>
                  </a:lnTo>
                  <a:lnTo>
                    <a:pt x="112" y="896"/>
                  </a:lnTo>
                  <a:lnTo>
                    <a:pt x="128" y="896"/>
                  </a:lnTo>
                  <a:lnTo>
                    <a:pt x="120" y="912"/>
                  </a:lnTo>
                  <a:lnTo>
                    <a:pt x="104" y="928"/>
                  </a:lnTo>
                  <a:lnTo>
                    <a:pt x="120" y="944"/>
                  </a:lnTo>
                  <a:lnTo>
                    <a:pt x="144" y="952"/>
                  </a:lnTo>
                  <a:lnTo>
                    <a:pt x="160" y="976"/>
                  </a:lnTo>
                  <a:lnTo>
                    <a:pt x="160" y="984"/>
                  </a:lnTo>
                  <a:lnTo>
                    <a:pt x="168" y="992"/>
                  </a:lnTo>
                  <a:lnTo>
                    <a:pt x="184" y="992"/>
                  </a:lnTo>
                  <a:lnTo>
                    <a:pt x="192" y="1000"/>
                  </a:lnTo>
                  <a:lnTo>
                    <a:pt x="200" y="1016"/>
                  </a:lnTo>
                  <a:lnTo>
                    <a:pt x="200" y="1024"/>
                  </a:lnTo>
                  <a:lnTo>
                    <a:pt x="208" y="1032"/>
                  </a:lnTo>
                  <a:lnTo>
                    <a:pt x="224" y="1032"/>
                  </a:lnTo>
                  <a:lnTo>
                    <a:pt x="240" y="1024"/>
                  </a:lnTo>
                  <a:lnTo>
                    <a:pt x="248" y="1032"/>
                  </a:lnTo>
                  <a:lnTo>
                    <a:pt x="248" y="1040"/>
                  </a:lnTo>
                  <a:lnTo>
                    <a:pt x="256" y="1024"/>
                  </a:lnTo>
                  <a:lnTo>
                    <a:pt x="272" y="1008"/>
                  </a:lnTo>
                  <a:lnTo>
                    <a:pt x="256" y="976"/>
                  </a:lnTo>
                  <a:lnTo>
                    <a:pt x="224" y="936"/>
                  </a:lnTo>
                  <a:lnTo>
                    <a:pt x="240" y="912"/>
                  </a:lnTo>
                  <a:lnTo>
                    <a:pt x="256" y="904"/>
                  </a:lnTo>
                  <a:lnTo>
                    <a:pt x="256" y="896"/>
                  </a:lnTo>
                  <a:lnTo>
                    <a:pt x="256" y="904"/>
                  </a:lnTo>
                  <a:lnTo>
                    <a:pt x="256" y="896"/>
                  </a:lnTo>
                  <a:lnTo>
                    <a:pt x="240" y="888"/>
                  </a:lnTo>
                  <a:lnTo>
                    <a:pt x="256" y="856"/>
                  </a:lnTo>
                  <a:lnTo>
                    <a:pt x="296" y="840"/>
                  </a:lnTo>
                  <a:lnTo>
                    <a:pt x="328" y="832"/>
                  </a:lnTo>
                  <a:lnTo>
                    <a:pt x="352" y="848"/>
                  </a:lnTo>
                  <a:lnTo>
                    <a:pt x="376" y="840"/>
                  </a:lnTo>
                  <a:lnTo>
                    <a:pt x="400" y="848"/>
                  </a:lnTo>
                  <a:lnTo>
                    <a:pt x="432" y="840"/>
                  </a:lnTo>
                  <a:lnTo>
                    <a:pt x="424" y="816"/>
                  </a:lnTo>
                  <a:lnTo>
                    <a:pt x="440" y="784"/>
                  </a:lnTo>
                  <a:lnTo>
                    <a:pt x="488" y="760"/>
                  </a:lnTo>
                  <a:lnTo>
                    <a:pt x="536" y="752"/>
                  </a:lnTo>
                  <a:lnTo>
                    <a:pt x="568" y="792"/>
                  </a:lnTo>
                  <a:lnTo>
                    <a:pt x="608" y="776"/>
                  </a:lnTo>
                  <a:lnTo>
                    <a:pt x="624" y="776"/>
                  </a:lnTo>
                  <a:lnTo>
                    <a:pt x="640" y="808"/>
                  </a:lnTo>
                  <a:lnTo>
                    <a:pt x="656" y="848"/>
                  </a:lnTo>
                  <a:lnTo>
                    <a:pt x="696" y="848"/>
                  </a:lnTo>
                  <a:lnTo>
                    <a:pt x="728" y="864"/>
                  </a:lnTo>
                  <a:lnTo>
                    <a:pt x="760" y="864"/>
                  </a:lnTo>
                  <a:lnTo>
                    <a:pt x="760" y="888"/>
                  </a:lnTo>
                  <a:lnTo>
                    <a:pt x="768" y="888"/>
                  </a:lnTo>
                  <a:lnTo>
                    <a:pt x="776" y="872"/>
                  </a:lnTo>
                  <a:lnTo>
                    <a:pt x="808" y="856"/>
                  </a:lnTo>
                  <a:lnTo>
                    <a:pt x="848" y="848"/>
                  </a:lnTo>
                  <a:lnTo>
                    <a:pt x="880" y="864"/>
                  </a:lnTo>
                  <a:lnTo>
                    <a:pt x="896" y="840"/>
                  </a:lnTo>
                  <a:lnTo>
                    <a:pt x="912" y="824"/>
                  </a:lnTo>
                  <a:lnTo>
                    <a:pt x="960" y="840"/>
                  </a:lnTo>
                  <a:lnTo>
                    <a:pt x="976" y="856"/>
                  </a:lnTo>
                  <a:lnTo>
                    <a:pt x="1016" y="856"/>
                  </a:lnTo>
                  <a:lnTo>
                    <a:pt x="1040" y="880"/>
                  </a:lnTo>
                  <a:lnTo>
                    <a:pt x="1104" y="864"/>
                  </a:lnTo>
                  <a:lnTo>
                    <a:pt x="1128" y="872"/>
                  </a:lnTo>
                  <a:lnTo>
                    <a:pt x="1136" y="864"/>
                  </a:lnTo>
                  <a:lnTo>
                    <a:pt x="1160" y="864"/>
                  </a:lnTo>
                  <a:lnTo>
                    <a:pt x="1184" y="816"/>
                  </a:lnTo>
                  <a:lnTo>
                    <a:pt x="1192" y="800"/>
                  </a:lnTo>
                  <a:lnTo>
                    <a:pt x="1232" y="800"/>
                  </a:lnTo>
                  <a:lnTo>
                    <a:pt x="1272" y="872"/>
                  </a:lnTo>
                  <a:lnTo>
                    <a:pt x="1304" y="880"/>
                  </a:lnTo>
                  <a:lnTo>
                    <a:pt x="1312" y="896"/>
                  </a:lnTo>
                  <a:lnTo>
                    <a:pt x="1360" y="888"/>
                  </a:lnTo>
                  <a:lnTo>
                    <a:pt x="1336" y="952"/>
                  </a:lnTo>
                  <a:lnTo>
                    <a:pt x="1320" y="952"/>
                  </a:lnTo>
                  <a:lnTo>
                    <a:pt x="1304" y="1000"/>
                  </a:lnTo>
                  <a:lnTo>
                    <a:pt x="1312" y="1000"/>
                  </a:lnTo>
                  <a:lnTo>
                    <a:pt x="1320" y="1000"/>
                  </a:lnTo>
                  <a:lnTo>
                    <a:pt x="1328" y="992"/>
                  </a:lnTo>
                  <a:lnTo>
                    <a:pt x="1344" y="1000"/>
                  </a:lnTo>
                  <a:lnTo>
                    <a:pt x="1368" y="976"/>
                  </a:lnTo>
                  <a:lnTo>
                    <a:pt x="1384" y="960"/>
                  </a:lnTo>
                  <a:lnTo>
                    <a:pt x="1416" y="920"/>
                  </a:lnTo>
                  <a:lnTo>
                    <a:pt x="1432" y="888"/>
                  </a:lnTo>
                  <a:lnTo>
                    <a:pt x="1432" y="856"/>
                  </a:lnTo>
                  <a:lnTo>
                    <a:pt x="1440" y="808"/>
                  </a:lnTo>
                  <a:lnTo>
                    <a:pt x="1440" y="792"/>
                  </a:lnTo>
                  <a:lnTo>
                    <a:pt x="1424" y="776"/>
                  </a:lnTo>
                  <a:lnTo>
                    <a:pt x="1400" y="792"/>
                  </a:lnTo>
                  <a:lnTo>
                    <a:pt x="1384" y="784"/>
                  </a:lnTo>
                  <a:lnTo>
                    <a:pt x="1376" y="768"/>
                  </a:lnTo>
                  <a:lnTo>
                    <a:pt x="1368" y="768"/>
                  </a:lnTo>
                  <a:lnTo>
                    <a:pt x="1376" y="760"/>
                  </a:lnTo>
                  <a:lnTo>
                    <a:pt x="1400" y="736"/>
                  </a:lnTo>
                  <a:lnTo>
                    <a:pt x="1416" y="720"/>
                  </a:lnTo>
                  <a:lnTo>
                    <a:pt x="1416" y="712"/>
                  </a:lnTo>
                  <a:lnTo>
                    <a:pt x="1472" y="656"/>
                  </a:lnTo>
                  <a:lnTo>
                    <a:pt x="1488" y="656"/>
                  </a:lnTo>
                  <a:lnTo>
                    <a:pt x="1528" y="656"/>
                  </a:lnTo>
                  <a:lnTo>
                    <a:pt x="1544" y="648"/>
                  </a:lnTo>
                  <a:lnTo>
                    <a:pt x="1568" y="656"/>
                  </a:lnTo>
                  <a:lnTo>
                    <a:pt x="1568" y="672"/>
                  </a:lnTo>
                  <a:lnTo>
                    <a:pt x="1608" y="664"/>
                  </a:lnTo>
                  <a:lnTo>
                    <a:pt x="1616" y="664"/>
                  </a:lnTo>
                  <a:lnTo>
                    <a:pt x="1608" y="656"/>
                  </a:lnTo>
                  <a:lnTo>
                    <a:pt x="1616" y="632"/>
                  </a:lnTo>
                  <a:lnTo>
                    <a:pt x="1624" y="608"/>
                  </a:lnTo>
                  <a:lnTo>
                    <a:pt x="1648" y="592"/>
                  </a:lnTo>
                  <a:lnTo>
                    <a:pt x="1680" y="600"/>
                  </a:lnTo>
                  <a:lnTo>
                    <a:pt x="1688" y="616"/>
                  </a:lnTo>
                  <a:lnTo>
                    <a:pt x="1704" y="600"/>
                  </a:lnTo>
                  <a:lnTo>
                    <a:pt x="1736" y="576"/>
                  </a:lnTo>
                  <a:lnTo>
                    <a:pt x="1736" y="608"/>
                  </a:lnTo>
                  <a:lnTo>
                    <a:pt x="1712" y="632"/>
                  </a:lnTo>
                  <a:lnTo>
                    <a:pt x="1696" y="640"/>
                  </a:lnTo>
                  <a:lnTo>
                    <a:pt x="1680" y="664"/>
                  </a:lnTo>
                  <a:lnTo>
                    <a:pt x="1664" y="680"/>
                  </a:lnTo>
                  <a:lnTo>
                    <a:pt x="1648" y="696"/>
                  </a:lnTo>
                  <a:lnTo>
                    <a:pt x="1640" y="696"/>
                  </a:lnTo>
                  <a:lnTo>
                    <a:pt x="1624" y="744"/>
                  </a:lnTo>
                  <a:lnTo>
                    <a:pt x="1640" y="840"/>
                  </a:lnTo>
                  <a:lnTo>
                    <a:pt x="1664" y="808"/>
                  </a:lnTo>
                  <a:lnTo>
                    <a:pt x="1672" y="800"/>
                  </a:lnTo>
                  <a:lnTo>
                    <a:pt x="1680" y="784"/>
                  </a:lnTo>
                  <a:lnTo>
                    <a:pt x="1688" y="768"/>
                  </a:lnTo>
                  <a:lnTo>
                    <a:pt x="1704" y="760"/>
                  </a:lnTo>
                  <a:lnTo>
                    <a:pt x="1704" y="744"/>
                  </a:lnTo>
                  <a:lnTo>
                    <a:pt x="1712" y="736"/>
                  </a:lnTo>
                  <a:lnTo>
                    <a:pt x="1720" y="704"/>
                  </a:lnTo>
                  <a:lnTo>
                    <a:pt x="1720" y="696"/>
                  </a:lnTo>
                  <a:lnTo>
                    <a:pt x="1704" y="696"/>
                  </a:lnTo>
                  <a:lnTo>
                    <a:pt x="1720" y="656"/>
                  </a:lnTo>
                  <a:lnTo>
                    <a:pt x="1728" y="648"/>
                  </a:lnTo>
                  <a:lnTo>
                    <a:pt x="1744" y="640"/>
                  </a:lnTo>
                  <a:lnTo>
                    <a:pt x="1752" y="640"/>
                  </a:lnTo>
                  <a:lnTo>
                    <a:pt x="1760" y="648"/>
                  </a:lnTo>
                  <a:lnTo>
                    <a:pt x="1784" y="624"/>
                  </a:lnTo>
                  <a:lnTo>
                    <a:pt x="1808" y="648"/>
                  </a:lnTo>
                  <a:lnTo>
                    <a:pt x="1816" y="624"/>
                  </a:lnTo>
                  <a:lnTo>
                    <a:pt x="1832" y="624"/>
                  </a:lnTo>
                  <a:lnTo>
                    <a:pt x="1856" y="592"/>
                  </a:lnTo>
                  <a:lnTo>
                    <a:pt x="1888" y="576"/>
                  </a:lnTo>
                  <a:lnTo>
                    <a:pt x="1904" y="576"/>
                  </a:lnTo>
                  <a:lnTo>
                    <a:pt x="1920" y="584"/>
                  </a:lnTo>
                  <a:lnTo>
                    <a:pt x="1920" y="576"/>
                  </a:lnTo>
                  <a:lnTo>
                    <a:pt x="1920" y="560"/>
                  </a:lnTo>
                  <a:lnTo>
                    <a:pt x="1912" y="536"/>
                  </a:lnTo>
                  <a:lnTo>
                    <a:pt x="1896" y="520"/>
                  </a:lnTo>
                  <a:lnTo>
                    <a:pt x="1912" y="512"/>
                  </a:lnTo>
                  <a:lnTo>
                    <a:pt x="1928" y="504"/>
                  </a:lnTo>
                  <a:close/>
                </a:path>
              </a:pathLst>
            </a:custGeom>
            <a:grpFill/>
            <a:ln w="6350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139" name="Freeform 689"/>
            <p:cNvSpPr>
              <a:spLocks/>
            </p:cNvSpPr>
            <p:nvPr/>
          </p:nvSpPr>
          <p:spPr bwMode="auto">
            <a:xfrm>
              <a:off x="3412472" y="2941191"/>
              <a:ext cx="42450" cy="8663"/>
            </a:xfrm>
            <a:custGeom>
              <a:avLst/>
              <a:gdLst>
                <a:gd name="T0" fmla="*/ 2147483647 w 40"/>
                <a:gd name="T1" fmla="*/ 2147483647 h 8"/>
                <a:gd name="T2" fmla="*/ 2147483647 w 40"/>
                <a:gd name="T3" fmla="*/ 2147483647 h 8"/>
                <a:gd name="T4" fmla="*/ 2147483647 w 40"/>
                <a:gd name="T5" fmla="*/ 0 h 8"/>
                <a:gd name="T6" fmla="*/ 0 w 40"/>
                <a:gd name="T7" fmla="*/ 2147483647 h 8"/>
                <a:gd name="T8" fmla="*/ 2147483647 w 40"/>
                <a:gd name="T9" fmla="*/ 2147483647 h 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0"/>
                <a:gd name="T16" fmla="*/ 0 h 8"/>
                <a:gd name="T17" fmla="*/ 40 w 40"/>
                <a:gd name="T18" fmla="*/ 8 h 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0" h="8">
                  <a:moveTo>
                    <a:pt x="8" y="8"/>
                  </a:moveTo>
                  <a:lnTo>
                    <a:pt x="24" y="8"/>
                  </a:lnTo>
                  <a:lnTo>
                    <a:pt x="40" y="0"/>
                  </a:lnTo>
                  <a:lnTo>
                    <a:pt x="0" y="8"/>
                  </a:lnTo>
                  <a:lnTo>
                    <a:pt x="8" y="8"/>
                  </a:lnTo>
                  <a:close/>
                </a:path>
              </a:pathLst>
            </a:custGeom>
            <a:grpFill/>
            <a:ln w="6350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140" name="Freeform 690"/>
            <p:cNvSpPr>
              <a:spLocks/>
            </p:cNvSpPr>
            <p:nvPr/>
          </p:nvSpPr>
          <p:spPr bwMode="auto">
            <a:xfrm>
              <a:off x="3353562" y="2585130"/>
              <a:ext cx="550986" cy="389848"/>
            </a:xfrm>
            <a:custGeom>
              <a:avLst/>
              <a:gdLst>
                <a:gd name="T0" fmla="*/ 2147483647 w 520"/>
                <a:gd name="T1" fmla="*/ 2147483647 h 368"/>
                <a:gd name="T2" fmla="*/ 2147483647 w 520"/>
                <a:gd name="T3" fmla="*/ 2147483647 h 368"/>
                <a:gd name="T4" fmla="*/ 2147483647 w 520"/>
                <a:gd name="T5" fmla="*/ 2147483647 h 368"/>
                <a:gd name="T6" fmla="*/ 2147483647 w 520"/>
                <a:gd name="T7" fmla="*/ 2147483647 h 368"/>
                <a:gd name="T8" fmla="*/ 2147483647 w 520"/>
                <a:gd name="T9" fmla="*/ 2147483647 h 368"/>
                <a:gd name="T10" fmla="*/ 2147483647 w 520"/>
                <a:gd name="T11" fmla="*/ 2147483647 h 368"/>
                <a:gd name="T12" fmla="*/ 2147483647 w 520"/>
                <a:gd name="T13" fmla="*/ 2147483647 h 368"/>
                <a:gd name="T14" fmla="*/ 2147483647 w 520"/>
                <a:gd name="T15" fmla="*/ 2147483647 h 368"/>
                <a:gd name="T16" fmla="*/ 2147483647 w 520"/>
                <a:gd name="T17" fmla="*/ 2147483647 h 368"/>
                <a:gd name="T18" fmla="*/ 2147483647 w 520"/>
                <a:gd name="T19" fmla="*/ 2147483647 h 368"/>
                <a:gd name="T20" fmla="*/ 2147483647 w 520"/>
                <a:gd name="T21" fmla="*/ 2147483647 h 368"/>
                <a:gd name="T22" fmla="*/ 2147483647 w 520"/>
                <a:gd name="T23" fmla="*/ 2147483647 h 368"/>
                <a:gd name="T24" fmla="*/ 2147483647 w 520"/>
                <a:gd name="T25" fmla="*/ 2147483647 h 368"/>
                <a:gd name="T26" fmla="*/ 2147483647 w 520"/>
                <a:gd name="T27" fmla="*/ 2147483647 h 368"/>
                <a:gd name="T28" fmla="*/ 2147483647 w 520"/>
                <a:gd name="T29" fmla="*/ 2147483647 h 368"/>
                <a:gd name="T30" fmla="*/ 0 w 520"/>
                <a:gd name="T31" fmla="*/ 2147483647 h 368"/>
                <a:gd name="T32" fmla="*/ 2147483647 w 520"/>
                <a:gd name="T33" fmla="*/ 2147483647 h 368"/>
                <a:gd name="T34" fmla="*/ 2147483647 w 520"/>
                <a:gd name="T35" fmla="*/ 2147483647 h 368"/>
                <a:gd name="T36" fmla="*/ 2147483647 w 520"/>
                <a:gd name="T37" fmla="*/ 2147483647 h 368"/>
                <a:gd name="T38" fmla="*/ 2147483647 w 520"/>
                <a:gd name="T39" fmla="*/ 2147483647 h 368"/>
                <a:gd name="T40" fmla="*/ 2147483647 w 520"/>
                <a:gd name="T41" fmla="*/ 2147483647 h 368"/>
                <a:gd name="T42" fmla="*/ 2147483647 w 520"/>
                <a:gd name="T43" fmla="*/ 2147483647 h 368"/>
                <a:gd name="T44" fmla="*/ 2147483647 w 520"/>
                <a:gd name="T45" fmla="*/ 2147483647 h 368"/>
                <a:gd name="T46" fmla="*/ 2147483647 w 520"/>
                <a:gd name="T47" fmla="*/ 2147483647 h 368"/>
                <a:gd name="T48" fmla="*/ 2147483647 w 520"/>
                <a:gd name="T49" fmla="*/ 2147483647 h 368"/>
                <a:gd name="T50" fmla="*/ 2147483647 w 520"/>
                <a:gd name="T51" fmla="*/ 2147483647 h 368"/>
                <a:gd name="T52" fmla="*/ 2147483647 w 520"/>
                <a:gd name="T53" fmla="*/ 2147483647 h 368"/>
                <a:gd name="T54" fmla="*/ 2147483647 w 520"/>
                <a:gd name="T55" fmla="*/ 2147483647 h 368"/>
                <a:gd name="T56" fmla="*/ 2147483647 w 520"/>
                <a:gd name="T57" fmla="*/ 2147483647 h 368"/>
                <a:gd name="T58" fmla="*/ 2147483647 w 520"/>
                <a:gd name="T59" fmla="*/ 2147483647 h 368"/>
                <a:gd name="T60" fmla="*/ 2147483647 w 520"/>
                <a:gd name="T61" fmla="*/ 2147483647 h 368"/>
                <a:gd name="T62" fmla="*/ 2147483647 w 520"/>
                <a:gd name="T63" fmla="*/ 2147483647 h 368"/>
                <a:gd name="T64" fmla="*/ 2147483647 w 520"/>
                <a:gd name="T65" fmla="*/ 2147483647 h 368"/>
                <a:gd name="T66" fmla="*/ 2147483647 w 520"/>
                <a:gd name="T67" fmla="*/ 2147483647 h 368"/>
                <a:gd name="T68" fmla="*/ 2147483647 w 520"/>
                <a:gd name="T69" fmla="*/ 2147483647 h 368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520"/>
                <a:gd name="T106" fmla="*/ 0 h 368"/>
                <a:gd name="T107" fmla="*/ 520 w 520"/>
                <a:gd name="T108" fmla="*/ 368 h 368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520" h="368">
                  <a:moveTo>
                    <a:pt x="360" y="320"/>
                  </a:moveTo>
                  <a:lnTo>
                    <a:pt x="352" y="312"/>
                  </a:lnTo>
                  <a:lnTo>
                    <a:pt x="352" y="296"/>
                  </a:lnTo>
                  <a:lnTo>
                    <a:pt x="384" y="288"/>
                  </a:lnTo>
                  <a:lnTo>
                    <a:pt x="408" y="272"/>
                  </a:lnTo>
                  <a:lnTo>
                    <a:pt x="424" y="256"/>
                  </a:lnTo>
                  <a:lnTo>
                    <a:pt x="432" y="208"/>
                  </a:lnTo>
                  <a:lnTo>
                    <a:pt x="456" y="200"/>
                  </a:lnTo>
                  <a:lnTo>
                    <a:pt x="464" y="160"/>
                  </a:lnTo>
                  <a:lnTo>
                    <a:pt x="496" y="168"/>
                  </a:lnTo>
                  <a:lnTo>
                    <a:pt x="504" y="144"/>
                  </a:lnTo>
                  <a:lnTo>
                    <a:pt x="520" y="136"/>
                  </a:lnTo>
                  <a:lnTo>
                    <a:pt x="520" y="120"/>
                  </a:lnTo>
                  <a:lnTo>
                    <a:pt x="488" y="112"/>
                  </a:lnTo>
                  <a:lnTo>
                    <a:pt x="456" y="96"/>
                  </a:lnTo>
                  <a:lnTo>
                    <a:pt x="416" y="96"/>
                  </a:lnTo>
                  <a:lnTo>
                    <a:pt x="400" y="56"/>
                  </a:lnTo>
                  <a:lnTo>
                    <a:pt x="384" y="24"/>
                  </a:lnTo>
                  <a:lnTo>
                    <a:pt x="368" y="24"/>
                  </a:lnTo>
                  <a:lnTo>
                    <a:pt x="328" y="40"/>
                  </a:lnTo>
                  <a:lnTo>
                    <a:pt x="296" y="0"/>
                  </a:lnTo>
                  <a:lnTo>
                    <a:pt x="248" y="16"/>
                  </a:lnTo>
                  <a:lnTo>
                    <a:pt x="200" y="32"/>
                  </a:lnTo>
                  <a:lnTo>
                    <a:pt x="184" y="64"/>
                  </a:lnTo>
                  <a:lnTo>
                    <a:pt x="192" y="96"/>
                  </a:lnTo>
                  <a:lnTo>
                    <a:pt x="160" y="96"/>
                  </a:lnTo>
                  <a:lnTo>
                    <a:pt x="136" y="96"/>
                  </a:lnTo>
                  <a:lnTo>
                    <a:pt x="112" y="96"/>
                  </a:lnTo>
                  <a:lnTo>
                    <a:pt x="88" y="80"/>
                  </a:lnTo>
                  <a:lnTo>
                    <a:pt x="56" y="88"/>
                  </a:lnTo>
                  <a:lnTo>
                    <a:pt x="16" y="104"/>
                  </a:lnTo>
                  <a:lnTo>
                    <a:pt x="0" y="136"/>
                  </a:lnTo>
                  <a:lnTo>
                    <a:pt x="16" y="152"/>
                  </a:lnTo>
                  <a:lnTo>
                    <a:pt x="24" y="168"/>
                  </a:lnTo>
                  <a:lnTo>
                    <a:pt x="56" y="168"/>
                  </a:lnTo>
                  <a:lnTo>
                    <a:pt x="80" y="168"/>
                  </a:lnTo>
                  <a:lnTo>
                    <a:pt x="104" y="200"/>
                  </a:lnTo>
                  <a:lnTo>
                    <a:pt x="80" y="200"/>
                  </a:lnTo>
                  <a:lnTo>
                    <a:pt x="64" y="200"/>
                  </a:lnTo>
                  <a:lnTo>
                    <a:pt x="56" y="208"/>
                  </a:lnTo>
                  <a:lnTo>
                    <a:pt x="64" y="240"/>
                  </a:lnTo>
                  <a:lnTo>
                    <a:pt x="80" y="256"/>
                  </a:lnTo>
                  <a:lnTo>
                    <a:pt x="80" y="288"/>
                  </a:lnTo>
                  <a:lnTo>
                    <a:pt x="96" y="304"/>
                  </a:lnTo>
                  <a:lnTo>
                    <a:pt x="96" y="336"/>
                  </a:lnTo>
                  <a:lnTo>
                    <a:pt x="96" y="328"/>
                  </a:lnTo>
                  <a:lnTo>
                    <a:pt x="120" y="320"/>
                  </a:lnTo>
                  <a:lnTo>
                    <a:pt x="136" y="320"/>
                  </a:lnTo>
                  <a:lnTo>
                    <a:pt x="152" y="328"/>
                  </a:lnTo>
                  <a:lnTo>
                    <a:pt x="168" y="344"/>
                  </a:lnTo>
                  <a:lnTo>
                    <a:pt x="184" y="344"/>
                  </a:lnTo>
                  <a:lnTo>
                    <a:pt x="184" y="360"/>
                  </a:lnTo>
                  <a:lnTo>
                    <a:pt x="192" y="360"/>
                  </a:lnTo>
                  <a:lnTo>
                    <a:pt x="208" y="368"/>
                  </a:lnTo>
                  <a:lnTo>
                    <a:pt x="216" y="360"/>
                  </a:lnTo>
                  <a:lnTo>
                    <a:pt x="232" y="352"/>
                  </a:lnTo>
                  <a:lnTo>
                    <a:pt x="240" y="328"/>
                  </a:lnTo>
                  <a:lnTo>
                    <a:pt x="256" y="336"/>
                  </a:lnTo>
                  <a:lnTo>
                    <a:pt x="264" y="336"/>
                  </a:lnTo>
                  <a:lnTo>
                    <a:pt x="272" y="344"/>
                  </a:lnTo>
                  <a:lnTo>
                    <a:pt x="288" y="336"/>
                  </a:lnTo>
                  <a:lnTo>
                    <a:pt x="296" y="328"/>
                  </a:lnTo>
                  <a:lnTo>
                    <a:pt x="312" y="320"/>
                  </a:lnTo>
                  <a:lnTo>
                    <a:pt x="320" y="336"/>
                  </a:lnTo>
                  <a:lnTo>
                    <a:pt x="328" y="336"/>
                  </a:lnTo>
                  <a:lnTo>
                    <a:pt x="344" y="328"/>
                  </a:lnTo>
                  <a:lnTo>
                    <a:pt x="352" y="328"/>
                  </a:lnTo>
                  <a:lnTo>
                    <a:pt x="352" y="336"/>
                  </a:lnTo>
                  <a:lnTo>
                    <a:pt x="360" y="328"/>
                  </a:lnTo>
                  <a:lnTo>
                    <a:pt x="360" y="320"/>
                  </a:lnTo>
                  <a:close/>
                </a:path>
              </a:pathLst>
            </a:custGeom>
            <a:grpFill/>
            <a:ln w="6350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141" name="Freeform 691"/>
            <p:cNvSpPr>
              <a:spLocks/>
            </p:cNvSpPr>
            <p:nvPr/>
          </p:nvSpPr>
          <p:spPr bwMode="auto">
            <a:xfrm>
              <a:off x="3387349" y="2932528"/>
              <a:ext cx="16461" cy="8663"/>
            </a:xfrm>
            <a:custGeom>
              <a:avLst/>
              <a:gdLst>
                <a:gd name="T0" fmla="*/ 0 w 16"/>
                <a:gd name="T1" fmla="*/ 0 h 8"/>
                <a:gd name="T2" fmla="*/ 0 w 16"/>
                <a:gd name="T3" fmla="*/ 2147483647 h 8"/>
                <a:gd name="T4" fmla="*/ 2147483647 w 16"/>
                <a:gd name="T5" fmla="*/ 2147483647 h 8"/>
                <a:gd name="T6" fmla="*/ 2147483647 w 16"/>
                <a:gd name="T7" fmla="*/ 2147483647 h 8"/>
                <a:gd name="T8" fmla="*/ 0 w 16"/>
                <a:gd name="T9" fmla="*/ 0 h 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"/>
                <a:gd name="T16" fmla="*/ 0 h 8"/>
                <a:gd name="T17" fmla="*/ 16 w 16"/>
                <a:gd name="T18" fmla="*/ 8 h 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" h="8">
                  <a:moveTo>
                    <a:pt x="0" y="0"/>
                  </a:moveTo>
                  <a:lnTo>
                    <a:pt x="0" y="8"/>
                  </a:lnTo>
                  <a:lnTo>
                    <a:pt x="16" y="8"/>
                  </a:lnTo>
                  <a:lnTo>
                    <a:pt x="8" y="8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142" name="Freeform 692"/>
            <p:cNvSpPr>
              <a:spLocks/>
            </p:cNvSpPr>
            <p:nvPr/>
          </p:nvSpPr>
          <p:spPr bwMode="auto">
            <a:xfrm>
              <a:off x="2946387" y="2728940"/>
              <a:ext cx="8663" cy="866"/>
            </a:xfrm>
            <a:custGeom>
              <a:avLst/>
              <a:gdLst>
                <a:gd name="T0" fmla="*/ 0 w 8"/>
                <a:gd name="T1" fmla="*/ 0 h 1943"/>
                <a:gd name="T2" fmla="*/ 2147483647 w 8"/>
                <a:gd name="T3" fmla="*/ 0 h 1943"/>
                <a:gd name="T4" fmla="*/ 0 w 8"/>
                <a:gd name="T5" fmla="*/ 0 h 1943"/>
                <a:gd name="T6" fmla="*/ 0 60000 65536"/>
                <a:gd name="T7" fmla="*/ 0 60000 65536"/>
                <a:gd name="T8" fmla="*/ 0 60000 65536"/>
                <a:gd name="T9" fmla="*/ 0 w 8"/>
                <a:gd name="T10" fmla="*/ 0 h 1943"/>
                <a:gd name="T11" fmla="*/ 8 w 8"/>
                <a:gd name="T12" fmla="*/ 1943 h 194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8" h="1943">
                  <a:moveTo>
                    <a:pt x="0" y="0"/>
                  </a:moveTo>
                  <a:lnTo>
                    <a:pt x="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143" name="Freeform 693"/>
            <p:cNvSpPr>
              <a:spLocks/>
            </p:cNvSpPr>
            <p:nvPr/>
          </p:nvSpPr>
          <p:spPr bwMode="auto">
            <a:xfrm>
              <a:off x="3387349" y="2932528"/>
              <a:ext cx="16461" cy="8663"/>
            </a:xfrm>
            <a:custGeom>
              <a:avLst/>
              <a:gdLst>
                <a:gd name="T0" fmla="*/ 0 w 16"/>
                <a:gd name="T1" fmla="*/ 0 h 8"/>
                <a:gd name="T2" fmla="*/ 0 w 16"/>
                <a:gd name="T3" fmla="*/ 2147483647 h 8"/>
                <a:gd name="T4" fmla="*/ 2147483647 w 16"/>
                <a:gd name="T5" fmla="*/ 2147483647 h 8"/>
                <a:gd name="T6" fmla="*/ 2147483647 w 16"/>
                <a:gd name="T7" fmla="*/ 2147483647 h 8"/>
                <a:gd name="T8" fmla="*/ 0 w 16"/>
                <a:gd name="T9" fmla="*/ 0 h 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"/>
                <a:gd name="T16" fmla="*/ 0 h 8"/>
                <a:gd name="T17" fmla="*/ 16 w 16"/>
                <a:gd name="T18" fmla="*/ 8 h 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" h="8">
                  <a:moveTo>
                    <a:pt x="0" y="0"/>
                  </a:moveTo>
                  <a:lnTo>
                    <a:pt x="0" y="8"/>
                  </a:lnTo>
                  <a:lnTo>
                    <a:pt x="16" y="8"/>
                  </a:lnTo>
                  <a:lnTo>
                    <a:pt x="8" y="8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144" name="Rectangle 694"/>
            <p:cNvSpPr>
              <a:spLocks noChangeArrowheads="1"/>
            </p:cNvSpPr>
            <p:nvPr/>
          </p:nvSpPr>
          <p:spPr bwMode="auto">
            <a:xfrm>
              <a:off x="2946387" y="2728940"/>
              <a:ext cx="8663" cy="0"/>
            </a:xfrm>
            <a:prstGeom prst="rect">
              <a:avLst/>
            </a:prstGeom>
            <a:grpFill/>
            <a:ln w="6350">
              <a:noFill/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defTabSz="1219048" eaLnBrk="1" hangingPunct="1">
                <a:spcBef>
                  <a:spcPct val="50000"/>
                </a:spcBef>
              </a:pPr>
              <a:endParaRPr lang="en-US" sz="3200">
                <a:solidFill>
                  <a:srgbClr val="4D4D4D"/>
                </a:solidFill>
                <a:ea typeface="MS PGothic" panose="020B0600070205080204" pitchFamily="34" charset="-128"/>
              </a:endParaRPr>
            </a:p>
          </p:txBody>
        </p:sp>
        <p:sp>
          <p:nvSpPr>
            <p:cNvPr id="145" name="Freeform 695"/>
            <p:cNvSpPr>
              <a:spLocks/>
            </p:cNvSpPr>
            <p:nvPr/>
          </p:nvSpPr>
          <p:spPr bwMode="auto">
            <a:xfrm>
              <a:off x="2852823" y="2728940"/>
              <a:ext cx="102227" cy="42450"/>
            </a:xfrm>
            <a:custGeom>
              <a:avLst/>
              <a:gdLst>
                <a:gd name="T0" fmla="*/ 2147483647 w 96"/>
                <a:gd name="T1" fmla="*/ 2147483647 h 40"/>
                <a:gd name="T2" fmla="*/ 2147483647 w 96"/>
                <a:gd name="T3" fmla="*/ 2147483647 h 40"/>
                <a:gd name="T4" fmla="*/ 2147483647 w 96"/>
                <a:gd name="T5" fmla="*/ 2147483647 h 40"/>
                <a:gd name="T6" fmla="*/ 2147483647 w 96"/>
                <a:gd name="T7" fmla="*/ 0 h 40"/>
                <a:gd name="T8" fmla="*/ 2147483647 w 96"/>
                <a:gd name="T9" fmla="*/ 0 h 40"/>
                <a:gd name="T10" fmla="*/ 2147483647 w 96"/>
                <a:gd name="T11" fmla="*/ 0 h 40"/>
                <a:gd name="T12" fmla="*/ 2147483647 w 96"/>
                <a:gd name="T13" fmla="*/ 0 h 40"/>
                <a:gd name="T14" fmla="*/ 2147483647 w 96"/>
                <a:gd name="T15" fmla="*/ 2147483647 h 40"/>
                <a:gd name="T16" fmla="*/ 2147483647 w 96"/>
                <a:gd name="T17" fmla="*/ 2147483647 h 40"/>
                <a:gd name="T18" fmla="*/ 2147483647 w 96"/>
                <a:gd name="T19" fmla="*/ 2147483647 h 40"/>
                <a:gd name="T20" fmla="*/ 2147483647 w 96"/>
                <a:gd name="T21" fmla="*/ 2147483647 h 40"/>
                <a:gd name="T22" fmla="*/ 2147483647 w 96"/>
                <a:gd name="T23" fmla="*/ 2147483647 h 40"/>
                <a:gd name="T24" fmla="*/ 2147483647 w 96"/>
                <a:gd name="T25" fmla="*/ 2147483647 h 40"/>
                <a:gd name="T26" fmla="*/ 2147483647 w 96"/>
                <a:gd name="T27" fmla="*/ 2147483647 h 40"/>
                <a:gd name="T28" fmla="*/ 2147483647 w 96"/>
                <a:gd name="T29" fmla="*/ 2147483647 h 40"/>
                <a:gd name="T30" fmla="*/ 0 w 96"/>
                <a:gd name="T31" fmla="*/ 2147483647 h 40"/>
                <a:gd name="T32" fmla="*/ 2147483647 w 96"/>
                <a:gd name="T33" fmla="*/ 2147483647 h 40"/>
                <a:gd name="T34" fmla="*/ 2147483647 w 96"/>
                <a:gd name="T35" fmla="*/ 2147483647 h 40"/>
                <a:gd name="T36" fmla="*/ 2147483647 w 96"/>
                <a:gd name="T37" fmla="*/ 2147483647 h 40"/>
                <a:gd name="T38" fmla="*/ 2147483647 w 96"/>
                <a:gd name="T39" fmla="*/ 2147483647 h 40"/>
                <a:gd name="T40" fmla="*/ 2147483647 w 96"/>
                <a:gd name="T41" fmla="*/ 2147483647 h 40"/>
                <a:gd name="T42" fmla="*/ 2147483647 w 96"/>
                <a:gd name="T43" fmla="*/ 2147483647 h 40"/>
                <a:gd name="T44" fmla="*/ 2147483647 w 96"/>
                <a:gd name="T45" fmla="*/ 2147483647 h 40"/>
                <a:gd name="T46" fmla="*/ 2147483647 w 96"/>
                <a:gd name="T47" fmla="*/ 2147483647 h 40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w 96"/>
                <a:gd name="T73" fmla="*/ 0 h 40"/>
                <a:gd name="T74" fmla="*/ 96 w 96"/>
                <a:gd name="T75" fmla="*/ 40 h 40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T72" t="T73" r="T74" b="T75"/>
              <a:pathLst>
                <a:path w="96" h="40">
                  <a:moveTo>
                    <a:pt x="96" y="24"/>
                  </a:moveTo>
                  <a:lnTo>
                    <a:pt x="96" y="16"/>
                  </a:lnTo>
                  <a:lnTo>
                    <a:pt x="96" y="8"/>
                  </a:lnTo>
                  <a:lnTo>
                    <a:pt x="96" y="0"/>
                  </a:lnTo>
                  <a:lnTo>
                    <a:pt x="88" y="0"/>
                  </a:lnTo>
                  <a:lnTo>
                    <a:pt x="72" y="0"/>
                  </a:lnTo>
                  <a:lnTo>
                    <a:pt x="56" y="0"/>
                  </a:lnTo>
                  <a:lnTo>
                    <a:pt x="56" y="8"/>
                  </a:lnTo>
                  <a:lnTo>
                    <a:pt x="48" y="8"/>
                  </a:lnTo>
                  <a:lnTo>
                    <a:pt x="48" y="16"/>
                  </a:lnTo>
                  <a:lnTo>
                    <a:pt x="48" y="24"/>
                  </a:lnTo>
                  <a:lnTo>
                    <a:pt x="40" y="24"/>
                  </a:lnTo>
                  <a:lnTo>
                    <a:pt x="24" y="24"/>
                  </a:lnTo>
                  <a:lnTo>
                    <a:pt x="16" y="24"/>
                  </a:lnTo>
                  <a:lnTo>
                    <a:pt x="8" y="24"/>
                  </a:lnTo>
                  <a:lnTo>
                    <a:pt x="0" y="24"/>
                  </a:lnTo>
                  <a:lnTo>
                    <a:pt x="8" y="32"/>
                  </a:lnTo>
                  <a:lnTo>
                    <a:pt x="16" y="40"/>
                  </a:lnTo>
                  <a:lnTo>
                    <a:pt x="24" y="40"/>
                  </a:lnTo>
                  <a:lnTo>
                    <a:pt x="40" y="40"/>
                  </a:lnTo>
                  <a:lnTo>
                    <a:pt x="56" y="40"/>
                  </a:lnTo>
                  <a:lnTo>
                    <a:pt x="72" y="40"/>
                  </a:lnTo>
                  <a:lnTo>
                    <a:pt x="88" y="32"/>
                  </a:lnTo>
                  <a:lnTo>
                    <a:pt x="96" y="24"/>
                  </a:lnTo>
                  <a:close/>
                </a:path>
              </a:pathLst>
            </a:custGeom>
            <a:grpFill/>
            <a:ln w="6350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146" name="Freeform 696"/>
            <p:cNvSpPr>
              <a:spLocks/>
            </p:cNvSpPr>
            <p:nvPr/>
          </p:nvSpPr>
          <p:spPr bwMode="auto">
            <a:xfrm>
              <a:off x="2665696" y="2677827"/>
              <a:ext cx="170667" cy="178464"/>
            </a:xfrm>
            <a:custGeom>
              <a:avLst/>
              <a:gdLst>
                <a:gd name="T0" fmla="*/ 2147483647 w 161"/>
                <a:gd name="T1" fmla="*/ 2147483647 h 168"/>
                <a:gd name="T2" fmla="*/ 2147483647 w 161"/>
                <a:gd name="T3" fmla="*/ 2147483647 h 168"/>
                <a:gd name="T4" fmla="*/ 2147483647 w 161"/>
                <a:gd name="T5" fmla="*/ 2147483647 h 168"/>
                <a:gd name="T6" fmla="*/ 2147483647 w 161"/>
                <a:gd name="T7" fmla="*/ 2147483647 h 168"/>
                <a:gd name="T8" fmla="*/ 2147483647 w 161"/>
                <a:gd name="T9" fmla="*/ 2147483647 h 168"/>
                <a:gd name="T10" fmla="*/ 2147483647 w 161"/>
                <a:gd name="T11" fmla="*/ 2147483647 h 168"/>
                <a:gd name="T12" fmla="*/ 2147483647 w 161"/>
                <a:gd name="T13" fmla="*/ 2147483647 h 168"/>
                <a:gd name="T14" fmla="*/ 2147483647 w 161"/>
                <a:gd name="T15" fmla="*/ 2147483647 h 168"/>
                <a:gd name="T16" fmla="*/ 2147483647 w 161"/>
                <a:gd name="T17" fmla="*/ 2147483647 h 168"/>
                <a:gd name="T18" fmla="*/ 2147483647 w 161"/>
                <a:gd name="T19" fmla="*/ 2147483647 h 168"/>
                <a:gd name="T20" fmla="*/ 2147483647 w 161"/>
                <a:gd name="T21" fmla="*/ 2147483647 h 168"/>
                <a:gd name="T22" fmla="*/ 2147483647 w 161"/>
                <a:gd name="T23" fmla="*/ 2147483647 h 168"/>
                <a:gd name="T24" fmla="*/ 2147483647 w 161"/>
                <a:gd name="T25" fmla="*/ 2147483647 h 168"/>
                <a:gd name="T26" fmla="*/ 2147483647 w 161"/>
                <a:gd name="T27" fmla="*/ 2147483647 h 168"/>
                <a:gd name="T28" fmla="*/ 2147483647 w 161"/>
                <a:gd name="T29" fmla="*/ 2147483647 h 168"/>
                <a:gd name="T30" fmla="*/ 2147483647 w 161"/>
                <a:gd name="T31" fmla="*/ 2147483647 h 168"/>
                <a:gd name="T32" fmla="*/ 2147483647 w 161"/>
                <a:gd name="T33" fmla="*/ 0 h 168"/>
                <a:gd name="T34" fmla="*/ 2147483647 w 161"/>
                <a:gd name="T35" fmla="*/ 2147483647 h 168"/>
                <a:gd name="T36" fmla="*/ 2147483647 w 161"/>
                <a:gd name="T37" fmla="*/ 2147483647 h 168"/>
                <a:gd name="T38" fmla="*/ 2147483647 w 161"/>
                <a:gd name="T39" fmla="*/ 2147483647 h 168"/>
                <a:gd name="T40" fmla="*/ 2147483647 w 161"/>
                <a:gd name="T41" fmla="*/ 2147483647 h 168"/>
                <a:gd name="T42" fmla="*/ 2147483647 w 161"/>
                <a:gd name="T43" fmla="*/ 2147483647 h 168"/>
                <a:gd name="T44" fmla="*/ 2147483647 w 161"/>
                <a:gd name="T45" fmla="*/ 2147483647 h 168"/>
                <a:gd name="T46" fmla="*/ 2147483647 w 161"/>
                <a:gd name="T47" fmla="*/ 2147483647 h 168"/>
                <a:gd name="T48" fmla="*/ 2147483647 w 161"/>
                <a:gd name="T49" fmla="*/ 2147483647 h 168"/>
                <a:gd name="T50" fmla="*/ 2147483647 w 161"/>
                <a:gd name="T51" fmla="*/ 2147483647 h 168"/>
                <a:gd name="T52" fmla="*/ 2147483647 w 161"/>
                <a:gd name="T53" fmla="*/ 2147483647 h 168"/>
                <a:gd name="T54" fmla="*/ 2147483647 w 161"/>
                <a:gd name="T55" fmla="*/ 2147483647 h 168"/>
                <a:gd name="T56" fmla="*/ 2147483647 w 161"/>
                <a:gd name="T57" fmla="*/ 2147483647 h 168"/>
                <a:gd name="T58" fmla="*/ 0 w 161"/>
                <a:gd name="T59" fmla="*/ 2147483647 h 168"/>
                <a:gd name="T60" fmla="*/ 0 w 161"/>
                <a:gd name="T61" fmla="*/ 2147483647 h 168"/>
                <a:gd name="T62" fmla="*/ 2147483647 w 161"/>
                <a:gd name="T63" fmla="*/ 2147483647 h 168"/>
                <a:gd name="T64" fmla="*/ 2147483647 w 161"/>
                <a:gd name="T65" fmla="*/ 2147483647 h 168"/>
                <a:gd name="T66" fmla="*/ 2147483647 w 161"/>
                <a:gd name="T67" fmla="*/ 2147483647 h 168"/>
                <a:gd name="T68" fmla="*/ 2147483647 w 161"/>
                <a:gd name="T69" fmla="*/ 2147483647 h 168"/>
                <a:gd name="T70" fmla="*/ 2147483647 w 161"/>
                <a:gd name="T71" fmla="*/ 2147483647 h 168"/>
                <a:gd name="T72" fmla="*/ 2147483647 w 161"/>
                <a:gd name="T73" fmla="*/ 2147483647 h 168"/>
                <a:gd name="T74" fmla="*/ 2147483647 w 161"/>
                <a:gd name="T75" fmla="*/ 2147483647 h 168"/>
                <a:gd name="T76" fmla="*/ 2147483647 w 161"/>
                <a:gd name="T77" fmla="*/ 2147483647 h 168"/>
                <a:gd name="T78" fmla="*/ 2147483647 w 161"/>
                <a:gd name="T79" fmla="*/ 2147483647 h 168"/>
                <a:gd name="T80" fmla="*/ 2147483647 w 161"/>
                <a:gd name="T81" fmla="*/ 2147483647 h 168"/>
                <a:gd name="T82" fmla="*/ 2147483647 w 161"/>
                <a:gd name="T83" fmla="*/ 2147483647 h 168"/>
                <a:gd name="T84" fmla="*/ 2147483647 w 161"/>
                <a:gd name="T85" fmla="*/ 2147483647 h 168"/>
                <a:gd name="T86" fmla="*/ 2147483647 w 161"/>
                <a:gd name="T87" fmla="*/ 2147483647 h 168"/>
                <a:gd name="T88" fmla="*/ 2147483647 w 161"/>
                <a:gd name="T89" fmla="*/ 2147483647 h 168"/>
                <a:gd name="T90" fmla="*/ 2147483647 w 161"/>
                <a:gd name="T91" fmla="*/ 2147483647 h 168"/>
                <a:gd name="T92" fmla="*/ 2147483647 w 161"/>
                <a:gd name="T93" fmla="*/ 2147483647 h 168"/>
                <a:gd name="T94" fmla="*/ 2147483647 w 161"/>
                <a:gd name="T95" fmla="*/ 2147483647 h 168"/>
                <a:gd name="T96" fmla="*/ 2147483647 w 161"/>
                <a:gd name="T97" fmla="*/ 2147483647 h 168"/>
                <a:gd name="T98" fmla="*/ 2147483647 w 161"/>
                <a:gd name="T99" fmla="*/ 2147483647 h 168"/>
                <a:gd name="T100" fmla="*/ 2147483647 w 161"/>
                <a:gd name="T101" fmla="*/ 2147483647 h 168"/>
                <a:gd name="T102" fmla="*/ 2147483647 w 161"/>
                <a:gd name="T103" fmla="*/ 2147483647 h 168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w 161"/>
                <a:gd name="T157" fmla="*/ 0 h 168"/>
                <a:gd name="T158" fmla="*/ 161 w 161"/>
                <a:gd name="T159" fmla="*/ 168 h 168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T156" t="T157" r="T158" b="T159"/>
              <a:pathLst>
                <a:path w="161" h="168">
                  <a:moveTo>
                    <a:pt x="145" y="120"/>
                  </a:moveTo>
                  <a:lnTo>
                    <a:pt x="153" y="112"/>
                  </a:lnTo>
                  <a:lnTo>
                    <a:pt x="153" y="104"/>
                  </a:lnTo>
                  <a:lnTo>
                    <a:pt x="145" y="96"/>
                  </a:lnTo>
                  <a:lnTo>
                    <a:pt x="137" y="96"/>
                  </a:lnTo>
                  <a:lnTo>
                    <a:pt x="137" y="88"/>
                  </a:lnTo>
                  <a:lnTo>
                    <a:pt x="153" y="72"/>
                  </a:lnTo>
                  <a:lnTo>
                    <a:pt x="153" y="56"/>
                  </a:lnTo>
                  <a:lnTo>
                    <a:pt x="161" y="48"/>
                  </a:lnTo>
                  <a:lnTo>
                    <a:pt x="153" y="40"/>
                  </a:lnTo>
                  <a:lnTo>
                    <a:pt x="145" y="40"/>
                  </a:lnTo>
                  <a:lnTo>
                    <a:pt x="128" y="32"/>
                  </a:lnTo>
                  <a:lnTo>
                    <a:pt x="120" y="24"/>
                  </a:lnTo>
                  <a:lnTo>
                    <a:pt x="112" y="24"/>
                  </a:lnTo>
                  <a:lnTo>
                    <a:pt x="104" y="16"/>
                  </a:lnTo>
                  <a:lnTo>
                    <a:pt x="96" y="8"/>
                  </a:lnTo>
                  <a:lnTo>
                    <a:pt x="96" y="0"/>
                  </a:lnTo>
                  <a:lnTo>
                    <a:pt x="88" y="8"/>
                  </a:lnTo>
                  <a:lnTo>
                    <a:pt x="80" y="24"/>
                  </a:lnTo>
                  <a:lnTo>
                    <a:pt x="72" y="24"/>
                  </a:lnTo>
                  <a:lnTo>
                    <a:pt x="64" y="40"/>
                  </a:lnTo>
                  <a:lnTo>
                    <a:pt x="48" y="40"/>
                  </a:lnTo>
                  <a:lnTo>
                    <a:pt x="48" y="32"/>
                  </a:lnTo>
                  <a:lnTo>
                    <a:pt x="40" y="32"/>
                  </a:lnTo>
                  <a:lnTo>
                    <a:pt x="40" y="40"/>
                  </a:lnTo>
                  <a:lnTo>
                    <a:pt x="40" y="48"/>
                  </a:lnTo>
                  <a:lnTo>
                    <a:pt x="32" y="48"/>
                  </a:lnTo>
                  <a:lnTo>
                    <a:pt x="24" y="48"/>
                  </a:lnTo>
                  <a:lnTo>
                    <a:pt x="16" y="48"/>
                  </a:lnTo>
                  <a:lnTo>
                    <a:pt x="0" y="56"/>
                  </a:lnTo>
                  <a:lnTo>
                    <a:pt x="0" y="64"/>
                  </a:lnTo>
                  <a:lnTo>
                    <a:pt x="16" y="72"/>
                  </a:lnTo>
                  <a:lnTo>
                    <a:pt x="32" y="72"/>
                  </a:lnTo>
                  <a:lnTo>
                    <a:pt x="32" y="80"/>
                  </a:lnTo>
                  <a:lnTo>
                    <a:pt x="40" y="88"/>
                  </a:lnTo>
                  <a:lnTo>
                    <a:pt x="40" y="104"/>
                  </a:lnTo>
                  <a:lnTo>
                    <a:pt x="48" y="104"/>
                  </a:lnTo>
                  <a:lnTo>
                    <a:pt x="48" y="120"/>
                  </a:lnTo>
                  <a:lnTo>
                    <a:pt x="40" y="152"/>
                  </a:lnTo>
                  <a:lnTo>
                    <a:pt x="48" y="160"/>
                  </a:lnTo>
                  <a:lnTo>
                    <a:pt x="56" y="160"/>
                  </a:lnTo>
                  <a:lnTo>
                    <a:pt x="72" y="160"/>
                  </a:lnTo>
                  <a:lnTo>
                    <a:pt x="80" y="160"/>
                  </a:lnTo>
                  <a:lnTo>
                    <a:pt x="88" y="168"/>
                  </a:lnTo>
                  <a:lnTo>
                    <a:pt x="96" y="168"/>
                  </a:lnTo>
                  <a:lnTo>
                    <a:pt x="104" y="152"/>
                  </a:lnTo>
                  <a:lnTo>
                    <a:pt x="112" y="152"/>
                  </a:lnTo>
                  <a:lnTo>
                    <a:pt x="128" y="152"/>
                  </a:lnTo>
                  <a:lnTo>
                    <a:pt x="153" y="136"/>
                  </a:lnTo>
                  <a:lnTo>
                    <a:pt x="161" y="136"/>
                  </a:lnTo>
                  <a:lnTo>
                    <a:pt x="153" y="128"/>
                  </a:lnTo>
                  <a:lnTo>
                    <a:pt x="145" y="120"/>
                  </a:lnTo>
                  <a:close/>
                </a:path>
              </a:pathLst>
            </a:custGeom>
            <a:grpFill/>
            <a:ln w="6350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147" name="Freeform 697"/>
            <p:cNvSpPr>
              <a:spLocks/>
            </p:cNvSpPr>
            <p:nvPr/>
          </p:nvSpPr>
          <p:spPr bwMode="auto">
            <a:xfrm>
              <a:off x="2819036" y="2771390"/>
              <a:ext cx="161137" cy="152474"/>
            </a:xfrm>
            <a:custGeom>
              <a:avLst/>
              <a:gdLst>
                <a:gd name="T0" fmla="*/ 2147483647 w 152"/>
                <a:gd name="T1" fmla="*/ 0 h 144"/>
                <a:gd name="T2" fmla="*/ 2147483647 w 152"/>
                <a:gd name="T3" fmla="*/ 0 h 144"/>
                <a:gd name="T4" fmla="*/ 2147483647 w 152"/>
                <a:gd name="T5" fmla="*/ 0 h 144"/>
                <a:gd name="T6" fmla="*/ 2147483647 w 152"/>
                <a:gd name="T7" fmla="*/ 0 h 144"/>
                <a:gd name="T8" fmla="*/ 2147483647 w 152"/>
                <a:gd name="T9" fmla="*/ 2147483647 h 144"/>
                <a:gd name="T10" fmla="*/ 2147483647 w 152"/>
                <a:gd name="T11" fmla="*/ 2147483647 h 144"/>
                <a:gd name="T12" fmla="*/ 2147483647 w 152"/>
                <a:gd name="T13" fmla="*/ 2147483647 h 144"/>
                <a:gd name="T14" fmla="*/ 2147483647 w 152"/>
                <a:gd name="T15" fmla="*/ 2147483647 h 144"/>
                <a:gd name="T16" fmla="*/ 0 w 152"/>
                <a:gd name="T17" fmla="*/ 2147483647 h 144"/>
                <a:gd name="T18" fmla="*/ 2147483647 w 152"/>
                <a:gd name="T19" fmla="*/ 2147483647 h 144"/>
                <a:gd name="T20" fmla="*/ 2147483647 w 152"/>
                <a:gd name="T21" fmla="*/ 2147483647 h 144"/>
                <a:gd name="T22" fmla="*/ 2147483647 w 152"/>
                <a:gd name="T23" fmla="*/ 2147483647 h 144"/>
                <a:gd name="T24" fmla="*/ 2147483647 w 152"/>
                <a:gd name="T25" fmla="*/ 2147483647 h 144"/>
                <a:gd name="T26" fmla="*/ 2147483647 w 152"/>
                <a:gd name="T27" fmla="*/ 2147483647 h 144"/>
                <a:gd name="T28" fmla="*/ 2147483647 w 152"/>
                <a:gd name="T29" fmla="*/ 2147483647 h 144"/>
                <a:gd name="T30" fmla="*/ 2147483647 w 152"/>
                <a:gd name="T31" fmla="*/ 2147483647 h 144"/>
                <a:gd name="T32" fmla="*/ 2147483647 w 152"/>
                <a:gd name="T33" fmla="*/ 2147483647 h 144"/>
                <a:gd name="T34" fmla="*/ 2147483647 w 152"/>
                <a:gd name="T35" fmla="*/ 2147483647 h 144"/>
                <a:gd name="T36" fmla="*/ 2147483647 w 152"/>
                <a:gd name="T37" fmla="*/ 2147483647 h 144"/>
                <a:gd name="T38" fmla="*/ 2147483647 w 152"/>
                <a:gd name="T39" fmla="*/ 2147483647 h 144"/>
                <a:gd name="T40" fmla="*/ 2147483647 w 152"/>
                <a:gd name="T41" fmla="*/ 2147483647 h 144"/>
                <a:gd name="T42" fmla="*/ 2147483647 w 152"/>
                <a:gd name="T43" fmla="*/ 2147483647 h 144"/>
                <a:gd name="T44" fmla="*/ 2147483647 w 152"/>
                <a:gd name="T45" fmla="*/ 2147483647 h 144"/>
                <a:gd name="T46" fmla="*/ 2147483647 w 152"/>
                <a:gd name="T47" fmla="*/ 2147483647 h 144"/>
                <a:gd name="T48" fmla="*/ 2147483647 w 152"/>
                <a:gd name="T49" fmla="*/ 2147483647 h 144"/>
                <a:gd name="T50" fmla="*/ 2147483647 w 152"/>
                <a:gd name="T51" fmla="*/ 2147483647 h 144"/>
                <a:gd name="T52" fmla="*/ 2147483647 w 152"/>
                <a:gd name="T53" fmla="*/ 2147483647 h 144"/>
                <a:gd name="T54" fmla="*/ 2147483647 w 152"/>
                <a:gd name="T55" fmla="*/ 2147483647 h 144"/>
                <a:gd name="T56" fmla="*/ 2147483647 w 152"/>
                <a:gd name="T57" fmla="*/ 2147483647 h 144"/>
                <a:gd name="T58" fmla="*/ 2147483647 w 152"/>
                <a:gd name="T59" fmla="*/ 2147483647 h 144"/>
                <a:gd name="T60" fmla="*/ 2147483647 w 152"/>
                <a:gd name="T61" fmla="*/ 0 h 144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w 152"/>
                <a:gd name="T94" fmla="*/ 0 h 144"/>
                <a:gd name="T95" fmla="*/ 152 w 152"/>
                <a:gd name="T96" fmla="*/ 144 h 144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T93" t="T94" r="T95" b="T96"/>
              <a:pathLst>
                <a:path w="152" h="144">
                  <a:moveTo>
                    <a:pt x="88" y="0"/>
                  </a:moveTo>
                  <a:lnTo>
                    <a:pt x="72" y="0"/>
                  </a:lnTo>
                  <a:lnTo>
                    <a:pt x="56" y="0"/>
                  </a:lnTo>
                  <a:lnTo>
                    <a:pt x="48" y="0"/>
                  </a:lnTo>
                  <a:lnTo>
                    <a:pt x="40" y="8"/>
                  </a:lnTo>
                  <a:lnTo>
                    <a:pt x="24" y="8"/>
                  </a:lnTo>
                  <a:lnTo>
                    <a:pt x="8" y="16"/>
                  </a:lnTo>
                  <a:lnTo>
                    <a:pt x="8" y="24"/>
                  </a:lnTo>
                  <a:lnTo>
                    <a:pt x="0" y="32"/>
                  </a:lnTo>
                  <a:lnTo>
                    <a:pt x="8" y="40"/>
                  </a:lnTo>
                  <a:lnTo>
                    <a:pt x="16" y="48"/>
                  </a:lnTo>
                  <a:lnTo>
                    <a:pt x="24" y="40"/>
                  </a:lnTo>
                  <a:lnTo>
                    <a:pt x="40" y="48"/>
                  </a:lnTo>
                  <a:lnTo>
                    <a:pt x="56" y="72"/>
                  </a:lnTo>
                  <a:lnTo>
                    <a:pt x="64" y="88"/>
                  </a:lnTo>
                  <a:lnTo>
                    <a:pt x="96" y="104"/>
                  </a:lnTo>
                  <a:lnTo>
                    <a:pt x="112" y="128"/>
                  </a:lnTo>
                  <a:lnTo>
                    <a:pt x="120" y="144"/>
                  </a:lnTo>
                  <a:lnTo>
                    <a:pt x="128" y="128"/>
                  </a:lnTo>
                  <a:lnTo>
                    <a:pt x="128" y="112"/>
                  </a:lnTo>
                  <a:lnTo>
                    <a:pt x="144" y="120"/>
                  </a:lnTo>
                  <a:lnTo>
                    <a:pt x="152" y="120"/>
                  </a:lnTo>
                  <a:lnTo>
                    <a:pt x="128" y="96"/>
                  </a:lnTo>
                  <a:lnTo>
                    <a:pt x="112" y="88"/>
                  </a:lnTo>
                  <a:lnTo>
                    <a:pt x="104" y="80"/>
                  </a:lnTo>
                  <a:lnTo>
                    <a:pt x="88" y="56"/>
                  </a:lnTo>
                  <a:lnTo>
                    <a:pt x="80" y="40"/>
                  </a:lnTo>
                  <a:lnTo>
                    <a:pt x="80" y="24"/>
                  </a:lnTo>
                  <a:lnTo>
                    <a:pt x="88" y="24"/>
                  </a:lnTo>
                  <a:lnTo>
                    <a:pt x="88" y="16"/>
                  </a:lnTo>
                  <a:lnTo>
                    <a:pt x="88" y="0"/>
                  </a:lnTo>
                  <a:close/>
                </a:path>
              </a:pathLst>
            </a:custGeom>
            <a:grpFill/>
            <a:ln w="6350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148" name="Freeform 698"/>
            <p:cNvSpPr>
              <a:spLocks/>
            </p:cNvSpPr>
            <p:nvPr/>
          </p:nvSpPr>
          <p:spPr bwMode="auto">
            <a:xfrm>
              <a:off x="2800844" y="2592926"/>
              <a:ext cx="128217" cy="161137"/>
            </a:xfrm>
            <a:custGeom>
              <a:avLst/>
              <a:gdLst>
                <a:gd name="T0" fmla="*/ 2147483647 w 121"/>
                <a:gd name="T1" fmla="*/ 2147483647 h 152"/>
                <a:gd name="T2" fmla="*/ 2147483647 w 121"/>
                <a:gd name="T3" fmla="*/ 2147483647 h 152"/>
                <a:gd name="T4" fmla="*/ 2147483647 w 121"/>
                <a:gd name="T5" fmla="*/ 2147483647 h 152"/>
                <a:gd name="T6" fmla="*/ 2147483647 w 121"/>
                <a:gd name="T7" fmla="*/ 2147483647 h 152"/>
                <a:gd name="T8" fmla="*/ 2147483647 w 121"/>
                <a:gd name="T9" fmla="*/ 2147483647 h 152"/>
                <a:gd name="T10" fmla="*/ 2147483647 w 121"/>
                <a:gd name="T11" fmla="*/ 2147483647 h 152"/>
                <a:gd name="T12" fmla="*/ 2147483647 w 121"/>
                <a:gd name="T13" fmla="*/ 2147483647 h 152"/>
                <a:gd name="T14" fmla="*/ 2147483647 w 121"/>
                <a:gd name="T15" fmla="*/ 2147483647 h 152"/>
                <a:gd name="T16" fmla="*/ 0 w 121"/>
                <a:gd name="T17" fmla="*/ 2147483647 h 152"/>
                <a:gd name="T18" fmla="*/ 2147483647 w 121"/>
                <a:gd name="T19" fmla="*/ 2147483647 h 152"/>
                <a:gd name="T20" fmla="*/ 2147483647 w 121"/>
                <a:gd name="T21" fmla="*/ 2147483647 h 152"/>
                <a:gd name="T22" fmla="*/ 2147483647 w 121"/>
                <a:gd name="T23" fmla="*/ 2147483647 h 152"/>
                <a:gd name="T24" fmla="*/ 2147483647 w 121"/>
                <a:gd name="T25" fmla="*/ 2147483647 h 152"/>
                <a:gd name="T26" fmla="*/ 2147483647 w 121"/>
                <a:gd name="T27" fmla="*/ 2147483647 h 152"/>
                <a:gd name="T28" fmla="*/ 2147483647 w 121"/>
                <a:gd name="T29" fmla="*/ 2147483647 h 152"/>
                <a:gd name="T30" fmla="*/ 2147483647 w 121"/>
                <a:gd name="T31" fmla="*/ 2147483647 h 152"/>
                <a:gd name="T32" fmla="*/ 2147483647 w 121"/>
                <a:gd name="T33" fmla="*/ 2147483647 h 152"/>
                <a:gd name="T34" fmla="*/ 2147483647 w 121"/>
                <a:gd name="T35" fmla="*/ 2147483647 h 152"/>
                <a:gd name="T36" fmla="*/ 2147483647 w 121"/>
                <a:gd name="T37" fmla="*/ 2147483647 h 152"/>
                <a:gd name="T38" fmla="*/ 2147483647 w 121"/>
                <a:gd name="T39" fmla="*/ 2147483647 h 152"/>
                <a:gd name="T40" fmla="*/ 2147483647 w 121"/>
                <a:gd name="T41" fmla="*/ 2147483647 h 152"/>
                <a:gd name="T42" fmla="*/ 2147483647 w 121"/>
                <a:gd name="T43" fmla="*/ 2147483647 h 152"/>
                <a:gd name="T44" fmla="*/ 2147483647 w 121"/>
                <a:gd name="T45" fmla="*/ 2147483647 h 152"/>
                <a:gd name="T46" fmla="*/ 2147483647 w 121"/>
                <a:gd name="T47" fmla="*/ 2147483647 h 152"/>
                <a:gd name="T48" fmla="*/ 2147483647 w 121"/>
                <a:gd name="T49" fmla="*/ 2147483647 h 152"/>
                <a:gd name="T50" fmla="*/ 2147483647 w 121"/>
                <a:gd name="T51" fmla="*/ 2147483647 h 152"/>
                <a:gd name="T52" fmla="*/ 2147483647 w 121"/>
                <a:gd name="T53" fmla="*/ 2147483647 h 152"/>
                <a:gd name="T54" fmla="*/ 2147483647 w 121"/>
                <a:gd name="T55" fmla="*/ 2147483647 h 152"/>
                <a:gd name="T56" fmla="*/ 2147483647 w 121"/>
                <a:gd name="T57" fmla="*/ 2147483647 h 152"/>
                <a:gd name="T58" fmla="*/ 2147483647 w 121"/>
                <a:gd name="T59" fmla="*/ 2147483647 h 152"/>
                <a:gd name="T60" fmla="*/ 2147483647 w 121"/>
                <a:gd name="T61" fmla="*/ 2147483647 h 152"/>
                <a:gd name="T62" fmla="*/ 2147483647 w 121"/>
                <a:gd name="T63" fmla="*/ 2147483647 h 152"/>
                <a:gd name="T64" fmla="*/ 2147483647 w 121"/>
                <a:gd name="T65" fmla="*/ 2147483647 h 152"/>
                <a:gd name="T66" fmla="*/ 2147483647 w 121"/>
                <a:gd name="T67" fmla="*/ 2147483647 h 152"/>
                <a:gd name="T68" fmla="*/ 2147483647 w 121"/>
                <a:gd name="T69" fmla="*/ 2147483647 h 152"/>
                <a:gd name="T70" fmla="*/ 2147483647 w 121"/>
                <a:gd name="T71" fmla="*/ 2147483647 h 152"/>
                <a:gd name="T72" fmla="*/ 2147483647 w 121"/>
                <a:gd name="T73" fmla="*/ 2147483647 h 152"/>
                <a:gd name="T74" fmla="*/ 2147483647 w 121"/>
                <a:gd name="T75" fmla="*/ 2147483647 h 152"/>
                <a:gd name="T76" fmla="*/ 2147483647 w 121"/>
                <a:gd name="T77" fmla="*/ 2147483647 h 152"/>
                <a:gd name="T78" fmla="*/ 2147483647 w 121"/>
                <a:gd name="T79" fmla="*/ 2147483647 h 152"/>
                <a:gd name="T80" fmla="*/ 2147483647 w 121"/>
                <a:gd name="T81" fmla="*/ 2147483647 h 152"/>
                <a:gd name="T82" fmla="*/ 2147483647 w 121"/>
                <a:gd name="T83" fmla="*/ 2147483647 h 152"/>
                <a:gd name="T84" fmla="*/ 2147483647 w 121"/>
                <a:gd name="T85" fmla="*/ 2147483647 h 152"/>
                <a:gd name="T86" fmla="*/ 2147483647 w 121"/>
                <a:gd name="T87" fmla="*/ 2147483647 h 152"/>
                <a:gd name="T88" fmla="*/ 2147483647 w 121"/>
                <a:gd name="T89" fmla="*/ 2147483647 h 152"/>
                <a:gd name="T90" fmla="*/ 2147483647 w 121"/>
                <a:gd name="T91" fmla="*/ 0 h 152"/>
                <a:gd name="T92" fmla="*/ 2147483647 w 121"/>
                <a:gd name="T93" fmla="*/ 2147483647 h 152"/>
                <a:gd name="T94" fmla="*/ 2147483647 w 121"/>
                <a:gd name="T95" fmla="*/ 2147483647 h 152"/>
                <a:gd name="T96" fmla="*/ 2147483647 w 121"/>
                <a:gd name="T97" fmla="*/ 2147483647 h 152"/>
                <a:gd name="T98" fmla="*/ 2147483647 w 121"/>
                <a:gd name="T99" fmla="*/ 2147483647 h 152"/>
                <a:gd name="T100" fmla="*/ 2147483647 w 121"/>
                <a:gd name="T101" fmla="*/ 2147483647 h 152"/>
                <a:gd name="T102" fmla="*/ 2147483647 w 121"/>
                <a:gd name="T103" fmla="*/ 2147483647 h 152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w 121"/>
                <a:gd name="T157" fmla="*/ 0 h 152"/>
                <a:gd name="T158" fmla="*/ 121 w 121"/>
                <a:gd name="T159" fmla="*/ 152 h 152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T156" t="T157" r="T158" b="T159"/>
              <a:pathLst>
                <a:path w="121" h="152">
                  <a:moveTo>
                    <a:pt x="25" y="40"/>
                  </a:moveTo>
                  <a:lnTo>
                    <a:pt x="17" y="48"/>
                  </a:lnTo>
                  <a:lnTo>
                    <a:pt x="17" y="64"/>
                  </a:lnTo>
                  <a:lnTo>
                    <a:pt x="9" y="72"/>
                  </a:lnTo>
                  <a:lnTo>
                    <a:pt x="9" y="80"/>
                  </a:lnTo>
                  <a:lnTo>
                    <a:pt x="9" y="88"/>
                  </a:lnTo>
                  <a:lnTo>
                    <a:pt x="9" y="96"/>
                  </a:lnTo>
                  <a:lnTo>
                    <a:pt x="9" y="104"/>
                  </a:lnTo>
                  <a:lnTo>
                    <a:pt x="0" y="112"/>
                  </a:lnTo>
                  <a:lnTo>
                    <a:pt x="17" y="120"/>
                  </a:lnTo>
                  <a:lnTo>
                    <a:pt x="25" y="120"/>
                  </a:lnTo>
                  <a:lnTo>
                    <a:pt x="33" y="128"/>
                  </a:lnTo>
                  <a:lnTo>
                    <a:pt x="25" y="136"/>
                  </a:lnTo>
                  <a:lnTo>
                    <a:pt x="25" y="152"/>
                  </a:lnTo>
                  <a:lnTo>
                    <a:pt x="33" y="152"/>
                  </a:lnTo>
                  <a:lnTo>
                    <a:pt x="41" y="152"/>
                  </a:lnTo>
                  <a:lnTo>
                    <a:pt x="49" y="152"/>
                  </a:lnTo>
                  <a:lnTo>
                    <a:pt x="57" y="152"/>
                  </a:lnTo>
                  <a:lnTo>
                    <a:pt x="65" y="152"/>
                  </a:lnTo>
                  <a:lnTo>
                    <a:pt x="73" y="152"/>
                  </a:lnTo>
                  <a:lnTo>
                    <a:pt x="89" y="152"/>
                  </a:lnTo>
                  <a:lnTo>
                    <a:pt x="97" y="152"/>
                  </a:lnTo>
                  <a:lnTo>
                    <a:pt x="97" y="144"/>
                  </a:lnTo>
                  <a:lnTo>
                    <a:pt x="97" y="136"/>
                  </a:lnTo>
                  <a:lnTo>
                    <a:pt x="105" y="136"/>
                  </a:lnTo>
                  <a:lnTo>
                    <a:pt x="105" y="128"/>
                  </a:lnTo>
                  <a:lnTo>
                    <a:pt x="97" y="112"/>
                  </a:lnTo>
                  <a:lnTo>
                    <a:pt x="89" y="104"/>
                  </a:lnTo>
                  <a:lnTo>
                    <a:pt x="81" y="104"/>
                  </a:lnTo>
                  <a:lnTo>
                    <a:pt x="89" y="96"/>
                  </a:lnTo>
                  <a:lnTo>
                    <a:pt x="97" y="96"/>
                  </a:lnTo>
                  <a:lnTo>
                    <a:pt x="105" y="88"/>
                  </a:lnTo>
                  <a:lnTo>
                    <a:pt x="113" y="88"/>
                  </a:lnTo>
                  <a:lnTo>
                    <a:pt x="121" y="88"/>
                  </a:lnTo>
                  <a:lnTo>
                    <a:pt x="121" y="72"/>
                  </a:lnTo>
                  <a:lnTo>
                    <a:pt x="113" y="56"/>
                  </a:lnTo>
                  <a:lnTo>
                    <a:pt x="113" y="48"/>
                  </a:lnTo>
                  <a:lnTo>
                    <a:pt x="113" y="40"/>
                  </a:lnTo>
                  <a:lnTo>
                    <a:pt x="113" y="32"/>
                  </a:lnTo>
                  <a:lnTo>
                    <a:pt x="113" y="24"/>
                  </a:lnTo>
                  <a:lnTo>
                    <a:pt x="97" y="16"/>
                  </a:lnTo>
                  <a:lnTo>
                    <a:pt x="81" y="24"/>
                  </a:lnTo>
                  <a:lnTo>
                    <a:pt x="73" y="16"/>
                  </a:lnTo>
                  <a:lnTo>
                    <a:pt x="73" y="8"/>
                  </a:lnTo>
                  <a:lnTo>
                    <a:pt x="57" y="8"/>
                  </a:lnTo>
                  <a:lnTo>
                    <a:pt x="49" y="0"/>
                  </a:lnTo>
                  <a:lnTo>
                    <a:pt x="49" y="8"/>
                  </a:lnTo>
                  <a:lnTo>
                    <a:pt x="41" y="24"/>
                  </a:lnTo>
                  <a:lnTo>
                    <a:pt x="41" y="32"/>
                  </a:lnTo>
                  <a:lnTo>
                    <a:pt x="33" y="32"/>
                  </a:lnTo>
                  <a:lnTo>
                    <a:pt x="25" y="32"/>
                  </a:lnTo>
                  <a:lnTo>
                    <a:pt x="25" y="40"/>
                  </a:lnTo>
                  <a:close/>
                </a:path>
              </a:pathLst>
            </a:custGeom>
            <a:grpFill/>
            <a:ln w="6350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149" name="Freeform 699"/>
            <p:cNvSpPr>
              <a:spLocks/>
            </p:cNvSpPr>
            <p:nvPr/>
          </p:nvSpPr>
          <p:spPr bwMode="auto">
            <a:xfrm>
              <a:off x="2775720" y="2627580"/>
              <a:ext cx="51980" cy="58910"/>
            </a:xfrm>
            <a:custGeom>
              <a:avLst/>
              <a:gdLst>
                <a:gd name="T0" fmla="*/ 2147483647 w 49"/>
                <a:gd name="T1" fmla="*/ 2147483647 h 56"/>
                <a:gd name="T2" fmla="*/ 2147483647 w 49"/>
                <a:gd name="T3" fmla="*/ 2147483647 h 56"/>
                <a:gd name="T4" fmla="*/ 2147483647 w 49"/>
                <a:gd name="T5" fmla="*/ 2147483647 h 56"/>
                <a:gd name="T6" fmla="*/ 2147483647 w 49"/>
                <a:gd name="T7" fmla="*/ 2147483647 h 56"/>
                <a:gd name="T8" fmla="*/ 2147483647 w 49"/>
                <a:gd name="T9" fmla="*/ 2147483647 h 56"/>
                <a:gd name="T10" fmla="*/ 2147483647 w 49"/>
                <a:gd name="T11" fmla="*/ 2147483647 h 56"/>
                <a:gd name="T12" fmla="*/ 2147483647 w 49"/>
                <a:gd name="T13" fmla="*/ 2147483647 h 56"/>
                <a:gd name="T14" fmla="*/ 2147483647 w 49"/>
                <a:gd name="T15" fmla="*/ 2147483647 h 56"/>
                <a:gd name="T16" fmla="*/ 2147483647 w 49"/>
                <a:gd name="T17" fmla="*/ 2147483647 h 56"/>
                <a:gd name="T18" fmla="*/ 2147483647 w 49"/>
                <a:gd name="T19" fmla="*/ 0 h 56"/>
                <a:gd name="T20" fmla="*/ 2147483647 w 49"/>
                <a:gd name="T21" fmla="*/ 0 h 56"/>
                <a:gd name="T22" fmla="*/ 2147483647 w 49"/>
                <a:gd name="T23" fmla="*/ 2147483647 h 56"/>
                <a:gd name="T24" fmla="*/ 2147483647 w 49"/>
                <a:gd name="T25" fmla="*/ 2147483647 h 56"/>
                <a:gd name="T26" fmla="*/ 2147483647 w 49"/>
                <a:gd name="T27" fmla="*/ 2147483647 h 56"/>
                <a:gd name="T28" fmla="*/ 2147483647 w 49"/>
                <a:gd name="T29" fmla="*/ 2147483647 h 56"/>
                <a:gd name="T30" fmla="*/ 0 w 49"/>
                <a:gd name="T31" fmla="*/ 2147483647 h 56"/>
                <a:gd name="T32" fmla="*/ 2147483647 w 49"/>
                <a:gd name="T33" fmla="*/ 2147483647 h 56"/>
                <a:gd name="T34" fmla="*/ 2147483647 w 49"/>
                <a:gd name="T35" fmla="*/ 2147483647 h 5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49"/>
                <a:gd name="T55" fmla="*/ 0 h 56"/>
                <a:gd name="T56" fmla="*/ 49 w 49"/>
                <a:gd name="T57" fmla="*/ 56 h 5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49" h="56">
                  <a:moveTo>
                    <a:pt x="16" y="48"/>
                  </a:moveTo>
                  <a:lnTo>
                    <a:pt x="24" y="48"/>
                  </a:lnTo>
                  <a:lnTo>
                    <a:pt x="24" y="56"/>
                  </a:lnTo>
                  <a:lnTo>
                    <a:pt x="33" y="56"/>
                  </a:lnTo>
                  <a:lnTo>
                    <a:pt x="33" y="48"/>
                  </a:lnTo>
                  <a:lnTo>
                    <a:pt x="33" y="40"/>
                  </a:lnTo>
                  <a:lnTo>
                    <a:pt x="41" y="32"/>
                  </a:lnTo>
                  <a:lnTo>
                    <a:pt x="41" y="16"/>
                  </a:lnTo>
                  <a:lnTo>
                    <a:pt x="49" y="8"/>
                  </a:lnTo>
                  <a:lnTo>
                    <a:pt x="49" y="0"/>
                  </a:lnTo>
                  <a:lnTo>
                    <a:pt x="41" y="0"/>
                  </a:lnTo>
                  <a:lnTo>
                    <a:pt x="24" y="8"/>
                  </a:lnTo>
                  <a:lnTo>
                    <a:pt x="24" y="16"/>
                  </a:lnTo>
                  <a:lnTo>
                    <a:pt x="16" y="8"/>
                  </a:lnTo>
                  <a:lnTo>
                    <a:pt x="8" y="32"/>
                  </a:lnTo>
                  <a:lnTo>
                    <a:pt x="0" y="40"/>
                  </a:lnTo>
                  <a:lnTo>
                    <a:pt x="8" y="48"/>
                  </a:lnTo>
                  <a:lnTo>
                    <a:pt x="16" y="48"/>
                  </a:lnTo>
                  <a:close/>
                </a:path>
              </a:pathLst>
            </a:custGeom>
            <a:grpFill/>
            <a:ln w="6350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150" name="Freeform 700"/>
            <p:cNvSpPr>
              <a:spLocks/>
            </p:cNvSpPr>
            <p:nvPr/>
          </p:nvSpPr>
          <p:spPr bwMode="auto">
            <a:xfrm>
              <a:off x="2819036" y="2771390"/>
              <a:ext cx="161137" cy="152474"/>
            </a:xfrm>
            <a:custGeom>
              <a:avLst/>
              <a:gdLst>
                <a:gd name="T0" fmla="*/ 2147483647 w 152"/>
                <a:gd name="T1" fmla="*/ 0 h 144"/>
                <a:gd name="T2" fmla="*/ 2147483647 w 152"/>
                <a:gd name="T3" fmla="*/ 0 h 144"/>
                <a:gd name="T4" fmla="*/ 2147483647 w 152"/>
                <a:gd name="T5" fmla="*/ 0 h 144"/>
                <a:gd name="T6" fmla="*/ 2147483647 w 152"/>
                <a:gd name="T7" fmla="*/ 0 h 144"/>
                <a:gd name="T8" fmla="*/ 2147483647 w 152"/>
                <a:gd name="T9" fmla="*/ 0 h 144"/>
                <a:gd name="T10" fmla="*/ 2147483647 w 152"/>
                <a:gd name="T11" fmla="*/ 2147483647 h 144"/>
                <a:gd name="T12" fmla="*/ 2147483647 w 152"/>
                <a:gd name="T13" fmla="*/ 2147483647 h 144"/>
                <a:gd name="T14" fmla="*/ 2147483647 w 152"/>
                <a:gd name="T15" fmla="*/ 2147483647 h 144"/>
                <a:gd name="T16" fmla="*/ 2147483647 w 152"/>
                <a:gd name="T17" fmla="*/ 2147483647 h 144"/>
                <a:gd name="T18" fmla="*/ 2147483647 w 152"/>
                <a:gd name="T19" fmla="*/ 2147483647 h 144"/>
                <a:gd name="T20" fmla="*/ 2147483647 w 152"/>
                <a:gd name="T21" fmla="*/ 2147483647 h 144"/>
                <a:gd name="T22" fmla="*/ 0 w 152"/>
                <a:gd name="T23" fmla="*/ 2147483647 h 144"/>
                <a:gd name="T24" fmla="*/ 2147483647 w 152"/>
                <a:gd name="T25" fmla="*/ 2147483647 h 144"/>
                <a:gd name="T26" fmla="*/ 2147483647 w 152"/>
                <a:gd name="T27" fmla="*/ 2147483647 h 144"/>
                <a:gd name="T28" fmla="*/ 2147483647 w 152"/>
                <a:gd name="T29" fmla="*/ 2147483647 h 144"/>
                <a:gd name="T30" fmla="*/ 2147483647 w 152"/>
                <a:gd name="T31" fmla="*/ 2147483647 h 144"/>
                <a:gd name="T32" fmla="*/ 2147483647 w 152"/>
                <a:gd name="T33" fmla="*/ 2147483647 h 144"/>
                <a:gd name="T34" fmla="*/ 2147483647 w 152"/>
                <a:gd name="T35" fmla="*/ 2147483647 h 144"/>
                <a:gd name="T36" fmla="*/ 2147483647 w 152"/>
                <a:gd name="T37" fmla="*/ 2147483647 h 144"/>
                <a:gd name="T38" fmla="*/ 2147483647 w 152"/>
                <a:gd name="T39" fmla="*/ 2147483647 h 144"/>
                <a:gd name="T40" fmla="*/ 2147483647 w 152"/>
                <a:gd name="T41" fmla="*/ 2147483647 h 144"/>
                <a:gd name="T42" fmla="*/ 2147483647 w 152"/>
                <a:gd name="T43" fmla="*/ 2147483647 h 144"/>
                <a:gd name="T44" fmla="*/ 2147483647 w 152"/>
                <a:gd name="T45" fmla="*/ 2147483647 h 144"/>
                <a:gd name="T46" fmla="*/ 2147483647 w 152"/>
                <a:gd name="T47" fmla="*/ 2147483647 h 144"/>
                <a:gd name="T48" fmla="*/ 2147483647 w 152"/>
                <a:gd name="T49" fmla="*/ 2147483647 h 144"/>
                <a:gd name="T50" fmla="*/ 2147483647 w 152"/>
                <a:gd name="T51" fmla="*/ 2147483647 h 144"/>
                <a:gd name="T52" fmla="*/ 2147483647 w 152"/>
                <a:gd name="T53" fmla="*/ 2147483647 h 144"/>
                <a:gd name="T54" fmla="*/ 2147483647 w 152"/>
                <a:gd name="T55" fmla="*/ 2147483647 h 144"/>
                <a:gd name="T56" fmla="*/ 2147483647 w 152"/>
                <a:gd name="T57" fmla="*/ 2147483647 h 144"/>
                <a:gd name="T58" fmla="*/ 2147483647 w 152"/>
                <a:gd name="T59" fmla="*/ 2147483647 h 144"/>
                <a:gd name="T60" fmla="*/ 2147483647 w 152"/>
                <a:gd name="T61" fmla="*/ 2147483647 h 144"/>
                <a:gd name="T62" fmla="*/ 2147483647 w 152"/>
                <a:gd name="T63" fmla="*/ 2147483647 h 144"/>
                <a:gd name="T64" fmla="*/ 2147483647 w 152"/>
                <a:gd name="T65" fmla="*/ 2147483647 h 144"/>
                <a:gd name="T66" fmla="*/ 2147483647 w 152"/>
                <a:gd name="T67" fmla="*/ 0 h 144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152"/>
                <a:gd name="T103" fmla="*/ 0 h 144"/>
                <a:gd name="T104" fmla="*/ 152 w 152"/>
                <a:gd name="T105" fmla="*/ 144 h 144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152" h="144">
                  <a:moveTo>
                    <a:pt x="88" y="0"/>
                  </a:moveTo>
                  <a:lnTo>
                    <a:pt x="72" y="0"/>
                  </a:lnTo>
                  <a:lnTo>
                    <a:pt x="56" y="0"/>
                  </a:lnTo>
                  <a:lnTo>
                    <a:pt x="48" y="0"/>
                  </a:lnTo>
                  <a:lnTo>
                    <a:pt x="40" y="8"/>
                  </a:lnTo>
                  <a:lnTo>
                    <a:pt x="24" y="8"/>
                  </a:lnTo>
                  <a:lnTo>
                    <a:pt x="8" y="16"/>
                  </a:lnTo>
                  <a:lnTo>
                    <a:pt x="8" y="24"/>
                  </a:lnTo>
                  <a:lnTo>
                    <a:pt x="0" y="32"/>
                  </a:lnTo>
                  <a:lnTo>
                    <a:pt x="8" y="40"/>
                  </a:lnTo>
                  <a:lnTo>
                    <a:pt x="16" y="48"/>
                  </a:lnTo>
                  <a:lnTo>
                    <a:pt x="24" y="40"/>
                  </a:lnTo>
                  <a:lnTo>
                    <a:pt x="40" y="48"/>
                  </a:lnTo>
                  <a:lnTo>
                    <a:pt x="56" y="72"/>
                  </a:lnTo>
                  <a:lnTo>
                    <a:pt x="64" y="88"/>
                  </a:lnTo>
                  <a:lnTo>
                    <a:pt x="96" y="104"/>
                  </a:lnTo>
                  <a:lnTo>
                    <a:pt x="112" y="128"/>
                  </a:lnTo>
                  <a:lnTo>
                    <a:pt x="120" y="144"/>
                  </a:lnTo>
                  <a:lnTo>
                    <a:pt x="128" y="128"/>
                  </a:lnTo>
                  <a:lnTo>
                    <a:pt x="128" y="112"/>
                  </a:lnTo>
                  <a:lnTo>
                    <a:pt x="144" y="120"/>
                  </a:lnTo>
                  <a:lnTo>
                    <a:pt x="152" y="120"/>
                  </a:lnTo>
                  <a:lnTo>
                    <a:pt x="128" y="96"/>
                  </a:lnTo>
                  <a:lnTo>
                    <a:pt x="112" y="88"/>
                  </a:lnTo>
                  <a:lnTo>
                    <a:pt x="104" y="80"/>
                  </a:lnTo>
                  <a:lnTo>
                    <a:pt x="88" y="56"/>
                  </a:lnTo>
                  <a:lnTo>
                    <a:pt x="80" y="40"/>
                  </a:lnTo>
                  <a:lnTo>
                    <a:pt x="80" y="24"/>
                  </a:lnTo>
                  <a:lnTo>
                    <a:pt x="88" y="24"/>
                  </a:lnTo>
                  <a:lnTo>
                    <a:pt x="88" y="16"/>
                  </a:lnTo>
                  <a:lnTo>
                    <a:pt x="88" y="0"/>
                  </a:lnTo>
                  <a:close/>
                </a:path>
              </a:pathLst>
            </a:custGeom>
            <a:grpFill/>
            <a:ln w="6350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151" name="Freeform 701"/>
            <p:cNvSpPr>
              <a:spLocks/>
            </p:cNvSpPr>
            <p:nvPr/>
          </p:nvSpPr>
          <p:spPr bwMode="auto">
            <a:xfrm>
              <a:off x="2775720" y="2627580"/>
              <a:ext cx="51980" cy="58910"/>
            </a:xfrm>
            <a:custGeom>
              <a:avLst/>
              <a:gdLst>
                <a:gd name="T0" fmla="*/ 2147483647 w 49"/>
                <a:gd name="T1" fmla="*/ 2147483647 h 56"/>
                <a:gd name="T2" fmla="*/ 2147483647 w 49"/>
                <a:gd name="T3" fmla="*/ 2147483647 h 56"/>
                <a:gd name="T4" fmla="*/ 2147483647 w 49"/>
                <a:gd name="T5" fmla="*/ 2147483647 h 56"/>
                <a:gd name="T6" fmla="*/ 2147483647 w 49"/>
                <a:gd name="T7" fmla="*/ 2147483647 h 56"/>
                <a:gd name="T8" fmla="*/ 2147483647 w 49"/>
                <a:gd name="T9" fmla="*/ 2147483647 h 56"/>
                <a:gd name="T10" fmla="*/ 2147483647 w 49"/>
                <a:gd name="T11" fmla="*/ 2147483647 h 56"/>
                <a:gd name="T12" fmla="*/ 2147483647 w 49"/>
                <a:gd name="T13" fmla="*/ 2147483647 h 56"/>
                <a:gd name="T14" fmla="*/ 2147483647 w 49"/>
                <a:gd name="T15" fmla="*/ 2147483647 h 56"/>
                <a:gd name="T16" fmla="*/ 2147483647 w 49"/>
                <a:gd name="T17" fmla="*/ 2147483647 h 56"/>
                <a:gd name="T18" fmla="*/ 2147483647 w 49"/>
                <a:gd name="T19" fmla="*/ 0 h 56"/>
                <a:gd name="T20" fmla="*/ 2147483647 w 49"/>
                <a:gd name="T21" fmla="*/ 0 h 56"/>
                <a:gd name="T22" fmla="*/ 2147483647 w 49"/>
                <a:gd name="T23" fmla="*/ 0 h 56"/>
                <a:gd name="T24" fmla="*/ 2147483647 w 49"/>
                <a:gd name="T25" fmla="*/ 2147483647 h 56"/>
                <a:gd name="T26" fmla="*/ 2147483647 w 49"/>
                <a:gd name="T27" fmla="*/ 2147483647 h 56"/>
                <a:gd name="T28" fmla="*/ 2147483647 w 49"/>
                <a:gd name="T29" fmla="*/ 2147483647 h 56"/>
                <a:gd name="T30" fmla="*/ 2147483647 w 49"/>
                <a:gd name="T31" fmla="*/ 2147483647 h 56"/>
                <a:gd name="T32" fmla="*/ 0 w 49"/>
                <a:gd name="T33" fmla="*/ 2147483647 h 56"/>
                <a:gd name="T34" fmla="*/ 2147483647 w 49"/>
                <a:gd name="T35" fmla="*/ 2147483647 h 56"/>
                <a:gd name="T36" fmla="*/ 2147483647 w 49"/>
                <a:gd name="T37" fmla="*/ 2147483647 h 5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49"/>
                <a:gd name="T58" fmla="*/ 0 h 56"/>
                <a:gd name="T59" fmla="*/ 49 w 49"/>
                <a:gd name="T60" fmla="*/ 56 h 5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49" h="56">
                  <a:moveTo>
                    <a:pt x="16" y="48"/>
                  </a:moveTo>
                  <a:lnTo>
                    <a:pt x="24" y="48"/>
                  </a:lnTo>
                  <a:lnTo>
                    <a:pt x="24" y="56"/>
                  </a:lnTo>
                  <a:lnTo>
                    <a:pt x="33" y="56"/>
                  </a:lnTo>
                  <a:lnTo>
                    <a:pt x="33" y="48"/>
                  </a:lnTo>
                  <a:lnTo>
                    <a:pt x="33" y="40"/>
                  </a:lnTo>
                  <a:lnTo>
                    <a:pt x="41" y="32"/>
                  </a:lnTo>
                  <a:lnTo>
                    <a:pt x="41" y="16"/>
                  </a:lnTo>
                  <a:lnTo>
                    <a:pt x="49" y="8"/>
                  </a:lnTo>
                  <a:lnTo>
                    <a:pt x="49" y="0"/>
                  </a:lnTo>
                  <a:lnTo>
                    <a:pt x="41" y="0"/>
                  </a:lnTo>
                  <a:lnTo>
                    <a:pt x="24" y="8"/>
                  </a:lnTo>
                  <a:lnTo>
                    <a:pt x="24" y="16"/>
                  </a:lnTo>
                  <a:lnTo>
                    <a:pt x="16" y="8"/>
                  </a:lnTo>
                  <a:lnTo>
                    <a:pt x="8" y="32"/>
                  </a:lnTo>
                  <a:lnTo>
                    <a:pt x="0" y="40"/>
                  </a:lnTo>
                  <a:lnTo>
                    <a:pt x="8" y="48"/>
                  </a:lnTo>
                  <a:lnTo>
                    <a:pt x="16" y="48"/>
                  </a:lnTo>
                  <a:close/>
                </a:path>
              </a:pathLst>
            </a:custGeom>
            <a:grpFill/>
            <a:ln w="6350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152" name="Freeform 702"/>
            <p:cNvSpPr>
              <a:spLocks/>
            </p:cNvSpPr>
            <p:nvPr/>
          </p:nvSpPr>
          <p:spPr bwMode="auto">
            <a:xfrm>
              <a:off x="2997500" y="2864954"/>
              <a:ext cx="84034" cy="84900"/>
            </a:xfrm>
            <a:custGeom>
              <a:avLst/>
              <a:gdLst>
                <a:gd name="T0" fmla="*/ 2147483647 w 80"/>
                <a:gd name="T1" fmla="*/ 2147483647 h 80"/>
                <a:gd name="T2" fmla="*/ 2147483647 w 80"/>
                <a:gd name="T3" fmla="*/ 0 h 80"/>
                <a:gd name="T4" fmla="*/ 2147483647 w 80"/>
                <a:gd name="T5" fmla="*/ 2147483647 h 80"/>
                <a:gd name="T6" fmla="*/ 2147483647 w 80"/>
                <a:gd name="T7" fmla="*/ 2147483647 h 80"/>
                <a:gd name="T8" fmla="*/ 2147483647 w 80"/>
                <a:gd name="T9" fmla="*/ 2147483647 h 80"/>
                <a:gd name="T10" fmla="*/ 2147483647 w 80"/>
                <a:gd name="T11" fmla="*/ 2147483647 h 80"/>
                <a:gd name="T12" fmla="*/ 2147483647 w 80"/>
                <a:gd name="T13" fmla="*/ 2147483647 h 80"/>
                <a:gd name="T14" fmla="*/ 2147483647 w 80"/>
                <a:gd name="T15" fmla="*/ 2147483647 h 80"/>
                <a:gd name="T16" fmla="*/ 0 w 80"/>
                <a:gd name="T17" fmla="*/ 2147483647 h 80"/>
                <a:gd name="T18" fmla="*/ 2147483647 w 80"/>
                <a:gd name="T19" fmla="*/ 2147483647 h 80"/>
                <a:gd name="T20" fmla="*/ 2147483647 w 80"/>
                <a:gd name="T21" fmla="*/ 2147483647 h 80"/>
                <a:gd name="T22" fmla="*/ 2147483647 w 80"/>
                <a:gd name="T23" fmla="*/ 2147483647 h 80"/>
                <a:gd name="T24" fmla="*/ 2147483647 w 80"/>
                <a:gd name="T25" fmla="*/ 2147483647 h 80"/>
                <a:gd name="T26" fmla="*/ 2147483647 w 80"/>
                <a:gd name="T27" fmla="*/ 2147483647 h 80"/>
                <a:gd name="T28" fmla="*/ 2147483647 w 80"/>
                <a:gd name="T29" fmla="*/ 2147483647 h 80"/>
                <a:gd name="T30" fmla="*/ 2147483647 w 80"/>
                <a:gd name="T31" fmla="*/ 2147483647 h 80"/>
                <a:gd name="T32" fmla="*/ 2147483647 w 80"/>
                <a:gd name="T33" fmla="*/ 2147483647 h 80"/>
                <a:gd name="T34" fmla="*/ 2147483647 w 80"/>
                <a:gd name="T35" fmla="*/ 2147483647 h 80"/>
                <a:gd name="T36" fmla="*/ 2147483647 w 80"/>
                <a:gd name="T37" fmla="*/ 2147483647 h 80"/>
                <a:gd name="T38" fmla="*/ 2147483647 w 80"/>
                <a:gd name="T39" fmla="*/ 2147483647 h 80"/>
                <a:gd name="T40" fmla="*/ 2147483647 w 80"/>
                <a:gd name="T41" fmla="*/ 2147483647 h 80"/>
                <a:gd name="T42" fmla="*/ 2147483647 w 80"/>
                <a:gd name="T43" fmla="*/ 2147483647 h 80"/>
                <a:gd name="T44" fmla="*/ 2147483647 w 80"/>
                <a:gd name="T45" fmla="*/ 2147483647 h 80"/>
                <a:gd name="T46" fmla="*/ 2147483647 w 80"/>
                <a:gd name="T47" fmla="*/ 2147483647 h 80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w 80"/>
                <a:gd name="T73" fmla="*/ 0 h 80"/>
                <a:gd name="T74" fmla="*/ 80 w 80"/>
                <a:gd name="T75" fmla="*/ 80 h 80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T72" t="T73" r="T74" b="T75"/>
              <a:pathLst>
                <a:path w="80" h="80">
                  <a:moveTo>
                    <a:pt x="80" y="8"/>
                  </a:moveTo>
                  <a:lnTo>
                    <a:pt x="80" y="0"/>
                  </a:lnTo>
                  <a:lnTo>
                    <a:pt x="80" y="8"/>
                  </a:lnTo>
                  <a:lnTo>
                    <a:pt x="64" y="8"/>
                  </a:lnTo>
                  <a:lnTo>
                    <a:pt x="40" y="8"/>
                  </a:lnTo>
                  <a:lnTo>
                    <a:pt x="32" y="8"/>
                  </a:lnTo>
                  <a:lnTo>
                    <a:pt x="16" y="16"/>
                  </a:lnTo>
                  <a:lnTo>
                    <a:pt x="8" y="24"/>
                  </a:lnTo>
                  <a:lnTo>
                    <a:pt x="0" y="32"/>
                  </a:lnTo>
                  <a:lnTo>
                    <a:pt x="8" y="48"/>
                  </a:lnTo>
                  <a:lnTo>
                    <a:pt x="24" y="48"/>
                  </a:lnTo>
                  <a:lnTo>
                    <a:pt x="16" y="56"/>
                  </a:lnTo>
                  <a:lnTo>
                    <a:pt x="16" y="72"/>
                  </a:lnTo>
                  <a:lnTo>
                    <a:pt x="32" y="80"/>
                  </a:lnTo>
                  <a:lnTo>
                    <a:pt x="40" y="72"/>
                  </a:lnTo>
                  <a:lnTo>
                    <a:pt x="40" y="64"/>
                  </a:lnTo>
                  <a:lnTo>
                    <a:pt x="56" y="56"/>
                  </a:lnTo>
                  <a:lnTo>
                    <a:pt x="40" y="40"/>
                  </a:lnTo>
                  <a:lnTo>
                    <a:pt x="40" y="32"/>
                  </a:lnTo>
                  <a:lnTo>
                    <a:pt x="32" y="24"/>
                  </a:lnTo>
                  <a:lnTo>
                    <a:pt x="56" y="16"/>
                  </a:lnTo>
                  <a:lnTo>
                    <a:pt x="72" y="16"/>
                  </a:lnTo>
                  <a:lnTo>
                    <a:pt x="80" y="16"/>
                  </a:lnTo>
                  <a:lnTo>
                    <a:pt x="80" y="8"/>
                  </a:lnTo>
                  <a:close/>
                </a:path>
              </a:pathLst>
            </a:custGeom>
            <a:grpFill/>
            <a:ln w="6350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153" name="Freeform 703"/>
            <p:cNvSpPr>
              <a:spLocks/>
            </p:cNvSpPr>
            <p:nvPr/>
          </p:nvSpPr>
          <p:spPr bwMode="auto">
            <a:xfrm>
              <a:off x="2792180" y="2101718"/>
              <a:ext cx="349131" cy="414972"/>
            </a:xfrm>
            <a:custGeom>
              <a:avLst/>
              <a:gdLst>
                <a:gd name="T0" fmla="*/ 2147483647 w 329"/>
                <a:gd name="T1" fmla="*/ 2147483647 h 392"/>
                <a:gd name="T2" fmla="*/ 2147483647 w 329"/>
                <a:gd name="T3" fmla="*/ 2147483647 h 392"/>
                <a:gd name="T4" fmla="*/ 2147483647 w 329"/>
                <a:gd name="T5" fmla="*/ 2147483647 h 392"/>
                <a:gd name="T6" fmla="*/ 2147483647 w 329"/>
                <a:gd name="T7" fmla="*/ 2147483647 h 392"/>
                <a:gd name="T8" fmla="*/ 2147483647 w 329"/>
                <a:gd name="T9" fmla="*/ 2147483647 h 392"/>
                <a:gd name="T10" fmla="*/ 2147483647 w 329"/>
                <a:gd name="T11" fmla="*/ 2147483647 h 392"/>
                <a:gd name="T12" fmla="*/ 2147483647 w 329"/>
                <a:gd name="T13" fmla="*/ 2147483647 h 392"/>
                <a:gd name="T14" fmla="*/ 2147483647 w 329"/>
                <a:gd name="T15" fmla="*/ 2147483647 h 392"/>
                <a:gd name="T16" fmla="*/ 2147483647 w 329"/>
                <a:gd name="T17" fmla="*/ 2147483647 h 392"/>
                <a:gd name="T18" fmla="*/ 2147483647 w 329"/>
                <a:gd name="T19" fmla="*/ 2147483647 h 392"/>
                <a:gd name="T20" fmla="*/ 2147483647 w 329"/>
                <a:gd name="T21" fmla="*/ 2147483647 h 392"/>
                <a:gd name="T22" fmla="*/ 2147483647 w 329"/>
                <a:gd name="T23" fmla="*/ 2147483647 h 392"/>
                <a:gd name="T24" fmla="*/ 2147483647 w 329"/>
                <a:gd name="T25" fmla="*/ 2147483647 h 392"/>
                <a:gd name="T26" fmla="*/ 2147483647 w 329"/>
                <a:gd name="T27" fmla="*/ 2147483647 h 392"/>
                <a:gd name="T28" fmla="*/ 2147483647 w 329"/>
                <a:gd name="T29" fmla="*/ 2147483647 h 392"/>
                <a:gd name="T30" fmla="*/ 2147483647 w 329"/>
                <a:gd name="T31" fmla="*/ 2147483647 h 392"/>
                <a:gd name="T32" fmla="*/ 2147483647 w 329"/>
                <a:gd name="T33" fmla="*/ 2147483647 h 392"/>
                <a:gd name="T34" fmla="*/ 2147483647 w 329"/>
                <a:gd name="T35" fmla="*/ 2147483647 h 392"/>
                <a:gd name="T36" fmla="*/ 2147483647 w 329"/>
                <a:gd name="T37" fmla="*/ 2147483647 h 392"/>
                <a:gd name="T38" fmla="*/ 2147483647 w 329"/>
                <a:gd name="T39" fmla="*/ 2147483647 h 392"/>
                <a:gd name="T40" fmla="*/ 2147483647 w 329"/>
                <a:gd name="T41" fmla="*/ 2147483647 h 392"/>
                <a:gd name="T42" fmla="*/ 2147483647 w 329"/>
                <a:gd name="T43" fmla="*/ 2147483647 h 392"/>
                <a:gd name="T44" fmla="*/ 2147483647 w 329"/>
                <a:gd name="T45" fmla="*/ 2147483647 h 392"/>
                <a:gd name="T46" fmla="*/ 2147483647 w 329"/>
                <a:gd name="T47" fmla="*/ 2147483647 h 392"/>
                <a:gd name="T48" fmla="*/ 2147483647 w 329"/>
                <a:gd name="T49" fmla="*/ 2147483647 h 392"/>
                <a:gd name="T50" fmla="*/ 2147483647 w 329"/>
                <a:gd name="T51" fmla="*/ 2147483647 h 392"/>
                <a:gd name="T52" fmla="*/ 2147483647 w 329"/>
                <a:gd name="T53" fmla="*/ 2147483647 h 392"/>
                <a:gd name="T54" fmla="*/ 2147483647 w 329"/>
                <a:gd name="T55" fmla="*/ 2147483647 h 392"/>
                <a:gd name="T56" fmla="*/ 2147483647 w 329"/>
                <a:gd name="T57" fmla="*/ 2147483647 h 392"/>
                <a:gd name="T58" fmla="*/ 2147483647 w 329"/>
                <a:gd name="T59" fmla="*/ 2147483647 h 392"/>
                <a:gd name="T60" fmla="*/ 2147483647 w 329"/>
                <a:gd name="T61" fmla="*/ 2147483647 h 392"/>
                <a:gd name="T62" fmla="*/ 2147483647 w 329"/>
                <a:gd name="T63" fmla="*/ 2147483647 h 392"/>
                <a:gd name="T64" fmla="*/ 2147483647 w 329"/>
                <a:gd name="T65" fmla="*/ 2147483647 h 392"/>
                <a:gd name="T66" fmla="*/ 2147483647 w 329"/>
                <a:gd name="T67" fmla="*/ 2147483647 h 392"/>
                <a:gd name="T68" fmla="*/ 2147483647 w 329"/>
                <a:gd name="T69" fmla="*/ 2147483647 h 392"/>
                <a:gd name="T70" fmla="*/ 2147483647 w 329"/>
                <a:gd name="T71" fmla="*/ 2147483647 h 392"/>
                <a:gd name="T72" fmla="*/ 2147483647 w 329"/>
                <a:gd name="T73" fmla="*/ 2147483647 h 392"/>
                <a:gd name="T74" fmla="*/ 2147483647 w 329"/>
                <a:gd name="T75" fmla="*/ 2147483647 h 392"/>
                <a:gd name="T76" fmla="*/ 0 w 329"/>
                <a:gd name="T77" fmla="*/ 2147483647 h 392"/>
                <a:gd name="T78" fmla="*/ 2147483647 w 329"/>
                <a:gd name="T79" fmla="*/ 2147483647 h 392"/>
                <a:gd name="T80" fmla="*/ 2147483647 w 329"/>
                <a:gd name="T81" fmla="*/ 2147483647 h 392"/>
                <a:gd name="T82" fmla="*/ 2147483647 w 329"/>
                <a:gd name="T83" fmla="*/ 2147483647 h 392"/>
                <a:gd name="T84" fmla="*/ 2147483647 w 329"/>
                <a:gd name="T85" fmla="*/ 2147483647 h 392"/>
                <a:gd name="T86" fmla="*/ 2147483647 w 329"/>
                <a:gd name="T87" fmla="*/ 2147483647 h 392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329"/>
                <a:gd name="T133" fmla="*/ 0 h 392"/>
                <a:gd name="T134" fmla="*/ 329 w 329"/>
                <a:gd name="T135" fmla="*/ 392 h 392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329" h="392">
                  <a:moveTo>
                    <a:pt x="89" y="352"/>
                  </a:moveTo>
                  <a:lnTo>
                    <a:pt x="97" y="344"/>
                  </a:lnTo>
                  <a:lnTo>
                    <a:pt x="97" y="328"/>
                  </a:lnTo>
                  <a:lnTo>
                    <a:pt x="97" y="320"/>
                  </a:lnTo>
                  <a:lnTo>
                    <a:pt x="105" y="312"/>
                  </a:lnTo>
                  <a:lnTo>
                    <a:pt x="97" y="304"/>
                  </a:lnTo>
                  <a:lnTo>
                    <a:pt x="89" y="280"/>
                  </a:lnTo>
                  <a:lnTo>
                    <a:pt x="97" y="264"/>
                  </a:lnTo>
                  <a:lnTo>
                    <a:pt x="97" y="248"/>
                  </a:lnTo>
                  <a:lnTo>
                    <a:pt x="105" y="240"/>
                  </a:lnTo>
                  <a:lnTo>
                    <a:pt x="121" y="240"/>
                  </a:lnTo>
                  <a:lnTo>
                    <a:pt x="121" y="224"/>
                  </a:lnTo>
                  <a:lnTo>
                    <a:pt x="113" y="216"/>
                  </a:lnTo>
                  <a:lnTo>
                    <a:pt x="121" y="200"/>
                  </a:lnTo>
                  <a:lnTo>
                    <a:pt x="129" y="176"/>
                  </a:lnTo>
                  <a:lnTo>
                    <a:pt x="137" y="176"/>
                  </a:lnTo>
                  <a:lnTo>
                    <a:pt x="145" y="152"/>
                  </a:lnTo>
                  <a:lnTo>
                    <a:pt x="153" y="144"/>
                  </a:lnTo>
                  <a:lnTo>
                    <a:pt x="145" y="128"/>
                  </a:lnTo>
                  <a:lnTo>
                    <a:pt x="153" y="120"/>
                  </a:lnTo>
                  <a:lnTo>
                    <a:pt x="161" y="112"/>
                  </a:lnTo>
                  <a:lnTo>
                    <a:pt x="169" y="112"/>
                  </a:lnTo>
                  <a:lnTo>
                    <a:pt x="177" y="96"/>
                  </a:lnTo>
                  <a:lnTo>
                    <a:pt x="185" y="96"/>
                  </a:lnTo>
                  <a:lnTo>
                    <a:pt x="193" y="96"/>
                  </a:lnTo>
                  <a:lnTo>
                    <a:pt x="193" y="88"/>
                  </a:lnTo>
                  <a:lnTo>
                    <a:pt x="201" y="80"/>
                  </a:lnTo>
                  <a:lnTo>
                    <a:pt x="209" y="80"/>
                  </a:lnTo>
                  <a:lnTo>
                    <a:pt x="209" y="72"/>
                  </a:lnTo>
                  <a:lnTo>
                    <a:pt x="217" y="80"/>
                  </a:lnTo>
                  <a:lnTo>
                    <a:pt x="225" y="88"/>
                  </a:lnTo>
                  <a:lnTo>
                    <a:pt x="233" y="88"/>
                  </a:lnTo>
                  <a:lnTo>
                    <a:pt x="249" y="88"/>
                  </a:lnTo>
                  <a:lnTo>
                    <a:pt x="265" y="80"/>
                  </a:lnTo>
                  <a:lnTo>
                    <a:pt x="273" y="56"/>
                  </a:lnTo>
                  <a:lnTo>
                    <a:pt x="281" y="48"/>
                  </a:lnTo>
                  <a:lnTo>
                    <a:pt x="297" y="48"/>
                  </a:lnTo>
                  <a:lnTo>
                    <a:pt x="313" y="56"/>
                  </a:lnTo>
                  <a:lnTo>
                    <a:pt x="313" y="72"/>
                  </a:lnTo>
                  <a:lnTo>
                    <a:pt x="305" y="80"/>
                  </a:lnTo>
                  <a:lnTo>
                    <a:pt x="313" y="72"/>
                  </a:lnTo>
                  <a:lnTo>
                    <a:pt x="305" y="80"/>
                  </a:lnTo>
                  <a:lnTo>
                    <a:pt x="321" y="64"/>
                  </a:lnTo>
                  <a:lnTo>
                    <a:pt x="329" y="56"/>
                  </a:lnTo>
                  <a:lnTo>
                    <a:pt x="321" y="48"/>
                  </a:lnTo>
                  <a:lnTo>
                    <a:pt x="321" y="40"/>
                  </a:lnTo>
                  <a:lnTo>
                    <a:pt x="329" y="24"/>
                  </a:lnTo>
                  <a:lnTo>
                    <a:pt x="321" y="16"/>
                  </a:lnTo>
                  <a:lnTo>
                    <a:pt x="305" y="0"/>
                  </a:lnTo>
                  <a:lnTo>
                    <a:pt x="289" y="16"/>
                  </a:lnTo>
                  <a:lnTo>
                    <a:pt x="273" y="8"/>
                  </a:lnTo>
                  <a:lnTo>
                    <a:pt x="265" y="8"/>
                  </a:lnTo>
                  <a:lnTo>
                    <a:pt x="249" y="8"/>
                  </a:lnTo>
                  <a:lnTo>
                    <a:pt x="233" y="24"/>
                  </a:lnTo>
                  <a:lnTo>
                    <a:pt x="225" y="24"/>
                  </a:lnTo>
                  <a:lnTo>
                    <a:pt x="217" y="24"/>
                  </a:lnTo>
                  <a:lnTo>
                    <a:pt x="209" y="32"/>
                  </a:lnTo>
                  <a:lnTo>
                    <a:pt x="201" y="32"/>
                  </a:lnTo>
                  <a:lnTo>
                    <a:pt x="193" y="56"/>
                  </a:lnTo>
                  <a:lnTo>
                    <a:pt x="169" y="56"/>
                  </a:lnTo>
                  <a:lnTo>
                    <a:pt x="161" y="80"/>
                  </a:lnTo>
                  <a:lnTo>
                    <a:pt x="161" y="88"/>
                  </a:lnTo>
                  <a:lnTo>
                    <a:pt x="145" y="88"/>
                  </a:lnTo>
                  <a:lnTo>
                    <a:pt x="129" y="112"/>
                  </a:lnTo>
                  <a:lnTo>
                    <a:pt x="129" y="128"/>
                  </a:lnTo>
                  <a:lnTo>
                    <a:pt x="113" y="152"/>
                  </a:lnTo>
                  <a:lnTo>
                    <a:pt x="105" y="168"/>
                  </a:lnTo>
                  <a:lnTo>
                    <a:pt x="97" y="184"/>
                  </a:lnTo>
                  <a:lnTo>
                    <a:pt x="89" y="200"/>
                  </a:lnTo>
                  <a:lnTo>
                    <a:pt x="65" y="240"/>
                  </a:lnTo>
                  <a:lnTo>
                    <a:pt x="49" y="256"/>
                  </a:lnTo>
                  <a:lnTo>
                    <a:pt x="33" y="264"/>
                  </a:lnTo>
                  <a:lnTo>
                    <a:pt x="25" y="280"/>
                  </a:lnTo>
                  <a:lnTo>
                    <a:pt x="17" y="288"/>
                  </a:lnTo>
                  <a:lnTo>
                    <a:pt x="8" y="296"/>
                  </a:lnTo>
                  <a:lnTo>
                    <a:pt x="8" y="304"/>
                  </a:lnTo>
                  <a:lnTo>
                    <a:pt x="0" y="320"/>
                  </a:lnTo>
                  <a:lnTo>
                    <a:pt x="0" y="336"/>
                  </a:lnTo>
                  <a:lnTo>
                    <a:pt x="8" y="352"/>
                  </a:lnTo>
                  <a:lnTo>
                    <a:pt x="8" y="368"/>
                  </a:lnTo>
                  <a:lnTo>
                    <a:pt x="8" y="384"/>
                  </a:lnTo>
                  <a:lnTo>
                    <a:pt x="25" y="392"/>
                  </a:lnTo>
                  <a:lnTo>
                    <a:pt x="41" y="392"/>
                  </a:lnTo>
                  <a:lnTo>
                    <a:pt x="65" y="376"/>
                  </a:lnTo>
                  <a:lnTo>
                    <a:pt x="73" y="368"/>
                  </a:lnTo>
                  <a:lnTo>
                    <a:pt x="81" y="368"/>
                  </a:lnTo>
                  <a:lnTo>
                    <a:pt x="81" y="376"/>
                  </a:lnTo>
                  <a:lnTo>
                    <a:pt x="81" y="368"/>
                  </a:lnTo>
                  <a:lnTo>
                    <a:pt x="89" y="352"/>
                  </a:lnTo>
                  <a:close/>
                </a:path>
              </a:pathLst>
            </a:custGeom>
            <a:grpFill/>
            <a:ln w="6350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154" name="Freeform 704"/>
            <p:cNvSpPr>
              <a:spLocks/>
            </p:cNvSpPr>
            <p:nvPr/>
          </p:nvSpPr>
          <p:spPr bwMode="auto">
            <a:xfrm>
              <a:off x="2877947" y="2186618"/>
              <a:ext cx="169801" cy="398512"/>
            </a:xfrm>
            <a:custGeom>
              <a:avLst/>
              <a:gdLst>
                <a:gd name="T0" fmla="*/ 2147483647 w 160"/>
                <a:gd name="T1" fmla="*/ 2147483647 h 376"/>
                <a:gd name="T2" fmla="*/ 2147483647 w 160"/>
                <a:gd name="T3" fmla="*/ 2147483647 h 376"/>
                <a:gd name="T4" fmla="*/ 2147483647 w 160"/>
                <a:gd name="T5" fmla="*/ 2147483647 h 376"/>
                <a:gd name="T6" fmla="*/ 2147483647 w 160"/>
                <a:gd name="T7" fmla="*/ 2147483647 h 376"/>
                <a:gd name="T8" fmla="*/ 2147483647 w 160"/>
                <a:gd name="T9" fmla="*/ 0 h 376"/>
                <a:gd name="T10" fmla="*/ 2147483647 w 160"/>
                <a:gd name="T11" fmla="*/ 2147483647 h 376"/>
                <a:gd name="T12" fmla="*/ 2147483647 w 160"/>
                <a:gd name="T13" fmla="*/ 2147483647 h 376"/>
                <a:gd name="T14" fmla="*/ 2147483647 w 160"/>
                <a:gd name="T15" fmla="*/ 2147483647 h 376"/>
                <a:gd name="T16" fmla="*/ 2147483647 w 160"/>
                <a:gd name="T17" fmla="*/ 2147483647 h 376"/>
                <a:gd name="T18" fmla="*/ 2147483647 w 160"/>
                <a:gd name="T19" fmla="*/ 2147483647 h 376"/>
                <a:gd name="T20" fmla="*/ 2147483647 w 160"/>
                <a:gd name="T21" fmla="*/ 2147483647 h 376"/>
                <a:gd name="T22" fmla="*/ 2147483647 w 160"/>
                <a:gd name="T23" fmla="*/ 2147483647 h 376"/>
                <a:gd name="T24" fmla="*/ 2147483647 w 160"/>
                <a:gd name="T25" fmla="*/ 2147483647 h 376"/>
                <a:gd name="T26" fmla="*/ 2147483647 w 160"/>
                <a:gd name="T27" fmla="*/ 2147483647 h 376"/>
                <a:gd name="T28" fmla="*/ 2147483647 w 160"/>
                <a:gd name="T29" fmla="*/ 2147483647 h 376"/>
                <a:gd name="T30" fmla="*/ 2147483647 w 160"/>
                <a:gd name="T31" fmla="*/ 2147483647 h 376"/>
                <a:gd name="T32" fmla="*/ 2147483647 w 160"/>
                <a:gd name="T33" fmla="*/ 2147483647 h 376"/>
                <a:gd name="T34" fmla="*/ 2147483647 w 160"/>
                <a:gd name="T35" fmla="*/ 2147483647 h 376"/>
                <a:gd name="T36" fmla="*/ 0 w 160"/>
                <a:gd name="T37" fmla="*/ 2147483647 h 376"/>
                <a:gd name="T38" fmla="*/ 2147483647 w 160"/>
                <a:gd name="T39" fmla="*/ 2147483647 h 376"/>
                <a:gd name="T40" fmla="*/ 2147483647 w 160"/>
                <a:gd name="T41" fmla="*/ 2147483647 h 376"/>
                <a:gd name="T42" fmla="*/ 2147483647 w 160"/>
                <a:gd name="T43" fmla="*/ 2147483647 h 376"/>
                <a:gd name="T44" fmla="*/ 2147483647 w 160"/>
                <a:gd name="T45" fmla="*/ 2147483647 h 376"/>
                <a:gd name="T46" fmla="*/ 2147483647 w 160"/>
                <a:gd name="T47" fmla="*/ 2147483647 h 376"/>
                <a:gd name="T48" fmla="*/ 2147483647 w 160"/>
                <a:gd name="T49" fmla="*/ 2147483647 h 376"/>
                <a:gd name="T50" fmla="*/ 2147483647 w 160"/>
                <a:gd name="T51" fmla="*/ 2147483647 h 376"/>
                <a:gd name="T52" fmla="*/ 2147483647 w 160"/>
                <a:gd name="T53" fmla="*/ 2147483647 h 376"/>
                <a:gd name="T54" fmla="*/ 2147483647 w 160"/>
                <a:gd name="T55" fmla="*/ 2147483647 h 376"/>
                <a:gd name="T56" fmla="*/ 2147483647 w 160"/>
                <a:gd name="T57" fmla="*/ 2147483647 h 376"/>
                <a:gd name="T58" fmla="*/ 2147483647 w 160"/>
                <a:gd name="T59" fmla="*/ 2147483647 h 376"/>
                <a:gd name="T60" fmla="*/ 2147483647 w 160"/>
                <a:gd name="T61" fmla="*/ 2147483647 h 376"/>
                <a:gd name="T62" fmla="*/ 2147483647 w 160"/>
                <a:gd name="T63" fmla="*/ 2147483647 h 376"/>
                <a:gd name="T64" fmla="*/ 2147483647 w 160"/>
                <a:gd name="T65" fmla="*/ 2147483647 h 376"/>
                <a:gd name="T66" fmla="*/ 2147483647 w 160"/>
                <a:gd name="T67" fmla="*/ 2147483647 h 37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160"/>
                <a:gd name="T103" fmla="*/ 0 h 376"/>
                <a:gd name="T104" fmla="*/ 160 w 160"/>
                <a:gd name="T105" fmla="*/ 376 h 37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160" h="376">
                  <a:moveTo>
                    <a:pt x="160" y="88"/>
                  </a:moveTo>
                  <a:lnTo>
                    <a:pt x="160" y="80"/>
                  </a:lnTo>
                  <a:lnTo>
                    <a:pt x="160" y="72"/>
                  </a:lnTo>
                  <a:lnTo>
                    <a:pt x="160" y="56"/>
                  </a:lnTo>
                  <a:lnTo>
                    <a:pt x="160" y="40"/>
                  </a:lnTo>
                  <a:lnTo>
                    <a:pt x="152" y="24"/>
                  </a:lnTo>
                  <a:lnTo>
                    <a:pt x="144" y="24"/>
                  </a:lnTo>
                  <a:lnTo>
                    <a:pt x="136" y="16"/>
                  </a:lnTo>
                  <a:lnTo>
                    <a:pt x="128" y="8"/>
                  </a:lnTo>
                  <a:lnTo>
                    <a:pt x="120" y="0"/>
                  </a:lnTo>
                  <a:lnTo>
                    <a:pt x="112" y="8"/>
                  </a:lnTo>
                  <a:lnTo>
                    <a:pt x="112" y="16"/>
                  </a:lnTo>
                  <a:lnTo>
                    <a:pt x="104" y="16"/>
                  </a:lnTo>
                  <a:lnTo>
                    <a:pt x="96" y="16"/>
                  </a:lnTo>
                  <a:lnTo>
                    <a:pt x="88" y="32"/>
                  </a:lnTo>
                  <a:lnTo>
                    <a:pt x="80" y="32"/>
                  </a:lnTo>
                  <a:lnTo>
                    <a:pt x="72" y="40"/>
                  </a:lnTo>
                  <a:lnTo>
                    <a:pt x="64" y="48"/>
                  </a:lnTo>
                  <a:lnTo>
                    <a:pt x="72" y="64"/>
                  </a:lnTo>
                  <a:lnTo>
                    <a:pt x="64" y="72"/>
                  </a:lnTo>
                  <a:lnTo>
                    <a:pt x="56" y="96"/>
                  </a:lnTo>
                  <a:lnTo>
                    <a:pt x="48" y="96"/>
                  </a:lnTo>
                  <a:lnTo>
                    <a:pt x="40" y="120"/>
                  </a:lnTo>
                  <a:lnTo>
                    <a:pt x="32" y="136"/>
                  </a:lnTo>
                  <a:lnTo>
                    <a:pt x="40" y="144"/>
                  </a:lnTo>
                  <a:lnTo>
                    <a:pt x="40" y="160"/>
                  </a:lnTo>
                  <a:lnTo>
                    <a:pt x="24" y="160"/>
                  </a:lnTo>
                  <a:lnTo>
                    <a:pt x="16" y="168"/>
                  </a:lnTo>
                  <a:lnTo>
                    <a:pt x="16" y="184"/>
                  </a:lnTo>
                  <a:lnTo>
                    <a:pt x="8" y="200"/>
                  </a:lnTo>
                  <a:lnTo>
                    <a:pt x="16" y="224"/>
                  </a:lnTo>
                  <a:lnTo>
                    <a:pt x="24" y="232"/>
                  </a:lnTo>
                  <a:lnTo>
                    <a:pt x="16" y="240"/>
                  </a:lnTo>
                  <a:lnTo>
                    <a:pt x="16" y="248"/>
                  </a:lnTo>
                  <a:lnTo>
                    <a:pt x="16" y="264"/>
                  </a:lnTo>
                  <a:lnTo>
                    <a:pt x="8" y="272"/>
                  </a:lnTo>
                  <a:lnTo>
                    <a:pt x="0" y="288"/>
                  </a:lnTo>
                  <a:lnTo>
                    <a:pt x="0" y="296"/>
                  </a:lnTo>
                  <a:lnTo>
                    <a:pt x="8" y="312"/>
                  </a:lnTo>
                  <a:lnTo>
                    <a:pt x="8" y="328"/>
                  </a:lnTo>
                  <a:lnTo>
                    <a:pt x="16" y="352"/>
                  </a:lnTo>
                  <a:lnTo>
                    <a:pt x="16" y="360"/>
                  </a:lnTo>
                  <a:lnTo>
                    <a:pt x="24" y="368"/>
                  </a:lnTo>
                  <a:lnTo>
                    <a:pt x="24" y="376"/>
                  </a:lnTo>
                  <a:lnTo>
                    <a:pt x="40" y="376"/>
                  </a:lnTo>
                  <a:lnTo>
                    <a:pt x="40" y="368"/>
                  </a:lnTo>
                  <a:lnTo>
                    <a:pt x="48" y="360"/>
                  </a:lnTo>
                  <a:lnTo>
                    <a:pt x="64" y="360"/>
                  </a:lnTo>
                  <a:lnTo>
                    <a:pt x="72" y="344"/>
                  </a:lnTo>
                  <a:lnTo>
                    <a:pt x="72" y="312"/>
                  </a:lnTo>
                  <a:lnTo>
                    <a:pt x="72" y="296"/>
                  </a:lnTo>
                  <a:lnTo>
                    <a:pt x="80" y="296"/>
                  </a:lnTo>
                  <a:lnTo>
                    <a:pt x="96" y="288"/>
                  </a:lnTo>
                  <a:lnTo>
                    <a:pt x="96" y="272"/>
                  </a:lnTo>
                  <a:lnTo>
                    <a:pt x="88" y="256"/>
                  </a:lnTo>
                  <a:lnTo>
                    <a:pt x="80" y="248"/>
                  </a:lnTo>
                  <a:lnTo>
                    <a:pt x="80" y="224"/>
                  </a:lnTo>
                  <a:lnTo>
                    <a:pt x="80" y="200"/>
                  </a:lnTo>
                  <a:lnTo>
                    <a:pt x="96" y="184"/>
                  </a:lnTo>
                  <a:lnTo>
                    <a:pt x="104" y="176"/>
                  </a:lnTo>
                  <a:lnTo>
                    <a:pt x="128" y="160"/>
                  </a:lnTo>
                  <a:lnTo>
                    <a:pt x="136" y="144"/>
                  </a:lnTo>
                  <a:lnTo>
                    <a:pt x="128" y="136"/>
                  </a:lnTo>
                  <a:lnTo>
                    <a:pt x="136" y="120"/>
                  </a:lnTo>
                  <a:lnTo>
                    <a:pt x="152" y="104"/>
                  </a:lnTo>
                  <a:lnTo>
                    <a:pt x="160" y="112"/>
                  </a:lnTo>
                  <a:lnTo>
                    <a:pt x="160" y="104"/>
                  </a:lnTo>
                  <a:lnTo>
                    <a:pt x="160" y="88"/>
                  </a:lnTo>
                  <a:close/>
                </a:path>
              </a:pathLst>
            </a:custGeom>
            <a:grpFill/>
            <a:ln w="6350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155" name="Freeform 705"/>
            <p:cNvSpPr>
              <a:spLocks/>
            </p:cNvSpPr>
            <p:nvPr/>
          </p:nvSpPr>
          <p:spPr bwMode="auto">
            <a:xfrm>
              <a:off x="3022624" y="2652703"/>
              <a:ext cx="246038" cy="161137"/>
            </a:xfrm>
            <a:custGeom>
              <a:avLst/>
              <a:gdLst>
                <a:gd name="T0" fmla="*/ 2147483647 w 232"/>
                <a:gd name="T1" fmla="*/ 2147483647 h 152"/>
                <a:gd name="T2" fmla="*/ 2147483647 w 232"/>
                <a:gd name="T3" fmla="*/ 2147483647 h 152"/>
                <a:gd name="T4" fmla="*/ 2147483647 w 232"/>
                <a:gd name="T5" fmla="*/ 2147483647 h 152"/>
                <a:gd name="T6" fmla="*/ 2147483647 w 232"/>
                <a:gd name="T7" fmla="*/ 2147483647 h 152"/>
                <a:gd name="T8" fmla="*/ 2147483647 w 232"/>
                <a:gd name="T9" fmla="*/ 2147483647 h 152"/>
                <a:gd name="T10" fmla="*/ 2147483647 w 232"/>
                <a:gd name="T11" fmla="*/ 2147483647 h 152"/>
                <a:gd name="T12" fmla="*/ 2147483647 w 232"/>
                <a:gd name="T13" fmla="*/ 2147483647 h 152"/>
                <a:gd name="T14" fmla="*/ 2147483647 w 232"/>
                <a:gd name="T15" fmla="*/ 2147483647 h 152"/>
                <a:gd name="T16" fmla="*/ 2147483647 w 232"/>
                <a:gd name="T17" fmla="*/ 2147483647 h 152"/>
                <a:gd name="T18" fmla="*/ 2147483647 w 232"/>
                <a:gd name="T19" fmla="*/ 2147483647 h 152"/>
                <a:gd name="T20" fmla="*/ 2147483647 w 232"/>
                <a:gd name="T21" fmla="*/ 2147483647 h 152"/>
                <a:gd name="T22" fmla="*/ 2147483647 w 232"/>
                <a:gd name="T23" fmla="*/ 0 h 152"/>
                <a:gd name="T24" fmla="*/ 2147483647 w 232"/>
                <a:gd name="T25" fmla="*/ 0 h 152"/>
                <a:gd name="T26" fmla="*/ 2147483647 w 232"/>
                <a:gd name="T27" fmla="*/ 2147483647 h 152"/>
                <a:gd name="T28" fmla="*/ 2147483647 w 232"/>
                <a:gd name="T29" fmla="*/ 2147483647 h 152"/>
                <a:gd name="T30" fmla="*/ 2147483647 w 232"/>
                <a:gd name="T31" fmla="*/ 2147483647 h 152"/>
                <a:gd name="T32" fmla="*/ 2147483647 w 232"/>
                <a:gd name="T33" fmla="*/ 2147483647 h 152"/>
                <a:gd name="T34" fmla="*/ 2147483647 w 232"/>
                <a:gd name="T35" fmla="*/ 2147483647 h 152"/>
                <a:gd name="T36" fmla="*/ 2147483647 w 232"/>
                <a:gd name="T37" fmla="*/ 2147483647 h 152"/>
                <a:gd name="T38" fmla="*/ 2147483647 w 232"/>
                <a:gd name="T39" fmla="*/ 2147483647 h 152"/>
                <a:gd name="T40" fmla="*/ 2147483647 w 232"/>
                <a:gd name="T41" fmla="*/ 2147483647 h 152"/>
                <a:gd name="T42" fmla="*/ 2147483647 w 232"/>
                <a:gd name="T43" fmla="*/ 2147483647 h 152"/>
                <a:gd name="T44" fmla="*/ 0 w 232"/>
                <a:gd name="T45" fmla="*/ 2147483647 h 152"/>
                <a:gd name="T46" fmla="*/ 0 w 232"/>
                <a:gd name="T47" fmla="*/ 2147483647 h 152"/>
                <a:gd name="T48" fmla="*/ 2147483647 w 232"/>
                <a:gd name="T49" fmla="*/ 2147483647 h 152"/>
                <a:gd name="T50" fmla="*/ 2147483647 w 232"/>
                <a:gd name="T51" fmla="*/ 2147483647 h 152"/>
                <a:gd name="T52" fmla="*/ 2147483647 w 232"/>
                <a:gd name="T53" fmla="*/ 2147483647 h 152"/>
                <a:gd name="T54" fmla="*/ 2147483647 w 232"/>
                <a:gd name="T55" fmla="*/ 2147483647 h 152"/>
                <a:gd name="T56" fmla="*/ 2147483647 w 232"/>
                <a:gd name="T57" fmla="*/ 2147483647 h 152"/>
                <a:gd name="T58" fmla="*/ 2147483647 w 232"/>
                <a:gd name="T59" fmla="*/ 2147483647 h 152"/>
                <a:gd name="T60" fmla="*/ 2147483647 w 232"/>
                <a:gd name="T61" fmla="*/ 2147483647 h 152"/>
                <a:gd name="T62" fmla="*/ 2147483647 w 232"/>
                <a:gd name="T63" fmla="*/ 2147483647 h 152"/>
                <a:gd name="T64" fmla="*/ 2147483647 w 232"/>
                <a:gd name="T65" fmla="*/ 2147483647 h 152"/>
                <a:gd name="T66" fmla="*/ 2147483647 w 232"/>
                <a:gd name="T67" fmla="*/ 2147483647 h 152"/>
                <a:gd name="T68" fmla="*/ 2147483647 w 232"/>
                <a:gd name="T69" fmla="*/ 2147483647 h 152"/>
                <a:gd name="T70" fmla="*/ 2147483647 w 232"/>
                <a:gd name="T71" fmla="*/ 2147483647 h 152"/>
                <a:gd name="T72" fmla="*/ 2147483647 w 232"/>
                <a:gd name="T73" fmla="*/ 2147483647 h 152"/>
                <a:gd name="T74" fmla="*/ 2147483647 w 232"/>
                <a:gd name="T75" fmla="*/ 2147483647 h 152"/>
                <a:gd name="T76" fmla="*/ 2147483647 w 232"/>
                <a:gd name="T77" fmla="*/ 2147483647 h 152"/>
                <a:gd name="T78" fmla="*/ 2147483647 w 232"/>
                <a:gd name="T79" fmla="*/ 2147483647 h 152"/>
                <a:gd name="T80" fmla="*/ 2147483647 w 232"/>
                <a:gd name="T81" fmla="*/ 2147483647 h 152"/>
                <a:gd name="T82" fmla="*/ 2147483647 w 232"/>
                <a:gd name="T83" fmla="*/ 2147483647 h 152"/>
                <a:gd name="T84" fmla="*/ 2147483647 w 232"/>
                <a:gd name="T85" fmla="*/ 2147483647 h 152"/>
                <a:gd name="T86" fmla="*/ 2147483647 w 232"/>
                <a:gd name="T87" fmla="*/ 2147483647 h 152"/>
                <a:gd name="T88" fmla="*/ 2147483647 w 232"/>
                <a:gd name="T89" fmla="*/ 2147483647 h 152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232"/>
                <a:gd name="T136" fmla="*/ 0 h 152"/>
                <a:gd name="T137" fmla="*/ 232 w 232"/>
                <a:gd name="T138" fmla="*/ 152 h 152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232" h="152">
                  <a:moveTo>
                    <a:pt x="216" y="88"/>
                  </a:moveTo>
                  <a:lnTo>
                    <a:pt x="224" y="88"/>
                  </a:lnTo>
                  <a:lnTo>
                    <a:pt x="232" y="64"/>
                  </a:lnTo>
                  <a:lnTo>
                    <a:pt x="232" y="56"/>
                  </a:lnTo>
                  <a:lnTo>
                    <a:pt x="208" y="48"/>
                  </a:lnTo>
                  <a:lnTo>
                    <a:pt x="192" y="40"/>
                  </a:lnTo>
                  <a:lnTo>
                    <a:pt x="184" y="40"/>
                  </a:lnTo>
                  <a:lnTo>
                    <a:pt x="168" y="32"/>
                  </a:lnTo>
                  <a:lnTo>
                    <a:pt x="160" y="16"/>
                  </a:lnTo>
                  <a:lnTo>
                    <a:pt x="136" y="8"/>
                  </a:lnTo>
                  <a:lnTo>
                    <a:pt x="128" y="8"/>
                  </a:lnTo>
                  <a:lnTo>
                    <a:pt x="128" y="0"/>
                  </a:lnTo>
                  <a:lnTo>
                    <a:pt x="120" y="0"/>
                  </a:lnTo>
                  <a:lnTo>
                    <a:pt x="112" y="24"/>
                  </a:lnTo>
                  <a:lnTo>
                    <a:pt x="96" y="24"/>
                  </a:lnTo>
                  <a:lnTo>
                    <a:pt x="72" y="24"/>
                  </a:lnTo>
                  <a:lnTo>
                    <a:pt x="48" y="16"/>
                  </a:lnTo>
                  <a:lnTo>
                    <a:pt x="32" y="16"/>
                  </a:lnTo>
                  <a:lnTo>
                    <a:pt x="24" y="16"/>
                  </a:lnTo>
                  <a:lnTo>
                    <a:pt x="24" y="32"/>
                  </a:lnTo>
                  <a:lnTo>
                    <a:pt x="16" y="40"/>
                  </a:lnTo>
                  <a:lnTo>
                    <a:pt x="8" y="64"/>
                  </a:lnTo>
                  <a:lnTo>
                    <a:pt x="0" y="64"/>
                  </a:lnTo>
                  <a:lnTo>
                    <a:pt x="0" y="72"/>
                  </a:lnTo>
                  <a:lnTo>
                    <a:pt x="8" y="80"/>
                  </a:lnTo>
                  <a:lnTo>
                    <a:pt x="16" y="88"/>
                  </a:lnTo>
                  <a:lnTo>
                    <a:pt x="48" y="80"/>
                  </a:lnTo>
                  <a:lnTo>
                    <a:pt x="72" y="80"/>
                  </a:lnTo>
                  <a:lnTo>
                    <a:pt x="96" y="96"/>
                  </a:lnTo>
                  <a:lnTo>
                    <a:pt x="104" y="112"/>
                  </a:lnTo>
                  <a:lnTo>
                    <a:pt x="88" y="120"/>
                  </a:lnTo>
                  <a:lnTo>
                    <a:pt x="88" y="136"/>
                  </a:lnTo>
                  <a:lnTo>
                    <a:pt x="96" y="136"/>
                  </a:lnTo>
                  <a:lnTo>
                    <a:pt x="104" y="128"/>
                  </a:lnTo>
                  <a:lnTo>
                    <a:pt x="120" y="120"/>
                  </a:lnTo>
                  <a:lnTo>
                    <a:pt x="136" y="120"/>
                  </a:lnTo>
                  <a:lnTo>
                    <a:pt x="144" y="128"/>
                  </a:lnTo>
                  <a:lnTo>
                    <a:pt x="136" y="136"/>
                  </a:lnTo>
                  <a:lnTo>
                    <a:pt x="152" y="152"/>
                  </a:lnTo>
                  <a:lnTo>
                    <a:pt x="184" y="136"/>
                  </a:lnTo>
                  <a:lnTo>
                    <a:pt x="168" y="128"/>
                  </a:lnTo>
                  <a:lnTo>
                    <a:pt x="176" y="112"/>
                  </a:lnTo>
                  <a:lnTo>
                    <a:pt x="200" y="112"/>
                  </a:lnTo>
                  <a:lnTo>
                    <a:pt x="208" y="104"/>
                  </a:lnTo>
                  <a:lnTo>
                    <a:pt x="216" y="88"/>
                  </a:lnTo>
                  <a:close/>
                </a:path>
              </a:pathLst>
            </a:custGeom>
            <a:grpFill/>
            <a:ln w="6350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156" name="Freeform 706"/>
            <p:cNvSpPr>
              <a:spLocks/>
            </p:cNvSpPr>
            <p:nvPr/>
          </p:nvSpPr>
          <p:spPr bwMode="auto">
            <a:xfrm>
              <a:off x="3166435" y="2652703"/>
              <a:ext cx="25990" cy="16460"/>
            </a:xfrm>
            <a:custGeom>
              <a:avLst/>
              <a:gdLst>
                <a:gd name="T0" fmla="*/ 2147483647 w 24"/>
                <a:gd name="T1" fmla="*/ 2147483647 h 16"/>
                <a:gd name="T2" fmla="*/ 2147483647 w 24"/>
                <a:gd name="T3" fmla="*/ 0 h 16"/>
                <a:gd name="T4" fmla="*/ 0 w 24"/>
                <a:gd name="T5" fmla="*/ 2147483647 h 16"/>
                <a:gd name="T6" fmla="*/ 2147483647 w 24"/>
                <a:gd name="T7" fmla="*/ 2147483647 h 1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4"/>
                <a:gd name="T13" fmla="*/ 0 h 16"/>
                <a:gd name="T14" fmla="*/ 24 w 24"/>
                <a:gd name="T15" fmla="*/ 16 h 1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4" h="16">
                  <a:moveTo>
                    <a:pt x="24" y="16"/>
                  </a:moveTo>
                  <a:lnTo>
                    <a:pt x="8" y="0"/>
                  </a:lnTo>
                  <a:lnTo>
                    <a:pt x="0" y="8"/>
                  </a:lnTo>
                  <a:lnTo>
                    <a:pt x="24" y="16"/>
                  </a:lnTo>
                  <a:close/>
                </a:path>
              </a:pathLst>
            </a:custGeom>
            <a:grpFill/>
            <a:ln w="6350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157" name="Freeform 707"/>
            <p:cNvSpPr>
              <a:spLocks/>
            </p:cNvSpPr>
            <p:nvPr/>
          </p:nvSpPr>
          <p:spPr bwMode="auto">
            <a:xfrm>
              <a:off x="2997500" y="2864954"/>
              <a:ext cx="84034" cy="84900"/>
            </a:xfrm>
            <a:custGeom>
              <a:avLst/>
              <a:gdLst>
                <a:gd name="T0" fmla="*/ 2147483647 w 80"/>
                <a:gd name="T1" fmla="*/ 2147483647 h 80"/>
                <a:gd name="T2" fmla="*/ 2147483647 w 80"/>
                <a:gd name="T3" fmla="*/ 0 h 80"/>
                <a:gd name="T4" fmla="*/ 2147483647 w 80"/>
                <a:gd name="T5" fmla="*/ 2147483647 h 80"/>
                <a:gd name="T6" fmla="*/ 2147483647 w 80"/>
                <a:gd name="T7" fmla="*/ 2147483647 h 80"/>
                <a:gd name="T8" fmla="*/ 2147483647 w 80"/>
                <a:gd name="T9" fmla="*/ 2147483647 h 80"/>
                <a:gd name="T10" fmla="*/ 2147483647 w 80"/>
                <a:gd name="T11" fmla="*/ 2147483647 h 80"/>
                <a:gd name="T12" fmla="*/ 2147483647 w 80"/>
                <a:gd name="T13" fmla="*/ 2147483647 h 80"/>
                <a:gd name="T14" fmla="*/ 2147483647 w 80"/>
                <a:gd name="T15" fmla="*/ 2147483647 h 80"/>
                <a:gd name="T16" fmla="*/ 2147483647 w 80"/>
                <a:gd name="T17" fmla="*/ 2147483647 h 80"/>
                <a:gd name="T18" fmla="*/ 2147483647 w 80"/>
                <a:gd name="T19" fmla="*/ 2147483647 h 80"/>
                <a:gd name="T20" fmla="*/ 0 w 80"/>
                <a:gd name="T21" fmla="*/ 2147483647 h 80"/>
                <a:gd name="T22" fmla="*/ 2147483647 w 80"/>
                <a:gd name="T23" fmla="*/ 2147483647 h 80"/>
                <a:gd name="T24" fmla="*/ 2147483647 w 80"/>
                <a:gd name="T25" fmla="*/ 2147483647 h 80"/>
                <a:gd name="T26" fmla="*/ 2147483647 w 80"/>
                <a:gd name="T27" fmla="*/ 2147483647 h 80"/>
                <a:gd name="T28" fmla="*/ 2147483647 w 80"/>
                <a:gd name="T29" fmla="*/ 2147483647 h 80"/>
                <a:gd name="T30" fmla="*/ 2147483647 w 80"/>
                <a:gd name="T31" fmla="*/ 2147483647 h 80"/>
                <a:gd name="T32" fmla="*/ 2147483647 w 80"/>
                <a:gd name="T33" fmla="*/ 2147483647 h 80"/>
                <a:gd name="T34" fmla="*/ 2147483647 w 80"/>
                <a:gd name="T35" fmla="*/ 2147483647 h 80"/>
                <a:gd name="T36" fmla="*/ 2147483647 w 80"/>
                <a:gd name="T37" fmla="*/ 2147483647 h 80"/>
                <a:gd name="T38" fmla="*/ 2147483647 w 80"/>
                <a:gd name="T39" fmla="*/ 2147483647 h 80"/>
                <a:gd name="T40" fmla="*/ 2147483647 w 80"/>
                <a:gd name="T41" fmla="*/ 2147483647 h 80"/>
                <a:gd name="T42" fmla="*/ 2147483647 w 80"/>
                <a:gd name="T43" fmla="*/ 2147483647 h 80"/>
                <a:gd name="T44" fmla="*/ 2147483647 w 80"/>
                <a:gd name="T45" fmla="*/ 2147483647 h 80"/>
                <a:gd name="T46" fmla="*/ 2147483647 w 80"/>
                <a:gd name="T47" fmla="*/ 2147483647 h 80"/>
                <a:gd name="T48" fmla="*/ 2147483647 w 80"/>
                <a:gd name="T49" fmla="*/ 2147483647 h 80"/>
                <a:gd name="T50" fmla="*/ 2147483647 w 80"/>
                <a:gd name="T51" fmla="*/ 2147483647 h 80"/>
                <a:gd name="T52" fmla="*/ 2147483647 w 80"/>
                <a:gd name="T53" fmla="*/ 2147483647 h 80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w 80"/>
                <a:gd name="T82" fmla="*/ 0 h 80"/>
                <a:gd name="T83" fmla="*/ 80 w 80"/>
                <a:gd name="T84" fmla="*/ 80 h 80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T81" t="T82" r="T83" b="T84"/>
              <a:pathLst>
                <a:path w="80" h="80">
                  <a:moveTo>
                    <a:pt x="80" y="8"/>
                  </a:moveTo>
                  <a:lnTo>
                    <a:pt x="80" y="0"/>
                  </a:lnTo>
                  <a:lnTo>
                    <a:pt x="80" y="8"/>
                  </a:lnTo>
                  <a:lnTo>
                    <a:pt x="64" y="8"/>
                  </a:lnTo>
                  <a:lnTo>
                    <a:pt x="40" y="8"/>
                  </a:lnTo>
                  <a:lnTo>
                    <a:pt x="32" y="8"/>
                  </a:lnTo>
                  <a:lnTo>
                    <a:pt x="16" y="16"/>
                  </a:lnTo>
                  <a:lnTo>
                    <a:pt x="8" y="24"/>
                  </a:lnTo>
                  <a:lnTo>
                    <a:pt x="0" y="32"/>
                  </a:lnTo>
                  <a:lnTo>
                    <a:pt x="8" y="48"/>
                  </a:lnTo>
                  <a:lnTo>
                    <a:pt x="24" y="48"/>
                  </a:lnTo>
                  <a:lnTo>
                    <a:pt x="16" y="56"/>
                  </a:lnTo>
                  <a:lnTo>
                    <a:pt x="16" y="72"/>
                  </a:lnTo>
                  <a:lnTo>
                    <a:pt x="32" y="80"/>
                  </a:lnTo>
                  <a:lnTo>
                    <a:pt x="40" y="72"/>
                  </a:lnTo>
                  <a:lnTo>
                    <a:pt x="40" y="64"/>
                  </a:lnTo>
                  <a:lnTo>
                    <a:pt x="56" y="56"/>
                  </a:lnTo>
                  <a:lnTo>
                    <a:pt x="40" y="40"/>
                  </a:lnTo>
                  <a:lnTo>
                    <a:pt x="40" y="32"/>
                  </a:lnTo>
                  <a:lnTo>
                    <a:pt x="32" y="24"/>
                  </a:lnTo>
                  <a:lnTo>
                    <a:pt x="56" y="16"/>
                  </a:lnTo>
                  <a:lnTo>
                    <a:pt x="72" y="16"/>
                  </a:lnTo>
                  <a:lnTo>
                    <a:pt x="80" y="16"/>
                  </a:lnTo>
                  <a:lnTo>
                    <a:pt x="80" y="8"/>
                  </a:lnTo>
                  <a:close/>
                </a:path>
              </a:pathLst>
            </a:custGeom>
            <a:grpFill/>
            <a:ln w="6350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158" name="Freeform 708"/>
            <p:cNvSpPr>
              <a:spLocks/>
            </p:cNvSpPr>
            <p:nvPr/>
          </p:nvSpPr>
          <p:spPr bwMode="auto">
            <a:xfrm>
              <a:off x="3166435" y="2652703"/>
              <a:ext cx="25990" cy="16460"/>
            </a:xfrm>
            <a:custGeom>
              <a:avLst/>
              <a:gdLst>
                <a:gd name="T0" fmla="*/ 2147483647 w 24"/>
                <a:gd name="T1" fmla="*/ 2147483647 h 16"/>
                <a:gd name="T2" fmla="*/ 2147483647 w 24"/>
                <a:gd name="T3" fmla="*/ 0 h 16"/>
                <a:gd name="T4" fmla="*/ 0 w 24"/>
                <a:gd name="T5" fmla="*/ 2147483647 h 16"/>
                <a:gd name="T6" fmla="*/ 2147483647 w 24"/>
                <a:gd name="T7" fmla="*/ 2147483647 h 16"/>
                <a:gd name="T8" fmla="*/ 2147483647 w 24"/>
                <a:gd name="T9" fmla="*/ 2147483647 h 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4"/>
                <a:gd name="T16" fmla="*/ 0 h 16"/>
                <a:gd name="T17" fmla="*/ 24 w 24"/>
                <a:gd name="T18" fmla="*/ 16 h 1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4" h="16">
                  <a:moveTo>
                    <a:pt x="24" y="16"/>
                  </a:moveTo>
                  <a:lnTo>
                    <a:pt x="8" y="0"/>
                  </a:lnTo>
                  <a:lnTo>
                    <a:pt x="0" y="8"/>
                  </a:lnTo>
                  <a:lnTo>
                    <a:pt x="24" y="16"/>
                  </a:lnTo>
                  <a:close/>
                </a:path>
              </a:pathLst>
            </a:custGeom>
            <a:grpFill/>
            <a:ln w="6350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159" name="Freeform 709"/>
            <p:cNvSpPr>
              <a:spLocks/>
            </p:cNvSpPr>
            <p:nvPr/>
          </p:nvSpPr>
          <p:spPr bwMode="auto">
            <a:xfrm>
              <a:off x="2997500" y="2737604"/>
              <a:ext cx="135147" cy="92697"/>
            </a:xfrm>
            <a:custGeom>
              <a:avLst/>
              <a:gdLst>
                <a:gd name="T0" fmla="*/ 2147483647 w 128"/>
                <a:gd name="T1" fmla="*/ 2147483647 h 88"/>
                <a:gd name="T2" fmla="*/ 2147483647 w 128"/>
                <a:gd name="T3" fmla="*/ 2147483647 h 88"/>
                <a:gd name="T4" fmla="*/ 2147483647 w 128"/>
                <a:gd name="T5" fmla="*/ 2147483647 h 88"/>
                <a:gd name="T6" fmla="*/ 2147483647 w 128"/>
                <a:gd name="T7" fmla="*/ 0 h 88"/>
                <a:gd name="T8" fmla="*/ 2147483647 w 128"/>
                <a:gd name="T9" fmla="*/ 0 h 88"/>
                <a:gd name="T10" fmla="*/ 2147483647 w 128"/>
                <a:gd name="T11" fmla="*/ 2147483647 h 88"/>
                <a:gd name="T12" fmla="*/ 2147483647 w 128"/>
                <a:gd name="T13" fmla="*/ 0 h 88"/>
                <a:gd name="T14" fmla="*/ 2147483647 w 128"/>
                <a:gd name="T15" fmla="*/ 2147483647 h 88"/>
                <a:gd name="T16" fmla="*/ 2147483647 w 128"/>
                <a:gd name="T17" fmla="*/ 2147483647 h 88"/>
                <a:gd name="T18" fmla="*/ 0 w 128"/>
                <a:gd name="T19" fmla="*/ 2147483647 h 88"/>
                <a:gd name="T20" fmla="*/ 2147483647 w 128"/>
                <a:gd name="T21" fmla="*/ 2147483647 h 88"/>
                <a:gd name="T22" fmla="*/ 2147483647 w 128"/>
                <a:gd name="T23" fmla="*/ 2147483647 h 88"/>
                <a:gd name="T24" fmla="*/ 2147483647 w 128"/>
                <a:gd name="T25" fmla="*/ 2147483647 h 88"/>
                <a:gd name="T26" fmla="*/ 2147483647 w 128"/>
                <a:gd name="T27" fmla="*/ 2147483647 h 88"/>
                <a:gd name="T28" fmla="*/ 2147483647 w 128"/>
                <a:gd name="T29" fmla="*/ 2147483647 h 88"/>
                <a:gd name="T30" fmla="*/ 2147483647 w 128"/>
                <a:gd name="T31" fmla="*/ 2147483647 h 88"/>
                <a:gd name="T32" fmla="*/ 2147483647 w 128"/>
                <a:gd name="T33" fmla="*/ 2147483647 h 88"/>
                <a:gd name="T34" fmla="*/ 2147483647 w 128"/>
                <a:gd name="T35" fmla="*/ 2147483647 h 88"/>
                <a:gd name="T36" fmla="*/ 2147483647 w 128"/>
                <a:gd name="T37" fmla="*/ 2147483647 h 88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128"/>
                <a:gd name="T58" fmla="*/ 0 h 88"/>
                <a:gd name="T59" fmla="*/ 128 w 128"/>
                <a:gd name="T60" fmla="*/ 88 h 88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128" h="88">
                  <a:moveTo>
                    <a:pt x="112" y="40"/>
                  </a:moveTo>
                  <a:lnTo>
                    <a:pt x="128" y="32"/>
                  </a:lnTo>
                  <a:lnTo>
                    <a:pt x="120" y="16"/>
                  </a:lnTo>
                  <a:lnTo>
                    <a:pt x="96" y="0"/>
                  </a:lnTo>
                  <a:lnTo>
                    <a:pt x="72" y="0"/>
                  </a:lnTo>
                  <a:lnTo>
                    <a:pt x="40" y="8"/>
                  </a:lnTo>
                  <a:lnTo>
                    <a:pt x="32" y="0"/>
                  </a:lnTo>
                  <a:lnTo>
                    <a:pt x="24" y="24"/>
                  </a:lnTo>
                  <a:lnTo>
                    <a:pt x="16" y="40"/>
                  </a:lnTo>
                  <a:lnTo>
                    <a:pt x="0" y="40"/>
                  </a:lnTo>
                  <a:lnTo>
                    <a:pt x="32" y="80"/>
                  </a:lnTo>
                  <a:lnTo>
                    <a:pt x="40" y="80"/>
                  </a:lnTo>
                  <a:lnTo>
                    <a:pt x="64" y="80"/>
                  </a:lnTo>
                  <a:lnTo>
                    <a:pt x="88" y="80"/>
                  </a:lnTo>
                  <a:lnTo>
                    <a:pt x="112" y="88"/>
                  </a:lnTo>
                  <a:lnTo>
                    <a:pt x="112" y="64"/>
                  </a:lnTo>
                  <a:lnTo>
                    <a:pt x="120" y="56"/>
                  </a:lnTo>
                  <a:lnTo>
                    <a:pt x="112" y="56"/>
                  </a:lnTo>
                  <a:lnTo>
                    <a:pt x="112" y="40"/>
                  </a:lnTo>
                  <a:close/>
                </a:path>
              </a:pathLst>
            </a:custGeom>
            <a:grpFill/>
            <a:ln w="6350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160" name="Freeform 710"/>
            <p:cNvSpPr>
              <a:spLocks/>
            </p:cNvSpPr>
            <p:nvPr/>
          </p:nvSpPr>
          <p:spPr bwMode="auto">
            <a:xfrm>
              <a:off x="2997500" y="2780054"/>
              <a:ext cx="33787" cy="42450"/>
            </a:xfrm>
            <a:custGeom>
              <a:avLst/>
              <a:gdLst>
                <a:gd name="T0" fmla="*/ 2147483647 w 32"/>
                <a:gd name="T1" fmla="*/ 2147483647 h 40"/>
                <a:gd name="T2" fmla="*/ 2147483647 w 32"/>
                <a:gd name="T3" fmla="*/ 2147483647 h 40"/>
                <a:gd name="T4" fmla="*/ 0 w 32"/>
                <a:gd name="T5" fmla="*/ 0 h 40"/>
                <a:gd name="T6" fmla="*/ 2147483647 w 32"/>
                <a:gd name="T7" fmla="*/ 2147483647 h 40"/>
                <a:gd name="T8" fmla="*/ 2147483647 w 32"/>
                <a:gd name="T9" fmla="*/ 2147483647 h 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"/>
                <a:gd name="T16" fmla="*/ 0 h 40"/>
                <a:gd name="T17" fmla="*/ 32 w 32"/>
                <a:gd name="T18" fmla="*/ 40 h 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" h="40">
                  <a:moveTo>
                    <a:pt x="32" y="32"/>
                  </a:moveTo>
                  <a:lnTo>
                    <a:pt x="32" y="40"/>
                  </a:lnTo>
                  <a:lnTo>
                    <a:pt x="0" y="0"/>
                  </a:lnTo>
                  <a:lnTo>
                    <a:pt x="8" y="16"/>
                  </a:lnTo>
                  <a:lnTo>
                    <a:pt x="32" y="32"/>
                  </a:lnTo>
                  <a:close/>
                </a:path>
              </a:pathLst>
            </a:custGeom>
            <a:grpFill/>
            <a:ln w="6350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161" name="Freeform 711"/>
            <p:cNvSpPr>
              <a:spLocks/>
            </p:cNvSpPr>
            <p:nvPr/>
          </p:nvSpPr>
          <p:spPr bwMode="auto">
            <a:xfrm>
              <a:off x="2886610" y="2686490"/>
              <a:ext cx="93564" cy="51114"/>
            </a:xfrm>
            <a:custGeom>
              <a:avLst/>
              <a:gdLst>
                <a:gd name="T0" fmla="*/ 2147483647 w 88"/>
                <a:gd name="T1" fmla="*/ 2147483647 h 48"/>
                <a:gd name="T2" fmla="*/ 2147483647 w 88"/>
                <a:gd name="T3" fmla="*/ 2147483647 h 48"/>
                <a:gd name="T4" fmla="*/ 2147483647 w 88"/>
                <a:gd name="T5" fmla="*/ 2147483647 h 48"/>
                <a:gd name="T6" fmla="*/ 2147483647 w 88"/>
                <a:gd name="T7" fmla="*/ 2147483647 h 48"/>
                <a:gd name="T8" fmla="*/ 2147483647 w 88"/>
                <a:gd name="T9" fmla="*/ 2147483647 h 48"/>
                <a:gd name="T10" fmla="*/ 2147483647 w 88"/>
                <a:gd name="T11" fmla="*/ 2147483647 h 48"/>
                <a:gd name="T12" fmla="*/ 2147483647 w 88"/>
                <a:gd name="T13" fmla="*/ 2147483647 h 48"/>
                <a:gd name="T14" fmla="*/ 2147483647 w 88"/>
                <a:gd name="T15" fmla="*/ 2147483647 h 48"/>
                <a:gd name="T16" fmla="*/ 2147483647 w 88"/>
                <a:gd name="T17" fmla="*/ 2147483647 h 48"/>
                <a:gd name="T18" fmla="*/ 2147483647 w 88"/>
                <a:gd name="T19" fmla="*/ 0 h 48"/>
                <a:gd name="T20" fmla="*/ 2147483647 w 88"/>
                <a:gd name="T21" fmla="*/ 0 h 48"/>
                <a:gd name="T22" fmla="*/ 2147483647 w 88"/>
                <a:gd name="T23" fmla="*/ 0 h 48"/>
                <a:gd name="T24" fmla="*/ 2147483647 w 88"/>
                <a:gd name="T25" fmla="*/ 2147483647 h 48"/>
                <a:gd name="T26" fmla="*/ 2147483647 w 88"/>
                <a:gd name="T27" fmla="*/ 2147483647 h 48"/>
                <a:gd name="T28" fmla="*/ 0 w 88"/>
                <a:gd name="T29" fmla="*/ 2147483647 h 48"/>
                <a:gd name="T30" fmla="*/ 2147483647 w 88"/>
                <a:gd name="T31" fmla="*/ 2147483647 h 48"/>
                <a:gd name="T32" fmla="*/ 2147483647 w 88"/>
                <a:gd name="T33" fmla="*/ 2147483647 h 48"/>
                <a:gd name="T34" fmla="*/ 2147483647 w 88"/>
                <a:gd name="T35" fmla="*/ 2147483647 h 48"/>
                <a:gd name="T36" fmla="*/ 2147483647 w 88"/>
                <a:gd name="T37" fmla="*/ 2147483647 h 48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88"/>
                <a:gd name="T58" fmla="*/ 0 h 48"/>
                <a:gd name="T59" fmla="*/ 88 w 88"/>
                <a:gd name="T60" fmla="*/ 48 h 48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88" h="48">
                  <a:moveTo>
                    <a:pt x="40" y="40"/>
                  </a:moveTo>
                  <a:lnTo>
                    <a:pt x="56" y="40"/>
                  </a:lnTo>
                  <a:lnTo>
                    <a:pt x="64" y="40"/>
                  </a:lnTo>
                  <a:lnTo>
                    <a:pt x="64" y="48"/>
                  </a:lnTo>
                  <a:lnTo>
                    <a:pt x="80" y="40"/>
                  </a:lnTo>
                  <a:lnTo>
                    <a:pt x="80" y="32"/>
                  </a:lnTo>
                  <a:lnTo>
                    <a:pt x="88" y="24"/>
                  </a:lnTo>
                  <a:lnTo>
                    <a:pt x="72" y="16"/>
                  </a:lnTo>
                  <a:lnTo>
                    <a:pt x="56" y="8"/>
                  </a:lnTo>
                  <a:lnTo>
                    <a:pt x="40" y="0"/>
                  </a:lnTo>
                  <a:lnTo>
                    <a:pt x="32" y="0"/>
                  </a:lnTo>
                  <a:lnTo>
                    <a:pt x="24" y="0"/>
                  </a:lnTo>
                  <a:lnTo>
                    <a:pt x="16" y="8"/>
                  </a:lnTo>
                  <a:lnTo>
                    <a:pt x="8" y="8"/>
                  </a:lnTo>
                  <a:lnTo>
                    <a:pt x="0" y="16"/>
                  </a:lnTo>
                  <a:lnTo>
                    <a:pt x="8" y="16"/>
                  </a:lnTo>
                  <a:lnTo>
                    <a:pt x="16" y="24"/>
                  </a:lnTo>
                  <a:lnTo>
                    <a:pt x="24" y="40"/>
                  </a:lnTo>
                  <a:lnTo>
                    <a:pt x="40" y="40"/>
                  </a:lnTo>
                  <a:close/>
                </a:path>
              </a:pathLst>
            </a:custGeom>
            <a:grpFill/>
            <a:ln w="6350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162" name="Freeform 712"/>
            <p:cNvSpPr>
              <a:spLocks/>
            </p:cNvSpPr>
            <p:nvPr/>
          </p:nvSpPr>
          <p:spPr bwMode="auto">
            <a:xfrm>
              <a:off x="2946387" y="2737604"/>
              <a:ext cx="84900" cy="51113"/>
            </a:xfrm>
            <a:custGeom>
              <a:avLst/>
              <a:gdLst>
                <a:gd name="T0" fmla="*/ 2147483647 w 80"/>
                <a:gd name="T1" fmla="*/ 0 h 48"/>
                <a:gd name="T2" fmla="*/ 2147483647 w 80"/>
                <a:gd name="T3" fmla="*/ 0 h 48"/>
                <a:gd name="T4" fmla="*/ 2147483647 w 80"/>
                <a:gd name="T5" fmla="*/ 2147483647 h 48"/>
                <a:gd name="T6" fmla="*/ 2147483647 w 80"/>
                <a:gd name="T7" fmla="*/ 2147483647 h 48"/>
                <a:gd name="T8" fmla="*/ 2147483647 w 80"/>
                <a:gd name="T9" fmla="*/ 2147483647 h 48"/>
                <a:gd name="T10" fmla="*/ 2147483647 w 80"/>
                <a:gd name="T11" fmla="*/ 2147483647 h 48"/>
                <a:gd name="T12" fmla="*/ 2147483647 w 80"/>
                <a:gd name="T13" fmla="*/ 2147483647 h 48"/>
                <a:gd name="T14" fmla="*/ 0 w 80"/>
                <a:gd name="T15" fmla="*/ 2147483647 h 48"/>
                <a:gd name="T16" fmla="*/ 0 w 80"/>
                <a:gd name="T17" fmla="*/ 2147483647 h 48"/>
                <a:gd name="T18" fmla="*/ 2147483647 w 80"/>
                <a:gd name="T19" fmla="*/ 2147483647 h 48"/>
                <a:gd name="T20" fmla="*/ 2147483647 w 80"/>
                <a:gd name="T21" fmla="*/ 2147483647 h 48"/>
                <a:gd name="T22" fmla="*/ 2147483647 w 80"/>
                <a:gd name="T23" fmla="*/ 2147483647 h 48"/>
                <a:gd name="T24" fmla="*/ 2147483647 w 80"/>
                <a:gd name="T25" fmla="*/ 2147483647 h 48"/>
                <a:gd name="T26" fmla="*/ 2147483647 w 80"/>
                <a:gd name="T27" fmla="*/ 2147483647 h 48"/>
                <a:gd name="T28" fmla="*/ 2147483647 w 80"/>
                <a:gd name="T29" fmla="*/ 0 h 48"/>
                <a:gd name="T30" fmla="*/ 2147483647 w 80"/>
                <a:gd name="T31" fmla="*/ 0 h 48"/>
                <a:gd name="T32" fmla="*/ 2147483647 w 80"/>
                <a:gd name="T33" fmla="*/ 0 h 48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0"/>
                <a:gd name="T52" fmla="*/ 0 h 48"/>
                <a:gd name="T53" fmla="*/ 80 w 80"/>
                <a:gd name="T54" fmla="*/ 48 h 48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0" h="48">
                  <a:moveTo>
                    <a:pt x="56" y="0"/>
                  </a:moveTo>
                  <a:lnTo>
                    <a:pt x="48" y="0"/>
                  </a:lnTo>
                  <a:lnTo>
                    <a:pt x="32" y="8"/>
                  </a:lnTo>
                  <a:lnTo>
                    <a:pt x="24" y="8"/>
                  </a:lnTo>
                  <a:lnTo>
                    <a:pt x="16" y="8"/>
                  </a:lnTo>
                  <a:lnTo>
                    <a:pt x="8" y="8"/>
                  </a:lnTo>
                  <a:lnTo>
                    <a:pt x="8" y="16"/>
                  </a:lnTo>
                  <a:lnTo>
                    <a:pt x="0" y="24"/>
                  </a:lnTo>
                  <a:lnTo>
                    <a:pt x="0" y="32"/>
                  </a:lnTo>
                  <a:lnTo>
                    <a:pt x="16" y="40"/>
                  </a:lnTo>
                  <a:lnTo>
                    <a:pt x="32" y="48"/>
                  </a:lnTo>
                  <a:lnTo>
                    <a:pt x="48" y="40"/>
                  </a:lnTo>
                  <a:lnTo>
                    <a:pt x="64" y="40"/>
                  </a:lnTo>
                  <a:lnTo>
                    <a:pt x="72" y="24"/>
                  </a:lnTo>
                  <a:lnTo>
                    <a:pt x="80" y="0"/>
                  </a:lnTo>
                  <a:lnTo>
                    <a:pt x="72" y="0"/>
                  </a:lnTo>
                  <a:lnTo>
                    <a:pt x="56" y="0"/>
                  </a:lnTo>
                  <a:close/>
                </a:path>
              </a:pathLst>
            </a:custGeom>
            <a:grpFill/>
            <a:ln w="6350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163" name="Freeform 713"/>
            <p:cNvSpPr>
              <a:spLocks/>
            </p:cNvSpPr>
            <p:nvPr/>
          </p:nvSpPr>
          <p:spPr bwMode="auto">
            <a:xfrm>
              <a:off x="2955050" y="2711614"/>
              <a:ext cx="76237" cy="34653"/>
            </a:xfrm>
            <a:custGeom>
              <a:avLst/>
              <a:gdLst>
                <a:gd name="T0" fmla="*/ 2147483647 w 72"/>
                <a:gd name="T1" fmla="*/ 2147483647 h 32"/>
                <a:gd name="T2" fmla="*/ 2147483647 w 72"/>
                <a:gd name="T3" fmla="*/ 0 h 32"/>
                <a:gd name="T4" fmla="*/ 2147483647 w 72"/>
                <a:gd name="T5" fmla="*/ 2147483647 h 32"/>
                <a:gd name="T6" fmla="*/ 2147483647 w 72"/>
                <a:gd name="T7" fmla="*/ 2147483647 h 32"/>
                <a:gd name="T8" fmla="*/ 0 w 72"/>
                <a:gd name="T9" fmla="*/ 2147483647 h 32"/>
                <a:gd name="T10" fmla="*/ 0 w 72"/>
                <a:gd name="T11" fmla="*/ 2147483647 h 32"/>
                <a:gd name="T12" fmla="*/ 2147483647 w 72"/>
                <a:gd name="T13" fmla="*/ 2147483647 h 32"/>
                <a:gd name="T14" fmla="*/ 2147483647 w 72"/>
                <a:gd name="T15" fmla="*/ 2147483647 h 32"/>
                <a:gd name="T16" fmla="*/ 2147483647 w 72"/>
                <a:gd name="T17" fmla="*/ 2147483647 h 32"/>
                <a:gd name="T18" fmla="*/ 2147483647 w 72"/>
                <a:gd name="T19" fmla="*/ 2147483647 h 32"/>
                <a:gd name="T20" fmla="*/ 2147483647 w 72"/>
                <a:gd name="T21" fmla="*/ 2147483647 h 32"/>
                <a:gd name="T22" fmla="*/ 2147483647 w 72"/>
                <a:gd name="T23" fmla="*/ 2147483647 h 32"/>
                <a:gd name="T24" fmla="*/ 2147483647 w 72"/>
                <a:gd name="T25" fmla="*/ 2147483647 h 32"/>
                <a:gd name="T26" fmla="*/ 2147483647 w 72"/>
                <a:gd name="T27" fmla="*/ 2147483647 h 32"/>
                <a:gd name="T28" fmla="*/ 2147483647 w 72"/>
                <a:gd name="T29" fmla="*/ 2147483647 h 32"/>
                <a:gd name="T30" fmla="*/ 2147483647 w 72"/>
                <a:gd name="T31" fmla="*/ 2147483647 h 32"/>
                <a:gd name="T32" fmla="*/ 2147483647 w 72"/>
                <a:gd name="T33" fmla="*/ 2147483647 h 32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72"/>
                <a:gd name="T52" fmla="*/ 0 h 32"/>
                <a:gd name="T53" fmla="*/ 72 w 72"/>
                <a:gd name="T54" fmla="*/ 32 h 32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72" h="32">
                  <a:moveTo>
                    <a:pt x="40" y="8"/>
                  </a:moveTo>
                  <a:lnTo>
                    <a:pt x="24" y="0"/>
                  </a:lnTo>
                  <a:lnTo>
                    <a:pt x="16" y="8"/>
                  </a:lnTo>
                  <a:lnTo>
                    <a:pt x="16" y="16"/>
                  </a:lnTo>
                  <a:lnTo>
                    <a:pt x="0" y="24"/>
                  </a:lnTo>
                  <a:lnTo>
                    <a:pt x="0" y="32"/>
                  </a:lnTo>
                  <a:lnTo>
                    <a:pt x="8" y="32"/>
                  </a:lnTo>
                  <a:lnTo>
                    <a:pt x="16" y="32"/>
                  </a:lnTo>
                  <a:lnTo>
                    <a:pt x="24" y="32"/>
                  </a:lnTo>
                  <a:lnTo>
                    <a:pt x="40" y="24"/>
                  </a:lnTo>
                  <a:lnTo>
                    <a:pt x="48" y="24"/>
                  </a:lnTo>
                  <a:lnTo>
                    <a:pt x="64" y="24"/>
                  </a:lnTo>
                  <a:lnTo>
                    <a:pt x="72" y="24"/>
                  </a:lnTo>
                  <a:lnTo>
                    <a:pt x="64" y="16"/>
                  </a:lnTo>
                  <a:lnTo>
                    <a:pt x="64" y="8"/>
                  </a:lnTo>
                  <a:lnTo>
                    <a:pt x="56" y="8"/>
                  </a:lnTo>
                  <a:lnTo>
                    <a:pt x="40" y="8"/>
                  </a:lnTo>
                  <a:close/>
                </a:path>
              </a:pathLst>
            </a:custGeom>
            <a:grpFill/>
            <a:ln w="6350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164" name="Freeform 714"/>
            <p:cNvSpPr>
              <a:spLocks/>
            </p:cNvSpPr>
            <p:nvPr/>
          </p:nvSpPr>
          <p:spPr bwMode="auto">
            <a:xfrm>
              <a:off x="2997500" y="2780054"/>
              <a:ext cx="33787" cy="42450"/>
            </a:xfrm>
            <a:custGeom>
              <a:avLst/>
              <a:gdLst>
                <a:gd name="T0" fmla="*/ 2147483647 w 32"/>
                <a:gd name="T1" fmla="*/ 2147483647 h 40"/>
                <a:gd name="T2" fmla="*/ 2147483647 w 32"/>
                <a:gd name="T3" fmla="*/ 2147483647 h 40"/>
                <a:gd name="T4" fmla="*/ 0 w 32"/>
                <a:gd name="T5" fmla="*/ 0 h 40"/>
                <a:gd name="T6" fmla="*/ 2147483647 w 32"/>
                <a:gd name="T7" fmla="*/ 2147483647 h 40"/>
                <a:gd name="T8" fmla="*/ 2147483647 w 32"/>
                <a:gd name="T9" fmla="*/ 2147483647 h 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"/>
                <a:gd name="T16" fmla="*/ 0 h 40"/>
                <a:gd name="T17" fmla="*/ 32 w 32"/>
                <a:gd name="T18" fmla="*/ 40 h 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" h="40">
                  <a:moveTo>
                    <a:pt x="32" y="32"/>
                  </a:moveTo>
                  <a:lnTo>
                    <a:pt x="32" y="40"/>
                  </a:lnTo>
                  <a:lnTo>
                    <a:pt x="0" y="0"/>
                  </a:lnTo>
                  <a:lnTo>
                    <a:pt x="8" y="16"/>
                  </a:lnTo>
                  <a:lnTo>
                    <a:pt x="32" y="32"/>
                  </a:lnTo>
                  <a:close/>
                </a:path>
              </a:pathLst>
            </a:custGeom>
            <a:grpFill/>
            <a:ln w="6350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165" name="Freeform 715"/>
            <p:cNvSpPr>
              <a:spLocks/>
            </p:cNvSpPr>
            <p:nvPr/>
          </p:nvSpPr>
          <p:spPr bwMode="auto">
            <a:xfrm>
              <a:off x="2955050" y="2711614"/>
              <a:ext cx="76237" cy="34653"/>
            </a:xfrm>
            <a:custGeom>
              <a:avLst/>
              <a:gdLst>
                <a:gd name="T0" fmla="*/ 2147483647 w 72"/>
                <a:gd name="T1" fmla="*/ 2147483647 h 32"/>
                <a:gd name="T2" fmla="*/ 2147483647 w 72"/>
                <a:gd name="T3" fmla="*/ 0 h 32"/>
                <a:gd name="T4" fmla="*/ 2147483647 w 72"/>
                <a:gd name="T5" fmla="*/ 0 h 32"/>
                <a:gd name="T6" fmla="*/ 2147483647 w 72"/>
                <a:gd name="T7" fmla="*/ 2147483647 h 32"/>
                <a:gd name="T8" fmla="*/ 2147483647 w 72"/>
                <a:gd name="T9" fmla="*/ 2147483647 h 32"/>
                <a:gd name="T10" fmla="*/ 0 w 72"/>
                <a:gd name="T11" fmla="*/ 2147483647 h 32"/>
                <a:gd name="T12" fmla="*/ 0 w 72"/>
                <a:gd name="T13" fmla="*/ 2147483647 h 32"/>
                <a:gd name="T14" fmla="*/ 0 w 72"/>
                <a:gd name="T15" fmla="*/ 2147483647 h 32"/>
                <a:gd name="T16" fmla="*/ 2147483647 w 72"/>
                <a:gd name="T17" fmla="*/ 2147483647 h 32"/>
                <a:gd name="T18" fmla="*/ 2147483647 w 72"/>
                <a:gd name="T19" fmla="*/ 2147483647 h 32"/>
                <a:gd name="T20" fmla="*/ 2147483647 w 72"/>
                <a:gd name="T21" fmla="*/ 2147483647 h 32"/>
                <a:gd name="T22" fmla="*/ 2147483647 w 72"/>
                <a:gd name="T23" fmla="*/ 2147483647 h 32"/>
                <a:gd name="T24" fmla="*/ 2147483647 w 72"/>
                <a:gd name="T25" fmla="*/ 2147483647 h 32"/>
                <a:gd name="T26" fmla="*/ 2147483647 w 72"/>
                <a:gd name="T27" fmla="*/ 2147483647 h 32"/>
                <a:gd name="T28" fmla="*/ 2147483647 w 72"/>
                <a:gd name="T29" fmla="*/ 2147483647 h 32"/>
                <a:gd name="T30" fmla="*/ 2147483647 w 72"/>
                <a:gd name="T31" fmla="*/ 2147483647 h 32"/>
                <a:gd name="T32" fmla="*/ 2147483647 w 72"/>
                <a:gd name="T33" fmla="*/ 2147483647 h 32"/>
                <a:gd name="T34" fmla="*/ 2147483647 w 72"/>
                <a:gd name="T35" fmla="*/ 2147483647 h 32"/>
                <a:gd name="T36" fmla="*/ 2147483647 w 72"/>
                <a:gd name="T37" fmla="*/ 2147483647 h 32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72"/>
                <a:gd name="T58" fmla="*/ 0 h 32"/>
                <a:gd name="T59" fmla="*/ 72 w 72"/>
                <a:gd name="T60" fmla="*/ 32 h 32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72" h="32">
                  <a:moveTo>
                    <a:pt x="40" y="8"/>
                  </a:moveTo>
                  <a:lnTo>
                    <a:pt x="24" y="0"/>
                  </a:lnTo>
                  <a:lnTo>
                    <a:pt x="16" y="8"/>
                  </a:lnTo>
                  <a:lnTo>
                    <a:pt x="16" y="16"/>
                  </a:lnTo>
                  <a:lnTo>
                    <a:pt x="0" y="24"/>
                  </a:lnTo>
                  <a:lnTo>
                    <a:pt x="0" y="32"/>
                  </a:lnTo>
                  <a:lnTo>
                    <a:pt x="8" y="32"/>
                  </a:lnTo>
                  <a:lnTo>
                    <a:pt x="16" y="32"/>
                  </a:lnTo>
                  <a:lnTo>
                    <a:pt x="24" y="32"/>
                  </a:lnTo>
                  <a:lnTo>
                    <a:pt x="40" y="24"/>
                  </a:lnTo>
                  <a:lnTo>
                    <a:pt x="48" y="24"/>
                  </a:lnTo>
                  <a:lnTo>
                    <a:pt x="64" y="24"/>
                  </a:lnTo>
                  <a:lnTo>
                    <a:pt x="72" y="24"/>
                  </a:lnTo>
                  <a:lnTo>
                    <a:pt x="64" y="16"/>
                  </a:lnTo>
                  <a:lnTo>
                    <a:pt x="64" y="8"/>
                  </a:lnTo>
                  <a:lnTo>
                    <a:pt x="56" y="8"/>
                  </a:lnTo>
                  <a:lnTo>
                    <a:pt x="40" y="8"/>
                  </a:lnTo>
                  <a:close/>
                </a:path>
              </a:pathLst>
            </a:custGeom>
            <a:grpFill/>
            <a:ln w="6350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166" name="Freeform 716"/>
            <p:cNvSpPr>
              <a:spLocks/>
            </p:cNvSpPr>
            <p:nvPr/>
          </p:nvSpPr>
          <p:spPr bwMode="auto">
            <a:xfrm>
              <a:off x="3031287" y="2822504"/>
              <a:ext cx="92697" cy="76237"/>
            </a:xfrm>
            <a:custGeom>
              <a:avLst/>
              <a:gdLst>
                <a:gd name="T0" fmla="*/ 2147483647 w 88"/>
                <a:gd name="T1" fmla="*/ 0 h 72"/>
                <a:gd name="T2" fmla="*/ 2147483647 w 88"/>
                <a:gd name="T3" fmla="*/ 0 h 72"/>
                <a:gd name="T4" fmla="*/ 0 w 88"/>
                <a:gd name="T5" fmla="*/ 0 h 72"/>
                <a:gd name="T6" fmla="*/ 0 w 88"/>
                <a:gd name="T7" fmla="*/ 2147483647 h 72"/>
                <a:gd name="T8" fmla="*/ 2147483647 w 88"/>
                <a:gd name="T9" fmla="*/ 2147483647 h 72"/>
                <a:gd name="T10" fmla="*/ 0 w 88"/>
                <a:gd name="T11" fmla="*/ 2147483647 h 72"/>
                <a:gd name="T12" fmla="*/ 2147483647 w 88"/>
                <a:gd name="T13" fmla="*/ 2147483647 h 72"/>
                <a:gd name="T14" fmla="*/ 2147483647 w 88"/>
                <a:gd name="T15" fmla="*/ 2147483647 h 72"/>
                <a:gd name="T16" fmla="*/ 2147483647 w 88"/>
                <a:gd name="T17" fmla="*/ 2147483647 h 72"/>
                <a:gd name="T18" fmla="*/ 2147483647 w 88"/>
                <a:gd name="T19" fmla="*/ 2147483647 h 72"/>
                <a:gd name="T20" fmla="*/ 2147483647 w 88"/>
                <a:gd name="T21" fmla="*/ 2147483647 h 72"/>
                <a:gd name="T22" fmla="*/ 2147483647 w 88"/>
                <a:gd name="T23" fmla="*/ 2147483647 h 72"/>
                <a:gd name="T24" fmla="*/ 2147483647 w 88"/>
                <a:gd name="T25" fmla="*/ 2147483647 h 72"/>
                <a:gd name="T26" fmla="*/ 2147483647 w 88"/>
                <a:gd name="T27" fmla="*/ 2147483647 h 72"/>
                <a:gd name="T28" fmla="*/ 2147483647 w 88"/>
                <a:gd name="T29" fmla="*/ 2147483647 h 72"/>
                <a:gd name="T30" fmla="*/ 2147483647 w 88"/>
                <a:gd name="T31" fmla="*/ 2147483647 h 72"/>
                <a:gd name="T32" fmla="*/ 2147483647 w 88"/>
                <a:gd name="T33" fmla="*/ 2147483647 h 72"/>
                <a:gd name="T34" fmla="*/ 2147483647 w 88"/>
                <a:gd name="T35" fmla="*/ 2147483647 h 72"/>
                <a:gd name="T36" fmla="*/ 2147483647 w 88"/>
                <a:gd name="T37" fmla="*/ 2147483647 h 72"/>
                <a:gd name="T38" fmla="*/ 2147483647 w 88"/>
                <a:gd name="T39" fmla="*/ 2147483647 h 72"/>
                <a:gd name="T40" fmla="*/ 2147483647 w 88"/>
                <a:gd name="T41" fmla="*/ 2147483647 h 72"/>
                <a:gd name="T42" fmla="*/ 2147483647 w 88"/>
                <a:gd name="T43" fmla="*/ 0 h 72"/>
                <a:gd name="T44" fmla="*/ 2147483647 w 88"/>
                <a:gd name="T45" fmla="*/ 0 h 72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w 88"/>
                <a:gd name="T70" fmla="*/ 0 h 72"/>
                <a:gd name="T71" fmla="*/ 88 w 88"/>
                <a:gd name="T72" fmla="*/ 72 h 72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T69" t="T70" r="T71" b="T72"/>
              <a:pathLst>
                <a:path w="88" h="72">
                  <a:moveTo>
                    <a:pt x="32" y="0"/>
                  </a:moveTo>
                  <a:lnTo>
                    <a:pt x="8" y="0"/>
                  </a:lnTo>
                  <a:lnTo>
                    <a:pt x="0" y="0"/>
                  </a:lnTo>
                  <a:lnTo>
                    <a:pt x="0" y="8"/>
                  </a:lnTo>
                  <a:lnTo>
                    <a:pt x="8" y="16"/>
                  </a:lnTo>
                  <a:lnTo>
                    <a:pt x="0" y="32"/>
                  </a:lnTo>
                  <a:lnTo>
                    <a:pt x="8" y="40"/>
                  </a:lnTo>
                  <a:lnTo>
                    <a:pt x="8" y="48"/>
                  </a:lnTo>
                  <a:lnTo>
                    <a:pt x="32" y="48"/>
                  </a:lnTo>
                  <a:lnTo>
                    <a:pt x="48" y="48"/>
                  </a:lnTo>
                  <a:lnTo>
                    <a:pt x="48" y="40"/>
                  </a:lnTo>
                  <a:lnTo>
                    <a:pt x="48" y="48"/>
                  </a:lnTo>
                  <a:lnTo>
                    <a:pt x="48" y="56"/>
                  </a:lnTo>
                  <a:lnTo>
                    <a:pt x="40" y="56"/>
                  </a:lnTo>
                  <a:lnTo>
                    <a:pt x="48" y="72"/>
                  </a:lnTo>
                  <a:lnTo>
                    <a:pt x="64" y="64"/>
                  </a:lnTo>
                  <a:lnTo>
                    <a:pt x="80" y="64"/>
                  </a:lnTo>
                  <a:lnTo>
                    <a:pt x="88" y="48"/>
                  </a:lnTo>
                  <a:lnTo>
                    <a:pt x="64" y="40"/>
                  </a:lnTo>
                  <a:lnTo>
                    <a:pt x="64" y="24"/>
                  </a:lnTo>
                  <a:lnTo>
                    <a:pt x="80" y="8"/>
                  </a:lnTo>
                  <a:lnTo>
                    <a:pt x="56" y="0"/>
                  </a:lnTo>
                  <a:lnTo>
                    <a:pt x="32" y="0"/>
                  </a:lnTo>
                  <a:close/>
                </a:path>
              </a:pathLst>
            </a:custGeom>
            <a:grpFill/>
            <a:ln w="6350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167" name="Freeform 717"/>
            <p:cNvSpPr>
              <a:spLocks/>
            </p:cNvSpPr>
            <p:nvPr/>
          </p:nvSpPr>
          <p:spPr bwMode="auto">
            <a:xfrm>
              <a:off x="2971510" y="2780054"/>
              <a:ext cx="67574" cy="118687"/>
            </a:xfrm>
            <a:custGeom>
              <a:avLst/>
              <a:gdLst>
                <a:gd name="T0" fmla="*/ 2147483647 w 64"/>
                <a:gd name="T1" fmla="*/ 2147483647 h 112"/>
                <a:gd name="T2" fmla="*/ 2147483647 w 64"/>
                <a:gd name="T3" fmla="*/ 2147483647 h 112"/>
                <a:gd name="T4" fmla="*/ 2147483647 w 64"/>
                <a:gd name="T5" fmla="*/ 2147483647 h 112"/>
                <a:gd name="T6" fmla="*/ 2147483647 w 64"/>
                <a:gd name="T7" fmla="*/ 2147483647 h 112"/>
                <a:gd name="T8" fmla="*/ 2147483647 w 64"/>
                <a:gd name="T9" fmla="*/ 2147483647 h 112"/>
                <a:gd name="T10" fmla="*/ 2147483647 w 64"/>
                <a:gd name="T11" fmla="*/ 2147483647 h 112"/>
                <a:gd name="T12" fmla="*/ 2147483647 w 64"/>
                <a:gd name="T13" fmla="*/ 2147483647 h 112"/>
                <a:gd name="T14" fmla="*/ 2147483647 w 64"/>
                <a:gd name="T15" fmla="*/ 2147483647 h 112"/>
                <a:gd name="T16" fmla="*/ 2147483647 w 64"/>
                <a:gd name="T17" fmla="*/ 2147483647 h 112"/>
                <a:gd name="T18" fmla="*/ 2147483647 w 64"/>
                <a:gd name="T19" fmla="*/ 2147483647 h 112"/>
                <a:gd name="T20" fmla="*/ 2147483647 w 64"/>
                <a:gd name="T21" fmla="*/ 0 h 112"/>
                <a:gd name="T22" fmla="*/ 2147483647 w 64"/>
                <a:gd name="T23" fmla="*/ 2147483647 h 112"/>
                <a:gd name="T24" fmla="*/ 2147483647 w 64"/>
                <a:gd name="T25" fmla="*/ 2147483647 h 112"/>
                <a:gd name="T26" fmla="*/ 2147483647 w 64"/>
                <a:gd name="T27" fmla="*/ 2147483647 h 112"/>
                <a:gd name="T28" fmla="*/ 2147483647 w 64"/>
                <a:gd name="T29" fmla="*/ 2147483647 h 112"/>
                <a:gd name="T30" fmla="*/ 2147483647 w 64"/>
                <a:gd name="T31" fmla="*/ 2147483647 h 112"/>
                <a:gd name="T32" fmla="*/ 0 w 64"/>
                <a:gd name="T33" fmla="*/ 2147483647 h 112"/>
                <a:gd name="T34" fmla="*/ 2147483647 w 64"/>
                <a:gd name="T35" fmla="*/ 2147483647 h 112"/>
                <a:gd name="T36" fmla="*/ 2147483647 w 64"/>
                <a:gd name="T37" fmla="*/ 2147483647 h 112"/>
                <a:gd name="T38" fmla="*/ 2147483647 w 64"/>
                <a:gd name="T39" fmla="*/ 2147483647 h 112"/>
                <a:gd name="T40" fmla="*/ 2147483647 w 64"/>
                <a:gd name="T41" fmla="*/ 2147483647 h 112"/>
                <a:gd name="T42" fmla="*/ 2147483647 w 64"/>
                <a:gd name="T43" fmla="*/ 2147483647 h 112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w 64"/>
                <a:gd name="T67" fmla="*/ 0 h 112"/>
                <a:gd name="T68" fmla="*/ 64 w 64"/>
                <a:gd name="T69" fmla="*/ 112 h 112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T66" t="T67" r="T68" b="T69"/>
              <a:pathLst>
                <a:path w="64" h="112">
                  <a:moveTo>
                    <a:pt x="40" y="96"/>
                  </a:moveTo>
                  <a:lnTo>
                    <a:pt x="56" y="88"/>
                  </a:lnTo>
                  <a:lnTo>
                    <a:pt x="64" y="88"/>
                  </a:lnTo>
                  <a:lnTo>
                    <a:pt x="64" y="80"/>
                  </a:lnTo>
                  <a:lnTo>
                    <a:pt x="56" y="72"/>
                  </a:lnTo>
                  <a:lnTo>
                    <a:pt x="64" y="56"/>
                  </a:lnTo>
                  <a:lnTo>
                    <a:pt x="56" y="48"/>
                  </a:lnTo>
                  <a:lnTo>
                    <a:pt x="56" y="40"/>
                  </a:lnTo>
                  <a:lnTo>
                    <a:pt x="56" y="32"/>
                  </a:lnTo>
                  <a:lnTo>
                    <a:pt x="32" y="16"/>
                  </a:lnTo>
                  <a:lnTo>
                    <a:pt x="24" y="0"/>
                  </a:lnTo>
                  <a:lnTo>
                    <a:pt x="8" y="8"/>
                  </a:lnTo>
                  <a:lnTo>
                    <a:pt x="16" y="16"/>
                  </a:lnTo>
                  <a:lnTo>
                    <a:pt x="16" y="24"/>
                  </a:lnTo>
                  <a:lnTo>
                    <a:pt x="16" y="40"/>
                  </a:lnTo>
                  <a:lnTo>
                    <a:pt x="8" y="56"/>
                  </a:lnTo>
                  <a:lnTo>
                    <a:pt x="0" y="72"/>
                  </a:lnTo>
                  <a:lnTo>
                    <a:pt x="16" y="88"/>
                  </a:lnTo>
                  <a:lnTo>
                    <a:pt x="16" y="96"/>
                  </a:lnTo>
                  <a:lnTo>
                    <a:pt x="24" y="112"/>
                  </a:lnTo>
                  <a:lnTo>
                    <a:pt x="32" y="104"/>
                  </a:lnTo>
                  <a:lnTo>
                    <a:pt x="40" y="96"/>
                  </a:lnTo>
                  <a:close/>
                </a:path>
              </a:pathLst>
            </a:custGeom>
            <a:grpFill/>
            <a:ln w="6350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168" name="Freeform 718"/>
            <p:cNvSpPr>
              <a:spLocks/>
            </p:cNvSpPr>
            <p:nvPr/>
          </p:nvSpPr>
          <p:spPr bwMode="auto">
            <a:xfrm>
              <a:off x="2912600" y="2762727"/>
              <a:ext cx="76237" cy="93564"/>
            </a:xfrm>
            <a:custGeom>
              <a:avLst/>
              <a:gdLst>
                <a:gd name="T0" fmla="*/ 2147483647 w 72"/>
                <a:gd name="T1" fmla="*/ 2147483647 h 88"/>
                <a:gd name="T2" fmla="*/ 2147483647 w 72"/>
                <a:gd name="T3" fmla="*/ 2147483647 h 88"/>
                <a:gd name="T4" fmla="*/ 2147483647 w 72"/>
                <a:gd name="T5" fmla="*/ 2147483647 h 88"/>
                <a:gd name="T6" fmla="*/ 2147483647 w 72"/>
                <a:gd name="T7" fmla="*/ 2147483647 h 88"/>
                <a:gd name="T8" fmla="*/ 2147483647 w 72"/>
                <a:gd name="T9" fmla="*/ 2147483647 h 88"/>
                <a:gd name="T10" fmla="*/ 2147483647 w 72"/>
                <a:gd name="T11" fmla="*/ 2147483647 h 88"/>
                <a:gd name="T12" fmla="*/ 2147483647 w 72"/>
                <a:gd name="T13" fmla="*/ 0 h 88"/>
                <a:gd name="T14" fmla="*/ 2147483647 w 72"/>
                <a:gd name="T15" fmla="*/ 2147483647 h 88"/>
                <a:gd name="T16" fmla="*/ 0 w 72"/>
                <a:gd name="T17" fmla="*/ 2147483647 h 88"/>
                <a:gd name="T18" fmla="*/ 0 w 72"/>
                <a:gd name="T19" fmla="*/ 2147483647 h 88"/>
                <a:gd name="T20" fmla="*/ 0 w 72"/>
                <a:gd name="T21" fmla="*/ 2147483647 h 88"/>
                <a:gd name="T22" fmla="*/ 2147483647 w 72"/>
                <a:gd name="T23" fmla="*/ 2147483647 h 88"/>
                <a:gd name="T24" fmla="*/ 2147483647 w 72"/>
                <a:gd name="T25" fmla="*/ 2147483647 h 88"/>
                <a:gd name="T26" fmla="*/ 2147483647 w 72"/>
                <a:gd name="T27" fmla="*/ 2147483647 h 88"/>
                <a:gd name="T28" fmla="*/ 2147483647 w 72"/>
                <a:gd name="T29" fmla="*/ 2147483647 h 88"/>
                <a:gd name="T30" fmla="*/ 2147483647 w 72"/>
                <a:gd name="T31" fmla="*/ 2147483647 h 88"/>
                <a:gd name="T32" fmla="*/ 2147483647 w 72"/>
                <a:gd name="T33" fmla="*/ 2147483647 h 88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72"/>
                <a:gd name="T52" fmla="*/ 0 h 88"/>
                <a:gd name="T53" fmla="*/ 72 w 72"/>
                <a:gd name="T54" fmla="*/ 88 h 88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72" h="88">
                  <a:moveTo>
                    <a:pt x="72" y="56"/>
                  </a:moveTo>
                  <a:lnTo>
                    <a:pt x="72" y="40"/>
                  </a:lnTo>
                  <a:lnTo>
                    <a:pt x="72" y="32"/>
                  </a:lnTo>
                  <a:lnTo>
                    <a:pt x="64" y="24"/>
                  </a:lnTo>
                  <a:lnTo>
                    <a:pt x="48" y="16"/>
                  </a:lnTo>
                  <a:lnTo>
                    <a:pt x="32" y="8"/>
                  </a:lnTo>
                  <a:lnTo>
                    <a:pt x="32" y="0"/>
                  </a:lnTo>
                  <a:lnTo>
                    <a:pt x="16" y="8"/>
                  </a:lnTo>
                  <a:lnTo>
                    <a:pt x="0" y="8"/>
                  </a:lnTo>
                  <a:lnTo>
                    <a:pt x="0" y="24"/>
                  </a:lnTo>
                  <a:lnTo>
                    <a:pt x="0" y="32"/>
                  </a:lnTo>
                  <a:lnTo>
                    <a:pt x="8" y="32"/>
                  </a:lnTo>
                  <a:lnTo>
                    <a:pt x="24" y="48"/>
                  </a:lnTo>
                  <a:lnTo>
                    <a:pt x="32" y="72"/>
                  </a:lnTo>
                  <a:lnTo>
                    <a:pt x="56" y="88"/>
                  </a:lnTo>
                  <a:lnTo>
                    <a:pt x="64" y="72"/>
                  </a:lnTo>
                  <a:lnTo>
                    <a:pt x="72" y="56"/>
                  </a:lnTo>
                  <a:close/>
                </a:path>
              </a:pathLst>
            </a:custGeom>
            <a:grpFill/>
            <a:ln w="6350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169" name="Freeform 719"/>
            <p:cNvSpPr>
              <a:spLocks/>
            </p:cNvSpPr>
            <p:nvPr/>
          </p:nvSpPr>
          <p:spPr bwMode="auto">
            <a:xfrm>
              <a:off x="2997500" y="2585130"/>
              <a:ext cx="41584" cy="25123"/>
            </a:xfrm>
            <a:custGeom>
              <a:avLst/>
              <a:gdLst>
                <a:gd name="T0" fmla="*/ 2147483647 w 40"/>
                <a:gd name="T1" fmla="*/ 2147483647 h 24"/>
                <a:gd name="T2" fmla="*/ 2147483647 w 40"/>
                <a:gd name="T3" fmla="*/ 2147483647 h 24"/>
                <a:gd name="T4" fmla="*/ 2147483647 w 40"/>
                <a:gd name="T5" fmla="*/ 2147483647 h 24"/>
                <a:gd name="T6" fmla="*/ 2147483647 w 40"/>
                <a:gd name="T7" fmla="*/ 2147483647 h 24"/>
                <a:gd name="T8" fmla="*/ 2147483647 w 40"/>
                <a:gd name="T9" fmla="*/ 0 h 24"/>
                <a:gd name="T10" fmla="*/ 2147483647 w 40"/>
                <a:gd name="T11" fmla="*/ 0 h 24"/>
                <a:gd name="T12" fmla="*/ 0 w 40"/>
                <a:gd name="T13" fmla="*/ 2147483647 h 24"/>
                <a:gd name="T14" fmla="*/ 0 w 40"/>
                <a:gd name="T15" fmla="*/ 2147483647 h 24"/>
                <a:gd name="T16" fmla="*/ 2147483647 w 40"/>
                <a:gd name="T17" fmla="*/ 2147483647 h 24"/>
                <a:gd name="T18" fmla="*/ 2147483647 w 40"/>
                <a:gd name="T19" fmla="*/ 2147483647 h 2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40"/>
                <a:gd name="T31" fmla="*/ 0 h 24"/>
                <a:gd name="T32" fmla="*/ 40 w 40"/>
                <a:gd name="T33" fmla="*/ 24 h 24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40" h="24">
                  <a:moveTo>
                    <a:pt x="32" y="24"/>
                  </a:moveTo>
                  <a:lnTo>
                    <a:pt x="40" y="16"/>
                  </a:lnTo>
                  <a:lnTo>
                    <a:pt x="32" y="8"/>
                  </a:lnTo>
                  <a:lnTo>
                    <a:pt x="24" y="8"/>
                  </a:lnTo>
                  <a:lnTo>
                    <a:pt x="16" y="0"/>
                  </a:lnTo>
                  <a:lnTo>
                    <a:pt x="8" y="0"/>
                  </a:lnTo>
                  <a:lnTo>
                    <a:pt x="0" y="8"/>
                  </a:lnTo>
                  <a:lnTo>
                    <a:pt x="0" y="16"/>
                  </a:lnTo>
                  <a:lnTo>
                    <a:pt x="8" y="24"/>
                  </a:lnTo>
                  <a:lnTo>
                    <a:pt x="32" y="24"/>
                  </a:lnTo>
                  <a:close/>
                </a:path>
              </a:pathLst>
            </a:custGeom>
            <a:grpFill/>
            <a:ln w="6350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170" name="Freeform 720"/>
            <p:cNvSpPr>
              <a:spLocks/>
            </p:cNvSpPr>
            <p:nvPr/>
          </p:nvSpPr>
          <p:spPr bwMode="auto">
            <a:xfrm>
              <a:off x="3031287" y="2822504"/>
              <a:ext cx="92697" cy="76237"/>
            </a:xfrm>
            <a:custGeom>
              <a:avLst/>
              <a:gdLst>
                <a:gd name="T0" fmla="*/ 2147483647 w 88"/>
                <a:gd name="T1" fmla="*/ 0 h 72"/>
                <a:gd name="T2" fmla="*/ 2147483647 w 88"/>
                <a:gd name="T3" fmla="*/ 0 h 72"/>
                <a:gd name="T4" fmla="*/ 0 w 88"/>
                <a:gd name="T5" fmla="*/ 0 h 72"/>
                <a:gd name="T6" fmla="*/ 0 w 88"/>
                <a:gd name="T7" fmla="*/ 2147483647 h 72"/>
                <a:gd name="T8" fmla="*/ 2147483647 w 88"/>
                <a:gd name="T9" fmla="*/ 2147483647 h 72"/>
                <a:gd name="T10" fmla="*/ 0 w 88"/>
                <a:gd name="T11" fmla="*/ 2147483647 h 72"/>
                <a:gd name="T12" fmla="*/ 2147483647 w 88"/>
                <a:gd name="T13" fmla="*/ 2147483647 h 72"/>
                <a:gd name="T14" fmla="*/ 2147483647 w 88"/>
                <a:gd name="T15" fmla="*/ 2147483647 h 72"/>
                <a:gd name="T16" fmla="*/ 2147483647 w 88"/>
                <a:gd name="T17" fmla="*/ 2147483647 h 72"/>
                <a:gd name="T18" fmla="*/ 2147483647 w 88"/>
                <a:gd name="T19" fmla="*/ 2147483647 h 72"/>
                <a:gd name="T20" fmla="*/ 2147483647 w 88"/>
                <a:gd name="T21" fmla="*/ 2147483647 h 72"/>
                <a:gd name="T22" fmla="*/ 2147483647 w 88"/>
                <a:gd name="T23" fmla="*/ 2147483647 h 72"/>
                <a:gd name="T24" fmla="*/ 2147483647 w 88"/>
                <a:gd name="T25" fmla="*/ 2147483647 h 72"/>
                <a:gd name="T26" fmla="*/ 2147483647 w 88"/>
                <a:gd name="T27" fmla="*/ 2147483647 h 72"/>
                <a:gd name="T28" fmla="*/ 2147483647 w 88"/>
                <a:gd name="T29" fmla="*/ 2147483647 h 72"/>
                <a:gd name="T30" fmla="*/ 2147483647 w 88"/>
                <a:gd name="T31" fmla="*/ 2147483647 h 72"/>
                <a:gd name="T32" fmla="*/ 2147483647 w 88"/>
                <a:gd name="T33" fmla="*/ 2147483647 h 72"/>
                <a:gd name="T34" fmla="*/ 2147483647 w 88"/>
                <a:gd name="T35" fmla="*/ 2147483647 h 72"/>
                <a:gd name="T36" fmla="*/ 2147483647 w 88"/>
                <a:gd name="T37" fmla="*/ 2147483647 h 72"/>
                <a:gd name="T38" fmla="*/ 2147483647 w 88"/>
                <a:gd name="T39" fmla="*/ 2147483647 h 72"/>
                <a:gd name="T40" fmla="*/ 2147483647 w 88"/>
                <a:gd name="T41" fmla="*/ 2147483647 h 72"/>
                <a:gd name="T42" fmla="*/ 2147483647 w 88"/>
                <a:gd name="T43" fmla="*/ 2147483647 h 72"/>
                <a:gd name="T44" fmla="*/ 2147483647 w 88"/>
                <a:gd name="T45" fmla="*/ 2147483647 h 72"/>
                <a:gd name="T46" fmla="*/ 2147483647 w 88"/>
                <a:gd name="T47" fmla="*/ 2147483647 h 72"/>
                <a:gd name="T48" fmla="*/ 2147483647 w 88"/>
                <a:gd name="T49" fmla="*/ 0 h 72"/>
                <a:gd name="T50" fmla="*/ 2147483647 w 88"/>
                <a:gd name="T51" fmla="*/ 0 h 72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w 88"/>
                <a:gd name="T79" fmla="*/ 0 h 72"/>
                <a:gd name="T80" fmla="*/ 88 w 88"/>
                <a:gd name="T81" fmla="*/ 72 h 72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T78" t="T79" r="T80" b="T81"/>
              <a:pathLst>
                <a:path w="88" h="72">
                  <a:moveTo>
                    <a:pt x="32" y="0"/>
                  </a:moveTo>
                  <a:lnTo>
                    <a:pt x="8" y="0"/>
                  </a:lnTo>
                  <a:lnTo>
                    <a:pt x="0" y="0"/>
                  </a:lnTo>
                  <a:lnTo>
                    <a:pt x="0" y="8"/>
                  </a:lnTo>
                  <a:lnTo>
                    <a:pt x="8" y="16"/>
                  </a:lnTo>
                  <a:lnTo>
                    <a:pt x="0" y="32"/>
                  </a:lnTo>
                  <a:lnTo>
                    <a:pt x="8" y="40"/>
                  </a:lnTo>
                  <a:lnTo>
                    <a:pt x="8" y="48"/>
                  </a:lnTo>
                  <a:lnTo>
                    <a:pt x="32" y="48"/>
                  </a:lnTo>
                  <a:lnTo>
                    <a:pt x="48" y="48"/>
                  </a:lnTo>
                  <a:lnTo>
                    <a:pt x="48" y="40"/>
                  </a:lnTo>
                  <a:lnTo>
                    <a:pt x="48" y="48"/>
                  </a:lnTo>
                  <a:lnTo>
                    <a:pt x="48" y="56"/>
                  </a:lnTo>
                  <a:lnTo>
                    <a:pt x="40" y="56"/>
                  </a:lnTo>
                  <a:lnTo>
                    <a:pt x="48" y="72"/>
                  </a:lnTo>
                  <a:lnTo>
                    <a:pt x="64" y="64"/>
                  </a:lnTo>
                  <a:lnTo>
                    <a:pt x="80" y="64"/>
                  </a:lnTo>
                  <a:lnTo>
                    <a:pt x="88" y="48"/>
                  </a:lnTo>
                  <a:lnTo>
                    <a:pt x="64" y="40"/>
                  </a:lnTo>
                  <a:lnTo>
                    <a:pt x="64" y="24"/>
                  </a:lnTo>
                  <a:lnTo>
                    <a:pt x="80" y="8"/>
                  </a:lnTo>
                  <a:lnTo>
                    <a:pt x="56" y="0"/>
                  </a:lnTo>
                  <a:lnTo>
                    <a:pt x="32" y="0"/>
                  </a:lnTo>
                  <a:close/>
                </a:path>
              </a:pathLst>
            </a:custGeom>
            <a:grpFill/>
            <a:ln w="6350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171" name="Freeform 721"/>
            <p:cNvSpPr>
              <a:spLocks/>
            </p:cNvSpPr>
            <p:nvPr/>
          </p:nvSpPr>
          <p:spPr bwMode="auto">
            <a:xfrm>
              <a:off x="2997500" y="2585130"/>
              <a:ext cx="41584" cy="25123"/>
            </a:xfrm>
            <a:custGeom>
              <a:avLst/>
              <a:gdLst>
                <a:gd name="T0" fmla="*/ 2147483647 w 40"/>
                <a:gd name="T1" fmla="*/ 2147483647 h 24"/>
                <a:gd name="T2" fmla="*/ 2147483647 w 40"/>
                <a:gd name="T3" fmla="*/ 2147483647 h 24"/>
                <a:gd name="T4" fmla="*/ 2147483647 w 40"/>
                <a:gd name="T5" fmla="*/ 2147483647 h 24"/>
                <a:gd name="T6" fmla="*/ 2147483647 w 40"/>
                <a:gd name="T7" fmla="*/ 2147483647 h 24"/>
                <a:gd name="T8" fmla="*/ 2147483647 w 40"/>
                <a:gd name="T9" fmla="*/ 0 h 24"/>
                <a:gd name="T10" fmla="*/ 2147483647 w 40"/>
                <a:gd name="T11" fmla="*/ 0 h 24"/>
                <a:gd name="T12" fmla="*/ 0 w 40"/>
                <a:gd name="T13" fmla="*/ 2147483647 h 24"/>
                <a:gd name="T14" fmla="*/ 0 w 40"/>
                <a:gd name="T15" fmla="*/ 2147483647 h 24"/>
                <a:gd name="T16" fmla="*/ 2147483647 w 40"/>
                <a:gd name="T17" fmla="*/ 2147483647 h 24"/>
                <a:gd name="T18" fmla="*/ 2147483647 w 40"/>
                <a:gd name="T19" fmla="*/ 2147483647 h 2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40"/>
                <a:gd name="T31" fmla="*/ 0 h 24"/>
                <a:gd name="T32" fmla="*/ 40 w 40"/>
                <a:gd name="T33" fmla="*/ 24 h 24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40" h="24">
                  <a:moveTo>
                    <a:pt x="32" y="24"/>
                  </a:moveTo>
                  <a:lnTo>
                    <a:pt x="40" y="16"/>
                  </a:lnTo>
                  <a:lnTo>
                    <a:pt x="32" y="8"/>
                  </a:lnTo>
                  <a:lnTo>
                    <a:pt x="24" y="8"/>
                  </a:lnTo>
                  <a:lnTo>
                    <a:pt x="16" y="0"/>
                  </a:lnTo>
                  <a:lnTo>
                    <a:pt x="8" y="0"/>
                  </a:lnTo>
                  <a:lnTo>
                    <a:pt x="0" y="8"/>
                  </a:lnTo>
                  <a:lnTo>
                    <a:pt x="0" y="16"/>
                  </a:lnTo>
                  <a:lnTo>
                    <a:pt x="8" y="24"/>
                  </a:lnTo>
                  <a:lnTo>
                    <a:pt x="32" y="24"/>
                  </a:lnTo>
                  <a:close/>
                </a:path>
              </a:pathLst>
            </a:custGeom>
            <a:grpFill/>
            <a:ln w="6350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172" name="Freeform 722"/>
            <p:cNvSpPr>
              <a:spLocks/>
            </p:cNvSpPr>
            <p:nvPr/>
          </p:nvSpPr>
          <p:spPr bwMode="auto">
            <a:xfrm>
              <a:off x="2920397" y="2601590"/>
              <a:ext cx="127350" cy="118687"/>
            </a:xfrm>
            <a:custGeom>
              <a:avLst/>
              <a:gdLst>
                <a:gd name="T0" fmla="*/ 0 w 120"/>
                <a:gd name="T1" fmla="*/ 2147483647 h 112"/>
                <a:gd name="T2" fmla="*/ 0 w 120"/>
                <a:gd name="T3" fmla="*/ 2147483647 h 112"/>
                <a:gd name="T4" fmla="*/ 0 w 120"/>
                <a:gd name="T5" fmla="*/ 2147483647 h 112"/>
                <a:gd name="T6" fmla="*/ 2147483647 w 120"/>
                <a:gd name="T7" fmla="*/ 2147483647 h 112"/>
                <a:gd name="T8" fmla="*/ 2147483647 w 120"/>
                <a:gd name="T9" fmla="*/ 2147483647 h 112"/>
                <a:gd name="T10" fmla="*/ 2147483647 w 120"/>
                <a:gd name="T11" fmla="*/ 2147483647 h 112"/>
                <a:gd name="T12" fmla="*/ 2147483647 w 120"/>
                <a:gd name="T13" fmla="*/ 2147483647 h 112"/>
                <a:gd name="T14" fmla="*/ 2147483647 w 120"/>
                <a:gd name="T15" fmla="*/ 2147483647 h 112"/>
                <a:gd name="T16" fmla="*/ 2147483647 w 120"/>
                <a:gd name="T17" fmla="*/ 2147483647 h 112"/>
                <a:gd name="T18" fmla="*/ 2147483647 w 120"/>
                <a:gd name="T19" fmla="*/ 2147483647 h 112"/>
                <a:gd name="T20" fmla="*/ 2147483647 w 120"/>
                <a:gd name="T21" fmla="*/ 2147483647 h 112"/>
                <a:gd name="T22" fmla="*/ 2147483647 w 120"/>
                <a:gd name="T23" fmla="*/ 2147483647 h 112"/>
                <a:gd name="T24" fmla="*/ 2147483647 w 120"/>
                <a:gd name="T25" fmla="*/ 2147483647 h 112"/>
                <a:gd name="T26" fmla="*/ 2147483647 w 120"/>
                <a:gd name="T27" fmla="*/ 2147483647 h 112"/>
                <a:gd name="T28" fmla="*/ 2147483647 w 120"/>
                <a:gd name="T29" fmla="*/ 2147483647 h 112"/>
                <a:gd name="T30" fmla="*/ 2147483647 w 120"/>
                <a:gd name="T31" fmla="*/ 2147483647 h 112"/>
                <a:gd name="T32" fmla="*/ 2147483647 w 120"/>
                <a:gd name="T33" fmla="*/ 2147483647 h 112"/>
                <a:gd name="T34" fmla="*/ 2147483647 w 120"/>
                <a:gd name="T35" fmla="*/ 2147483647 h 112"/>
                <a:gd name="T36" fmla="*/ 2147483647 w 120"/>
                <a:gd name="T37" fmla="*/ 2147483647 h 112"/>
                <a:gd name="T38" fmla="*/ 2147483647 w 120"/>
                <a:gd name="T39" fmla="*/ 2147483647 h 112"/>
                <a:gd name="T40" fmla="*/ 2147483647 w 120"/>
                <a:gd name="T41" fmla="*/ 2147483647 h 112"/>
                <a:gd name="T42" fmla="*/ 2147483647 w 120"/>
                <a:gd name="T43" fmla="*/ 2147483647 h 112"/>
                <a:gd name="T44" fmla="*/ 2147483647 w 120"/>
                <a:gd name="T45" fmla="*/ 0 h 112"/>
                <a:gd name="T46" fmla="*/ 2147483647 w 120"/>
                <a:gd name="T47" fmla="*/ 0 h 112"/>
                <a:gd name="T48" fmla="*/ 2147483647 w 120"/>
                <a:gd name="T49" fmla="*/ 0 h 112"/>
                <a:gd name="T50" fmla="*/ 2147483647 w 120"/>
                <a:gd name="T51" fmla="*/ 2147483647 h 112"/>
                <a:gd name="T52" fmla="*/ 0 w 120"/>
                <a:gd name="T53" fmla="*/ 2147483647 h 112"/>
                <a:gd name="T54" fmla="*/ 0 w 120"/>
                <a:gd name="T55" fmla="*/ 2147483647 h 112"/>
                <a:gd name="T56" fmla="*/ 0 w 120"/>
                <a:gd name="T57" fmla="*/ 2147483647 h 112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w 120"/>
                <a:gd name="T88" fmla="*/ 0 h 112"/>
                <a:gd name="T89" fmla="*/ 120 w 120"/>
                <a:gd name="T90" fmla="*/ 112 h 112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T87" t="T88" r="T89" b="T90"/>
              <a:pathLst>
                <a:path w="120" h="112">
                  <a:moveTo>
                    <a:pt x="0" y="32"/>
                  </a:moveTo>
                  <a:lnTo>
                    <a:pt x="0" y="40"/>
                  </a:lnTo>
                  <a:lnTo>
                    <a:pt x="0" y="48"/>
                  </a:lnTo>
                  <a:lnTo>
                    <a:pt x="8" y="64"/>
                  </a:lnTo>
                  <a:lnTo>
                    <a:pt x="8" y="80"/>
                  </a:lnTo>
                  <a:lnTo>
                    <a:pt x="24" y="88"/>
                  </a:lnTo>
                  <a:lnTo>
                    <a:pt x="40" y="96"/>
                  </a:lnTo>
                  <a:lnTo>
                    <a:pt x="56" y="104"/>
                  </a:lnTo>
                  <a:lnTo>
                    <a:pt x="72" y="112"/>
                  </a:lnTo>
                  <a:lnTo>
                    <a:pt x="88" y="112"/>
                  </a:lnTo>
                  <a:lnTo>
                    <a:pt x="96" y="112"/>
                  </a:lnTo>
                  <a:lnTo>
                    <a:pt x="104" y="112"/>
                  </a:lnTo>
                  <a:lnTo>
                    <a:pt x="112" y="88"/>
                  </a:lnTo>
                  <a:lnTo>
                    <a:pt x="120" y="80"/>
                  </a:lnTo>
                  <a:lnTo>
                    <a:pt x="120" y="64"/>
                  </a:lnTo>
                  <a:lnTo>
                    <a:pt x="120" y="56"/>
                  </a:lnTo>
                  <a:lnTo>
                    <a:pt x="112" y="48"/>
                  </a:lnTo>
                  <a:lnTo>
                    <a:pt x="120" y="40"/>
                  </a:lnTo>
                  <a:lnTo>
                    <a:pt x="120" y="24"/>
                  </a:lnTo>
                  <a:lnTo>
                    <a:pt x="112" y="8"/>
                  </a:lnTo>
                  <a:lnTo>
                    <a:pt x="104" y="8"/>
                  </a:lnTo>
                  <a:lnTo>
                    <a:pt x="80" y="8"/>
                  </a:lnTo>
                  <a:lnTo>
                    <a:pt x="72" y="0"/>
                  </a:lnTo>
                  <a:lnTo>
                    <a:pt x="56" y="0"/>
                  </a:lnTo>
                  <a:lnTo>
                    <a:pt x="48" y="0"/>
                  </a:lnTo>
                  <a:lnTo>
                    <a:pt x="16" y="8"/>
                  </a:lnTo>
                  <a:lnTo>
                    <a:pt x="0" y="16"/>
                  </a:lnTo>
                  <a:lnTo>
                    <a:pt x="0" y="24"/>
                  </a:lnTo>
                  <a:lnTo>
                    <a:pt x="0" y="32"/>
                  </a:lnTo>
                  <a:close/>
                </a:path>
              </a:pathLst>
            </a:custGeom>
            <a:grpFill/>
            <a:ln w="6350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173" name="Freeform 723"/>
            <p:cNvSpPr>
              <a:spLocks/>
            </p:cNvSpPr>
            <p:nvPr/>
          </p:nvSpPr>
          <p:spPr bwMode="auto">
            <a:xfrm>
              <a:off x="2810373" y="2754064"/>
              <a:ext cx="59777" cy="34653"/>
            </a:xfrm>
            <a:custGeom>
              <a:avLst/>
              <a:gdLst>
                <a:gd name="T0" fmla="*/ 2147483647 w 56"/>
                <a:gd name="T1" fmla="*/ 2147483647 h 32"/>
                <a:gd name="T2" fmla="*/ 2147483647 w 56"/>
                <a:gd name="T3" fmla="*/ 0 h 32"/>
                <a:gd name="T4" fmla="*/ 2147483647 w 56"/>
                <a:gd name="T5" fmla="*/ 0 h 32"/>
                <a:gd name="T6" fmla="*/ 2147483647 w 56"/>
                <a:gd name="T7" fmla="*/ 0 h 32"/>
                <a:gd name="T8" fmla="*/ 2147483647 w 56"/>
                <a:gd name="T9" fmla="*/ 0 h 32"/>
                <a:gd name="T10" fmla="*/ 0 w 56"/>
                <a:gd name="T11" fmla="*/ 2147483647 h 32"/>
                <a:gd name="T12" fmla="*/ 0 w 56"/>
                <a:gd name="T13" fmla="*/ 2147483647 h 32"/>
                <a:gd name="T14" fmla="*/ 2147483647 w 56"/>
                <a:gd name="T15" fmla="*/ 2147483647 h 32"/>
                <a:gd name="T16" fmla="*/ 2147483647 w 56"/>
                <a:gd name="T17" fmla="*/ 2147483647 h 32"/>
                <a:gd name="T18" fmla="*/ 2147483647 w 56"/>
                <a:gd name="T19" fmla="*/ 2147483647 h 32"/>
                <a:gd name="T20" fmla="*/ 2147483647 w 56"/>
                <a:gd name="T21" fmla="*/ 2147483647 h 32"/>
                <a:gd name="T22" fmla="*/ 2147483647 w 56"/>
                <a:gd name="T23" fmla="*/ 2147483647 h 32"/>
                <a:gd name="T24" fmla="*/ 2147483647 w 56"/>
                <a:gd name="T25" fmla="*/ 2147483647 h 3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56"/>
                <a:gd name="T40" fmla="*/ 0 h 32"/>
                <a:gd name="T41" fmla="*/ 56 w 56"/>
                <a:gd name="T42" fmla="*/ 32 h 32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56" h="32">
                  <a:moveTo>
                    <a:pt x="48" y="8"/>
                  </a:moveTo>
                  <a:lnTo>
                    <a:pt x="40" y="0"/>
                  </a:lnTo>
                  <a:lnTo>
                    <a:pt x="32" y="0"/>
                  </a:lnTo>
                  <a:lnTo>
                    <a:pt x="24" y="0"/>
                  </a:lnTo>
                  <a:lnTo>
                    <a:pt x="16" y="0"/>
                  </a:lnTo>
                  <a:lnTo>
                    <a:pt x="0" y="16"/>
                  </a:lnTo>
                  <a:lnTo>
                    <a:pt x="0" y="24"/>
                  </a:lnTo>
                  <a:lnTo>
                    <a:pt x="8" y="24"/>
                  </a:lnTo>
                  <a:lnTo>
                    <a:pt x="16" y="32"/>
                  </a:lnTo>
                  <a:lnTo>
                    <a:pt x="32" y="24"/>
                  </a:lnTo>
                  <a:lnTo>
                    <a:pt x="48" y="24"/>
                  </a:lnTo>
                  <a:lnTo>
                    <a:pt x="56" y="16"/>
                  </a:lnTo>
                  <a:lnTo>
                    <a:pt x="48" y="8"/>
                  </a:lnTo>
                  <a:close/>
                </a:path>
              </a:pathLst>
            </a:custGeom>
            <a:grpFill/>
            <a:ln w="6350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174" name="Freeform 724"/>
            <p:cNvSpPr>
              <a:spLocks/>
            </p:cNvSpPr>
            <p:nvPr/>
          </p:nvSpPr>
          <p:spPr bwMode="auto">
            <a:xfrm>
              <a:off x="2836363" y="2534016"/>
              <a:ext cx="41584" cy="67574"/>
            </a:xfrm>
            <a:custGeom>
              <a:avLst/>
              <a:gdLst>
                <a:gd name="T0" fmla="*/ 2147483647 w 40"/>
                <a:gd name="T1" fmla="*/ 2147483647 h 64"/>
                <a:gd name="T2" fmla="*/ 2147483647 w 40"/>
                <a:gd name="T3" fmla="*/ 2147483647 h 64"/>
                <a:gd name="T4" fmla="*/ 2147483647 w 40"/>
                <a:gd name="T5" fmla="*/ 2147483647 h 64"/>
                <a:gd name="T6" fmla="*/ 2147483647 w 40"/>
                <a:gd name="T7" fmla="*/ 2147483647 h 64"/>
                <a:gd name="T8" fmla="*/ 2147483647 w 40"/>
                <a:gd name="T9" fmla="*/ 2147483647 h 64"/>
                <a:gd name="T10" fmla="*/ 2147483647 w 40"/>
                <a:gd name="T11" fmla="*/ 2147483647 h 64"/>
                <a:gd name="T12" fmla="*/ 2147483647 w 40"/>
                <a:gd name="T13" fmla="*/ 2147483647 h 64"/>
                <a:gd name="T14" fmla="*/ 2147483647 w 40"/>
                <a:gd name="T15" fmla="*/ 0 h 64"/>
                <a:gd name="T16" fmla="*/ 2147483647 w 40"/>
                <a:gd name="T17" fmla="*/ 2147483647 h 64"/>
                <a:gd name="T18" fmla="*/ 2147483647 w 40"/>
                <a:gd name="T19" fmla="*/ 2147483647 h 64"/>
                <a:gd name="T20" fmla="*/ 0 w 40"/>
                <a:gd name="T21" fmla="*/ 2147483647 h 64"/>
                <a:gd name="T22" fmla="*/ 0 w 40"/>
                <a:gd name="T23" fmla="*/ 2147483647 h 64"/>
                <a:gd name="T24" fmla="*/ 2147483647 w 40"/>
                <a:gd name="T25" fmla="*/ 2147483647 h 64"/>
                <a:gd name="T26" fmla="*/ 2147483647 w 40"/>
                <a:gd name="T27" fmla="*/ 2147483647 h 64"/>
                <a:gd name="T28" fmla="*/ 2147483647 w 40"/>
                <a:gd name="T29" fmla="*/ 2147483647 h 64"/>
                <a:gd name="T30" fmla="*/ 2147483647 w 40"/>
                <a:gd name="T31" fmla="*/ 2147483647 h 64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40"/>
                <a:gd name="T49" fmla="*/ 0 h 64"/>
                <a:gd name="T50" fmla="*/ 40 w 40"/>
                <a:gd name="T51" fmla="*/ 64 h 64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40" h="64">
                  <a:moveTo>
                    <a:pt x="24" y="64"/>
                  </a:moveTo>
                  <a:lnTo>
                    <a:pt x="24" y="48"/>
                  </a:lnTo>
                  <a:lnTo>
                    <a:pt x="24" y="32"/>
                  </a:lnTo>
                  <a:lnTo>
                    <a:pt x="32" y="32"/>
                  </a:lnTo>
                  <a:lnTo>
                    <a:pt x="40" y="24"/>
                  </a:lnTo>
                  <a:lnTo>
                    <a:pt x="32" y="24"/>
                  </a:lnTo>
                  <a:lnTo>
                    <a:pt x="32" y="16"/>
                  </a:lnTo>
                  <a:lnTo>
                    <a:pt x="32" y="0"/>
                  </a:lnTo>
                  <a:lnTo>
                    <a:pt x="16" y="8"/>
                  </a:lnTo>
                  <a:lnTo>
                    <a:pt x="8" y="8"/>
                  </a:lnTo>
                  <a:lnTo>
                    <a:pt x="0" y="24"/>
                  </a:lnTo>
                  <a:lnTo>
                    <a:pt x="0" y="40"/>
                  </a:lnTo>
                  <a:lnTo>
                    <a:pt x="8" y="48"/>
                  </a:lnTo>
                  <a:lnTo>
                    <a:pt x="16" y="64"/>
                  </a:lnTo>
                  <a:lnTo>
                    <a:pt x="16" y="56"/>
                  </a:lnTo>
                  <a:lnTo>
                    <a:pt x="24" y="64"/>
                  </a:lnTo>
                  <a:close/>
                </a:path>
              </a:pathLst>
            </a:custGeom>
            <a:grpFill/>
            <a:ln w="6350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175" name="Freeform 725"/>
            <p:cNvSpPr>
              <a:spLocks/>
            </p:cNvSpPr>
            <p:nvPr/>
          </p:nvSpPr>
          <p:spPr bwMode="auto">
            <a:xfrm>
              <a:off x="2767057" y="2669163"/>
              <a:ext cx="43316" cy="42450"/>
            </a:xfrm>
            <a:custGeom>
              <a:avLst/>
              <a:gdLst>
                <a:gd name="T0" fmla="*/ 2147483647 w 41"/>
                <a:gd name="T1" fmla="*/ 2147483647 h 40"/>
                <a:gd name="T2" fmla="*/ 2147483647 w 41"/>
                <a:gd name="T3" fmla="*/ 2147483647 h 40"/>
                <a:gd name="T4" fmla="*/ 2147483647 w 41"/>
                <a:gd name="T5" fmla="*/ 2147483647 h 40"/>
                <a:gd name="T6" fmla="*/ 2147483647 w 41"/>
                <a:gd name="T7" fmla="*/ 2147483647 h 40"/>
                <a:gd name="T8" fmla="*/ 2147483647 w 41"/>
                <a:gd name="T9" fmla="*/ 2147483647 h 40"/>
                <a:gd name="T10" fmla="*/ 2147483647 w 41"/>
                <a:gd name="T11" fmla="*/ 2147483647 h 40"/>
                <a:gd name="T12" fmla="*/ 2147483647 w 41"/>
                <a:gd name="T13" fmla="*/ 2147483647 h 40"/>
                <a:gd name="T14" fmla="*/ 2147483647 w 41"/>
                <a:gd name="T15" fmla="*/ 2147483647 h 40"/>
                <a:gd name="T16" fmla="*/ 2147483647 w 41"/>
                <a:gd name="T17" fmla="*/ 2147483647 h 40"/>
                <a:gd name="T18" fmla="*/ 2147483647 w 41"/>
                <a:gd name="T19" fmla="*/ 2147483647 h 40"/>
                <a:gd name="T20" fmla="*/ 2147483647 w 41"/>
                <a:gd name="T21" fmla="*/ 2147483647 h 40"/>
                <a:gd name="T22" fmla="*/ 2147483647 w 41"/>
                <a:gd name="T23" fmla="*/ 0 h 40"/>
                <a:gd name="T24" fmla="*/ 0 w 41"/>
                <a:gd name="T25" fmla="*/ 2147483647 h 40"/>
                <a:gd name="T26" fmla="*/ 0 w 41"/>
                <a:gd name="T27" fmla="*/ 2147483647 h 40"/>
                <a:gd name="T28" fmla="*/ 2147483647 w 41"/>
                <a:gd name="T29" fmla="*/ 2147483647 h 40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41"/>
                <a:gd name="T46" fmla="*/ 0 h 40"/>
                <a:gd name="T47" fmla="*/ 41 w 41"/>
                <a:gd name="T48" fmla="*/ 40 h 40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41" h="40">
                  <a:moveTo>
                    <a:pt x="8" y="24"/>
                  </a:moveTo>
                  <a:lnTo>
                    <a:pt x="16" y="32"/>
                  </a:lnTo>
                  <a:lnTo>
                    <a:pt x="24" y="32"/>
                  </a:lnTo>
                  <a:lnTo>
                    <a:pt x="32" y="40"/>
                  </a:lnTo>
                  <a:lnTo>
                    <a:pt x="41" y="32"/>
                  </a:lnTo>
                  <a:lnTo>
                    <a:pt x="41" y="24"/>
                  </a:lnTo>
                  <a:lnTo>
                    <a:pt x="41" y="16"/>
                  </a:lnTo>
                  <a:lnTo>
                    <a:pt x="32" y="16"/>
                  </a:lnTo>
                  <a:lnTo>
                    <a:pt x="32" y="8"/>
                  </a:lnTo>
                  <a:lnTo>
                    <a:pt x="24" y="8"/>
                  </a:lnTo>
                  <a:lnTo>
                    <a:pt x="16" y="8"/>
                  </a:lnTo>
                  <a:lnTo>
                    <a:pt x="8" y="0"/>
                  </a:lnTo>
                  <a:lnTo>
                    <a:pt x="0" y="8"/>
                  </a:lnTo>
                  <a:lnTo>
                    <a:pt x="0" y="16"/>
                  </a:lnTo>
                  <a:lnTo>
                    <a:pt x="8" y="24"/>
                  </a:lnTo>
                  <a:close/>
                </a:path>
              </a:pathLst>
            </a:custGeom>
            <a:grpFill/>
            <a:ln w="6350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176" name="Freeform 726"/>
            <p:cNvSpPr>
              <a:spLocks/>
            </p:cNvSpPr>
            <p:nvPr/>
          </p:nvSpPr>
          <p:spPr bwMode="auto">
            <a:xfrm>
              <a:off x="2810373" y="2754064"/>
              <a:ext cx="59777" cy="34653"/>
            </a:xfrm>
            <a:custGeom>
              <a:avLst/>
              <a:gdLst>
                <a:gd name="T0" fmla="*/ 2147483647 w 56"/>
                <a:gd name="T1" fmla="*/ 2147483647 h 32"/>
                <a:gd name="T2" fmla="*/ 2147483647 w 56"/>
                <a:gd name="T3" fmla="*/ 0 h 32"/>
                <a:gd name="T4" fmla="*/ 2147483647 w 56"/>
                <a:gd name="T5" fmla="*/ 0 h 32"/>
                <a:gd name="T6" fmla="*/ 2147483647 w 56"/>
                <a:gd name="T7" fmla="*/ 0 h 32"/>
                <a:gd name="T8" fmla="*/ 2147483647 w 56"/>
                <a:gd name="T9" fmla="*/ 0 h 32"/>
                <a:gd name="T10" fmla="*/ 2147483647 w 56"/>
                <a:gd name="T11" fmla="*/ 0 h 32"/>
                <a:gd name="T12" fmla="*/ 2147483647 w 56"/>
                <a:gd name="T13" fmla="*/ 0 h 32"/>
                <a:gd name="T14" fmla="*/ 0 w 56"/>
                <a:gd name="T15" fmla="*/ 2147483647 h 32"/>
                <a:gd name="T16" fmla="*/ 0 w 56"/>
                <a:gd name="T17" fmla="*/ 2147483647 h 32"/>
                <a:gd name="T18" fmla="*/ 2147483647 w 56"/>
                <a:gd name="T19" fmla="*/ 2147483647 h 32"/>
                <a:gd name="T20" fmla="*/ 2147483647 w 56"/>
                <a:gd name="T21" fmla="*/ 2147483647 h 32"/>
                <a:gd name="T22" fmla="*/ 2147483647 w 56"/>
                <a:gd name="T23" fmla="*/ 2147483647 h 32"/>
                <a:gd name="T24" fmla="*/ 2147483647 w 56"/>
                <a:gd name="T25" fmla="*/ 2147483647 h 32"/>
                <a:gd name="T26" fmla="*/ 2147483647 w 56"/>
                <a:gd name="T27" fmla="*/ 2147483647 h 32"/>
                <a:gd name="T28" fmla="*/ 2147483647 w 56"/>
                <a:gd name="T29" fmla="*/ 2147483647 h 32"/>
                <a:gd name="T30" fmla="*/ 2147483647 w 56"/>
                <a:gd name="T31" fmla="*/ 2147483647 h 32"/>
                <a:gd name="T32" fmla="*/ 2147483647 w 56"/>
                <a:gd name="T33" fmla="*/ 2147483647 h 32"/>
                <a:gd name="T34" fmla="*/ 2147483647 w 56"/>
                <a:gd name="T35" fmla="*/ 2147483647 h 32"/>
                <a:gd name="T36" fmla="*/ 2147483647 w 56"/>
                <a:gd name="T37" fmla="*/ 2147483647 h 32"/>
                <a:gd name="T38" fmla="*/ 2147483647 w 56"/>
                <a:gd name="T39" fmla="*/ 2147483647 h 32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56"/>
                <a:gd name="T61" fmla="*/ 0 h 32"/>
                <a:gd name="T62" fmla="*/ 56 w 56"/>
                <a:gd name="T63" fmla="*/ 32 h 32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56" h="32">
                  <a:moveTo>
                    <a:pt x="48" y="8"/>
                  </a:moveTo>
                  <a:lnTo>
                    <a:pt x="40" y="0"/>
                  </a:lnTo>
                  <a:lnTo>
                    <a:pt x="32" y="0"/>
                  </a:lnTo>
                  <a:lnTo>
                    <a:pt x="24" y="0"/>
                  </a:lnTo>
                  <a:lnTo>
                    <a:pt x="16" y="0"/>
                  </a:lnTo>
                  <a:lnTo>
                    <a:pt x="0" y="16"/>
                  </a:lnTo>
                  <a:lnTo>
                    <a:pt x="0" y="24"/>
                  </a:lnTo>
                  <a:lnTo>
                    <a:pt x="8" y="24"/>
                  </a:lnTo>
                  <a:lnTo>
                    <a:pt x="16" y="32"/>
                  </a:lnTo>
                  <a:lnTo>
                    <a:pt x="32" y="24"/>
                  </a:lnTo>
                  <a:lnTo>
                    <a:pt x="48" y="24"/>
                  </a:lnTo>
                  <a:lnTo>
                    <a:pt x="56" y="16"/>
                  </a:lnTo>
                  <a:lnTo>
                    <a:pt x="48" y="8"/>
                  </a:lnTo>
                  <a:close/>
                </a:path>
              </a:pathLst>
            </a:custGeom>
            <a:grpFill/>
            <a:ln w="6350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177" name="Freeform 727"/>
            <p:cNvSpPr>
              <a:spLocks/>
            </p:cNvSpPr>
            <p:nvPr/>
          </p:nvSpPr>
          <p:spPr bwMode="auto">
            <a:xfrm>
              <a:off x="2767057" y="2669163"/>
              <a:ext cx="43316" cy="42450"/>
            </a:xfrm>
            <a:custGeom>
              <a:avLst/>
              <a:gdLst>
                <a:gd name="T0" fmla="*/ 2147483647 w 41"/>
                <a:gd name="T1" fmla="*/ 2147483647 h 40"/>
                <a:gd name="T2" fmla="*/ 2147483647 w 41"/>
                <a:gd name="T3" fmla="*/ 2147483647 h 40"/>
                <a:gd name="T4" fmla="*/ 2147483647 w 41"/>
                <a:gd name="T5" fmla="*/ 2147483647 h 40"/>
                <a:gd name="T6" fmla="*/ 2147483647 w 41"/>
                <a:gd name="T7" fmla="*/ 2147483647 h 40"/>
                <a:gd name="T8" fmla="*/ 2147483647 w 41"/>
                <a:gd name="T9" fmla="*/ 2147483647 h 40"/>
                <a:gd name="T10" fmla="*/ 2147483647 w 41"/>
                <a:gd name="T11" fmla="*/ 2147483647 h 40"/>
                <a:gd name="T12" fmla="*/ 2147483647 w 41"/>
                <a:gd name="T13" fmla="*/ 2147483647 h 40"/>
                <a:gd name="T14" fmla="*/ 2147483647 w 41"/>
                <a:gd name="T15" fmla="*/ 2147483647 h 40"/>
                <a:gd name="T16" fmla="*/ 2147483647 w 41"/>
                <a:gd name="T17" fmla="*/ 2147483647 h 40"/>
                <a:gd name="T18" fmla="*/ 2147483647 w 41"/>
                <a:gd name="T19" fmla="*/ 2147483647 h 40"/>
                <a:gd name="T20" fmla="*/ 2147483647 w 41"/>
                <a:gd name="T21" fmla="*/ 2147483647 h 40"/>
                <a:gd name="T22" fmla="*/ 2147483647 w 41"/>
                <a:gd name="T23" fmla="*/ 2147483647 h 40"/>
                <a:gd name="T24" fmla="*/ 2147483647 w 41"/>
                <a:gd name="T25" fmla="*/ 2147483647 h 40"/>
                <a:gd name="T26" fmla="*/ 2147483647 w 41"/>
                <a:gd name="T27" fmla="*/ 0 h 40"/>
                <a:gd name="T28" fmla="*/ 0 w 41"/>
                <a:gd name="T29" fmla="*/ 2147483647 h 40"/>
                <a:gd name="T30" fmla="*/ 0 w 41"/>
                <a:gd name="T31" fmla="*/ 2147483647 h 40"/>
                <a:gd name="T32" fmla="*/ 0 w 41"/>
                <a:gd name="T33" fmla="*/ 2147483647 h 40"/>
                <a:gd name="T34" fmla="*/ 2147483647 w 41"/>
                <a:gd name="T35" fmla="*/ 2147483647 h 40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41"/>
                <a:gd name="T55" fmla="*/ 0 h 40"/>
                <a:gd name="T56" fmla="*/ 41 w 41"/>
                <a:gd name="T57" fmla="*/ 40 h 40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41" h="40">
                  <a:moveTo>
                    <a:pt x="8" y="24"/>
                  </a:moveTo>
                  <a:lnTo>
                    <a:pt x="16" y="32"/>
                  </a:lnTo>
                  <a:lnTo>
                    <a:pt x="24" y="32"/>
                  </a:lnTo>
                  <a:lnTo>
                    <a:pt x="32" y="40"/>
                  </a:lnTo>
                  <a:lnTo>
                    <a:pt x="41" y="32"/>
                  </a:lnTo>
                  <a:lnTo>
                    <a:pt x="41" y="24"/>
                  </a:lnTo>
                  <a:lnTo>
                    <a:pt x="41" y="16"/>
                  </a:lnTo>
                  <a:lnTo>
                    <a:pt x="32" y="16"/>
                  </a:lnTo>
                  <a:lnTo>
                    <a:pt x="32" y="8"/>
                  </a:lnTo>
                  <a:lnTo>
                    <a:pt x="24" y="8"/>
                  </a:lnTo>
                  <a:lnTo>
                    <a:pt x="16" y="8"/>
                  </a:lnTo>
                  <a:lnTo>
                    <a:pt x="8" y="0"/>
                  </a:lnTo>
                  <a:lnTo>
                    <a:pt x="0" y="8"/>
                  </a:lnTo>
                  <a:lnTo>
                    <a:pt x="0" y="16"/>
                  </a:lnTo>
                  <a:lnTo>
                    <a:pt x="8" y="24"/>
                  </a:lnTo>
                  <a:close/>
                </a:path>
              </a:pathLst>
            </a:custGeom>
            <a:grpFill/>
            <a:ln w="6350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178" name="Freeform 728"/>
            <p:cNvSpPr>
              <a:spLocks/>
            </p:cNvSpPr>
            <p:nvPr/>
          </p:nvSpPr>
          <p:spPr bwMode="auto">
            <a:xfrm>
              <a:off x="2733270" y="3152575"/>
              <a:ext cx="213117" cy="161137"/>
            </a:xfrm>
            <a:custGeom>
              <a:avLst/>
              <a:gdLst>
                <a:gd name="T0" fmla="*/ 2147483647 w 201"/>
                <a:gd name="T1" fmla="*/ 2147483647 h 152"/>
                <a:gd name="T2" fmla="*/ 2147483647 w 201"/>
                <a:gd name="T3" fmla="*/ 2147483647 h 152"/>
                <a:gd name="T4" fmla="*/ 2147483647 w 201"/>
                <a:gd name="T5" fmla="*/ 2147483647 h 152"/>
                <a:gd name="T6" fmla="*/ 2147483647 w 201"/>
                <a:gd name="T7" fmla="*/ 2147483647 h 152"/>
                <a:gd name="T8" fmla="*/ 2147483647 w 201"/>
                <a:gd name="T9" fmla="*/ 2147483647 h 152"/>
                <a:gd name="T10" fmla="*/ 2147483647 w 201"/>
                <a:gd name="T11" fmla="*/ 2147483647 h 152"/>
                <a:gd name="T12" fmla="*/ 2147483647 w 201"/>
                <a:gd name="T13" fmla="*/ 2147483647 h 152"/>
                <a:gd name="T14" fmla="*/ 2147483647 w 201"/>
                <a:gd name="T15" fmla="*/ 2147483647 h 152"/>
                <a:gd name="T16" fmla="*/ 2147483647 w 201"/>
                <a:gd name="T17" fmla="*/ 2147483647 h 152"/>
                <a:gd name="T18" fmla="*/ 2147483647 w 201"/>
                <a:gd name="T19" fmla="*/ 2147483647 h 152"/>
                <a:gd name="T20" fmla="*/ 2147483647 w 201"/>
                <a:gd name="T21" fmla="*/ 2147483647 h 152"/>
                <a:gd name="T22" fmla="*/ 2147483647 w 201"/>
                <a:gd name="T23" fmla="*/ 2147483647 h 152"/>
                <a:gd name="T24" fmla="*/ 2147483647 w 201"/>
                <a:gd name="T25" fmla="*/ 2147483647 h 152"/>
                <a:gd name="T26" fmla="*/ 2147483647 w 201"/>
                <a:gd name="T27" fmla="*/ 0 h 152"/>
                <a:gd name="T28" fmla="*/ 2147483647 w 201"/>
                <a:gd name="T29" fmla="*/ 2147483647 h 152"/>
                <a:gd name="T30" fmla="*/ 2147483647 w 201"/>
                <a:gd name="T31" fmla="*/ 2147483647 h 152"/>
                <a:gd name="T32" fmla="*/ 2147483647 w 201"/>
                <a:gd name="T33" fmla="*/ 2147483647 h 152"/>
                <a:gd name="T34" fmla="*/ 2147483647 w 201"/>
                <a:gd name="T35" fmla="*/ 2147483647 h 152"/>
                <a:gd name="T36" fmla="*/ 2147483647 w 201"/>
                <a:gd name="T37" fmla="*/ 2147483647 h 152"/>
                <a:gd name="T38" fmla="*/ 0 w 201"/>
                <a:gd name="T39" fmla="*/ 2147483647 h 152"/>
                <a:gd name="T40" fmla="*/ 2147483647 w 201"/>
                <a:gd name="T41" fmla="*/ 2147483647 h 152"/>
                <a:gd name="T42" fmla="*/ 2147483647 w 201"/>
                <a:gd name="T43" fmla="*/ 2147483647 h 152"/>
                <a:gd name="T44" fmla="*/ 2147483647 w 201"/>
                <a:gd name="T45" fmla="*/ 2147483647 h 152"/>
                <a:gd name="T46" fmla="*/ 2147483647 w 201"/>
                <a:gd name="T47" fmla="*/ 2147483647 h 152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w 201"/>
                <a:gd name="T73" fmla="*/ 0 h 152"/>
                <a:gd name="T74" fmla="*/ 201 w 201"/>
                <a:gd name="T75" fmla="*/ 152 h 152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T72" t="T73" r="T74" b="T75"/>
              <a:pathLst>
                <a:path w="201" h="152">
                  <a:moveTo>
                    <a:pt x="40" y="152"/>
                  </a:moveTo>
                  <a:lnTo>
                    <a:pt x="48" y="136"/>
                  </a:lnTo>
                  <a:lnTo>
                    <a:pt x="64" y="136"/>
                  </a:lnTo>
                  <a:lnTo>
                    <a:pt x="89" y="144"/>
                  </a:lnTo>
                  <a:lnTo>
                    <a:pt x="105" y="136"/>
                  </a:lnTo>
                  <a:lnTo>
                    <a:pt x="129" y="136"/>
                  </a:lnTo>
                  <a:lnTo>
                    <a:pt x="153" y="136"/>
                  </a:lnTo>
                  <a:lnTo>
                    <a:pt x="169" y="120"/>
                  </a:lnTo>
                  <a:lnTo>
                    <a:pt x="193" y="96"/>
                  </a:lnTo>
                  <a:lnTo>
                    <a:pt x="201" y="48"/>
                  </a:lnTo>
                  <a:lnTo>
                    <a:pt x="193" y="40"/>
                  </a:lnTo>
                  <a:lnTo>
                    <a:pt x="185" y="16"/>
                  </a:lnTo>
                  <a:lnTo>
                    <a:pt x="177" y="8"/>
                  </a:lnTo>
                  <a:lnTo>
                    <a:pt x="145" y="0"/>
                  </a:lnTo>
                  <a:lnTo>
                    <a:pt x="73" y="48"/>
                  </a:lnTo>
                  <a:lnTo>
                    <a:pt x="48" y="64"/>
                  </a:lnTo>
                  <a:lnTo>
                    <a:pt x="48" y="96"/>
                  </a:lnTo>
                  <a:lnTo>
                    <a:pt x="40" y="112"/>
                  </a:lnTo>
                  <a:lnTo>
                    <a:pt x="16" y="112"/>
                  </a:lnTo>
                  <a:lnTo>
                    <a:pt x="0" y="112"/>
                  </a:lnTo>
                  <a:lnTo>
                    <a:pt x="8" y="128"/>
                  </a:lnTo>
                  <a:lnTo>
                    <a:pt x="24" y="144"/>
                  </a:lnTo>
                  <a:lnTo>
                    <a:pt x="32" y="144"/>
                  </a:lnTo>
                  <a:lnTo>
                    <a:pt x="40" y="152"/>
                  </a:lnTo>
                  <a:close/>
                </a:path>
              </a:pathLst>
            </a:custGeom>
            <a:grpFill/>
            <a:ln w="6350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179" name="Freeform 729"/>
            <p:cNvSpPr>
              <a:spLocks/>
            </p:cNvSpPr>
            <p:nvPr/>
          </p:nvSpPr>
          <p:spPr bwMode="auto">
            <a:xfrm>
              <a:off x="2563469" y="3136115"/>
              <a:ext cx="220914" cy="203587"/>
            </a:xfrm>
            <a:custGeom>
              <a:avLst/>
              <a:gdLst>
                <a:gd name="T0" fmla="*/ 2147483647 w 208"/>
                <a:gd name="T1" fmla="*/ 2147483647 h 192"/>
                <a:gd name="T2" fmla="*/ 2147483647 w 208"/>
                <a:gd name="T3" fmla="*/ 2147483647 h 192"/>
                <a:gd name="T4" fmla="*/ 2147483647 w 208"/>
                <a:gd name="T5" fmla="*/ 2147483647 h 192"/>
                <a:gd name="T6" fmla="*/ 2147483647 w 208"/>
                <a:gd name="T7" fmla="*/ 2147483647 h 192"/>
                <a:gd name="T8" fmla="*/ 2147483647 w 208"/>
                <a:gd name="T9" fmla="*/ 2147483647 h 192"/>
                <a:gd name="T10" fmla="*/ 2147483647 w 208"/>
                <a:gd name="T11" fmla="*/ 2147483647 h 192"/>
                <a:gd name="T12" fmla="*/ 2147483647 w 208"/>
                <a:gd name="T13" fmla="*/ 2147483647 h 192"/>
                <a:gd name="T14" fmla="*/ 2147483647 w 208"/>
                <a:gd name="T15" fmla="*/ 2147483647 h 192"/>
                <a:gd name="T16" fmla="*/ 2147483647 w 208"/>
                <a:gd name="T17" fmla="*/ 2147483647 h 192"/>
                <a:gd name="T18" fmla="*/ 2147483647 w 208"/>
                <a:gd name="T19" fmla="*/ 2147483647 h 192"/>
                <a:gd name="T20" fmla="*/ 2147483647 w 208"/>
                <a:gd name="T21" fmla="*/ 2147483647 h 192"/>
                <a:gd name="T22" fmla="*/ 2147483647 w 208"/>
                <a:gd name="T23" fmla="*/ 0 h 192"/>
                <a:gd name="T24" fmla="*/ 2147483647 w 208"/>
                <a:gd name="T25" fmla="*/ 0 h 192"/>
                <a:gd name="T26" fmla="*/ 2147483647 w 208"/>
                <a:gd name="T27" fmla="*/ 2147483647 h 192"/>
                <a:gd name="T28" fmla="*/ 2147483647 w 208"/>
                <a:gd name="T29" fmla="*/ 2147483647 h 192"/>
                <a:gd name="T30" fmla="*/ 2147483647 w 208"/>
                <a:gd name="T31" fmla="*/ 2147483647 h 192"/>
                <a:gd name="T32" fmla="*/ 2147483647 w 208"/>
                <a:gd name="T33" fmla="*/ 2147483647 h 192"/>
                <a:gd name="T34" fmla="*/ 2147483647 w 208"/>
                <a:gd name="T35" fmla="*/ 2147483647 h 192"/>
                <a:gd name="T36" fmla="*/ 0 w 208"/>
                <a:gd name="T37" fmla="*/ 2147483647 h 192"/>
                <a:gd name="T38" fmla="*/ 2147483647 w 208"/>
                <a:gd name="T39" fmla="*/ 2147483647 h 192"/>
                <a:gd name="T40" fmla="*/ 2147483647 w 208"/>
                <a:gd name="T41" fmla="*/ 2147483647 h 192"/>
                <a:gd name="T42" fmla="*/ 2147483647 w 208"/>
                <a:gd name="T43" fmla="*/ 2147483647 h 192"/>
                <a:gd name="T44" fmla="*/ 2147483647 w 208"/>
                <a:gd name="T45" fmla="*/ 2147483647 h 192"/>
                <a:gd name="T46" fmla="*/ 2147483647 w 208"/>
                <a:gd name="T47" fmla="*/ 2147483647 h 192"/>
                <a:gd name="T48" fmla="*/ 2147483647 w 208"/>
                <a:gd name="T49" fmla="*/ 2147483647 h 192"/>
                <a:gd name="T50" fmla="*/ 2147483647 w 208"/>
                <a:gd name="T51" fmla="*/ 2147483647 h 192"/>
                <a:gd name="T52" fmla="*/ 2147483647 w 208"/>
                <a:gd name="T53" fmla="*/ 2147483647 h 192"/>
                <a:gd name="T54" fmla="*/ 2147483647 w 208"/>
                <a:gd name="T55" fmla="*/ 2147483647 h 192"/>
                <a:gd name="T56" fmla="*/ 2147483647 w 208"/>
                <a:gd name="T57" fmla="*/ 2147483647 h 192"/>
                <a:gd name="T58" fmla="*/ 2147483647 w 208"/>
                <a:gd name="T59" fmla="*/ 2147483647 h 192"/>
                <a:gd name="T60" fmla="*/ 2147483647 w 208"/>
                <a:gd name="T61" fmla="*/ 2147483647 h 192"/>
                <a:gd name="T62" fmla="*/ 2147483647 w 208"/>
                <a:gd name="T63" fmla="*/ 2147483647 h 192"/>
                <a:gd name="T64" fmla="*/ 2147483647 w 208"/>
                <a:gd name="T65" fmla="*/ 2147483647 h 192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208"/>
                <a:gd name="T100" fmla="*/ 0 h 192"/>
                <a:gd name="T101" fmla="*/ 208 w 208"/>
                <a:gd name="T102" fmla="*/ 192 h 192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208" h="192">
                  <a:moveTo>
                    <a:pt x="96" y="176"/>
                  </a:moveTo>
                  <a:lnTo>
                    <a:pt x="112" y="160"/>
                  </a:lnTo>
                  <a:lnTo>
                    <a:pt x="128" y="144"/>
                  </a:lnTo>
                  <a:lnTo>
                    <a:pt x="152" y="128"/>
                  </a:lnTo>
                  <a:lnTo>
                    <a:pt x="160" y="128"/>
                  </a:lnTo>
                  <a:lnTo>
                    <a:pt x="176" y="128"/>
                  </a:lnTo>
                  <a:lnTo>
                    <a:pt x="200" y="128"/>
                  </a:lnTo>
                  <a:lnTo>
                    <a:pt x="208" y="112"/>
                  </a:lnTo>
                  <a:lnTo>
                    <a:pt x="208" y="80"/>
                  </a:lnTo>
                  <a:lnTo>
                    <a:pt x="200" y="80"/>
                  </a:lnTo>
                  <a:lnTo>
                    <a:pt x="192" y="72"/>
                  </a:lnTo>
                  <a:lnTo>
                    <a:pt x="88" y="0"/>
                  </a:lnTo>
                  <a:lnTo>
                    <a:pt x="72" y="0"/>
                  </a:lnTo>
                  <a:lnTo>
                    <a:pt x="88" y="112"/>
                  </a:lnTo>
                  <a:lnTo>
                    <a:pt x="96" y="120"/>
                  </a:lnTo>
                  <a:lnTo>
                    <a:pt x="80" y="128"/>
                  </a:lnTo>
                  <a:lnTo>
                    <a:pt x="24" y="128"/>
                  </a:lnTo>
                  <a:lnTo>
                    <a:pt x="16" y="120"/>
                  </a:lnTo>
                  <a:lnTo>
                    <a:pt x="0" y="136"/>
                  </a:lnTo>
                  <a:lnTo>
                    <a:pt x="8" y="152"/>
                  </a:lnTo>
                  <a:lnTo>
                    <a:pt x="16" y="168"/>
                  </a:lnTo>
                  <a:lnTo>
                    <a:pt x="8" y="168"/>
                  </a:lnTo>
                  <a:lnTo>
                    <a:pt x="24" y="168"/>
                  </a:lnTo>
                  <a:lnTo>
                    <a:pt x="40" y="168"/>
                  </a:lnTo>
                  <a:lnTo>
                    <a:pt x="48" y="176"/>
                  </a:lnTo>
                  <a:lnTo>
                    <a:pt x="56" y="192"/>
                  </a:lnTo>
                  <a:lnTo>
                    <a:pt x="64" y="192"/>
                  </a:lnTo>
                  <a:lnTo>
                    <a:pt x="72" y="192"/>
                  </a:lnTo>
                  <a:lnTo>
                    <a:pt x="80" y="192"/>
                  </a:lnTo>
                  <a:lnTo>
                    <a:pt x="88" y="192"/>
                  </a:lnTo>
                  <a:lnTo>
                    <a:pt x="96" y="192"/>
                  </a:lnTo>
                  <a:lnTo>
                    <a:pt x="96" y="184"/>
                  </a:lnTo>
                  <a:lnTo>
                    <a:pt x="96" y="176"/>
                  </a:lnTo>
                  <a:close/>
                </a:path>
              </a:pathLst>
            </a:custGeom>
            <a:grpFill/>
            <a:ln w="6350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180" name="Freeform 730"/>
            <p:cNvSpPr>
              <a:spLocks/>
            </p:cNvSpPr>
            <p:nvPr/>
          </p:nvSpPr>
          <p:spPr bwMode="auto">
            <a:xfrm>
              <a:off x="3285122" y="3322376"/>
              <a:ext cx="127351" cy="178464"/>
            </a:xfrm>
            <a:custGeom>
              <a:avLst/>
              <a:gdLst>
                <a:gd name="T0" fmla="*/ 2147483647 w 120"/>
                <a:gd name="T1" fmla="*/ 2147483647 h 168"/>
                <a:gd name="T2" fmla="*/ 2147483647 w 120"/>
                <a:gd name="T3" fmla="*/ 2147483647 h 168"/>
                <a:gd name="T4" fmla="*/ 2147483647 w 120"/>
                <a:gd name="T5" fmla="*/ 2147483647 h 168"/>
                <a:gd name="T6" fmla="*/ 2147483647 w 120"/>
                <a:gd name="T7" fmla="*/ 2147483647 h 168"/>
                <a:gd name="T8" fmla="*/ 2147483647 w 120"/>
                <a:gd name="T9" fmla="*/ 2147483647 h 168"/>
                <a:gd name="T10" fmla="*/ 2147483647 w 120"/>
                <a:gd name="T11" fmla="*/ 2147483647 h 168"/>
                <a:gd name="T12" fmla="*/ 2147483647 w 120"/>
                <a:gd name="T13" fmla="*/ 2147483647 h 168"/>
                <a:gd name="T14" fmla="*/ 2147483647 w 120"/>
                <a:gd name="T15" fmla="*/ 2147483647 h 168"/>
                <a:gd name="T16" fmla="*/ 2147483647 w 120"/>
                <a:gd name="T17" fmla="*/ 2147483647 h 168"/>
                <a:gd name="T18" fmla="*/ 2147483647 w 120"/>
                <a:gd name="T19" fmla="*/ 2147483647 h 168"/>
                <a:gd name="T20" fmla="*/ 2147483647 w 120"/>
                <a:gd name="T21" fmla="*/ 2147483647 h 168"/>
                <a:gd name="T22" fmla="*/ 2147483647 w 120"/>
                <a:gd name="T23" fmla="*/ 2147483647 h 168"/>
                <a:gd name="T24" fmla="*/ 0 w 120"/>
                <a:gd name="T25" fmla="*/ 2147483647 h 168"/>
                <a:gd name="T26" fmla="*/ 0 w 120"/>
                <a:gd name="T27" fmla="*/ 2147483647 h 168"/>
                <a:gd name="T28" fmla="*/ 2147483647 w 120"/>
                <a:gd name="T29" fmla="*/ 2147483647 h 168"/>
                <a:gd name="T30" fmla="*/ 2147483647 w 120"/>
                <a:gd name="T31" fmla="*/ 2147483647 h 168"/>
                <a:gd name="T32" fmla="*/ 2147483647 w 120"/>
                <a:gd name="T33" fmla="*/ 2147483647 h 168"/>
                <a:gd name="T34" fmla="*/ 2147483647 w 120"/>
                <a:gd name="T35" fmla="*/ 2147483647 h 168"/>
                <a:gd name="T36" fmla="*/ 2147483647 w 120"/>
                <a:gd name="T37" fmla="*/ 2147483647 h 168"/>
                <a:gd name="T38" fmla="*/ 2147483647 w 120"/>
                <a:gd name="T39" fmla="*/ 0 h 168"/>
                <a:gd name="T40" fmla="*/ 2147483647 w 120"/>
                <a:gd name="T41" fmla="*/ 2147483647 h 168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120"/>
                <a:gd name="T64" fmla="*/ 0 h 168"/>
                <a:gd name="T65" fmla="*/ 120 w 120"/>
                <a:gd name="T66" fmla="*/ 168 h 168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120" h="168">
                  <a:moveTo>
                    <a:pt x="48" y="16"/>
                  </a:moveTo>
                  <a:lnTo>
                    <a:pt x="32" y="8"/>
                  </a:lnTo>
                  <a:lnTo>
                    <a:pt x="16" y="16"/>
                  </a:lnTo>
                  <a:lnTo>
                    <a:pt x="24" y="24"/>
                  </a:lnTo>
                  <a:lnTo>
                    <a:pt x="56" y="40"/>
                  </a:lnTo>
                  <a:lnTo>
                    <a:pt x="80" y="48"/>
                  </a:lnTo>
                  <a:lnTo>
                    <a:pt x="48" y="80"/>
                  </a:lnTo>
                  <a:lnTo>
                    <a:pt x="24" y="88"/>
                  </a:lnTo>
                  <a:lnTo>
                    <a:pt x="8" y="96"/>
                  </a:lnTo>
                  <a:lnTo>
                    <a:pt x="16" y="104"/>
                  </a:lnTo>
                  <a:lnTo>
                    <a:pt x="8" y="96"/>
                  </a:lnTo>
                  <a:lnTo>
                    <a:pt x="8" y="104"/>
                  </a:lnTo>
                  <a:lnTo>
                    <a:pt x="0" y="112"/>
                  </a:lnTo>
                  <a:lnTo>
                    <a:pt x="0" y="152"/>
                  </a:lnTo>
                  <a:lnTo>
                    <a:pt x="8" y="168"/>
                  </a:lnTo>
                  <a:lnTo>
                    <a:pt x="24" y="136"/>
                  </a:lnTo>
                  <a:lnTo>
                    <a:pt x="56" y="120"/>
                  </a:lnTo>
                  <a:lnTo>
                    <a:pt x="88" y="88"/>
                  </a:lnTo>
                  <a:lnTo>
                    <a:pt x="112" y="32"/>
                  </a:lnTo>
                  <a:lnTo>
                    <a:pt x="120" y="0"/>
                  </a:lnTo>
                  <a:lnTo>
                    <a:pt x="48" y="16"/>
                  </a:lnTo>
                  <a:close/>
                </a:path>
              </a:pathLst>
            </a:custGeom>
            <a:grpFill/>
            <a:ln w="6350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181" name="Freeform 731"/>
            <p:cNvSpPr>
              <a:spLocks/>
            </p:cNvSpPr>
            <p:nvPr/>
          </p:nvSpPr>
          <p:spPr bwMode="auto">
            <a:xfrm>
              <a:off x="2733270" y="3152575"/>
              <a:ext cx="213117" cy="161137"/>
            </a:xfrm>
            <a:custGeom>
              <a:avLst/>
              <a:gdLst>
                <a:gd name="T0" fmla="*/ 2147483647 w 201"/>
                <a:gd name="T1" fmla="*/ 2147483647 h 152"/>
                <a:gd name="T2" fmla="*/ 2147483647 w 201"/>
                <a:gd name="T3" fmla="*/ 2147483647 h 152"/>
                <a:gd name="T4" fmla="*/ 2147483647 w 201"/>
                <a:gd name="T5" fmla="*/ 2147483647 h 152"/>
                <a:gd name="T6" fmla="*/ 2147483647 w 201"/>
                <a:gd name="T7" fmla="*/ 2147483647 h 152"/>
                <a:gd name="T8" fmla="*/ 2147483647 w 201"/>
                <a:gd name="T9" fmla="*/ 2147483647 h 152"/>
                <a:gd name="T10" fmla="*/ 2147483647 w 201"/>
                <a:gd name="T11" fmla="*/ 2147483647 h 152"/>
                <a:gd name="T12" fmla="*/ 2147483647 w 201"/>
                <a:gd name="T13" fmla="*/ 2147483647 h 152"/>
                <a:gd name="T14" fmla="*/ 2147483647 w 201"/>
                <a:gd name="T15" fmla="*/ 2147483647 h 152"/>
                <a:gd name="T16" fmla="*/ 2147483647 w 201"/>
                <a:gd name="T17" fmla="*/ 2147483647 h 152"/>
                <a:gd name="T18" fmla="*/ 2147483647 w 201"/>
                <a:gd name="T19" fmla="*/ 2147483647 h 152"/>
                <a:gd name="T20" fmla="*/ 2147483647 w 201"/>
                <a:gd name="T21" fmla="*/ 2147483647 h 152"/>
                <a:gd name="T22" fmla="*/ 2147483647 w 201"/>
                <a:gd name="T23" fmla="*/ 2147483647 h 152"/>
                <a:gd name="T24" fmla="*/ 2147483647 w 201"/>
                <a:gd name="T25" fmla="*/ 2147483647 h 152"/>
                <a:gd name="T26" fmla="*/ 2147483647 w 201"/>
                <a:gd name="T27" fmla="*/ 2147483647 h 152"/>
                <a:gd name="T28" fmla="*/ 2147483647 w 201"/>
                <a:gd name="T29" fmla="*/ 2147483647 h 152"/>
                <a:gd name="T30" fmla="*/ 2147483647 w 201"/>
                <a:gd name="T31" fmla="*/ 0 h 152"/>
                <a:gd name="T32" fmla="*/ 2147483647 w 201"/>
                <a:gd name="T33" fmla="*/ 2147483647 h 152"/>
                <a:gd name="T34" fmla="*/ 2147483647 w 201"/>
                <a:gd name="T35" fmla="*/ 2147483647 h 152"/>
                <a:gd name="T36" fmla="*/ 2147483647 w 201"/>
                <a:gd name="T37" fmla="*/ 2147483647 h 152"/>
                <a:gd name="T38" fmla="*/ 2147483647 w 201"/>
                <a:gd name="T39" fmla="*/ 2147483647 h 152"/>
                <a:gd name="T40" fmla="*/ 2147483647 w 201"/>
                <a:gd name="T41" fmla="*/ 2147483647 h 152"/>
                <a:gd name="T42" fmla="*/ 2147483647 w 201"/>
                <a:gd name="T43" fmla="*/ 2147483647 h 152"/>
                <a:gd name="T44" fmla="*/ 0 w 201"/>
                <a:gd name="T45" fmla="*/ 2147483647 h 152"/>
                <a:gd name="T46" fmla="*/ 2147483647 w 201"/>
                <a:gd name="T47" fmla="*/ 2147483647 h 152"/>
                <a:gd name="T48" fmla="*/ 2147483647 w 201"/>
                <a:gd name="T49" fmla="*/ 2147483647 h 152"/>
                <a:gd name="T50" fmla="*/ 2147483647 w 201"/>
                <a:gd name="T51" fmla="*/ 2147483647 h 152"/>
                <a:gd name="T52" fmla="*/ 2147483647 w 201"/>
                <a:gd name="T53" fmla="*/ 2147483647 h 152"/>
                <a:gd name="T54" fmla="*/ 2147483647 w 201"/>
                <a:gd name="T55" fmla="*/ 2147483647 h 152"/>
                <a:gd name="T56" fmla="*/ 2147483647 w 201"/>
                <a:gd name="T57" fmla="*/ 2147483647 h 152"/>
                <a:gd name="T58" fmla="*/ 2147483647 w 201"/>
                <a:gd name="T59" fmla="*/ 2147483647 h 152"/>
                <a:gd name="T60" fmla="*/ 2147483647 w 201"/>
                <a:gd name="T61" fmla="*/ 2147483647 h 152"/>
                <a:gd name="T62" fmla="*/ 2147483647 w 201"/>
                <a:gd name="T63" fmla="*/ 2147483647 h 152"/>
                <a:gd name="T64" fmla="*/ 2147483647 w 201"/>
                <a:gd name="T65" fmla="*/ 2147483647 h 152"/>
                <a:gd name="T66" fmla="*/ 2147483647 w 201"/>
                <a:gd name="T67" fmla="*/ 2147483647 h 152"/>
                <a:gd name="T68" fmla="*/ 2147483647 w 201"/>
                <a:gd name="T69" fmla="*/ 2147483647 h 152"/>
                <a:gd name="T70" fmla="*/ 2147483647 w 201"/>
                <a:gd name="T71" fmla="*/ 2147483647 h 152"/>
                <a:gd name="T72" fmla="*/ 2147483647 w 201"/>
                <a:gd name="T73" fmla="*/ 2147483647 h 152"/>
                <a:gd name="T74" fmla="*/ 2147483647 w 201"/>
                <a:gd name="T75" fmla="*/ 2147483647 h 152"/>
                <a:gd name="T76" fmla="*/ 2147483647 w 201"/>
                <a:gd name="T77" fmla="*/ 2147483647 h 152"/>
                <a:gd name="T78" fmla="*/ 2147483647 w 201"/>
                <a:gd name="T79" fmla="*/ 2147483647 h 152"/>
                <a:gd name="T80" fmla="*/ 2147483647 w 201"/>
                <a:gd name="T81" fmla="*/ 2147483647 h 152"/>
                <a:gd name="T82" fmla="*/ 2147483647 w 201"/>
                <a:gd name="T83" fmla="*/ 2147483647 h 152"/>
                <a:gd name="T84" fmla="*/ 2147483647 w 201"/>
                <a:gd name="T85" fmla="*/ 0 h 152"/>
                <a:gd name="T86" fmla="*/ 2147483647 w 201"/>
                <a:gd name="T87" fmla="*/ 2147483647 h 152"/>
                <a:gd name="T88" fmla="*/ 2147483647 w 201"/>
                <a:gd name="T89" fmla="*/ 2147483647 h 152"/>
                <a:gd name="T90" fmla="*/ 2147483647 w 201"/>
                <a:gd name="T91" fmla="*/ 2147483647 h 152"/>
                <a:gd name="T92" fmla="*/ 2147483647 w 201"/>
                <a:gd name="T93" fmla="*/ 2147483647 h 152"/>
                <a:gd name="T94" fmla="*/ 2147483647 w 201"/>
                <a:gd name="T95" fmla="*/ 2147483647 h 152"/>
                <a:gd name="T96" fmla="*/ 2147483647 w 201"/>
                <a:gd name="T97" fmla="*/ 2147483647 h 152"/>
                <a:gd name="T98" fmla="*/ 0 w 201"/>
                <a:gd name="T99" fmla="*/ 2147483647 h 152"/>
                <a:gd name="T100" fmla="*/ 2147483647 w 201"/>
                <a:gd name="T101" fmla="*/ 2147483647 h 152"/>
                <a:gd name="T102" fmla="*/ 2147483647 w 201"/>
                <a:gd name="T103" fmla="*/ 2147483647 h 152"/>
                <a:gd name="T104" fmla="*/ 2147483647 w 201"/>
                <a:gd name="T105" fmla="*/ 2147483647 h 152"/>
                <a:gd name="T106" fmla="*/ 2147483647 w 201"/>
                <a:gd name="T107" fmla="*/ 2147483647 h 152"/>
                <a:gd name="T108" fmla="*/ 2147483647 w 201"/>
                <a:gd name="T109" fmla="*/ 2147483647 h 15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w 201"/>
                <a:gd name="T166" fmla="*/ 0 h 152"/>
                <a:gd name="T167" fmla="*/ 201 w 201"/>
                <a:gd name="T168" fmla="*/ 152 h 152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T165" t="T166" r="T167" b="T168"/>
              <a:pathLst>
                <a:path w="201" h="152">
                  <a:moveTo>
                    <a:pt x="40" y="152"/>
                  </a:moveTo>
                  <a:lnTo>
                    <a:pt x="48" y="136"/>
                  </a:lnTo>
                  <a:lnTo>
                    <a:pt x="64" y="136"/>
                  </a:lnTo>
                  <a:lnTo>
                    <a:pt x="89" y="144"/>
                  </a:lnTo>
                  <a:lnTo>
                    <a:pt x="105" y="136"/>
                  </a:lnTo>
                  <a:lnTo>
                    <a:pt x="129" y="136"/>
                  </a:lnTo>
                  <a:lnTo>
                    <a:pt x="153" y="136"/>
                  </a:lnTo>
                  <a:lnTo>
                    <a:pt x="169" y="120"/>
                  </a:lnTo>
                  <a:lnTo>
                    <a:pt x="193" y="96"/>
                  </a:lnTo>
                  <a:lnTo>
                    <a:pt x="201" y="48"/>
                  </a:lnTo>
                  <a:lnTo>
                    <a:pt x="193" y="40"/>
                  </a:lnTo>
                  <a:lnTo>
                    <a:pt x="185" y="16"/>
                  </a:lnTo>
                  <a:lnTo>
                    <a:pt x="177" y="8"/>
                  </a:lnTo>
                  <a:lnTo>
                    <a:pt x="145" y="0"/>
                  </a:lnTo>
                  <a:lnTo>
                    <a:pt x="73" y="48"/>
                  </a:lnTo>
                  <a:lnTo>
                    <a:pt x="48" y="64"/>
                  </a:lnTo>
                  <a:lnTo>
                    <a:pt x="48" y="96"/>
                  </a:lnTo>
                  <a:lnTo>
                    <a:pt x="40" y="112"/>
                  </a:lnTo>
                  <a:lnTo>
                    <a:pt x="16" y="112"/>
                  </a:lnTo>
                  <a:lnTo>
                    <a:pt x="0" y="112"/>
                  </a:lnTo>
                  <a:lnTo>
                    <a:pt x="8" y="128"/>
                  </a:lnTo>
                  <a:lnTo>
                    <a:pt x="24" y="144"/>
                  </a:lnTo>
                  <a:lnTo>
                    <a:pt x="32" y="144"/>
                  </a:lnTo>
                  <a:lnTo>
                    <a:pt x="40" y="152"/>
                  </a:lnTo>
                  <a:lnTo>
                    <a:pt x="48" y="136"/>
                  </a:lnTo>
                  <a:lnTo>
                    <a:pt x="64" y="136"/>
                  </a:lnTo>
                  <a:lnTo>
                    <a:pt x="89" y="144"/>
                  </a:lnTo>
                  <a:lnTo>
                    <a:pt x="105" y="136"/>
                  </a:lnTo>
                  <a:lnTo>
                    <a:pt x="129" y="136"/>
                  </a:lnTo>
                  <a:lnTo>
                    <a:pt x="153" y="136"/>
                  </a:lnTo>
                  <a:lnTo>
                    <a:pt x="169" y="120"/>
                  </a:lnTo>
                  <a:lnTo>
                    <a:pt x="193" y="96"/>
                  </a:lnTo>
                  <a:lnTo>
                    <a:pt x="201" y="48"/>
                  </a:lnTo>
                  <a:lnTo>
                    <a:pt x="193" y="40"/>
                  </a:lnTo>
                  <a:lnTo>
                    <a:pt x="185" y="16"/>
                  </a:lnTo>
                  <a:lnTo>
                    <a:pt x="177" y="8"/>
                  </a:lnTo>
                  <a:lnTo>
                    <a:pt x="145" y="0"/>
                  </a:lnTo>
                  <a:lnTo>
                    <a:pt x="73" y="48"/>
                  </a:lnTo>
                  <a:lnTo>
                    <a:pt x="48" y="64"/>
                  </a:lnTo>
                  <a:lnTo>
                    <a:pt x="48" y="96"/>
                  </a:lnTo>
                  <a:lnTo>
                    <a:pt x="40" y="112"/>
                  </a:lnTo>
                  <a:lnTo>
                    <a:pt x="16" y="112"/>
                  </a:lnTo>
                  <a:lnTo>
                    <a:pt x="0" y="112"/>
                  </a:lnTo>
                  <a:lnTo>
                    <a:pt x="8" y="128"/>
                  </a:lnTo>
                  <a:lnTo>
                    <a:pt x="24" y="144"/>
                  </a:lnTo>
                  <a:lnTo>
                    <a:pt x="32" y="144"/>
                  </a:lnTo>
                  <a:lnTo>
                    <a:pt x="40" y="152"/>
                  </a:lnTo>
                  <a:close/>
                </a:path>
              </a:pathLst>
            </a:custGeom>
            <a:grpFill/>
            <a:ln w="6350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182" name="Freeform 732"/>
            <p:cNvSpPr>
              <a:spLocks/>
            </p:cNvSpPr>
            <p:nvPr/>
          </p:nvSpPr>
          <p:spPr bwMode="auto">
            <a:xfrm>
              <a:off x="3285122" y="3322376"/>
              <a:ext cx="127351" cy="178464"/>
            </a:xfrm>
            <a:custGeom>
              <a:avLst/>
              <a:gdLst>
                <a:gd name="T0" fmla="*/ 2147483647 w 120"/>
                <a:gd name="T1" fmla="*/ 2147483647 h 168"/>
                <a:gd name="T2" fmla="*/ 2147483647 w 120"/>
                <a:gd name="T3" fmla="*/ 2147483647 h 168"/>
                <a:gd name="T4" fmla="*/ 2147483647 w 120"/>
                <a:gd name="T5" fmla="*/ 2147483647 h 168"/>
                <a:gd name="T6" fmla="*/ 2147483647 w 120"/>
                <a:gd name="T7" fmla="*/ 2147483647 h 168"/>
                <a:gd name="T8" fmla="*/ 2147483647 w 120"/>
                <a:gd name="T9" fmla="*/ 2147483647 h 168"/>
                <a:gd name="T10" fmla="*/ 2147483647 w 120"/>
                <a:gd name="T11" fmla="*/ 2147483647 h 168"/>
                <a:gd name="T12" fmla="*/ 2147483647 w 120"/>
                <a:gd name="T13" fmla="*/ 2147483647 h 168"/>
                <a:gd name="T14" fmla="*/ 2147483647 w 120"/>
                <a:gd name="T15" fmla="*/ 2147483647 h 168"/>
                <a:gd name="T16" fmla="*/ 2147483647 w 120"/>
                <a:gd name="T17" fmla="*/ 2147483647 h 168"/>
                <a:gd name="T18" fmla="*/ 2147483647 w 120"/>
                <a:gd name="T19" fmla="*/ 2147483647 h 168"/>
                <a:gd name="T20" fmla="*/ 2147483647 w 120"/>
                <a:gd name="T21" fmla="*/ 2147483647 h 168"/>
                <a:gd name="T22" fmla="*/ 2147483647 w 120"/>
                <a:gd name="T23" fmla="*/ 2147483647 h 168"/>
                <a:gd name="T24" fmla="*/ 2147483647 w 120"/>
                <a:gd name="T25" fmla="*/ 2147483647 h 168"/>
                <a:gd name="T26" fmla="*/ 0 w 120"/>
                <a:gd name="T27" fmla="*/ 2147483647 h 168"/>
                <a:gd name="T28" fmla="*/ 0 w 120"/>
                <a:gd name="T29" fmla="*/ 2147483647 h 168"/>
                <a:gd name="T30" fmla="*/ 2147483647 w 120"/>
                <a:gd name="T31" fmla="*/ 2147483647 h 168"/>
                <a:gd name="T32" fmla="*/ 2147483647 w 120"/>
                <a:gd name="T33" fmla="*/ 2147483647 h 168"/>
                <a:gd name="T34" fmla="*/ 2147483647 w 120"/>
                <a:gd name="T35" fmla="*/ 2147483647 h 168"/>
                <a:gd name="T36" fmla="*/ 2147483647 w 120"/>
                <a:gd name="T37" fmla="*/ 2147483647 h 168"/>
                <a:gd name="T38" fmla="*/ 2147483647 w 120"/>
                <a:gd name="T39" fmla="*/ 2147483647 h 168"/>
                <a:gd name="T40" fmla="*/ 2147483647 w 120"/>
                <a:gd name="T41" fmla="*/ 0 h 168"/>
                <a:gd name="T42" fmla="*/ 2147483647 w 120"/>
                <a:gd name="T43" fmla="*/ 2147483647 h 168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w 120"/>
                <a:gd name="T67" fmla="*/ 0 h 168"/>
                <a:gd name="T68" fmla="*/ 120 w 120"/>
                <a:gd name="T69" fmla="*/ 168 h 168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T66" t="T67" r="T68" b="T69"/>
              <a:pathLst>
                <a:path w="120" h="168">
                  <a:moveTo>
                    <a:pt x="48" y="16"/>
                  </a:moveTo>
                  <a:lnTo>
                    <a:pt x="32" y="8"/>
                  </a:lnTo>
                  <a:lnTo>
                    <a:pt x="16" y="16"/>
                  </a:lnTo>
                  <a:lnTo>
                    <a:pt x="24" y="24"/>
                  </a:lnTo>
                  <a:lnTo>
                    <a:pt x="56" y="40"/>
                  </a:lnTo>
                  <a:lnTo>
                    <a:pt x="80" y="48"/>
                  </a:lnTo>
                  <a:lnTo>
                    <a:pt x="48" y="80"/>
                  </a:lnTo>
                  <a:lnTo>
                    <a:pt x="24" y="88"/>
                  </a:lnTo>
                  <a:lnTo>
                    <a:pt x="8" y="96"/>
                  </a:lnTo>
                  <a:lnTo>
                    <a:pt x="16" y="104"/>
                  </a:lnTo>
                  <a:lnTo>
                    <a:pt x="8" y="96"/>
                  </a:lnTo>
                  <a:lnTo>
                    <a:pt x="8" y="104"/>
                  </a:lnTo>
                  <a:lnTo>
                    <a:pt x="0" y="112"/>
                  </a:lnTo>
                  <a:lnTo>
                    <a:pt x="0" y="152"/>
                  </a:lnTo>
                  <a:lnTo>
                    <a:pt x="8" y="168"/>
                  </a:lnTo>
                  <a:lnTo>
                    <a:pt x="24" y="136"/>
                  </a:lnTo>
                  <a:lnTo>
                    <a:pt x="56" y="120"/>
                  </a:lnTo>
                  <a:lnTo>
                    <a:pt x="88" y="88"/>
                  </a:lnTo>
                  <a:lnTo>
                    <a:pt x="112" y="32"/>
                  </a:lnTo>
                  <a:lnTo>
                    <a:pt x="120" y="0"/>
                  </a:lnTo>
                  <a:lnTo>
                    <a:pt x="48" y="16"/>
                  </a:lnTo>
                  <a:close/>
                </a:path>
              </a:pathLst>
            </a:custGeom>
            <a:grpFill/>
            <a:ln w="6350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183" name="Freeform 733"/>
            <p:cNvSpPr>
              <a:spLocks/>
            </p:cNvSpPr>
            <p:nvPr/>
          </p:nvSpPr>
          <p:spPr bwMode="auto">
            <a:xfrm>
              <a:off x="2920397" y="3313713"/>
              <a:ext cx="17327" cy="68440"/>
            </a:xfrm>
            <a:custGeom>
              <a:avLst/>
              <a:gdLst>
                <a:gd name="T0" fmla="*/ 2147483647 w 16"/>
                <a:gd name="T1" fmla="*/ 0 h 64"/>
                <a:gd name="T2" fmla="*/ 2147483647 w 16"/>
                <a:gd name="T3" fmla="*/ 2147483647 h 64"/>
                <a:gd name="T4" fmla="*/ 0 w 16"/>
                <a:gd name="T5" fmla="*/ 2147483647 h 64"/>
                <a:gd name="T6" fmla="*/ 0 w 16"/>
                <a:gd name="T7" fmla="*/ 2147483647 h 64"/>
                <a:gd name="T8" fmla="*/ 2147483647 w 16"/>
                <a:gd name="T9" fmla="*/ 2147483647 h 64"/>
                <a:gd name="T10" fmla="*/ 2147483647 w 16"/>
                <a:gd name="T11" fmla="*/ 2147483647 h 64"/>
                <a:gd name="T12" fmla="*/ 2147483647 w 16"/>
                <a:gd name="T13" fmla="*/ 0 h 6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6"/>
                <a:gd name="T22" fmla="*/ 0 h 64"/>
                <a:gd name="T23" fmla="*/ 16 w 16"/>
                <a:gd name="T24" fmla="*/ 64 h 6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6" h="64">
                  <a:moveTo>
                    <a:pt x="8" y="0"/>
                  </a:moveTo>
                  <a:lnTo>
                    <a:pt x="16" y="24"/>
                  </a:lnTo>
                  <a:lnTo>
                    <a:pt x="0" y="32"/>
                  </a:lnTo>
                  <a:lnTo>
                    <a:pt x="0" y="40"/>
                  </a:lnTo>
                  <a:lnTo>
                    <a:pt x="8" y="64"/>
                  </a:lnTo>
                  <a:lnTo>
                    <a:pt x="16" y="64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6350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184" name="Freeform 734"/>
            <p:cNvSpPr>
              <a:spLocks/>
            </p:cNvSpPr>
            <p:nvPr/>
          </p:nvSpPr>
          <p:spPr bwMode="auto">
            <a:xfrm>
              <a:off x="2920397" y="3313713"/>
              <a:ext cx="17327" cy="68440"/>
            </a:xfrm>
            <a:custGeom>
              <a:avLst/>
              <a:gdLst>
                <a:gd name="T0" fmla="*/ 2147483647 w 16"/>
                <a:gd name="T1" fmla="*/ 0 h 64"/>
                <a:gd name="T2" fmla="*/ 2147483647 w 16"/>
                <a:gd name="T3" fmla="*/ 0 h 64"/>
                <a:gd name="T4" fmla="*/ 2147483647 w 16"/>
                <a:gd name="T5" fmla="*/ 2147483647 h 64"/>
                <a:gd name="T6" fmla="*/ 0 w 16"/>
                <a:gd name="T7" fmla="*/ 2147483647 h 64"/>
                <a:gd name="T8" fmla="*/ 0 w 16"/>
                <a:gd name="T9" fmla="*/ 2147483647 h 64"/>
                <a:gd name="T10" fmla="*/ 2147483647 w 16"/>
                <a:gd name="T11" fmla="*/ 2147483647 h 64"/>
                <a:gd name="T12" fmla="*/ 2147483647 w 16"/>
                <a:gd name="T13" fmla="*/ 2147483647 h 6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6"/>
                <a:gd name="T22" fmla="*/ 0 h 64"/>
                <a:gd name="T23" fmla="*/ 16 w 16"/>
                <a:gd name="T24" fmla="*/ 64 h 6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6" h="64">
                  <a:moveTo>
                    <a:pt x="8" y="0"/>
                  </a:moveTo>
                  <a:lnTo>
                    <a:pt x="8" y="0"/>
                  </a:lnTo>
                  <a:lnTo>
                    <a:pt x="16" y="24"/>
                  </a:lnTo>
                  <a:lnTo>
                    <a:pt x="0" y="32"/>
                  </a:lnTo>
                  <a:lnTo>
                    <a:pt x="0" y="40"/>
                  </a:lnTo>
                  <a:lnTo>
                    <a:pt x="8" y="64"/>
                  </a:lnTo>
                  <a:lnTo>
                    <a:pt x="16" y="64"/>
                  </a:lnTo>
                </a:path>
              </a:pathLst>
            </a:custGeom>
            <a:grpFill/>
            <a:ln w="6350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185" name="Freeform 735"/>
            <p:cNvSpPr>
              <a:spLocks/>
            </p:cNvSpPr>
            <p:nvPr/>
          </p:nvSpPr>
          <p:spPr bwMode="auto">
            <a:xfrm>
              <a:off x="2920397" y="3313713"/>
              <a:ext cx="17327" cy="68440"/>
            </a:xfrm>
            <a:custGeom>
              <a:avLst/>
              <a:gdLst>
                <a:gd name="T0" fmla="*/ 2147483647 w 16"/>
                <a:gd name="T1" fmla="*/ 0 h 64"/>
                <a:gd name="T2" fmla="*/ 2147483647 w 16"/>
                <a:gd name="T3" fmla="*/ 0 h 64"/>
                <a:gd name="T4" fmla="*/ 2147483647 w 16"/>
                <a:gd name="T5" fmla="*/ 2147483647 h 64"/>
                <a:gd name="T6" fmla="*/ 0 w 16"/>
                <a:gd name="T7" fmla="*/ 2147483647 h 64"/>
                <a:gd name="T8" fmla="*/ 0 w 16"/>
                <a:gd name="T9" fmla="*/ 2147483647 h 64"/>
                <a:gd name="T10" fmla="*/ 2147483647 w 16"/>
                <a:gd name="T11" fmla="*/ 2147483647 h 64"/>
                <a:gd name="T12" fmla="*/ 2147483647 w 16"/>
                <a:gd name="T13" fmla="*/ 2147483647 h 6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6"/>
                <a:gd name="T22" fmla="*/ 0 h 64"/>
                <a:gd name="T23" fmla="*/ 16 w 16"/>
                <a:gd name="T24" fmla="*/ 64 h 6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6" h="64">
                  <a:moveTo>
                    <a:pt x="8" y="0"/>
                  </a:moveTo>
                  <a:lnTo>
                    <a:pt x="8" y="0"/>
                  </a:lnTo>
                  <a:lnTo>
                    <a:pt x="16" y="24"/>
                  </a:lnTo>
                  <a:lnTo>
                    <a:pt x="0" y="32"/>
                  </a:lnTo>
                  <a:lnTo>
                    <a:pt x="0" y="40"/>
                  </a:lnTo>
                  <a:lnTo>
                    <a:pt x="8" y="64"/>
                  </a:lnTo>
                  <a:lnTo>
                    <a:pt x="16" y="64"/>
                  </a:lnTo>
                </a:path>
              </a:pathLst>
            </a:custGeom>
            <a:grpFill/>
            <a:ln w="6350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186" name="Freeform 736"/>
            <p:cNvSpPr>
              <a:spLocks/>
            </p:cNvSpPr>
            <p:nvPr/>
          </p:nvSpPr>
          <p:spPr bwMode="auto">
            <a:xfrm>
              <a:off x="2912600" y="3161239"/>
              <a:ext cx="135147" cy="220914"/>
            </a:xfrm>
            <a:custGeom>
              <a:avLst/>
              <a:gdLst>
                <a:gd name="T0" fmla="*/ 2147483647 w 128"/>
                <a:gd name="T1" fmla="*/ 2147483647 h 208"/>
                <a:gd name="T2" fmla="*/ 2147483647 w 128"/>
                <a:gd name="T3" fmla="*/ 2147483647 h 208"/>
                <a:gd name="T4" fmla="*/ 2147483647 w 128"/>
                <a:gd name="T5" fmla="*/ 2147483647 h 208"/>
                <a:gd name="T6" fmla="*/ 2147483647 w 128"/>
                <a:gd name="T7" fmla="*/ 2147483647 h 208"/>
                <a:gd name="T8" fmla="*/ 2147483647 w 128"/>
                <a:gd name="T9" fmla="*/ 2147483647 h 208"/>
                <a:gd name="T10" fmla="*/ 2147483647 w 128"/>
                <a:gd name="T11" fmla="*/ 2147483647 h 208"/>
                <a:gd name="T12" fmla="*/ 2147483647 w 128"/>
                <a:gd name="T13" fmla="*/ 2147483647 h 208"/>
                <a:gd name="T14" fmla="*/ 2147483647 w 128"/>
                <a:gd name="T15" fmla="*/ 2147483647 h 208"/>
                <a:gd name="T16" fmla="*/ 2147483647 w 128"/>
                <a:gd name="T17" fmla="*/ 2147483647 h 208"/>
                <a:gd name="T18" fmla="*/ 2147483647 w 128"/>
                <a:gd name="T19" fmla="*/ 2147483647 h 208"/>
                <a:gd name="T20" fmla="*/ 2147483647 w 128"/>
                <a:gd name="T21" fmla="*/ 2147483647 h 208"/>
                <a:gd name="T22" fmla="*/ 2147483647 w 128"/>
                <a:gd name="T23" fmla="*/ 0 h 208"/>
                <a:gd name="T24" fmla="*/ 2147483647 w 128"/>
                <a:gd name="T25" fmla="*/ 2147483647 h 208"/>
                <a:gd name="T26" fmla="*/ 2147483647 w 128"/>
                <a:gd name="T27" fmla="*/ 2147483647 h 208"/>
                <a:gd name="T28" fmla="*/ 2147483647 w 128"/>
                <a:gd name="T29" fmla="*/ 2147483647 h 208"/>
                <a:gd name="T30" fmla="*/ 2147483647 w 128"/>
                <a:gd name="T31" fmla="*/ 2147483647 h 208"/>
                <a:gd name="T32" fmla="*/ 0 w 128"/>
                <a:gd name="T33" fmla="*/ 2147483647 h 208"/>
                <a:gd name="T34" fmla="*/ 2147483647 w 128"/>
                <a:gd name="T35" fmla="*/ 2147483647 h 208"/>
                <a:gd name="T36" fmla="*/ 0 w 128"/>
                <a:gd name="T37" fmla="*/ 2147483647 h 208"/>
                <a:gd name="T38" fmla="*/ 2147483647 w 128"/>
                <a:gd name="T39" fmla="*/ 2147483647 h 208"/>
                <a:gd name="T40" fmla="*/ 2147483647 w 128"/>
                <a:gd name="T41" fmla="*/ 2147483647 h 208"/>
                <a:gd name="T42" fmla="*/ 2147483647 w 128"/>
                <a:gd name="T43" fmla="*/ 2147483647 h 208"/>
                <a:gd name="T44" fmla="*/ 2147483647 w 128"/>
                <a:gd name="T45" fmla="*/ 2147483647 h 208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w 128"/>
                <a:gd name="T70" fmla="*/ 0 h 208"/>
                <a:gd name="T71" fmla="*/ 128 w 128"/>
                <a:gd name="T72" fmla="*/ 208 h 208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T69" t="T70" r="T71" b="T72"/>
              <a:pathLst>
                <a:path w="128" h="208">
                  <a:moveTo>
                    <a:pt x="24" y="208"/>
                  </a:moveTo>
                  <a:lnTo>
                    <a:pt x="40" y="200"/>
                  </a:lnTo>
                  <a:lnTo>
                    <a:pt x="64" y="192"/>
                  </a:lnTo>
                  <a:lnTo>
                    <a:pt x="64" y="184"/>
                  </a:lnTo>
                  <a:lnTo>
                    <a:pt x="88" y="184"/>
                  </a:lnTo>
                  <a:lnTo>
                    <a:pt x="120" y="160"/>
                  </a:lnTo>
                  <a:lnTo>
                    <a:pt x="104" y="136"/>
                  </a:lnTo>
                  <a:lnTo>
                    <a:pt x="112" y="128"/>
                  </a:lnTo>
                  <a:lnTo>
                    <a:pt x="112" y="104"/>
                  </a:lnTo>
                  <a:lnTo>
                    <a:pt x="128" y="96"/>
                  </a:lnTo>
                  <a:lnTo>
                    <a:pt x="128" y="48"/>
                  </a:lnTo>
                  <a:lnTo>
                    <a:pt x="32" y="0"/>
                  </a:lnTo>
                  <a:lnTo>
                    <a:pt x="16" y="8"/>
                  </a:lnTo>
                  <a:lnTo>
                    <a:pt x="24" y="32"/>
                  </a:lnTo>
                  <a:lnTo>
                    <a:pt x="32" y="40"/>
                  </a:lnTo>
                  <a:lnTo>
                    <a:pt x="24" y="88"/>
                  </a:lnTo>
                  <a:lnTo>
                    <a:pt x="0" y="112"/>
                  </a:lnTo>
                  <a:lnTo>
                    <a:pt x="8" y="112"/>
                  </a:lnTo>
                  <a:lnTo>
                    <a:pt x="0" y="112"/>
                  </a:lnTo>
                  <a:lnTo>
                    <a:pt x="8" y="128"/>
                  </a:lnTo>
                  <a:lnTo>
                    <a:pt x="16" y="128"/>
                  </a:lnTo>
                  <a:lnTo>
                    <a:pt x="16" y="144"/>
                  </a:lnTo>
                  <a:lnTo>
                    <a:pt x="24" y="208"/>
                  </a:lnTo>
                  <a:close/>
                </a:path>
              </a:pathLst>
            </a:custGeom>
            <a:grpFill/>
            <a:ln w="6350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187" name="Freeform 737"/>
            <p:cNvSpPr>
              <a:spLocks/>
            </p:cNvSpPr>
            <p:nvPr/>
          </p:nvSpPr>
          <p:spPr bwMode="auto">
            <a:xfrm>
              <a:off x="2912600" y="3161239"/>
              <a:ext cx="135147" cy="220914"/>
            </a:xfrm>
            <a:custGeom>
              <a:avLst/>
              <a:gdLst>
                <a:gd name="T0" fmla="*/ 2147483647 w 128"/>
                <a:gd name="T1" fmla="*/ 2147483647 h 208"/>
                <a:gd name="T2" fmla="*/ 2147483647 w 128"/>
                <a:gd name="T3" fmla="*/ 2147483647 h 208"/>
                <a:gd name="T4" fmla="*/ 2147483647 w 128"/>
                <a:gd name="T5" fmla="*/ 2147483647 h 208"/>
                <a:gd name="T6" fmla="*/ 2147483647 w 128"/>
                <a:gd name="T7" fmla="*/ 2147483647 h 208"/>
                <a:gd name="T8" fmla="*/ 2147483647 w 128"/>
                <a:gd name="T9" fmla="*/ 2147483647 h 208"/>
                <a:gd name="T10" fmla="*/ 2147483647 w 128"/>
                <a:gd name="T11" fmla="*/ 2147483647 h 208"/>
                <a:gd name="T12" fmla="*/ 2147483647 w 128"/>
                <a:gd name="T13" fmla="*/ 2147483647 h 208"/>
                <a:gd name="T14" fmla="*/ 2147483647 w 128"/>
                <a:gd name="T15" fmla="*/ 2147483647 h 208"/>
                <a:gd name="T16" fmla="*/ 2147483647 w 128"/>
                <a:gd name="T17" fmla="*/ 2147483647 h 208"/>
                <a:gd name="T18" fmla="*/ 2147483647 w 128"/>
                <a:gd name="T19" fmla="*/ 2147483647 h 208"/>
                <a:gd name="T20" fmla="*/ 2147483647 w 128"/>
                <a:gd name="T21" fmla="*/ 2147483647 h 208"/>
                <a:gd name="T22" fmla="*/ 2147483647 w 128"/>
                <a:gd name="T23" fmla="*/ 2147483647 h 208"/>
                <a:gd name="T24" fmla="*/ 2147483647 w 128"/>
                <a:gd name="T25" fmla="*/ 0 h 208"/>
                <a:gd name="T26" fmla="*/ 2147483647 w 128"/>
                <a:gd name="T27" fmla="*/ 2147483647 h 208"/>
                <a:gd name="T28" fmla="*/ 2147483647 w 128"/>
                <a:gd name="T29" fmla="*/ 2147483647 h 208"/>
                <a:gd name="T30" fmla="*/ 2147483647 w 128"/>
                <a:gd name="T31" fmla="*/ 2147483647 h 208"/>
                <a:gd name="T32" fmla="*/ 2147483647 w 128"/>
                <a:gd name="T33" fmla="*/ 2147483647 h 208"/>
                <a:gd name="T34" fmla="*/ 2147483647 w 128"/>
                <a:gd name="T35" fmla="*/ 2147483647 h 208"/>
                <a:gd name="T36" fmla="*/ 0 w 128"/>
                <a:gd name="T37" fmla="*/ 2147483647 h 208"/>
                <a:gd name="T38" fmla="*/ 2147483647 w 128"/>
                <a:gd name="T39" fmla="*/ 2147483647 h 208"/>
                <a:gd name="T40" fmla="*/ 0 w 128"/>
                <a:gd name="T41" fmla="*/ 2147483647 h 208"/>
                <a:gd name="T42" fmla="*/ 0 w 128"/>
                <a:gd name="T43" fmla="*/ 2147483647 h 208"/>
                <a:gd name="T44" fmla="*/ 2147483647 w 128"/>
                <a:gd name="T45" fmla="*/ 2147483647 h 208"/>
                <a:gd name="T46" fmla="*/ 2147483647 w 128"/>
                <a:gd name="T47" fmla="*/ 2147483647 h 208"/>
                <a:gd name="T48" fmla="*/ 2147483647 w 128"/>
                <a:gd name="T49" fmla="*/ 2147483647 h 208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128"/>
                <a:gd name="T76" fmla="*/ 0 h 208"/>
                <a:gd name="T77" fmla="*/ 128 w 128"/>
                <a:gd name="T78" fmla="*/ 208 h 208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128" h="208">
                  <a:moveTo>
                    <a:pt x="24" y="208"/>
                  </a:moveTo>
                  <a:lnTo>
                    <a:pt x="40" y="200"/>
                  </a:lnTo>
                  <a:lnTo>
                    <a:pt x="64" y="192"/>
                  </a:lnTo>
                  <a:lnTo>
                    <a:pt x="64" y="184"/>
                  </a:lnTo>
                  <a:lnTo>
                    <a:pt x="88" y="184"/>
                  </a:lnTo>
                  <a:lnTo>
                    <a:pt x="120" y="160"/>
                  </a:lnTo>
                  <a:lnTo>
                    <a:pt x="104" y="136"/>
                  </a:lnTo>
                  <a:lnTo>
                    <a:pt x="112" y="128"/>
                  </a:lnTo>
                  <a:lnTo>
                    <a:pt x="112" y="104"/>
                  </a:lnTo>
                  <a:lnTo>
                    <a:pt x="128" y="96"/>
                  </a:lnTo>
                  <a:lnTo>
                    <a:pt x="128" y="48"/>
                  </a:lnTo>
                  <a:lnTo>
                    <a:pt x="32" y="0"/>
                  </a:lnTo>
                  <a:lnTo>
                    <a:pt x="16" y="8"/>
                  </a:lnTo>
                  <a:lnTo>
                    <a:pt x="24" y="32"/>
                  </a:lnTo>
                  <a:lnTo>
                    <a:pt x="32" y="40"/>
                  </a:lnTo>
                  <a:lnTo>
                    <a:pt x="24" y="88"/>
                  </a:lnTo>
                  <a:lnTo>
                    <a:pt x="0" y="112"/>
                  </a:lnTo>
                  <a:lnTo>
                    <a:pt x="8" y="112"/>
                  </a:lnTo>
                  <a:lnTo>
                    <a:pt x="0" y="112"/>
                  </a:lnTo>
                  <a:lnTo>
                    <a:pt x="8" y="128"/>
                  </a:lnTo>
                  <a:lnTo>
                    <a:pt x="16" y="128"/>
                  </a:lnTo>
                  <a:lnTo>
                    <a:pt x="16" y="144"/>
                  </a:lnTo>
                </a:path>
              </a:pathLst>
            </a:custGeom>
            <a:grpFill/>
            <a:ln w="6350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188" name="Freeform 738"/>
            <p:cNvSpPr>
              <a:spLocks/>
            </p:cNvSpPr>
            <p:nvPr/>
          </p:nvSpPr>
          <p:spPr bwMode="auto">
            <a:xfrm>
              <a:off x="2912600" y="3161239"/>
              <a:ext cx="135147" cy="220914"/>
            </a:xfrm>
            <a:custGeom>
              <a:avLst/>
              <a:gdLst>
                <a:gd name="T0" fmla="*/ 2147483647 w 128"/>
                <a:gd name="T1" fmla="*/ 2147483647 h 208"/>
                <a:gd name="T2" fmla="*/ 2147483647 w 128"/>
                <a:gd name="T3" fmla="*/ 2147483647 h 208"/>
                <a:gd name="T4" fmla="*/ 2147483647 w 128"/>
                <a:gd name="T5" fmla="*/ 2147483647 h 208"/>
                <a:gd name="T6" fmla="*/ 2147483647 w 128"/>
                <a:gd name="T7" fmla="*/ 2147483647 h 208"/>
                <a:gd name="T8" fmla="*/ 2147483647 w 128"/>
                <a:gd name="T9" fmla="*/ 2147483647 h 208"/>
                <a:gd name="T10" fmla="*/ 2147483647 w 128"/>
                <a:gd name="T11" fmla="*/ 2147483647 h 208"/>
                <a:gd name="T12" fmla="*/ 2147483647 w 128"/>
                <a:gd name="T13" fmla="*/ 2147483647 h 208"/>
                <a:gd name="T14" fmla="*/ 2147483647 w 128"/>
                <a:gd name="T15" fmla="*/ 2147483647 h 208"/>
                <a:gd name="T16" fmla="*/ 2147483647 w 128"/>
                <a:gd name="T17" fmla="*/ 2147483647 h 208"/>
                <a:gd name="T18" fmla="*/ 2147483647 w 128"/>
                <a:gd name="T19" fmla="*/ 2147483647 h 208"/>
                <a:gd name="T20" fmla="*/ 2147483647 w 128"/>
                <a:gd name="T21" fmla="*/ 2147483647 h 208"/>
                <a:gd name="T22" fmla="*/ 2147483647 w 128"/>
                <a:gd name="T23" fmla="*/ 2147483647 h 208"/>
                <a:gd name="T24" fmla="*/ 2147483647 w 128"/>
                <a:gd name="T25" fmla="*/ 0 h 208"/>
                <a:gd name="T26" fmla="*/ 2147483647 w 128"/>
                <a:gd name="T27" fmla="*/ 2147483647 h 208"/>
                <a:gd name="T28" fmla="*/ 2147483647 w 128"/>
                <a:gd name="T29" fmla="*/ 2147483647 h 208"/>
                <a:gd name="T30" fmla="*/ 2147483647 w 128"/>
                <a:gd name="T31" fmla="*/ 2147483647 h 208"/>
                <a:gd name="T32" fmla="*/ 2147483647 w 128"/>
                <a:gd name="T33" fmla="*/ 2147483647 h 208"/>
                <a:gd name="T34" fmla="*/ 2147483647 w 128"/>
                <a:gd name="T35" fmla="*/ 2147483647 h 208"/>
                <a:gd name="T36" fmla="*/ 0 w 128"/>
                <a:gd name="T37" fmla="*/ 2147483647 h 208"/>
                <a:gd name="T38" fmla="*/ 2147483647 w 128"/>
                <a:gd name="T39" fmla="*/ 2147483647 h 208"/>
                <a:gd name="T40" fmla="*/ 0 w 128"/>
                <a:gd name="T41" fmla="*/ 2147483647 h 208"/>
                <a:gd name="T42" fmla="*/ 0 w 128"/>
                <a:gd name="T43" fmla="*/ 2147483647 h 208"/>
                <a:gd name="T44" fmla="*/ 2147483647 w 128"/>
                <a:gd name="T45" fmla="*/ 2147483647 h 208"/>
                <a:gd name="T46" fmla="*/ 2147483647 w 128"/>
                <a:gd name="T47" fmla="*/ 2147483647 h 208"/>
                <a:gd name="T48" fmla="*/ 2147483647 w 128"/>
                <a:gd name="T49" fmla="*/ 2147483647 h 208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128"/>
                <a:gd name="T76" fmla="*/ 0 h 208"/>
                <a:gd name="T77" fmla="*/ 128 w 128"/>
                <a:gd name="T78" fmla="*/ 208 h 208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128" h="208">
                  <a:moveTo>
                    <a:pt x="24" y="208"/>
                  </a:moveTo>
                  <a:lnTo>
                    <a:pt x="40" y="200"/>
                  </a:lnTo>
                  <a:lnTo>
                    <a:pt x="64" y="192"/>
                  </a:lnTo>
                  <a:lnTo>
                    <a:pt x="64" y="184"/>
                  </a:lnTo>
                  <a:lnTo>
                    <a:pt x="88" y="184"/>
                  </a:lnTo>
                  <a:lnTo>
                    <a:pt x="120" y="160"/>
                  </a:lnTo>
                  <a:lnTo>
                    <a:pt x="104" y="136"/>
                  </a:lnTo>
                  <a:lnTo>
                    <a:pt x="112" y="128"/>
                  </a:lnTo>
                  <a:lnTo>
                    <a:pt x="112" y="104"/>
                  </a:lnTo>
                  <a:lnTo>
                    <a:pt x="128" y="96"/>
                  </a:lnTo>
                  <a:lnTo>
                    <a:pt x="128" y="48"/>
                  </a:lnTo>
                  <a:lnTo>
                    <a:pt x="32" y="0"/>
                  </a:lnTo>
                  <a:lnTo>
                    <a:pt x="16" y="8"/>
                  </a:lnTo>
                  <a:lnTo>
                    <a:pt x="24" y="32"/>
                  </a:lnTo>
                  <a:lnTo>
                    <a:pt x="32" y="40"/>
                  </a:lnTo>
                  <a:lnTo>
                    <a:pt x="24" y="88"/>
                  </a:lnTo>
                  <a:lnTo>
                    <a:pt x="0" y="112"/>
                  </a:lnTo>
                  <a:lnTo>
                    <a:pt x="8" y="112"/>
                  </a:lnTo>
                  <a:lnTo>
                    <a:pt x="0" y="112"/>
                  </a:lnTo>
                  <a:lnTo>
                    <a:pt x="8" y="128"/>
                  </a:lnTo>
                  <a:lnTo>
                    <a:pt x="16" y="128"/>
                  </a:lnTo>
                  <a:lnTo>
                    <a:pt x="16" y="144"/>
                  </a:lnTo>
                </a:path>
              </a:pathLst>
            </a:custGeom>
            <a:grpFill/>
            <a:ln w="6350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189" name="Freeform 739"/>
            <p:cNvSpPr>
              <a:spLocks/>
            </p:cNvSpPr>
            <p:nvPr/>
          </p:nvSpPr>
          <p:spPr bwMode="auto">
            <a:xfrm>
              <a:off x="2955050" y="3780665"/>
              <a:ext cx="211384" cy="194924"/>
            </a:xfrm>
            <a:custGeom>
              <a:avLst/>
              <a:gdLst>
                <a:gd name="T0" fmla="*/ 2147483647 w 200"/>
                <a:gd name="T1" fmla="*/ 2147483647 h 184"/>
                <a:gd name="T2" fmla="*/ 2147483647 w 200"/>
                <a:gd name="T3" fmla="*/ 2147483647 h 184"/>
                <a:gd name="T4" fmla="*/ 2147483647 w 200"/>
                <a:gd name="T5" fmla="*/ 0 h 184"/>
                <a:gd name="T6" fmla="*/ 2147483647 w 200"/>
                <a:gd name="T7" fmla="*/ 2147483647 h 184"/>
                <a:gd name="T8" fmla="*/ 2147483647 w 200"/>
                <a:gd name="T9" fmla="*/ 2147483647 h 184"/>
                <a:gd name="T10" fmla="*/ 2147483647 w 200"/>
                <a:gd name="T11" fmla="*/ 2147483647 h 184"/>
                <a:gd name="T12" fmla="*/ 2147483647 w 200"/>
                <a:gd name="T13" fmla="*/ 2147483647 h 184"/>
                <a:gd name="T14" fmla="*/ 2147483647 w 200"/>
                <a:gd name="T15" fmla="*/ 2147483647 h 184"/>
                <a:gd name="T16" fmla="*/ 2147483647 w 200"/>
                <a:gd name="T17" fmla="*/ 2147483647 h 184"/>
                <a:gd name="T18" fmla="*/ 2147483647 w 200"/>
                <a:gd name="T19" fmla="*/ 2147483647 h 184"/>
                <a:gd name="T20" fmla="*/ 2147483647 w 200"/>
                <a:gd name="T21" fmla="*/ 2147483647 h 184"/>
                <a:gd name="T22" fmla="*/ 2147483647 w 200"/>
                <a:gd name="T23" fmla="*/ 2147483647 h 184"/>
                <a:gd name="T24" fmla="*/ 2147483647 w 200"/>
                <a:gd name="T25" fmla="*/ 2147483647 h 184"/>
                <a:gd name="T26" fmla="*/ 2147483647 w 200"/>
                <a:gd name="T27" fmla="*/ 2147483647 h 184"/>
                <a:gd name="T28" fmla="*/ 0 w 200"/>
                <a:gd name="T29" fmla="*/ 2147483647 h 184"/>
                <a:gd name="T30" fmla="*/ 0 w 200"/>
                <a:gd name="T31" fmla="*/ 2147483647 h 184"/>
                <a:gd name="T32" fmla="*/ 2147483647 w 200"/>
                <a:gd name="T33" fmla="*/ 2147483647 h 184"/>
                <a:gd name="T34" fmla="*/ 2147483647 w 200"/>
                <a:gd name="T35" fmla="*/ 2147483647 h 184"/>
                <a:gd name="T36" fmla="*/ 2147483647 w 200"/>
                <a:gd name="T37" fmla="*/ 2147483647 h 184"/>
                <a:gd name="T38" fmla="*/ 2147483647 w 200"/>
                <a:gd name="T39" fmla="*/ 2147483647 h 184"/>
                <a:gd name="T40" fmla="*/ 2147483647 w 200"/>
                <a:gd name="T41" fmla="*/ 2147483647 h 184"/>
                <a:gd name="T42" fmla="*/ 2147483647 w 200"/>
                <a:gd name="T43" fmla="*/ 2147483647 h 184"/>
                <a:gd name="T44" fmla="*/ 2147483647 w 200"/>
                <a:gd name="T45" fmla="*/ 2147483647 h 184"/>
                <a:gd name="T46" fmla="*/ 2147483647 w 200"/>
                <a:gd name="T47" fmla="*/ 2147483647 h 184"/>
                <a:gd name="T48" fmla="*/ 2147483647 w 200"/>
                <a:gd name="T49" fmla="*/ 2147483647 h 184"/>
                <a:gd name="T50" fmla="*/ 2147483647 w 200"/>
                <a:gd name="T51" fmla="*/ 2147483647 h 184"/>
                <a:gd name="T52" fmla="*/ 2147483647 w 200"/>
                <a:gd name="T53" fmla="*/ 2147483647 h 184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w 200"/>
                <a:gd name="T82" fmla="*/ 0 h 184"/>
                <a:gd name="T83" fmla="*/ 200 w 200"/>
                <a:gd name="T84" fmla="*/ 184 h 184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T81" t="T82" r="T83" b="T84"/>
              <a:pathLst>
                <a:path w="200" h="184">
                  <a:moveTo>
                    <a:pt x="192" y="8"/>
                  </a:moveTo>
                  <a:lnTo>
                    <a:pt x="184" y="8"/>
                  </a:lnTo>
                  <a:lnTo>
                    <a:pt x="160" y="0"/>
                  </a:lnTo>
                  <a:lnTo>
                    <a:pt x="136" y="24"/>
                  </a:lnTo>
                  <a:lnTo>
                    <a:pt x="104" y="48"/>
                  </a:lnTo>
                  <a:lnTo>
                    <a:pt x="88" y="48"/>
                  </a:lnTo>
                  <a:lnTo>
                    <a:pt x="64" y="64"/>
                  </a:lnTo>
                  <a:lnTo>
                    <a:pt x="56" y="64"/>
                  </a:lnTo>
                  <a:lnTo>
                    <a:pt x="48" y="56"/>
                  </a:lnTo>
                  <a:lnTo>
                    <a:pt x="40" y="40"/>
                  </a:lnTo>
                  <a:lnTo>
                    <a:pt x="40" y="48"/>
                  </a:lnTo>
                  <a:lnTo>
                    <a:pt x="40" y="40"/>
                  </a:lnTo>
                  <a:lnTo>
                    <a:pt x="32" y="96"/>
                  </a:lnTo>
                  <a:lnTo>
                    <a:pt x="24" y="96"/>
                  </a:lnTo>
                  <a:lnTo>
                    <a:pt x="0" y="88"/>
                  </a:lnTo>
                  <a:lnTo>
                    <a:pt x="0" y="96"/>
                  </a:lnTo>
                  <a:lnTo>
                    <a:pt x="8" y="112"/>
                  </a:lnTo>
                  <a:lnTo>
                    <a:pt x="16" y="144"/>
                  </a:lnTo>
                  <a:lnTo>
                    <a:pt x="16" y="160"/>
                  </a:lnTo>
                  <a:lnTo>
                    <a:pt x="32" y="184"/>
                  </a:lnTo>
                  <a:lnTo>
                    <a:pt x="64" y="176"/>
                  </a:lnTo>
                  <a:lnTo>
                    <a:pt x="96" y="168"/>
                  </a:lnTo>
                  <a:lnTo>
                    <a:pt x="128" y="168"/>
                  </a:lnTo>
                  <a:lnTo>
                    <a:pt x="184" y="104"/>
                  </a:lnTo>
                  <a:lnTo>
                    <a:pt x="200" y="64"/>
                  </a:lnTo>
                  <a:lnTo>
                    <a:pt x="192" y="64"/>
                  </a:lnTo>
                  <a:lnTo>
                    <a:pt x="192" y="8"/>
                  </a:lnTo>
                  <a:close/>
                </a:path>
              </a:pathLst>
            </a:custGeom>
            <a:grpFill/>
            <a:ln w="6350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190" name="Freeform 740"/>
            <p:cNvSpPr>
              <a:spLocks/>
            </p:cNvSpPr>
            <p:nvPr/>
          </p:nvSpPr>
          <p:spPr bwMode="auto">
            <a:xfrm>
              <a:off x="2997500" y="3720888"/>
              <a:ext cx="126484" cy="127351"/>
            </a:xfrm>
            <a:custGeom>
              <a:avLst/>
              <a:gdLst>
                <a:gd name="T0" fmla="*/ 2147483647 w 120"/>
                <a:gd name="T1" fmla="*/ 2147483647 h 120"/>
                <a:gd name="T2" fmla="*/ 2147483647 w 120"/>
                <a:gd name="T3" fmla="*/ 2147483647 h 120"/>
                <a:gd name="T4" fmla="*/ 2147483647 w 120"/>
                <a:gd name="T5" fmla="*/ 2147483647 h 120"/>
                <a:gd name="T6" fmla="*/ 2147483647 w 120"/>
                <a:gd name="T7" fmla="*/ 0 h 120"/>
                <a:gd name="T8" fmla="*/ 2147483647 w 120"/>
                <a:gd name="T9" fmla="*/ 0 h 120"/>
                <a:gd name="T10" fmla="*/ 2147483647 w 120"/>
                <a:gd name="T11" fmla="*/ 2147483647 h 120"/>
                <a:gd name="T12" fmla="*/ 2147483647 w 120"/>
                <a:gd name="T13" fmla="*/ 0 h 120"/>
                <a:gd name="T14" fmla="*/ 2147483647 w 120"/>
                <a:gd name="T15" fmla="*/ 0 h 120"/>
                <a:gd name="T16" fmla="*/ 2147483647 w 120"/>
                <a:gd name="T17" fmla="*/ 0 h 120"/>
                <a:gd name="T18" fmla="*/ 2147483647 w 120"/>
                <a:gd name="T19" fmla="*/ 2147483647 h 120"/>
                <a:gd name="T20" fmla="*/ 2147483647 w 120"/>
                <a:gd name="T21" fmla="*/ 2147483647 h 120"/>
                <a:gd name="T22" fmla="*/ 0 w 120"/>
                <a:gd name="T23" fmla="*/ 2147483647 h 120"/>
                <a:gd name="T24" fmla="*/ 0 w 120"/>
                <a:gd name="T25" fmla="*/ 2147483647 h 120"/>
                <a:gd name="T26" fmla="*/ 2147483647 w 120"/>
                <a:gd name="T27" fmla="*/ 2147483647 h 120"/>
                <a:gd name="T28" fmla="*/ 2147483647 w 120"/>
                <a:gd name="T29" fmla="*/ 2147483647 h 120"/>
                <a:gd name="T30" fmla="*/ 2147483647 w 120"/>
                <a:gd name="T31" fmla="*/ 2147483647 h 120"/>
                <a:gd name="T32" fmla="*/ 2147483647 w 120"/>
                <a:gd name="T33" fmla="*/ 2147483647 h 120"/>
                <a:gd name="T34" fmla="*/ 2147483647 w 120"/>
                <a:gd name="T35" fmla="*/ 2147483647 h 120"/>
                <a:gd name="T36" fmla="*/ 2147483647 w 120"/>
                <a:gd name="T37" fmla="*/ 2147483647 h 120"/>
                <a:gd name="T38" fmla="*/ 2147483647 w 120"/>
                <a:gd name="T39" fmla="*/ 2147483647 h 120"/>
                <a:gd name="T40" fmla="*/ 2147483647 w 120"/>
                <a:gd name="T41" fmla="*/ 2147483647 h 120"/>
                <a:gd name="T42" fmla="*/ 2147483647 w 120"/>
                <a:gd name="T43" fmla="*/ 2147483647 h 120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w 120"/>
                <a:gd name="T67" fmla="*/ 0 h 120"/>
                <a:gd name="T68" fmla="*/ 120 w 120"/>
                <a:gd name="T69" fmla="*/ 120 h 120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T66" t="T67" r="T68" b="T69"/>
              <a:pathLst>
                <a:path w="120" h="120">
                  <a:moveTo>
                    <a:pt x="96" y="32"/>
                  </a:moveTo>
                  <a:lnTo>
                    <a:pt x="88" y="32"/>
                  </a:lnTo>
                  <a:lnTo>
                    <a:pt x="80" y="16"/>
                  </a:lnTo>
                  <a:lnTo>
                    <a:pt x="72" y="0"/>
                  </a:lnTo>
                  <a:lnTo>
                    <a:pt x="64" y="0"/>
                  </a:lnTo>
                  <a:lnTo>
                    <a:pt x="56" y="8"/>
                  </a:lnTo>
                  <a:lnTo>
                    <a:pt x="64" y="0"/>
                  </a:lnTo>
                  <a:lnTo>
                    <a:pt x="56" y="0"/>
                  </a:lnTo>
                  <a:lnTo>
                    <a:pt x="48" y="0"/>
                  </a:lnTo>
                  <a:lnTo>
                    <a:pt x="16" y="8"/>
                  </a:lnTo>
                  <a:lnTo>
                    <a:pt x="8" y="56"/>
                  </a:lnTo>
                  <a:lnTo>
                    <a:pt x="0" y="56"/>
                  </a:lnTo>
                  <a:lnTo>
                    <a:pt x="0" y="96"/>
                  </a:lnTo>
                  <a:lnTo>
                    <a:pt x="8" y="112"/>
                  </a:lnTo>
                  <a:lnTo>
                    <a:pt x="16" y="120"/>
                  </a:lnTo>
                  <a:lnTo>
                    <a:pt x="24" y="120"/>
                  </a:lnTo>
                  <a:lnTo>
                    <a:pt x="48" y="104"/>
                  </a:lnTo>
                  <a:lnTo>
                    <a:pt x="64" y="104"/>
                  </a:lnTo>
                  <a:lnTo>
                    <a:pt x="96" y="80"/>
                  </a:lnTo>
                  <a:lnTo>
                    <a:pt x="120" y="56"/>
                  </a:lnTo>
                  <a:lnTo>
                    <a:pt x="104" y="48"/>
                  </a:lnTo>
                  <a:lnTo>
                    <a:pt x="96" y="32"/>
                  </a:lnTo>
                  <a:close/>
                </a:path>
              </a:pathLst>
            </a:custGeom>
            <a:grpFill/>
            <a:ln w="6350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191" name="Freeform 741"/>
            <p:cNvSpPr>
              <a:spLocks/>
            </p:cNvSpPr>
            <p:nvPr/>
          </p:nvSpPr>
          <p:spPr bwMode="auto">
            <a:xfrm>
              <a:off x="3132648" y="3619527"/>
              <a:ext cx="144677" cy="228711"/>
            </a:xfrm>
            <a:custGeom>
              <a:avLst/>
              <a:gdLst>
                <a:gd name="T0" fmla="*/ 2147483647 w 136"/>
                <a:gd name="T1" fmla="*/ 2147483647 h 216"/>
                <a:gd name="T2" fmla="*/ 2147483647 w 136"/>
                <a:gd name="T3" fmla="*/ 2147483647 h 216"/>
                <a:gd name="T4" fmla="*/ 2147483647 w 136"/>
                <a:gd name="T5" fmla="*/ 2147483647 h 216"/>
                <a:gd name="T6" fmla="*/ 2147483647 w 136"/>
                <a:gd name="T7" fmla="*/ 2147483647 h 216"/>
                <a:gd name="T8" fmla="*/ 2147483647 w 136"/>
                <a:gd name="T9" fmla="*/ 2147483647 h 216"/>
                <a:gd name="T10" fmla="*/ 2147483647 w 136"/>
                <a:gd name="T11" fmla="*/ 2147483647 h 216"/>
                <a:gd name="T12" fmla="*/ 2147483647 w 136"/>
                <a:gd name="T13" fmla="*/ 2147483647 h 216"/>
                <a:gd name="T14" fmla="*/ 2147483647 w 136"/>
                <a:gd name="T15" fmla="*/ 2147483647 h 216"/>
                <a:gd name="T16" fmla="*/ 2147483647 w 136"/>
                <a:gd name="T17" fmla="*/ 2147483647 h 216"/>
                <a:gd name="T18" fmla="*/ 0 w 136"/>
                <a:gd name="T19" fmla="*/ 2147483647 h 216"/>
                <a:gd name="T20" fmla="*/ 2147483647 w 136"/>
                <a:gd name="T21" fmla="*/ 2147483647 h 216"/>
                <a:gd name="T22" fmla="*/ 0 w 136"/>
                <a:gd name="T23" fmla="*/ 2147483647 h 216"/>
                <a:gd name="T24" fmla="*/ 2147483647 w 136"/>
                <a:gd name="T25" fmla="*/ 2147483647 h 216"/>
                <a:gd name="T26" fmla="*/ 2147483647 w 136"/>
                <a:gd name="T27" fmla="*/ 2147483647 h 216"/>
                <a:gd name="T28" fmla="*/ 2147483647 w 136"/>
                <a:gd name="T29" fmla="*/ 2147483647 h 216"/>
                <a:gd name="T30" fmla="*/ 2147483647 w 136"/>
                <a:gd name="T31" fmla="*/ 2147483647 h 216"/>
                <a:gd name="T32" fmla="*/ 2147483647 w 136"/>
                <a:gd name="T33" fmla="*/ 2147483647 h 216"/>
                <a:gd name="T34" fmla="*/ 2147483647 w 136"/>
                <a:gd name="T35" fmla="*/ 2147483647 h 216"/>
                <a:gd name="T36" fmla="*/ 2147483647 w 136"/>
                <a:gd name="T37" fmla="*/ 2147483647 h 216"/>
                <a:gd name="T38" fmla="*/ 2147483647 w 136"/>
                <a:gd name="T39" fmla="*/ 2147483647 h 216"/>
                <a:gd name="T40" fmla="*/ 2147483647 w 136"/>
                <a:gd name="T41" fmla="*/ 2147483647 h 216"/>
                <a:gd name="T42" fmla="*/ 2147483647 w 136"/>
                <a:gd name="T43" fmla="*/ 2147483647 h 216"/>
                <a:gd name="T44" fmla="*/ 2147483647 w 136"/>
                <a:gd name="T45" fmla="*/ 2147483647 h 216"/>
                <a:gd name="T46" fmla="*/ 2147483647 w 136"/>
                <a:gd name="T47" fmla="*/ 2147483647 h 216"/>
                <a:gd name="T48" fmla="*/ 2147483647 w 136"/>
                <a:gd name="T49" fmla="*/ 2147483647 h 216"/>
                <a:gd name="T50" fmla="*/ 2147483647 w 136"/>
                <a:gd name="T51" fmla="*/ 2147483647 h 216"/>
                <a:gd name="T52" fmla="*/ 2147483647 w 136"/>
                <a:gd name="T53" fmla="*/ 2147483647 h 216"/>
                <a:gd name="T54" fmla="*/ 2147483647 w 136"/>
                <a:gd name="T55" fmla="*/ 2147483647 h 216"/>
                <a:gd name="T56" fmla="*/ 2147483647 w 136"/>
                <a:gd name="T57" fmla="*/ 2147483647 h 216"/>
                <a:gd name="T58" fmla="*/ 2147483647 w 136"/>
                <a:gd name="T59" fmla="*/ 0 h 216"/>
                <a:gd name="T60" fmla="*/ 2147483647 w 136"/>
                <a:gd name="T61" fmla="*/ 2147483647 h 216"/>
                <a:gd name="T62" fmla="*/ 2147483647 w 136"/>
                <a:gd name="T63" fmla="*/ 2147483647 h 21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w 136"/>
                <a:gd name="T97" fmla="*/ 0 h 216"/>
                <a:gd name="T98" fmla="*/ 136 w 136"/>
                <a:gd name="T99" fmla="*/ 216 h 216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T96" t="T97" r="T98" b="T99"/>
              <a:pathLst>
                <a:path w="136" h="216">
                  <a:moveTo>
                    <a:pt x="88" y="8"/>
                  </a:moveTo>
                  <a:lnTo>
                    <a:pt x="64" y="16"/>
                  </a:lnTo>
                  <a:lnTo>
                    <a:pt x="64" y="32"/>
                  </a:lnTo>
                  <a:lnTo>
                    <a:pt x="72" y="56"/>
                  </a:lnTo>
                  <a:lnTo>
                    <a:pt x="72" y="64"/>
                  </a:lnTo>
                  <a:lnTo>
                    <a:pt x="64" y="72"/>
                  </a:lnTo>
                  <a:lnTo>
                    <a:pt x="56" y="64"/>
                  </a:lnTo>
                  <a:lnTo>
                    <a:pt x="48" y="56"/>
                  </a:lnTo>
                  <a:lnTo>
                    <a:pt x="32" y="48"/>
                  </a:lnTo>
                  <a:lnTo>
                    <a:pt x="0" y="64"/>
                  </a:lnTo>
                  <a:lnTo>
                    <a:pt x="8" y="64"/>
                  </a:lnTo>
                  <a:lnTo>
                    <a:pt x="0" y="64"/>
                  </a:lnTo>
                  <a:lnTo>
                    <a:pt x="32" y="80"/>
                  </a:lnTo>
                  <a:lnTo>
                    <a:pt x="32" y="96"/>
                  </a:lnTo>
                  <a:lnTo>
                    <a:pt x="32" y="112"/>
                  </a:lnTo>
                  <a:lnTo>
                    <a:pt x="24" y="144"/>
                  </a:lnTo>
                  <a:lnTo>
                    <a:pt x="16" y="160"/>
                  </a:lnTo>
                  <a:lnTo>
                    <a:pt x="24" y="160"/>
                  </a:lnTo>
                  <a:lnTo>
                    <a:pt x="24" y="216"/>
                  </a:lnTo>
                  <a:lnTo>
                    <a:pt x="32" y="216"/>
                  </a:lnTo>
                  <a:lnTo>
                    <a:pt x="32" y="208"/>
                  </a:lnTo>
                  <a:lnTo>
                    <a:pt x="64" y="184"/>
                  </a:lnTo>
                  <a:lnTo>
                    <a:pt x="72" y="160"/>
                  </a:lnTo>
                  <a:lnTo>
                    <a:pt x="64" y="128"/>
                  </a:lnTo>
                  <a:lnTo>
                    <a:pt x="80" y="104"/>
                  </a:lnTo>
                  <a:lnTo>
                    <a:pt x="120" y="80"/>
                  </a:lnTo>
                  <a:lnTo>
                    <a:pt x="128" y="64"/>
                  </a:lnTo>
                  <a:lnTo>
                    <a:pt x="136" y="48"/>
                  </a:lnTo>
                  <a:lnTo>
                    <a:pt x="128" y="16"/>
                  </a:lnTo>
                  <a:lnTo>
                    <a:pt x="128" y="0"/>
                  </a:lnTo>
                  <a:lnTo>
                    <a:pt x="120" y="8"/>
                  </a:lnTo>
                  <a:lnTo>
                    <a:pt x="88" y="8"/>
                  </a:lnTo>
                  <a:close/>
                </a:path>
              </a:pathLst>
            </a:custGeom>
            <a:grpFill/>
            <a:ln w="6350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192" name="Freeform 742"/>
            <p:cNvSpPr>
              <a:spLocks/>
            </p:cNvSpPr>
            <p:nvPr/>
          </p:nvSpPr>
          <p:spPr bwMode="auto">
            <a:xfrm>
              <a:off x="3132648" y="3492177"/>
              <a:ext cx="136014" cy="143811"/>
            </a:xfrm>
            <a:custGeom>
              <a:avLst/>
              <a:gdLst>
                <a:gd name="T0" fmla="*/ 2147483647 w 128"/>
                <a:gd name="T1" fmla="*/ 2147483647 h 136"/>
                <a:gd name="T2" fmla="*/ 2147483647 w 128"/>
                <a:gd name="T3" fmla="*/ 0 h 136"/>
                <a:gd name="T4" fmla="*/ 2147483647 w 128"/>
                <a:gd name="T5" fmla="*/ 0 h 136"/>
                <a:gd name="T6" fmla="*/ 2147483647 w 128"/>
                <a:gd name="T7" fmla="*/ 2147483647 h 136"/>
                <a:gd name="T8" fmla="*/ 2147483647 w 128"/>
                <a:gd name="T9" fmla="*/ 2147483647 h 136"/>
                <a:gd name="T10" fmla="*/ 2147483647 w 128"/>
                <a:gd name="T11" fmla="*/ 2147483647 h 136"/>
                <a:gd name="T12" fmla="*/ 2147483647 w 128"/>
                <a:gd name="T13" fmla="*/ 0 h 136"/>
                <a:gd name="T14" fmla="*/ 0 w 128"/>
                <a:gd name="T15" fmla="*/ 0 h 136"/>
                <a:gd name="T16" fmla="*/ 2147483647 w 128"/>
                <a:gd name="T17" fmla="*/ 2147483647 h 136"/>
                <a:gd name="T18" fmla="*/ 0 w 128"/>
                <a:gd name="T19" fmla="*/ 2147483647 h 136"/>
                <a:gd name="T20" fmla="*/ 2147483647 w 128"/>
                <a:gd name="T21" fmla="*/ 2147483647 h 136"/>
                <a:gd name="T22" fmla="*/ 2147483647 w 128"/>
                <a:gd name="T23" fmla="*/ 2147483647 h 136"/>
                <a:gd name="T24" fmla="*/ 2147483647 w 128"/>
                <a:gd name="T25" fmla="*/ 2147483647 h 136"/>
                <a:gd name="T26" fmla="*/ 2147483647 w 128"/>
                <a:gd name="T27" fmla="*/ 2147483647 h 136"/>
                <a:gd name="T28" fmla="*/ 2147483647 w 128"/>
                <a:gd name="T29" fmla="*/ 2147483647 h 136"/>
                <a:gd name="T30" fmla="*/ 2147483647 w 128"/>
                <a:gd name="T31" fmla="*/ 2147483647 h 136"/>
                <a:gd name="T32" fmla="*/ 2147483647 w 128"/>
                <a:gd name="T33" fmla="*/ 2147483647 h 136"/>
                <a:gd name="T34" fmla="*/ 2147483647 w 128"/>
                <a:gd name="T35" fmla="*/ 2147483647 h 136"/>
                <a:gd name="T36" fmla="*/ 2147483647 w 128"/>
                <a:gd name="T37" fmla="*/ 2147483647 h 136"/>
                <a:gd name="T38" fmla="*/ 2147483647 w 128"/>
                <a:gd name="T39" fmla="*/ 2147483647 h 136"/>
                <a:gd name="T40" fmla="*/ 2147483647 w 128"/>
                <a:gd name="T41" fmla="*/ 2147483647 h 136"/>
                <a:gd name="T42" fmla="*/ 2147483647 w 128"/>
                <a:gd name="T43" fmla="*/ 2147483647 h 136"/>
                <a:gd name="T44" fmla="*/ 2147483647 w 128"/>
                <a:gd name="T45" fmla="*/ 2147483647 h 136"/>
                <a:gd name="T46" fmla="*/ 2147483647 w 128"/>
                <a:gd name="T47" fmla="*/ 2147483647 h 136"/>
                <a:gd name="T48" fmla="*/ 2147483647 w 128"/>
                <a:gd name="T49" fmla="*/ 2147483647 h 1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128"/>
                <a:gd name="T76" fmla="*/ 0 h 136"/>
                <a:gd name="T77" fmla="*/ 128 w 128"/>
                <a:gd name="T78" fmla="*/ 136 h 1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128" h="136">
                  <a:moveTo>
                    <a:pt x="96" y="24"/>
                  </a:moveTo>
                  <a:lnTo>
                    <a:pt x="56" y="0"/>
                  </a:lnTo>
                  <a:lnTo>
                    <a:pt x="48" y="0"/>
                  </a:lnTo>
                  <a:lnTo>
                    <a:pt x="48" y="8"/>
                  </a:lnTo>
                  <a:lnTo>
                    <a:pt x="48" y="16"/>
                  </a:lnTo>
                  <a:lnTo>
                    <a:pt x="32" y="16"/>
                  </a:lnTo>
                  <a:lnTo>
                    <a:pt x="24" y="0"/>
                  </a:lnTo>
                  <a:lnTo>
                    <a:pt x="0" y="0"/>
                  </a:lnTo>
                  <a:lnTo>
                    <a:pt x="8" y="32"/>
                  </a:lnTo>
                  <a:lnTo>
                    <a:pt x="0" y="40"/>
                  </a:lnTo>
                  <a:lnTo>
                    <a:pt x="8" y="72"/>
                  </a:lnTo>
                  <a:lnTo>
                    <a:pt x="16" y="96"/>
                  </a:lnTo>
                  <a:lnTo>
                    <a:pt x="32" y="104"/>
                  </a:lnTo>
                  <a:lnTo>
                    <a:pt x="56" y="104"/>
                  </a:lnTo>
                  <a:lnTo>
                    <a:pt x="56" y="112"/>
                  </a:lnTo>
                  <a:lnTo>
                    <a:pt x="64" y="136"/>
                  </a:lnTo>
                  <a:lnTo>
                    <a:pt x="88" y="128"/>
                  </a:lnTo>
                  <a:lnTo>
                    <a:pt x="120" y="128"/>
                  </a:lnTo>
                  <a:lnTo>
                    <a:pt x="128" y="120"/>
                  </a:lnTo>
                  <a:lnTo>
                    <a:pt x="120" y="112"/>
                  </a:lnTo>
                  <a:lnTo>
                    <a:pt x="120" y="72"/>
                  </a:lnTo>
                  <a:lnTo>
                    <a:pt x="112" y="56"/>
                  </a:lnTo>
                  <a:lnTo>
                    <a:pt x="120" y="48"/>
                  </a:lnTo>
                  <a:lnTo>
                    <a:pt x="96" y="32"/>
                  </a:lnTo>
                  <a:lnTo>
                    <a:pt x="96" y="24"/>
                  </a:lnTo>
                  <a:close/>
                </a:path>
              </a:pathLst>
            </a:custGeom>
            <a:grpFill/>
            <a:ln w="6350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193" name="Freeform 743"/>
            <p:cNvSpPr>
              <a:spLocks/>
            </p:cNvSpPr>
            <p:nvPr/>
          </p:nvSpPr>
          <p:spPr bwMode="auto">
            <a:xfrm>
              <a:off x="2895273" y="3559750"/>
              <a:ext cx="161137" cy="161137"/>
            </a:xfrm>
            <a:custGeom>
              <a:avLst/>
              <a:gdLst>
                <a:gd name="T0" fmla="*/ 2147483647 w 152"/>
                <a:gd name="T1" fmla="*/ 2147483647 h 152"/>
                <a:gd name="T2" fmla="*/ 2147483647 w 152"/>
                <a:gd name="T3" fmla="*/ 2147483647 h 152"/>
                <a:gd name="T4" fmla="*/ 2147483647 w 152"/>
                <a:gd name="T5" fmla="*/ 2147483647 h 152"/>
                <a:gd name="T6" fmla="*/ 2147483647 w 152"/>
                <a:gd name="T7" fmla="*/ 2147483647 h 152"/>
                <a:gd name="T8" fmla="*/ 2147483647 w 152"/>
                <a:gd name="T9" fmla="*/ 2147483647 h 152"/>
                <a:gd name="T10" fmla="*/ 2147483647 w 152"/>
                <a:gd name="T11" fmla="*/ 2147483647 h 152"/>
                <a:gd name="T12" fmla="*/ 2147483647 w 152"/>
                <a:gd name="T13" fmla="*/ 2147483647 h 152"/>
                <a:gd name="T14" fmla="*/ 2147483647 w 152"/>
                <a:gd name="T15" fmla="*/ 2147483647 h 152"/>
                <a:gd name="T16" fmla="*/ 2147483647 w 152"/>
                <a:gd name="T17" fmla="*/ 2147483647 h 152"/>
                <a:gd name="T18" fmla="*/ 2147483647 w 152"/>
                <a:gd name="T19" fmla="*/ 2147483647 h 152"/>
                <a:gd name="T20" fmla="*/ 2147483647 w 152"/>
                <a:gd name="T21" fmla="*/ 2147483647 h 152"/>
                <a:gd name="T22" fmla="*/ 2147483647 w 152"/>
                <a:gd name="T23" fmla="*/ 2147483647 h 152"/>
                <a:gd name="T24" fmla="*/ 2147483647 w 152"/>
                <a:gd name="T25" fmla="*/ 2147483647 h 152"/>
                <a:gd name="T26" fmla="*/ 2147483647 w 152"/>
                <a:gd name="T27" fmla="*/ 2147483647 h 152"/>
                <a:gd name="T28" fmla="*/ 2147483647 w 152"/>
                <a:gd name="T29" fmla="*/ 2147483647 h 152"/>
                <a:gd name="T30" fmla="*/ 2147483647 w 152"/>
                <a:gd name="T31" fmla="*/ 2147483647 h 152"/>
                <a:gd name="T32" fmla="*/ 2147483647 w 152"/>
                <a:gd name="T33" fmla="*/ 0 h 152"/>
                <a:gd name="T34" fmla="*/ 2147483647 w 152"/>
                <a:gd name="T35" fmla="*/ 0 h 152"/>
                <a:gd name="T36" fmla="*/ 0 w 152"/>
                <a:gd name="T37" fmla="*/ 2147483647 h 152"/>
                <a:gd name="T38" fmla="*/ 2147483647 w 152"/>
                <a:gd name="T39" fmla="*/ 2147483647 h 152"/>
                <a:gd name="T40" fmla="*/ 2147483647 w 152"/>
                <a:gd name="T41" fmla="*/ 2147483647 h 152"/>
                <a:gd name="T42" fmla="*/ 0 w 152"/>
                <a:gd name="T43" fmla="*/ 2147483647 h 152"/>
                <a:gd name="T44" fmla="*/ 0 w 152"/>
                <a:gd name="T45" fmla="*/ 2147483647 h 152"/>
                <a:gd name="T46" fmla="*/ 2147483647 w 152"/>
                <a:gd name="T47" fmla="*/ 2147483647 h 152"/>
                <a:gd name="T48" fmla="*/ 2147483647 w 152"/>
                <a:gd name="T49" fmla="*/ 2147483647 h 152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152"/>
                <a:gd name="T76" fmla="*/ 0 h 152"/>
                <a:gd name="T77" fmla="*/ 152 w 152"/>
                <a:gd name="T78" fmla="*/ 152 h 152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152" h="152">
                  <a:moveTo>
                    <a:pt x="16" y="144"/>
                  </a:moveTo>
                  <a:lnTo>
                    <a:pt x="72" y="144"/>
                  </a:lnTo>
                  <a:lnTo>
                    <a:pt x="80" y="152"/>
                  </a:lnTo>
                  <a:lnTo>
                    <a:pt x="112" y="152"/>
                  </a:lnTo>
                  <a:lnTo>
                    <a:pt x="136" y="144"/>
                  </a:lnTo>
                  <a:lnTo>
                    <a:pt x="128" y="128"/>
                  </a:lnTo>
                  <a:lnTo>
                    <a:pt x="128" y="88"/>
                  </a:lnTo>
                  <a:lnTo>
                    <a:pt x="152" y="80"/>
                  </a:lnTo>
                  <a:lnTo>
                    <a:pt x="152" y="64"/>
                  </a:lnTo>
                  <a:lnTo>
                    <a:pt x="144" y="64"/>
                  </a:lnTo>
                  <a:lnTo>
                    <a:pt x="152" y="64"/>
                  </a:lnTo>
                  <a:lnTo>
                    <a:pt x="128" y="64"/>
                  </a:lnTo>
                  <a:lnTo>
                    <a:pt x="120" y="16"/>
                  </a:lnTo>
                  <a:lnTo>
                    <a:pt x="96" y="16"/>
                  </a:lnTo>
                  <a:lnTo>
                    <a:pt x="80" y="24"/>
                  </a:lnTo>
                  <a:lnTo>
                    <a:pt x="72" y="24"/>
                  </a:lnTo>
                  <a:lnTo>
                    <a:pt x="48" y="0"/>
                  </a:lnTo>
                  <a:lnTo>
                    <a:pt x="16" y="0"/>
                  </a:lnTo>
                  <a:lnTo>
                    <a:pt x="0" y="8"/>
                  </a:lnTo>
                  <a:lnTo>
                    <a:pt x="8" y="56"/>
                  </a:lnTo>
                  <a:lnTo>
                    <a:pt x="16" y="80"/>
                  </a:lnTo>
                  <a:lnTo>
                    <a:pt x="0" y="112"/>
                  </a:lnTo>
                  <a:lnTo>
                    <a:pt x="0" y="144"/>
                  </a:lnTo>
                  <a:lnTo>
                    <a:pt x="8" y="136"/>
                  </a:lnTo>
                  <a:lnTo>
                    <a:pt x="16" y="144"/>
                  </a:lnTo>
                  <a:close/>
                </a:path>
              </a:pathLst>
            </a:custGeom>
            <a:grpFill/>
            <a:ln w="6350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194" name="Freeform 744"/>
            <p:cNvSpPr>
              <a:spLocks/>
            </p:cNvSpPr>
            <p:nvPr/>
          </p:nvSpPr>
          <p:spPr bwMode="auto">
            <a:xfrm>
              <a:off x="2895273" y="3407276"/>
              <a:ext cx="246038" cy="246038"/>
            </a:xfrm>
            <a:custGeom>
              <a:avLst/>
              <a:gdLst>
                <a:gd name="T0" fmla="*/ 2147483647 w 232"/>
                <a:gd name="T1" fmla="*/ 2147483647 h 232"/>
                <a:gd name="T2" fmla="*/ 2147483647 w 232"/>
                <a:gd name="T3" fmla="*/ 2147483647 h 232"/>
                <a:gd name="T4" fmla="*/ 2147483647 w 232"/>
                <a:gd name="T5" fmla="*/ 2147483647 h 232"/>
                <a:gd name="T6" fmla="*/ 2147483647 w 232"/>
                <a:gd name="T7" fmla="*/ 2147483647 h 232"/>
                <a:gd name="T8" fmla="*/ 2147483647 w 232"/>
                <a:gd name="T9" fmla="*/ 2147483647 h 232"/>
                <a:gd name="T10" fmla="*/ 2147483647 w 232"/>
                <a:gd name="T11" fmla="*/ 2147483647 h 232"/>
                <a:gd name="T12" fmla="*/ 0 w 232"/>
                <a:gd name="T13" fmla="*/ 2147483647 h 232"/>
                <a:gd name="T14" fmla="*/ 0 w 232"/>
                <a:gd name="T15" fmla="*/ 2147483647 h 232"/>
                <a:gd name="T16" fmla="*/ 2147483647 w 232"/>
                <a:gd name="T17" fmla="*/ 2147483647 h 232"/>
                <a:gd name="T18" fmla="*/ 2147483647 w 232"/>
                <a:gd name="T19" fmla="*/ 2147483647 h 232"/>
                <a:gd name="T20" fmla="*/ 2147483647 w 232"/>
                <a:gd name="T21" fmla="*/ 2147483647 h 232"/>
                <a:gd name="T22" fmla="*/ 2147483647 w 232"/>
                <a:gd name="T23" fmla="*/ 2147483647 h 232"/>
                <a:gd name="T24" fmla="*/ 2147483647 w 232"/>
                <a:gd name="T25" fmla="*/ 2147483647 h 232"/>
                <a:gd name="T26" fmla="*/ 2147483647 w 232"/>
                <a:gd name="T27" fmla="*/ 2147483647 h 232"/>
                <a:gd name="T28" fmla="*/ 2147483647 w 232"/>
                <a:gd name="T29" fmla="*/ 2147483647 h 232"/>
                <a:gd name="T30" fmla="*/ 2147483647 w 232"/>
                <a:gd name="T31" fmla="*/ 2147483647 h 232"/>
                <a:gd name="T32" fmla="*/ 2147483647 w 232"/>
                <a:gd name="T33" fmla="*/ 2147483647 h 232"/>
                <a:gd name="T34" fmla="*/ 2147483647 w 232"/>
                <a:gd name="T35" fmla="*/ 2147483647 h 232"/>
                <a:gd name="T36" fmla="*/ 2147483647 w 232"/>
                <a:gd name="T37" fmla="*/ 2147483647 h 232"/>
                <a:gd name="T38" fmla="*/ 2147483647 w 232"/>
                <a:gd name="T39" fmla="*/ 2147483647 h 232"/>
                <a:gd name="T40" fmla="*/ 2147483647 w 232"/>
                <a:gd name="T41" fmla="*/ 2147483647 h 232"/>
                <a:gd name="T42" fmla="*/ 2147483647 w 232"/>
                <a:gd name="T43" fmla="*/ 2147483647 h 232"/>
                <a:gd name="T44" fmla="*/ 2147483647 w 232"/>
                <a:gd name="T45" fmla="*/ 2147483647 h 232"/>
                <a:gd name="T46" fmla="*/ 2147483647 w 232"/>
                <a:gd name="T47" fmla="*/ 2147483647 h 232"/>
                <a:gd name="T48" fmla="*/ 2147483647 w 232"/>
                <a:gd name="T49" fmla="*/ 2147483647 h 232"/>
                <a:gd name="T50" fmla="*/ 2147483647 w 232"/>
                <a:gd name="T51" fmla="*/ 2147483647 h 232"/>
                <a:gd name="T52" fmla="*/ 2147483647 w 232"/>
                <a:gd name="T53" fmla="*/ 2147483647 h 232"/>
                <a:gd name="T54" fmla="*/ 2147483647 w 232"/>
                <a:gd name="T55" fmla="*/ 2147483647 h 232"/>
                <a:gd name="T56" fmla="*/ 2147483647 w 232"/>
                <a:gd name="T57" fmla="*/ 2147483647 h 232"/>
                <a:gd name="T58" fmla="*/ 2147483647 w 232"/>
                <a:gd name="T59" fmla="*/ 2147483647 h 232"/>
                <a:gd name="T60" fmla="*/ 2147483647 w 232"/>
                <a:gd name="T61" fmla="*/ 2147483647 h 232"/>
                <a:gd name="T62" fmla="*/ 2147483647 w 232"/>
                <a:gd name="T63" fmla="*/ 2147483647 h 232"/>
                <a:gd name="T64" fmla="*/ 2147483647 w 232"/>
                <a:gd name="T65" fmla="*/ 0 h 232"/>
                <a:gd name="T66" fmla="*/ 2147483647 w 232"/>
                <a:gd name="T67" fmla="*/ 0 h 232"/>
                <a:gd name="T68" fmla="*/ 2147483647 w 232"/>
                <a:gd name="T69" fmla="*/ 2147483647 h 232"/>
                <a:gd name="T70" fmla="*/ 2147483647 w 232"/>
                <a:gd name="T71" fmla="*/ 0 h 232"/>
                <a:gd name="T72" fmla="*/ 2147483647 w 232"/>
                <a:gd name="T73" fmla="*/ 2147483647 h 232"/>
                <a:gd name="T74" fmla="*/ 2147483647 w 232"/>
                <a:gd name="T75" fmla="*/ 2147483647 h 232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232"/>
                <a:gd name="T115" fmla="*/ 0 h 232"/>
                <a:gd name="T116" fmla="*/ 232 w 232"/>
                <a:gd name="T117" fmla="*/ 232 h 232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232" h="232">
                  <a:moveTo>
                    <a:pt x="80" y="24"/>
                  </a:moveTo>
                  <a:lnTo>
                    <a:pt x="72" y="72"/>
                  </a:lnTo>
                  <a:lnTo>
                    <a:pt x="56" y="80"/>
                  </a:lnTo>
                  <a:lnTo>
                    <a:pt x="40" y="112"/>
                  </a:lnTo>
                  <a:lnTo>
                    <a:pt x="24" y="128"/>
                  </a:lnTo>
                  <a:lnTo>
                    <a:pt x="8" y="128"/>
                  </a:lnTo>
                  <a:lnTo>
                    <a:pt x="0" y="136"/>
                  </a:lnTo>
                  <a:lnTo>
                    <a:pt x="0" y="152"/>
                  </a:lnTo>
                  <a:lnTo>
                    <a:pt x="16" y="144"/>
                  </a:lnTo>
                  <a:lnTo>
                    <a:pt x="48" y="144"/>
                  </a:lnTo>
                  <a:lnTo>
                    <a:pt x="72" y="168"/>
                  </a:lnTo>
                  <a:lnTo>
                    <a:pt x="80" y="168"/>
                  </a:lnTo>
                  <a:lnTo>
                    <a:pt x="96" y="160"/>
                  </a:lnTo>
                  <a:lnTo>
                    <a:pt x="120" y="160"/>
                  </a:lnTo>
                  <a:lnTo>
                    <a:pt x="128" y="208"/>
                  </a:lnTo>
                  <a:lnTo>
                    <a:pt x="152" y="208"/>
                  </a:lnTo>
                  <a:lnTo>
                    <a:pt x="168" y="208"/>
                  </a:lnTo>
                  <a:lnTo>
                    <a:pt x="192" y="224"/>
                  </a:lnTo>
                  <a:lnTo>
                    <a:pt x="216" y="232"/>
                  </a:lnTo>
                  <a:lnTo>
                    <a:pt x="216" y="224"/>
                  </a:lnTo>
                  <a:lnTo>
                    <a:pt x="208" y="208"/>
                  </a:lnTo>
                  <a:lnTo>
                    <a:pt x="208" y="200"/>
                  </a:lnTo>
                  <a:lnTo>
                    <a:pt x="216" y="176"/>
                  </a:lnTo>
                  <a:lnTo>
                    <a:pt x="224" y="168"/>
                  </a:lnTo>
                  <a:lnTo>
                    <a:pt x="216" y="144"/>
                  </a:lnTo>
                  <a:lnTo>
                    <a:pt x="216" y="120"/>
                  </a:lnTo>
                  <a:lnTo>
                    <a:pt x="208" y="96"/>
                  </a:lnTo>
                  <a:lnTo>
                    <a:pt x="216" y="72"/>
                  </a:lnTo>
                  <a:lnTo>
                    <a:pt x="232" y="40"/>
                  </a:lnTo>
                  <a:lnTo>
                    <a:pt x="232" y="16"/>
                  </a:lnTo>
                  <a:lnTo>
                    <a:pt x="224" y="8"/>
                  </a:lnTo>
                  <a:lnTo>
                    <a:pt x="200" y="8"/>
                  </a:lnTo>
                  <a:lnTo>
                    <a:pt x="192" y="0"/>
                  </a:lnTo>
                  <a:lnTo>
                    <a:pt x="160" y="0"/>
                  </a:lnTo>
                  <a:lnTo>
                    <a:pt x="128" y="8"/>
                  </a:lnTo>
                  <a:lnTo>
                    <a:pt x="104" y="0"/>
                  </a:lnTo>
                  <a:lnTo>
                    <a:pt x="80" y="8"/>
                  </a:lnTo>
                  <a:lnTo>
                    <a:pt x="80" y="24"/>
                  </a:lnTo>
                  <a:close/>
                </a:path>
              </a:pathLst>
            </a:custGeom>
            <a:grpFill/>
            <a:ln w="6350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195" name="Freeform 745"/>
            <p:cNvSpPr>
              <a:spLocks/>
            </p:cNvSpPr>
            <p:nvPr/>
          </p:nvSpPr>
          <p:spPr bwMode="auto">
            <a:xfrm>
              <a:off x="3175098" y="3237476"/>
              <a:ext cx="194924" cy="187127"/>
            </a:xfrm>
            <a:custGeom>
              <a:avLst/>
              <a:gdLst>
                <a:gd name="T0" fmla="*/ 2147483647 w 184"/>
                <a:gd name="T1" fmla="*/ 2147483647 h 176"/>
                <a:gd name="T2" fmla="*/ 2147483647 w 184"/>
                <a:gd name="T3" fmla="*/ 2147483647 h 176"/>
                <a:gd name="T4" fmla="*/ 2147483647 w 184"/>
                <a:gd name="T5" fmla="*/ 2147483647 h 176"/>
                <a:gd name="T6" fmla="*/ 2147483647 w 184"/>
                <a:gd name="T7" fmla="*/ 2147483647 h 176"/>
                <a:gd name="T8" fmla="*/ 2147483647 w 184"/>
                <a:gd name="T9" fmla="*/ 2147483647 h 176"/>
                <a:gd name="T10" fmla="*/ 2147483647 w 184"/>
                <a:gd name="T11" fmla="*/ 2147483647 h 176"/>
                <a:gd name="T12" fmla="*/ 2147483647 w 184"/>
                <a:gd name="T13" fmla="*/ 2147483647 h 176"/>
                <a:gd name="T14" fmla="*/ 2147483647 w 184"/>
                <a:gd name="T15" fmla="*/ 2147483647 h 176"/>
                <a:gd name="T16" fmla="*/ 2147483647 w 184"/>
                <a:gd name="T17" fmla="*/ 2147483647 h 176"/>
                <a:gd name="T18" fmla="*/ 2147483647 w 184"/>
                <a:gd name="T19" fmla="*/ 2147483647 h 176"/>
                <a:gd name="T20" fmla="*/ 2147483647 w 184"/>
                <a:gd name="T21" fmla="*/ 2147483647 h 176"/>
                <a:gd name="T22" fmla="*/ 2147483647 w 184"/>
                <a:gd name="T23" fmla="*/ 2147483647 h 176"/>
                <a:gd name="T24" fmla="*/ 2147483647 w 184"/>
                <a:gd name="T25" fmla="*/ 2147483647 h 176"/>
                <a:gd name="T26" fmla="*/ 2147483647 w 184"/>
                <a:gd name="T27" fmla="*/ 2147483647 h 176"/>
                <a:gd name="T28" fmla="*/ 2147483647 w 184"/>
                <a:gd name="T29" fmla="*/ 0 h 176"/>
                <a:gd name="T30" fmla="*/ 2147483647 w 184"/>
                <a:gd name="T31" fmla="*/ 0 h 176"/>
                <a:gd name="T32" fmla="*/ 2147483647 w 184"/>
                <a:gd name="T33" fmla="*/ 2147483647 h 176"/>
                <a:gd name="T34" fmla="*/ 2147483647 w 184"/>
                <a:gd name="T35" fmla="*/ 2147483647 h 176"/>
                <a:gd name="T36" fmla="*/ 2147483647 w 184"/>
                <a:gd name="T37" fmla="*/ 2147483647 h 176"/>
                <a:gd name="T38" fmla="*/ 2147483647 w 184"/>
                <a:gd name="T39" fmla="*/ 2147483647 h 176"/>
                <a:gd name="T40" fmla="*/ 2147483647 w 184"/>
                <a:gd name="T41" fmla="*/ 2147483647 h 176"/>
                <a:gd name="T42" fmla="*/ 0 w 184"/>
                <a:gd name="T43" fmla="*/ 2147483647 h 176"/>
                <a:gd name="T44" fmla="*/ 0 w 184"/>
                <a:gd name="T45" fmla="*/ 2147483647 h 176"/>
                <a:gd name="T46" fmla="*/ 2147483647 w 184"/>
                <a:gd name="T47" fmla="*/ 2147483647 h 176"/>
                <a:gd name="T48" fmla="*/ 2147483647 w 184"/>
                <a:gd name="T49" fmla="*/ 2147483647 h 176"/>
                <a:gd name="T50" fmla="*/ 2147483647 w 184"/>
                <a:gd name="T51" fmla="*/ 2147483647 h 176"/>
                <a:gd name="T52" fmla="*/ 2147483647 w 184"/>
                <a:gd name="T53" fmla="*/ 2147483647 h 176"/>
                <a:gd name="T54" fmla="*/ 2147483647 w 184"/>
                <a:gd name="T55" fmla="*/ 2147483647 h 176"/>
                <a:gd name="T56" fmla="*/ 2147483647 w 184"/>
                <a:gd name="T57" fmla="*/ 2147483647 h 17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w 184"/>
                <a:gd name="T88" fmla="*/ 0 h 176"/>
                <a:gd name="T89" fmla="*/ 184 w 184"/>
                <a:gd name="T90" fmla="*/ 176 h 17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T87" t="T88" r="T89" b="T90"/>
              <a:pathLst>
                <a:path w="184" h="176">
                  <a:moveTo>
                    <a:pt x="88" y="176"/>
                  </a:moveTo>
                  <a:lnTo>
                    <a:pt x="96" y="176"/>
                  </a:lnTo>
                  <a:lnTo>
                    <a:pt x="104" y="176"/>
                  </a:lnTo>
                  <a:lnTo>
                    <a:pt x="112" y="176"/>
                  </a:lnTo>
                  <a:lnTo>
                    <a:pt x="128" y="168"/>
                  </a:lnTo>
                  <a:lnTo>
                    <a:pt x="152" y="160"/>
                  </a:lnTo>
                  <a:lnTo>
                    <a:pt x="184" y="128"/>
                  </a:lnTo>
                  <a:lnTo>
                    <a:pt x="160" y="120"/>
                  </a:lnTo>
                  <a:lnTo>
                    <a:pt x="128" y="104"/>
                  </a:lnTo>
                  <a:lnTo>
                    <a:pt x="120" y="96"/>
                  </a:lnTo>
                  <a:lnTo>
                    <a:pt x="136" y="88"/>
                  </a:lnTo>
                  <a:lnTo>
                    <a:pt x="128" y="80"/>
                  </a:lnTo>
                  <a:lnTo>
                    <a:pt x="96" y="32"/>
                  </a:lnTo>
                  <a:lnTo>
                    <a:pt x="80" y="24"/>
                  </a:lnTo>
                  <a:lnTo>
                    <a:pt x="64" y="0"/>
                  </a:lnTo>
                  <a:lnTo>
                    <a:pt x="56" y="0"/>
                  </a:lnTo>
                  <a:lnTo>
                    <a:pt x="48" y="8"/>
                  </a:lnTo>
                  <a:lnTo>
                    <a:pt x="40" y="56"/>
                  </a:lnTo>
                  <a:lnTo>
                    <a:pt x="32" y="80"/>
                  </a:lnTo>
                  <a:lnTo>
                    <a:pt x="16" y="96"/>
                  </a:lnTo>
                  <a:lnTo>
                    <a:pt x="8" y="120"/>
                  </a:lnTo>
                  <a:lnTo>
                    <a:pt x="0" y="120"/>
                  </a:lnTo>
                  <a:lnTo>
                    <a:pt x="0" y="128"/>
                  </a:lnTo>
                  <a:lnTo>
                    <a:pt x="16" y="144"/>
                  </a:lnTo>
                  <a:lnTo>
                    <a:pt x="24" y="152"/>
                  </a:lnTo>
                  <a:lnTo>
                    <a:pt x="32" y="160"/>
                  </a:lnTo>
                  <a:lnTo>
                    <a:pt x="32" y="168"/>
                  </a:lnTo>
                  <a:lnTo>
                    <a:pt x="48" y="168"/>
                  </a:lnTo>
                  <a:lnTo>
                    <a:pt x="88" y="176"/>
                  </a:lnTo>
                  <a:close/>
                </a:path>
              </a:pathLst>
            </a:custGeom>
            <a:grpFill/>
            <a:ln w="6350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196" name="Freeform 746"/>
            <p:cNvSpPr>
              <a:spLocks/>
            </p:cNvSpPr>
            <p:nvPr/>
          </p:nvSpPr>
          <p:spPr bwMode="auto">
            <a:xfrm>
              <a:off x="3183761" y="3415940"/>
              <a:ext cx="110024" cy="127351"/>
            </a:xfrm>
            <a:custGeom>
              <a:avLst/>
              <a:gdLst>
                <a:gd name="T0" fmla="*/ 2147483647 w 104"/>
                <a:gd name="T1" fmla="*/ 2147483647 h 120"/>
                <a:gd name="T2" fmla="*/ 2147483647 w 104"/>
                <a:gd name="T3" fmla="*/ 2147483647 h 120"/>
                <a:gd name="T4" fmla="*/ 2147483647 w 104"/>
                <a:gd name="T5" fmla="*/ 2147483647 h 120"/>
                <a:gd name="T6" fmla="*/ 2147483647 w 104"/>
                <a:gd name="T7" fmla="*/ 2147483647 h 120"/>
                <a:gd name="T8" fmla="*/ 2147483647 w 104"/>
                <a:gd name="T9" fmla="*/ 2147483647 h 120"/>
                <a:gd name="T10" fmla="*/ 2147483647 w 104"/>
                <a:gd name="T11" fmla="*/ 2147483647 h 120"/>
                <a:gd name="T12" fmla="*/ 2147483647 w 104"/>
                <a:gd name="T13" fmla="*/ 0 h 120"/>
                <a:gd name="T14" fmla="*/ 2147483647 w 104"/>
                <a:gd name="T15" fmla="*/ 0 h 120"/>
                <a:gd name="T16" fmla="*/ 2147483647 w 104"/>
                <a:gd name="T17" fmla="*/ 0 h 120"/>
                <a:gd name="T18" fmla="*/ 0 w 104"/>
                <a:gd name="T19" fmla="*/ 2147483647 h 120"/>
                <a:gd name="T20" fmla="*/ 2147483647 w 104"/>
                <a:gd name="T21" fmla="*/ 2147483647 h 120"/>
                <a:gd name="T22" fmla="*/ 2147483647 w 104"/>
                <a:gd name="T23" fmla="*/ 2147483647 h 120"/>
                <a:gd name="T24" fmla="*/ 0 w 104"/>
                <a:gd name="T25" fmla="*/ 2147483647 h 120"/>
                <a:gd name="T26" fmla="*/ 2147483647 w 104"/>
                <a:gd name="T27" fmla="*/ 2147483647 h 120"/>
                <a:gd name="T28" fmla="*/ 2147483647 w 104"/>
                <a:gd name="T29" fmla="*/ 2147483647 h 120"/>
                <a:gd name="T30" fmla="*/ 2147483647 w 104"/>
                <a:gd name="T31" fmla="*/ 2147483647 h 120"/>
                <a:gd name="T32" fmla="*/ 2147483647 w 104"/>
                <a:gd name="T33" fmla="*/ 2147483647 h 120"/>
                <a:gd name="T34" fmla="*/ 2147483647 w 104"/>
                <a:gd name="T35" fmla="*/ 2147483647 h 120"/>
                <a:gd name="T36" fmla="*/ 2147483647 w 104"/>
                <a:gd name="T37" fmla="*/ 2147483647 h 120"/>
                <a:gd name="T38" fmla="*/ 2147483647 w 104"/>
                <a:gd name="T39" fmla="*/ 2147483647 h 120"/>
                <a:gd name="T40" fmla="*/ 2147483647 w 104"/>
                <a:gd name="T41" fmla="*/ 2147483647 h 120"/>
                <a:gd name="T42" fmla="*/ 2147483647 w 104"/>
                <a:gd name="T43" fmla="*/ 2147483647 h 120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w 104"/>
                <a:gd name="T67" fmla="*/ 0 h 120"/>
                <a:gd name="T68" fmla="*/ 104 w 104"/>
                <a:gd name="T69" fmla="*/ 120 h 120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T66" t="T67" r="T68" b="T69"/>
              <a:pathLst>
                <a:path w="104" h="120">
                  <a:moveTo>
                    <a:pt x="96" y="24"/>
                  </a:moveTo>
                  <a:lnTo>
                    <a:pt x="104" y="16"/>
                  </a:lnTo>
                  <a:lnTo>
                    <a:pt x="104" y="8"/>
                  </a:lnTo>
                  <a:lnTo>
                    <a:pt x="96" y="8"/>
                  </a:lnTo>
                  <a:lnTo>
                    <a:pt x="88" y="8"/>
                  </a:lnTo>
                  <a:lnTo>
                    <a:pt x="80" y="8"/>
                  </a:lnTo>
                  <a:lnTo>
                    <a:pt x="40" y="0"/>
                  </a:lnTo>
                  <a:lnTo>
                    <a:pt x="24" y="0"/>
                  </a:lnTo>
                  <a:lnTo>
                    <a:pt x="16" y="0"/>
                  </a:lnTo>
                  <a:lnTo>
                    <a:pt x="0" y="8"/>
                  </a:lnTo>
                  <a:lnTo>
                    <a:pt x="8" y="16"/>
                  </a:lnTo>
                  <a:lnTo>
                    <a:pt x="8" y="32"/>
                  </a:lnTo>
                  <a:lnTo>
                    <a:pt x="0" y="48"/>
                  </a:lnTo>
                  <a:lnTo>
                    <a:pt x="8" y="72"/>
                  </a:lnTo>
                  <a:lnTo>
                    <a:pt x="48" y="96"/>
                  </a:lnTo>
                  <a:lnTo>
                    <a:pt x="48" y="104"/>
                  </a:lnTo>
                  <a:lnTo>
                    <a:pt x="72" y="120"/>
                  </a:lnTo>
                  <a:lnTo>
                    <a:pt x="72" y="112"/>
                  </a:lnTo>
                  <a:lnTo>
                    <a:pt x="88" y="88"/>
                  </a:lnTo>
                  <a:lnTo>
                    <a:pt x="104" y="80"/>
                  </a:lnTo>
                  <a:lnTo>
                    <a:pt x="96" y="64"/>
                  </a:lnTo>
                  <a:lnTo>
                    <a:pt x="96" y="24"/>
                  </a:lnTo>
                  <a:close/>
                </a:path>
              </a:pathLst>
            </a:custGeom>
            <a:grpFill/>
            <a:ln w="6350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197" name="Freeform 747"/>
            <p:cNvSpPr>
              <a:spLocks/>
            </p:cNvSpPr>
            <p:nvPr/>
          </p:nvSpPr>
          <p:spPr bwMode="auto">
            <a:xfrm>
              <a:off x="3065074" y="3687101"/>
              <a:ext cx="101361" cy="102227"/>
            </a:xfrm>
            <a:custGeom>
              <a:avLst/>
              <a:gdLst>
                <a:gd name="T0" fmla="*/ 2147483647 w 96"/>
                <a:gd name="T1" fmla="*/ 2147483647 h 96"/>
                <a:gd name="T2" fmla="*/ 2147483647 w 96"/>
                <a:gd name="T3" fmla="*/ 2147483647 h 96"/>
                <a:gd name="T4" fmla="*/ 2147483647 w 96"/>
                <a:gd name="T5" fmla="*/ 2147483647 h 96"/>
                <a:gd name="T6" fmla="*/ 0 w 96"/>
                <a:gd name="T7" fmla="*/ 2147483647 h 96"/>
                <a:gd name="T8" fmla="*/ 2147483647 w 96"/>
                <a:gd name="T9" fmla="*/ 2147483647 h 96"/>
                <a:gd name="T10" fmla="*/ 2147483647 w 96"/>
                <a:gd name="T11" fmla="*/ 2147483647 h 96"/>
                <a:gd name="T12" fmla="*/ 2147483647 w 96"/>
                <a:gd name="T13" fmla="*/ 2147483647 h 96"/>
                <a:gd name="T14" fmla="*/ 2147483647 w 96"/>
                <a:gd name="T15" fmla="*/ 2147483647 h 96"/>
                <a:gd name="T16" fmla="*/ 2147483647 w 96"/>
                <a:gd name="T17" fmla="*/ 2147483647 h 96"/>
                <a:gd name="T18" fmla="*/ 2147483647 w 96"/>
                <a:gd name="T19" fmla="*/ 2147483647 h 96"/>
                <a:gd name="T20" fmla="*/ 2147483647 w 96"/>
                <a:gd name="T21" fmla="*/ 2147483647 h 96"/>
                <a:gd name="T22" fmla="*/ 2147483647 w 96"/>
                <a:gd name="T23" fmla="*/ 2147483647 h 96"/>
                <a:gd name="T24" fmla="*/ 2147483647 w 96"/>
                <a:gd name="T25" fmla="*/ 2147483647 h 96"/>
                <a:gd name="T26" fmla="*/ 2147483647 w 96"/>
                <a:gd name="T27" fmla="*/ 2147483647 h 96"/>
                <a:gd name="T28" fmla="*/ 2147483647 w 96"/>
                <a:gd name="T29" fmla="*/ 2147483647 h 96"/>
                <a:gd name="T30" fmla="*/ 2147483647 w 96"/>
                <a:gd name="T31" fmla="*/ 0 h 96"/>
                <a:gd name="T32" fmla="*/ 2147483647 w 96"/>
                <a:gd name="T33" fmla="*/ 2147483647 h 96"/>
                <a:gd name="T34" fmla="*/ 2147483647 w 96"/>
                <a:gd name="T35" fmla="*/ 2147483647 h 9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96"/>
                <a:gd name="T55" fmla="*/ 0 h 96"/>
                <a:gd name="T56" fmla="*/ 96 w 96"/>
                <a:gd name="T57" fmla="*/ 96 h 9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96" h="96">
                  <a:moveTo>
                    <a:pt x="40" y="24"/>
                  </a:moveTo>
                  <a:lnTo>
                    <a:pt x="24" y="32"/>
                  </a:lnTo>
                  <a:lnTo>
                    <a:pt x="8" y="32"/>
                  </a:lnTo>
                  <a:lnTo>
                    <a:pt x="0" y="32"/>
                  </a:lnTo>
                  <a:lnTo>
                    <a:pt x="8" y="32"/>
                  </a:lnTo>
                  <a:lnTo>
                    <a:pt x="16" y="48"/>
                  </a:lnTo>
                  <a:lnTo>
                    <a:pt x="24" y="64"/>
                  </a:lnTo>
                  <a:lnTo>
                    <a:pt x="32" y="64"/>
                  </a:lnTo>
                  <a:lnTo>
                    <a:pt x="40" y="80"/>
                  </a:lnTo>
                  <a:lnTo>
                    <a:pt x="56" y="88"/>
                  </a:lnTo>
                  <a:lnTo>
                    <a:pt x="80" y="96"/>
                  </a:lnTo>
                  <a:lnTo>
                    <a:pt x="88" y="80"/>
                  </a:lnTo>
                  <a:lnTo>
                    <a:pt x="96" y="48"/>
                  </a:lnTo>
                  <a:lnTo>
                    <a:pt x="96" y="32"/>
                  </a:lnTo>
                  <a:lnTo>
                    <a:pt x="96" y="16"/>
                  </a:lnTo>
                  <a:lnTo>
                    <a:pt x="64" y="0"/>
                  </a:lnTo>
                  <a:lnTo>
                    <a:pt x="56" y="8"/>
                  </a:lnTo>
                  <a:lnTo>
                    <a:pt x="40" y="24"/>
                  </a:lnTo>
                  <a:close/>
                </a:path>
              </a:pathLst>
            </a:custGeom>
            <a:grpFill/>
            <a:ln w="6350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198" name="Freeform 748"/>
            <p:cNvSpPr>
              <a:spLocks/>
            </p:cNvSpPr>
            <p:nvPr/>
          </p:nvSpPr>
          <p:spPr bwMode="auto">
            <a:xfrm>
              <a:off x="3031287" y="3424603"/>
              <a:ext cx="177597" cy="296285"/>
            </a:xfrm>
            <a:custGeom>
              <a:avLst/>
              <a:gdLst>
                <a:gd name="T0" fmla="*/ 2147483647 w 168"/>
                <a:gd name="T1" fmla="*/ 2147483647 h 280"/>
                <a:gd name="T2" fmla="*/ 2147483647 w 168"/>
                <a:gd name="T3" fmla="*/ 2147483647 h 280"/>
                <a:gd name="T4" fmla="*/ 2147483647 w 168"/>
                <a:gd name="T5" fmla="*/ 2147483647 h 280"/>
                <a:gd name="T6" fmla="*/ 2147483647 w 168"/>
                <a:gd name="T7" fmla="*/ 2147483647 h 280"/>
                <a:gd name="T8" fmla="*/ 2147483647 w 168"/>
                <a:gd name="T9" fmla="*/ 2147483647 h 280"/>
                <a:gd name="T10" fmla="*/ 2147483647 w 168"/>
                <a:gd name="T11" fmla="*/ 2147483647 h 280"/>
                <a:gd name="T12" fmla="*/ 2147483647 w 168"/>
                <a:gd name="T13" fmla="*/ 2147483647 h 280"/>
                <a:gd name="T14" fmla="*/ 2147483647 w 168"/>
                <a:gd name="T15" fmla="*/ 2147483647 h 280"/>
                <a:gd name="T16" fmla="*/ 2147483647 w 168"/>
                <a:gd name="T17" fmla="*/ 2147483647 h 280"/>
                <a:gd name="T18" fmla="*/ 2147483647 w 168"/>
                <a:gd name="T19" fmla="*/ 2147483647 h 280"/>
                <a:gd name="T20" fmla="*/ 2147483647 w 168"/>
                <a:gd name="T21" fmla="*/ 2147483647 h 280"/>
                <a:gd name="T22" fmla="*/ 2147483647 w 168"/>
                <a:gd name="T23" fmla="*/ 2147483647 h 280"/>
                <a:gd name="T24" fmla="*/ 2147483647 w 168"/>
                <a:gd name="T25" fmla="*/ 2147483647 h 280"/>
                <a:gd name="T26" fmla="*/ 2147483647 w 168"/>
                <a:gd name="T27" fmla="*/ 2147483647 h 280"/>
                <a:gd name="T28" fmla="*/ 2147483647 w 168"/>
                <a:gd name="T29" fmla="*/ 2147483647 h 280"/>
                <a:gd name="T30" fmla="*/ 0 w 168"/>
                <a:gd name="T31" fmla="*/ 2147483647 h 280"/>
                <a:gd name="T32" fmla="*/ 0 w 168"/>
                <a:gd name="T33" fmla="*/ 2147483647 h 280"/>
                <a:gd name="T34" fmla="*/ 2147483647 w 168"/>
                <a:gd name="T35" fmla="*/ 2147483647 h 280"/>
                <a:gd name="T36" fmla="*/ 2147483647 w 168"/>
                <a:gd name="T37" fmla="*/ 2147483647 h 280"/>
                <a:gd name="T38" fmla="*/ 2147483647 w 168"/>
                <a:gd name="T39" fmla="*/ 2147483647 h 280"/>
                <a:gd name="T40" fmla="*/ 2147483647 w 168"/>
                <a:gd name="T41" fmla="*/ 2147483647 h 280"/>
                <a:gd name="T42" fmla="*/ 2147483647 w 168"/>
                <a:gd name="T43" fmla="*/ 2147483647 h 280"/>
                <a:gd name="T44" fmla="*/ 2147483647 w 168"/>
                <a:gd name="T45" fmla="*/ 2147483647 h 280"/>
                <a:gd name="T46" fmla="*/ 2147483647 w 168"/>
                <a:gd name="T47" fmla="*/ 2147483647 h 280"/>
                <a:gd name="T48" fmla="*/ 2147483647 w 168"/>
                <a:gd name="T49" fmla="*/ 2147483647 h 280"/>
                <a:gd name="T50" fmla="*/ 2147483647 w 168"/>
                <a:gd name="T51" fmla="*/ 2147483647 h 280"/>
                <a:gd name="T52" fmla="*/ 2147483647 w 168"/>
                <a:gd name="T53" fmla="*/ 2147483647 h 280"/>
                <a:gd name="T54" fmla="*/ 2147483647 w 168"/>
                <a:gd name="T55" fmla="*/ 2147483647 h 280"/>
                <a:gd name="T56" fmla="*/ 2147483647 w 168"/>
                <a:gd name="T57" fmla="*/ 2147483647 h 280"/>
                <a:gd name="T58" fmla="*/ 2147483647 w 168"/>
                <a:gd name="T59" fmla="*/ 2147483647 h 280"/>
                <a:gd name="T60" fmla="*/ 2147483647 w 168"/>
                <a:gd name="T61" fmla="*/ 2147483647 h 280"/>
                <a:gd name="T62" fmla="*/ 2147483647 w 168"/>
                <a:gd name="T63" fmla="*/ 2147483647 h 280"/>
                <a:gd name="T64" fmla="*/ 2147483647 w 168"/>
                <a:gd name="T65" fmla="*/ 2147483647 h 280"/>
                <a:gd name="T66" fmla="*/ 2147483647 w 168"/>
                <a:gd name="T67" fmla="*/ 2147483647 h 280"/>
                <a:gd name="T68" fmla="*/ 2147483647 w 168"/>
                <a:gd name="T69" fmla="*/ 2147483647 h 280"/>
                <a:gd name="T70" fmla="*/ 2147483647 w 168"/>
                <a:gd name="T71" fmla="*/ 2147483647 h 280"/>
                <a:gd name="T72" fmla="*/ 2147483647 w 168"/>
                <a:gd name="T73" fmla="*/ 2147483647 h 280"/>
                <a:gd name="T74" fmla="*/ 2147483647 w 168"/>
                <a:gd name="T75" fmla="*/ 2147483647 h 280"/>
                <a:gd name="T76" fmla="*/ 2147483647 w 168"/>
                <a:gd name="T77" fmla="*/ 2147483647 h 280"/>
                <a:gd name="T78" fmla="*/ 2147483647 w 168"/>
                <a:gd name="T79" fmla="*/ 2147483647 h 280"/>
                <a:gd name="T80" fmla="*/ 2147483647 w 168"/>
                <a:gd name="T81" fmla="*/ 2147483647 h 280"/>
                <a:gd name="T82" fmla="*/ 2147483647 w 168"/>
                <a:gd name="T83" fmla="*/ 2147483647 h 280"/>
                <a:gd name="T84" fmla="*/ 2147483647 w 168"/>
                <a:gd name="T85" fmla="*/ 2147483647 h 280"/>
                <a:gd name="T86" fmla="*/ 2147483647 w 168"/>
                <a:gd name="T87" fmla="*/ 2147483647 h 280"/>
                <a:gd name="T88" fmla="*/ 2147483647 w 168"/>
                <a:gd name="T89" fmla="*/ 2147483647 h 280"/>
                <a:gd name="T90" fmla="*/ 2147483647 w 168"/>
                <a:gd name="T91" fmla="*/ 2147483647 h 280"/>
                <a:gd name="T92" fmla="*/ 2147483647 w 168"/>
                <a:gd name="T93" fmla="*/ 2147483647 h 280"/>
                <a:gd name="T94" fmla="*/ 2147483647 w 168"/>
                <a:gd name="T95" fmla="*/ 2147483647 h 280"/>
                <a:gd name="T96" fmla="*/ 2147483647 w 168"/>
                <a:gd name="T97" fmla="*/ 2147483647 h 280"/>
                <a:gd name="T98" fmla="*/ 2147483647 w 168"/>
                <a:gd name="T99" fmla="*/ 2147483647 h 280"/>
                <a:gd name="T100" fmla="*/ 2147483647 w 168"/>
                <a:gd name="T101" fmla="*/ 2147483647 h 280"/>
                <a:gd name="T102" fmla="*/ 2147483647 w 168"/>
                <a:gd name="T103" fmla="*/ 2147483647 h 280"/>
                <a:gd name="T104" fmla="*/ 2147483647 w 168"/>
                <a:gd name="T105" fmla="*/ 0 h 280"/>
                <a:gd name="T106" fmla="*/ 2147483647 w 168"/>
                <a:gd name="T107" fmla="*/ 0 h 280"/>
                <a:gd name="T108" fmla="*/ 2147483647 w 168"/>
                <a:gd name="T109" fmla="*/ 2147483647 h 280"/>
                <a:gd name="T110" fmla="*/ 2147483647 w 168"/>
                <a:gd name="T111" fmla="*/ 0 h 280"/>
                <a:gd name="T112" fmla="*/ 2147483647 w 168"/>
                <a:gd name="T113" fmla="*/ 2147483647 h 280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w 168"/>
                <a:gd name="T172" fmla="*/ 0 h 280"/>
                <a:gd name="T173" fmla="*/ 168 w 168"/>
                <a:gd name="T174" fmla="*/ 280 h 280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T171" t="T172" r="T173" b="T174"/>
              <a:pathLst>
                <a:path w="168" h="280">
                  <a:moveTo>
                    <a:pt x="104" y="24"/>
                  </a:moveTo>
                  <a:lnTo>
                    <a:pt x="88" y="56"/>
                  </a:lnTo>
                  <a:lnTo>
                    <a:pt x="80" y="80"/>
                  </a:lnTo>
                  <a:lnTo>
                    <a:pt x="88" y="104"/>
                  </a:lnTo>
                  <a:lnTo>
                    <a:pt x="88" y="128"/>
                  </a:lnTo>
                  <a:lnTo>
                    <a:pt x="96" y="152"/>
                  </a:lnTo>
                  <a:lnTo>
                    <a:pt x="88" y="160"/>
                  </a:lnTo>
                  <a:lnTo>
                    <a:pt x="80" y="184"/>
                  </a:lnTo>
                  <a:lnTo>
                    <a:pt x="80" y="192"/>
                  </a:lnTo>
                  <a:lnTo>
                    <a:pt x="88" y="208"/>
                  </a:lnTo>
                  <a:lnTo>
                    <a:pt x="88" y="216"/>
                  </a:lnTo>
                  <a:lnTo>
                    <a:pt x="64" y="208"/>
                  </a:lnTo>
                  <a:lnTo>
                    <a:pt x="40" y="192"/>
                  </a:lnTo>
                  <a:lnTo>
                    <a:pt x="24" y="192"/>
                  </a:lnTo>
                  <a:lnTo>
                    <a:pt x="24" y="208"/>
                  </a:lnTo>
                  <a:lnTo>
                    <a:pt x="0" y="216"/>
                  </a:lnTo>
                  <a:lnTo>
                    <a:pt x="0" y="256"/>
                  </a:lnTo>
                  <a:lnTo>
                    <a:pt x="8" y="272"/>
                  </a:lnTo>
                  <a:lnTo>
                    <a:pt x="24" y="272"/>
                  </a:lnTo>
                  <a:lnTo>
                    <a:pt x="32" y="280"/>
                  </a:lnTo>
                  <a:lnTo>
                    <a:pt x="24" y="280"/>
                  </a:lnTo>
                  <a:lnTo>
                    <a:pt x="32" y="280"/>
                  </a:lnTo>
                  <a:lnTo>
                    <a:pt x="40" y="280"/>
                  </a:lnTo>
                  <a:lnTo>
                    <a:pt x="56" y="280"/>
                  </a:lnTo>
                  <a:lnTo>
                    <a:pt x="72" y="272"/>
                  </a:lnTo>
                  <a:lnTo>
                    <a:pt x="88" y="256"/>
                  </a:lnTo>
                  <a:lnTo>
                    <a:pt x="96" y="248"/>
                  </a:lnTo>
                  <a:lnTo>
                    <a:pt x="128" y="232"/>
                  </a:lnTo>
                  <a:lnTo>
                    <a:pt x="144" y="240"/>
                  </a:lnTo>
                  <a:lnTo>
                    <a:pt x="152" y="248"/>
                  </a:lnTo>
                  <a:lnTo>
                    <a:pt x="160" y="256"/>
                  </a:lnTo>
                  <a:lnTo>
                    <a:pt x="168" y="248"/>
                  </a:lnTo>
                  <a:lnTo>
                    <a:pt x="168" y="240"/>
                  </a:lnTo>
                  <a:lnTo>
                    <a:pt x="160" y="216"/>
                  </a:lnTo>
                  <a:lnTo>
                    <a:pt x="160" y="200"/>
                  </a:lnTo>
                  <a:lnTo>
                    <a:pt x="152" y="176"/>
                  </a:lnTo>
                  <a:lnTo>
                    <a:pt x="152" y="168"/>
                  </a:lnTo>
                  <a:lnTo>
                    <a:pt x="128" y="168"/>
                  </a:lnTo>
                  <a:lnTo>
                    <a:pt x="112" y="160"/>
                  </a:lnTo>
                  <a:lnTo>
                    <a:pt x="104" y="136"/>
                  </a:lnTo>
                  <a:lnTo>
                    <a:pt x="96" y="104"/>
                  </a:lnTo>
                  <a:lnTo>
                    <a:pt x="104" y="96"/>
                  </a:lnTo>
                  <a:lnTo>
                    <a:pt x="96" y="64"/>
                  </a:lnTo>
                  <a:lnTo>
                    <a:pt x="120" y="64"/>
                  </a:lnTo>
                  <a:lnTo>
                    <a:pt x="128" y="80"/>
                  </a:lnTo>
                  <a:lnTo>
                    <a:pt x="144" y="80"/>
                  </a:lnTo>
                  <a:lnTo>
                    <a:pt x="144" y="72"/>
                  </a:lnTo>
                  <a:lnTo>
                    <a:pt x="144" y="64"/>
                  </a:lnTo>
                  <a:lnTo>
                    <a:pt x="152" y="64"/>
                  </a:lnTo>
                  <a:lnTo>
                    <a:pt x="144" y="40"/>
                  </a:lnTo>
                  <a:lnTo>
                    <a:pt x="152" y="24"/>
                  </a:lnTo>
                  <a:lnTo>
                    <a:pt x="152" y="8"/>
                  </a:lnTo>
                  <a:lnTo>
                    <a:pt x="144" y="0"/>
                  </a:lnTo>
                  <a:lnTo>
                    <a:pt x="136" y="0"/>
                  </a:lnTo>
                  <a:lnTo>
                    <a:pt x="112" y="8"/>
                  </a:lnTo>
                  <a:lnTo>
                    <a:pt x="104" y="0"/>
                  </a:lnTo>
                  <a:lnTo>
                    <a:pt x="104" y="24"/>
                  </a:lnTo>
                  <a:close/>
                </a:path>
              </a:pathLst>
            </a:custGeom>
            <a:grpFill/>
            <a:ln w="6350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199" name="Freeform 749"/>
            <p:cNvSpPr>
              <a:spLocks/>
            </p:cNvSpPr>
            <p:nvPr/>
          </p:nvSpPr>
          <p:spPr bwMode="auto">
            <a:xfrm>
              <a:off x="2665696" y="3272129"/>
              <a:ext cx="101360" cy="76237"/>
            </a:xfrm>
            <a:custGeom>
              <a:avLst/>
              <a:gdLst>
                <a:gd name="T0" fmla="*/ 2147483647 w 96"/>
                <a:gd name="T1" fmla="*/ 2147483647 h 72"/>
                <a:gd name="T2" fmla="*/ 2147483647 w 96"/>
                <a:gd name="T3" fmla="*/ 2147483647 h 72"/>
                <a:gd name="T4" fmla="*/ 2147483647 w 96"/>
                <a:gd name="T5" fmla="*/ 2147483647 h 72"/>
                <a:gd name="T6" fmla="*/ 2147483647 w 96"/>
                <a:gd name="T7" fmla="*/ 2147483647 h 72"/>
                <a:gd name="T8" fmla="*/ 2147483647 w 96"/>
                <a:gd name="T9" fmla="*/ 2147483647 h 72"/>
                <a:gd name="T10" fmla="*/ 2147483647 w 96"/>
                <a:gd name="T11" fmla="*/ 2147483647 h 72"/>
                <a:gd name="T12" fmla="*/ 2147483647 w 96"/>
                <a:gd name="T13" fmla="*/ 0 h 72"/>
                <a:gd name="T14" fmla="*/ 2147483647 w 96"/>
                <a:gd name="T15" fmla="*/ 0 h 72"/>
                <a:gd name="T16" fmla="*/ 2147483647 w 96"/>
                <a:gd name="T17" fmla="*/ 2147483647 h 72"/>
                <a:gd name="T18" fmla="*/ 2147483647 w 96"/>
                <a:gd name="T19" fmla="*/ 2147483647 h 72"/>
                <a:gd name="T20" fmla="*/ 0 w 96"/>
                <a:gd name="T21" fmla="*/ 2147483647 h 72"/>
                <a:gd name="T22" fmla="*/ 0 w 96"/>
                <a:gd name="T23" fmla="*/ 2147483647 h 72"/>
                <a:gd name="T24" fmla="*/ 0 w 96"/>
                <a:gd name="T25" fmla="*/ 2147483647 h 72"/>
                <a:gd name="T26" fmla="*/ 0 w 96"/>
                <a:gd name="T27" fmla="*/ 2147483647 h 72"/>
                <a:gd name="T28" fmla="*/ 2147483647 w 96"/>
                <a:gd name="T29" fmla="*/ 2147483647 h 72"/>
                <a:gd name="T30" fmla="*/ 2147483647 w 96"/>
                <a:gd name="T31" fmla="*/ 2147483647 h 72"/>
                <a:gd name="T32" fmla="*/ 2147483647 w 96"/>
                <a:gd name="T33" fmla="*/ 2147483647 h 72"/>
                <a:gd name="T34" fmla="*/ 2147483647 w 96"/>
                <a:gd name="T35" fmla="*/ 2147483647 h 72"/>
                <a:gd name="T36" fmla="*/ 2147483647 w 96"/>
                <a:gd name="T37" fmla="*/ 2147483647 h 72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96"/>
                <a:gd name="T58" fmla="*/ 0 h 72"/>
                <a:gd name="T59" fmla="*/ 96 w 96"/>
                <a:gd name="T60" fmla="*/ 72 h 72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96" h="72">
                  <a:moveTo>
                    <a:pt x="72" y="56"/>
                  </a:moveTo>
                  <a:lnTo>
                    <a:pt x="80" y="56"/>
                  </a:lnTo>
                  <a:lnTo>
                    <a:pt x="88" y="40"/>
                  </a:lnTo>
                  <a:lnTo>
                    <a:pt x="96" y="32"/>
                  </a:lnTo>
                  <a:lnTo>
                    <a:pt x="88" y="32"/>
                  </a:lnTo>
                  <a:lnTo>
                    <a:pt x="72" y="16"/>
                  </a:lnTo>
                  <a:lnTo>
                    <a:pt x="64" y="0"/>
                  </a:lnTo>
                  <a:lnTo>
                    <a:pt x="56" y="0"/>
                  </a:lnTo>
                  <a:lnTo>
                    <a:pt x="32" y="16"/>
                  </a:lnTo>
                  <a:lnTo>
                    <a:pt x="16" y="32"/>
                  </a:lnTo>
                  <a:lnTo>
                    <a:pt x="0" y="48"/>
                  </a:lnTo>
                  <a:lnTo>
                    <a:pt x="0" y="56"/>
                  </a:lnTo>
                  <a:lnTo>
                    <a:pt x="0" y="64"/>
                  </a:lnTo>
                  <a:lnTo>
                    <a:pt x="0" y="72"/>
                  </a:lnTo>
                  <a:lnTo>
                    <a:pt x="24" y="72"/>
                  </a:lnTo>
                  <a:lnTo>
                    <a:pt x="24" y="56"/>
                  </a:lnTo>
                  <a:lnTo>
                    <a:pt x="48" y="56"/>
                  </a:lnTo>
                  <a:lnTo>
                    <a:pt x="64" y="56"/>
                  </a:lnTo>
                  <a:lnTo>
                    <a:pt x="72" y="56"/>
                  </a:lnTo>
                  <a:close/>
                </a:path>
              </a:pathLst>
            </a:custGeom>
            <a:grpFill/>
            <a:ln w="6350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200" name="Freeform 750"/>
            <p:cNvSpPr>
              <a:spLocks/>
            </p:cNvSpPr>
            <p:nvPr/>
          </p:nvSpPr>
          <p:spPr bwMode="auto">
            <a:xfrm>
              <a:off x="2990570" y="3720888"/>
              <a:ext cx="126484" cy="127351"/>
            </a:xfrm>
            <a:custGeom>
              <a:avLst/>
              <a:gdLst>
                <a:gd name="T0" fmla="*/ 2147483647 w 120"/>
                <a:gd name="T1" fmla="*/ 2147483647 h 120"/>
                <a:gd name="T2" fmla="*/ 2147483647 w 120"/>
                <a:gd name="T3" fmla="*/ 2147483647 h 120"/>
                <a:gd name="T4" fmla="*/ 2147483647 w 120"/>
                <a:gd name="T5" fmla="*/ 2147483647 h 120"/>
                <a:gd name="T6" fmla="*/ 2147483647 w 120"/>
                <a:gd name="T7" fmla="*/ 0 h 120"/>
                <a:gd name="T8" fmla="*/ 2147483647 w 120"/>
                <a:gd name="T9" fmla="*/ 0 h 120"/>
                <a:gd name="T10" fmla="*/ 2147483647 w 120"/>
                <a:gd name="T11" fmla="*/ 2147483647 h 120"/>
                <a:gd name="T12" fmla="*/ 2147483647 w 120"/>
                <a:gd name="T13" fmla="*/ 0 h 120"/>
                <a:gd name="T14" fmla="*/ 2147483647 w 120"/>
                <a:gd name="T15" fmla="*/ 0 h 120"/>
                <a:gd name="T16" fmla="*/ 2147483647 w 120"/>
                <a:gd name="T17" fmla="*/ 0 h 120"/>
                <a:gd name="T18" fmla="*/ 2147483647 w 120"/>
                <a:gd name="T19" fmla="*/ 2147483647 h 120"/>
                <a:gd name="T20" fmla="*/ 2147483647 w 120"/>
                <a:gd name="T21" fmla="*/ 2147483647 h 120"/>
                <a:gd name="T22" fmla="*/ 0 w 120"/>
                <a:gd name="T23" fmla="*/ 2147483647 h 120"/>
                <a:gd name="T24" fmla="*/ 0 w 120"/>
                <a:gd name="T25" fmla="*/ 2147483647 h 120"/>
                <a:gd name="T26" fmla="*/ 2147483647 w 120"/>
                <a:gd name="T27" fmla="*/ 2147483647 h 120"/>
                <a:gd name="T28" fmla="*/ 2147483647 w 120"/>
                <a:gd name="T29" fmla="*/ 2147483647 h 120"/>
                <a:gd name="T30" fmla="*/ 2147483647 w 120"/>
                <a:gd name="T31" fmla="*/ 2147483647 h 120"/>
                <a:gd name="T32" fmla="*/ 2147483647 w 120"/>
                <a:gd name="T33" fmla="*/ 2147483647 h 120"/>
                <a:gd name="T34" fmla="*/ 2147483647 w 120"/>
                <a:gd name="T35" fmla="*/ 2147483647 h 120"/>
                <a:gd name="T36" fmla="*/ 2147483647 w 120"/>
                <a:gd name="T37" fmla="*/ 2147483647 h 120"/>
                <a:gd name="T38" fmla="*/ 2147483647 w 120"/>
                <a:gd name="T39" fmla="*/ 2147483647 h 120"/>
                <a:gd name="T40" fmla="*/ 2147483647 w 120"/>
                <a:gd name="T41" fmla="*/ 2147483647 h 120"/>
                <a:gd name="T42" fmla="*/ 2147483647 w 120"/>
                <a:gd name="T43" fmla="*/ 2147483647 h 120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w 120"/>
                <a:gd name="T67" fmla="*/ 0 h 120"/>
                <a:gd name="T68" fmla="*/ 120 w 120"/>
                <a:gd name="T69" fmla="*/ 120 h 120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T66" t="T67" r="T68" b="T69"/>
              <a:pathLst>
                <a:path w="120" h="120">
                  <a:moveTo>
                    <a:pt x="96" y="32"/>
                  </a:moveTo>
                  <a:lnTo>
                    <a:pt x="88" y="32"/>
                  </a:lnTo>
                  <a:lnTo>
                    <a:pt x="80" y="16"/>
                  </a:lnTo>
                  <a:lnTo>
                    <a:pt x="72" y="0"/>
                  </a:lnTo>
                  <a:lnTo>
                    <a:pt x="64" y="0"/>
                  </a:lnTo>
                  <a:lnTo>
                    <a:pt x="56" y="8"/>
                  </a:lnTo>
                  <a:lnTo>
                    <a:pt x="64" y="0"/>
                  </a:lnTo>
                  <a:lnTo>
                    <a:pt x="56" y="0"/>
                  </a:lnTo>
                  <a:lnTo>
                    <a:pt x="48" y="0"/>
                  </a:lnTo>
                  <a:lnTo>
                    <a:pt x="16" y="8"/>
                  </a:lnTo>
                  <a:lnTo>
                    <a:pt x="8" y="56"/>
                  </a:lnTo>
                  <a:lnTo>
                    <a:pt x="0" y="56"/>
                  </a:lnTo>
                  <a:lnTo>
                    <a:pt x="0" y="96"/>
                  </a:lnTo>
                  <a:lnTo>
                    <a:pt x="8" y="112"/>
                  </a:lnTo>
                  <a:lnTo>
                    <a:pt x="16" y="120"/>
                  </a:lnTo>
                  <a:lnTo>
                    <a:pt x="24" y="120"/>
                  </a:lnTo>
                  <a:lnTo>
                    <a:pt x="48" y="104"/>
                  </a:lnTo>
                  <a:lnTo>
                    <a:pt x="64" y="104"/>
                  </a:lnTo>
                  <a:lnTo>
                    <a:pt x="96" y="80"/>
                  </a:lnTo>
                  <a:lnTo>
                    <a:pt x="120" y="56"/>
                  </a:lnTo>
                  <a:lnTo>
                    <a:pt x="104" y="48"/>
                  </a:lnTo>
                  <a:lnTo>
                    <a:pt x="96" y="32"/>
                  </a:lnTo>
                  <a:close/>
                </a:path>
              </a:pathLst>
            </a:custGeom>
            <a:grpFill/>
            <a:ln w="6350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201" name="Freeform 751"/>
            <p:cNvSpPr>
              <a:spLocks/>
            </p:cNvSpPr>
            <p:nvPr/>
          </p:nvSpPr>
          <p:spPr bwMode="auto">
            <a:xfrm>
              <a:off x="2665696" y="3272129"/>
              <a:ext cx="101360" cy="76237"/>
            </a:xfrm>
            <a:custGeom>
              <a:avLst/>
              <a:gdLst>
                <a:gd name="T0" fmla="*/ 2147483647 w 96"/>
                <a:gd name="T1" fmla="*/ 2147483647 h 72"/>
                <a:gd name="T2" fmla="*/ 2147483647 w 96"/>
                <a:gd name="T3" fmla="*/ 2147483647 h 72"/>
                <a:gd name="T4" fmla="*/ 2147483647 w 96"/>
                <a:gd name="T5" fmla="*/ 2147483647 h 72"/>
                <a:gd name="T6" fmla="*/ 2147483647 w 96"/>
                <a:gd name="T7" fmla="*/ 2147483647 h 72"/>
                <a:gd name="T8" fmla="*/ 2147483647 w 96"/>
                <a:gd name="T9" fmla="*/ 2147483647 h 72"/>
                <a:gd name="T10" fmla="*/ 2147483647 w 96"/>
                <a:gd name="T11" fmla="*/ 2147483647 h 72"/>
                <a:gd name="T12" fmla="*/ 2147483647 w 96"/>
                <a:gd name="T13" fmla="*/ 0 h 72"/>
                <a:gd name="T14" fmla="*/ 2147483647 w 96"/>
                <a:gd name="T15" fmla="*/ 0 h 72"/>
                <a:gd name="T16" fmla="*/ 2147483647 w 96"/>
                <a:gd name="T17" fmla="*/ 2147483647 h 72"/>
                <a:gd name="T18" fmla="*/ 2147483647 w 96"/>
                <a:gd name="T19" fmla="*/ 2147483647 h 72"/>
                <a:gd name="T20" fmla="*/ 0 w 96"/>
                <a:gd name="T21" fmla="*/ 2147483647 h 72"/>
                <a:gd name="T22" fmla="*/ 0 w 96"/>
                <a:gd name="T23" fmla="*/ 2147483647 h 72"/>
                <a:gd name="T24" fmla="*/ 0 w 96"/>
                <a:gd name="T25" fmla="*/ 2147483647 h 72"/>
                <a:gd name="T26" fmla="*/ 0 w 96"/>
                <a:gd name="T27" fmla="*/ 2147483647 h 72"/>
                <a:gd name="T28" fmla="*/ 2147483647 w 96"/>
                <a:gd name="T29" fmla="*/ 2147483647 h 72"/>
                <a:gd name="T30" fmla="*/ 2147483647 w 96"/>
                <a:gd name="T31" fmla="*/ 2147483647 h 72"/>
                <a:gd name="T32" fmla="*/ 2147483647 w 96"/>
                <a:gd name="T33" fmla="*/ 2147483647 h 72"/>
                <a:gd name="T34" fmla="*/ 2147483647 w 96"/>
                <a:gd name="T35" fmla="*/ 2147483647 h 72"/>
                <a:gd name="T36" fmla="*/ 2147483647 w 96"/>
                <a:gd name="T37" fmla="*/ 2147483647 h 72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96"/>
                <a:gd name="T58" fmla="*/ 0 h 72"/>
                <a:gd name="T59" fmla="*/ 96 w 96"/>
                <a:gd name="T60" fmla="*/ 72 h 72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96" h="72">
                  <a:moveTo>
                    <a:pt x="72" y="56"/>
                  </a:moveTo>
                  <a:lnTo>
                    <a:pt x="80" y="56"/>
                  </a:lnTo>
                  <a:lnTo>
                    <a:pt x="88" y="40"/>
                  </a:lnTo>
                  <a:lnTo>
                    <a:pt x="96" y="32"/>
                  </a:lnTo>
                  <a:lnTo>
                    <a:pt x="88" y="32"/>
                  </a:lnTo>
                  <a:lnTo>
                    <a:pt x="72" y="16"/>
                  </a:lnTo>
                  <a:lnTo>
                    <a:pt x="64" y="0"/>
                  </a:lnTo>
                  <a:lnTo>
                    <a:pt x="56" y="0"/>
                  </a:lnTo>
                  <a:lnTo>
                    <a:pt x="32" y="16"/>
                  </a:lnTo>
                  <a:lnTo>
                    <a:pt x="16" y="32"/>
                  </a:lnTo>
                  <a:lnTo>
                    <a:pt x="0" y="48"/>
                  </a:lnTo>
                  <a:lnTo>
                    <a:pt x="0" y="56"/>
                  </a:lnTo>
                  <a:lnTo>
                    <a:pt x="0" y="64"/>
                  </a:lnTo>
                  <a:lnTo>
                    <a:pt x="0" y="72"/>
                  </a:lnTo>
                  <a:lnTo>
                    <a:pt x="24" y="72"/>
                  </a:lnTo>
                  <a:lnTo>
                    <a:pt x="24" y="56"/>
                  </a:lnTo>
                  <a:lnTo>
                    <a:pt x="48" y="56"/>
                  </a:lnTo>
                  <a:lnTo>
                    <a:pt x="64" y="56"/>
                  </a:lnTo>
                </a:path>
              </a:pathLst>
            </a:custGeom>
            <a:grpFill/>
            <a:ln w="6350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202" name="Freeform 752"/>
            <p:cNvSpPr>
              <a:spLocks/>
            </p:cNvSpPr>
            <p:nvPr/>
          </p:nvSpPr>
          <p:spPr bwMode="auto">
            <a:xfrm>
              <a:off x="2665696" y="3272129"/>
              <a:ext cx="101360" cy="76237"/>
            </a:xfrm>
            <a:custGeom>
              <a:avLst/>
              <a:gdLst>
                <a:gd name="T0" fmla="*/ 2147483647 w 96"/>
                <a:gd name="T1" fmla="*/ 2147483647 h 72"/>
                <a:gd name="T2" fmla="*/ 2147483647 w 96"/>
                <a:gd name="T3" fmla="*/ 2147483647 h 72"/>
                <a:gd name="T4" fmla="*/ 2147483647 w 96"/>
                <a:gd name="T5" fmla="*/ 2147483647 h 72"/>
                <a:gd name="T6" fmla="*/ 2147483647 w 96"/>
                <a:gd name="T7" fmla="*/ 2147483647 h 72"/>
                <a:gd name="T8" fmla="*/ 2147483647 w 96"/>
                <a:gd name="T9" fmla="*/ 2147483647 h 72"/>
                <a:gd name="T10" fmla="*/ 2147483647 w 96"/>
                <a:gd name="T11" fmla="*/ 2147483647 h 72"/>
                <a:gd name="T12" fmla="*/ 2147483647 w 96"/>
                <a:gd name="T13" fmla="*/ 0 h 72"/>
                <a:gd name="T14" fmla="*/ 2147483647 w 96"/>
                <a:gd name="T15" fmla="*/ 0 h 72"/>
                <a:gd name="T16" fmla="*/ 2147483647 w 96"/>
                <a:gd name="T17" fmla="*/ 2147483647 h 72"/>
                <a:gd name="T18" fmla="*/ 2147483647 w 96"/>
                <a:gd name="T19" fmla="*/ 2147483647 h 72"/>
                <a:gd name="T20" fmla="*/ 0 w 96"/>
                <a:gd name="T21" fmla="*/ 2147483647 h 72"/>
                <a:gd name="T22" fmla="*/ 0 w 96"/>
                <a:gd name="T23" fmla="*/ 2147483647 h 72"/>
                <a:gd name="T24" fmla="*/ 0 w 96"/>
                <a:gd name="T25" fmla="*/ 2147483647 h 72"/>
                <a:gd name="T26" fmla="*/ 0 w 96"/>
                <a:gd name="T27" fmla="*/ 2147483647 h 72"/>
                <a:gd name="T28" fmla="*/ 2147483647 w 96"/>
                <a:gd name="T29" fmla="*/ 2147483647 h 72"/>
                <a:gd name="T30" fmla="*/ 2147483647 w 96"/>
                <a:gd name="T31" fmla="*/ 2147483647 h 72"/>
                <a:gd name="T32" fmla="*/ 2147483647 w 96"/>
                <a:gd name="T33" fmla="*/ 2147483647 h 72"/>
                <a:gd name="T34" fmla="*/ 2147483647 w 96"/>
                <a:gd name="T35" fmla="*/ 2147483647 h 72"/>
                <a:gd name="T36" fmla="*/ 2147483647 w 96"/>
                <a:gd name="T37" fmla="*/ 2147483647 h 72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96"/>
                <a:gd name="T58" fmla="*/ 0 h 72"/>
                <a:gd name="T59" fmla="*/ 96 w 96"/>
                <a:gd name="T60" fmla="*/ 72 h 72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96" h="72">
                  <a:moveTo>
                    <a:pt x="72" y="56"/>
                  </a:moveTo>
                  <a:lnTo>
                    <a:pt x="80" y="56"/>
                  </a:lnTo>
                  <a:lnTo>
                    <a:pt x="88" y="40"/>
                  </a:lnTo>
                  <a:lnTo>
                    <a:pt x="96" y="32"/>
                  </a:lnTo>
                  <a:lnTo>
                    <a:pt x="88" y="32"/>
                  </a:lnTo>
                  <a:lnTo>
                    <a:pt x="72" y="16"/>
                  </a:lnTo>
                  <a:lnTo>
                    <a:pt x="64" y="0"/>
                  </a:lnTo>
                  <a:lnTo>
                    <a:pt x="56" y="0"/>
                  </a:lnTo>
                  <a:lnTo>
                    <a:pt x="32" y="16"/>
                  </a:lnTo>
                  <a:lnTo>
                    <a:pt x="16" y="32"/>
                  </a:lnTo>
                  <a:lnTo>
                    <a:pt x="0" y="48"/>
                  </a:lnTo>
                  <a:lnTo>
                    <a:pt x="0" y="56"/>
                  </a:lnTo>
                  <a:lnTo>
                    <a:pt x="0" y="64"/>
                  </a:lnTo>
                  <a:lnTo>
                    <a:pt x="0" y="72"/>
                  </a:lnTo>
                  <a:lnTo>
                    <a:pt x="24" y="72"/>
                  </a:lnTo>
                  <a:lnTo>
                    <a:pt x="24" y="56"/>
                  </a:lnTo>
                  <a:lnTo>
                    <a:pt x="48" y="56"/>
                  </a:lnTo>
                  <a:lnTo>
                    <a:pt x="64" y="56"/>
                  </a:lnTo>
                </a:path>
              </a:pathLst>
            </a:custGeom>
            <a:grpFill/>
            <a:ln w="6350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203" name="Freeform 753"/>
            <p:cNvSpPr>
              <a:spLocks/>
            </p:cNvSpPr>
            <p:nvPr/>
          </p:nvSpPr>
          <p:spPr bwMode="auto">
            <a:xfrm>
              <a:off x="2733270" y="3331039"/>
              <a:ext cx="8663" cy="867"/>
            </a:xfrm>
            <a:custGeom>
              <a:avLst/>
              <a:gdLst>
                <a:gd name="T0" fmla="*/ 0 w 8"/>
                <a:gd name="T1" fmla="*/ 0 h 1943"/>
                <a:gd name="T2" fmla="*/ 2147483647 w 8"/>
                <a:gd name="T3" fmla="*/ 0 h 1943"/>
                <a:gd name="T4" fmla="*/ 0 w 8"/>
                <a:gd name="T5" fmla="*/ 0 h 1943"/>
                <a:gd name="T6" fmla="*/ 0 60000 65536"/>
                <a:gd name="T7" fmla="*/ 0 60000 65536"/>
                <a:gd name="T8" fmla="*/ 0 60000 65536"/>
                <a:gd name="T9" fmla="*/ 0 w 8"/>
                <a:gd name="T10" fmla="*/ 0 h 1943"/>
                <a:gd name="T11" fmla="*/ 8 w 8"/>
                <a:gd name="T12" fmla="*/ 1943 h 194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8" h="1943">
                  <a:moveTo>
                    <a:pt x="0" y="0"/>
                  </a:moveTo>
                  <a:lnTo>
                    <a:pt x="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204" name="Freeform 754"/>
            <p:cNvSpPr>
              <a:spLocks/>
            </p:cNvSpPr>
            <p:nvPr/>
          </p:nvSpPr>
          <p:spPr bwMode="auto">
            <a:xfrm>
              <a:off x="2733270" y="3331039"/>
              <a:ext cx="8663" cy="867"/>
            </a:xfrm>
            <a:custGeom>
              <a:avLst/>
              <a:gdLst>
                <a:gd name="T0" fmla="*/ 0 w 8"/>
                <a:gd name="T1" fmla="*/ 0 h 1943"/>
                <a:gd name="T2" fmla="*/ 0 w 8"/>
                <a:gd name="T3" fmla="*/ 0 h 1943"/>
                <a:gd name="T4" fmla="*/ 2147483647 w 8"/>
                <a:gd name="T5" fmla="*/ 0 h 1943"/>
                <a:gd name="T6" fmla="*/ 0 60000 65536"/>
                <a:gd name="T7" fmla="*/ 0 60000 65536"/>
                <a:gd name="T8" fmla="*/ 0 60000 65536"/>
                <a:gd name="T9" fmla="*/ 0 w 8"/>
                <a:gd name="T10" fmla="*/ 0 h 1943"/>
                <a:gd name="T11" fmla="*/ 8 w 8"/>
                <a:gd name="T12" fmla="*/ 1943 h 194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8" h="1943">
                  <a:moveTo>
                    <a:pt x="0" y="0"/>
                  </a:moveTo>
                  <a:lnTo>
                    <a:pt x="0" y="0"/>
                  </a:lnTo>
                  <a:lnTo>
                    <a:pt x="8" y="0"/>
                  </a:lnTo>
                </a:path>
              </a:pathLst>
            </a:custGeom>
            <a:grpFill/>
            <a:ln w="6350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205" name="Freeform 755"/>
            <p:cNvSpPr>
              <a:spLocks/>
            </p:cNvSpPr>
            <p:nvPr/>
          </p:nvSpPr>
          <p:spPr bwMode="auto">
            <a:xfrm>
              <a:off x="2733270" y="3331039"/>
              <a:ext cx="8663" cy="867"/>
            </a:xfrm>
            <a:custGeom>
              <a:avLst/>
              <a:gdLst>
                <a:gd name="T0" fmla="*/ 0 w 8"/>
                <a:gd name="T1" fmla="*/ 0 h 1943"/>
                <a:gd name="T2" fmla="*/ 0 w 8"/>
                <a:gd name="T3" fmla="*/ 0 h 1943"/>
                <a:gd name="T4" fmla="*/ 2147483647 w 8"/>
                <a:gd name="T5" fmla="*/ 0 h 1943"/>
                <a:gd name="T6" fmla="*/ 0 60000 65536"/>
                <a:gd name="T7" fmla="*/ 0 60000 65536"/>
                <a:gd name="T8" fmla="*/ 0 60000 65536"/>
                <a:gd name="T9" fmla="*/ 0 w 8"/>
                <a:gd name="T10" fmla="*/ 0 h 1943"/>
                <a:gd name="T11" fmla="*/ 8 w 8"/>
                <a:gd name="T12" fmla="*/ 1943 h 194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8" h="1943">
                  <a:moveTo>
                    <a:pt x="0" y="0"/>
                  </a:moveTo>
                  <a:lnTo>
                    <a:pt x="0" y="0"/>
                  </a:lnTo>
                  <a:lnTo>
                    <a:pt x="8" y="0"/>
                  </a:lnTo>
                </a:path>
              </a:pathLst>
            </a:custGeom>
            <a:grpFill/>
            <a:ln w="6350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206" name="Freeform 756"/>
            <p:cNvSpPr>
              <a:spLocks/>
            </p:cNvSpPr>
            <p:nvPr/>
          </p:nvSpPr>
          <p:spPr bwMode="auto">
            <a:xfrm>
              <a:off x="2690820" y="3331039"/>
              <a:ext cx="51114" cy="76237"/>
            </a:xfrm>
            <a:custGeom>
              <a:avLst/>
              <a:gdLst>
                <a:gd name="T0" fmla="*/ 2147483647 w 48"/>
                <a:gd name="T1" fmla="*/ 2147483647 h 72"/>
                <a:gd name="T2" fmla="*/ 2147483647 w 48"/>
                <a:gd name="T3" fmla="*/ 0 h 72"/>
                <a:gd name="T4" fmla="*/ 2147483647 w 48"/>
                <a:gd name="T5" fmla="*/ 0 h 72"/>
                <a:gd name="T6" fmla="*/ 0 w 48"/>
                <a:gd name="T7" fmla="*/ 0 h 72"/>
                <a:gd name="T8" fmla="*/ 0 w 48"/>
                <a:gd name="T9" fmla="*/ 2147483647 h 72"/>
                <a:gd name="T10" fmla="*/ 2147483647 w 48"/>
                <a:gd name="T11" fmla="*/ 2147483647 h 72"/>
                <a:gd name="T12" fmla="*/ 0 w 48"/>
                <a:gd name="T13" fmla="*/ 2147483647 h 72"/>
                <a:gd name="T14" fmla="*/ 0 w 48"/>
                <a:gd name="T15" fmla="*/ 2147483647 h 72"/>
                <a:gd name="T16" fmla="*/ 0 w 48"/>
                <a:gd name="T17" fmla="*/ 2147483647 h 72"/>
                <a:gd name="T18" fmla="*/ 2147483647 w 48"/>
                <a:gd name="T19" fmla="*/ 2147483647 h 72"/>
                <a:gd name="T20" fmla="*/ 2147483647 w 48"/>
                <a:gd name="T21" fmla="*/ 2147483647 h 72"/>
                <a:gd name="T22" fmla="*/ 2147483647 w 48"/>
                <a:gd name="T23" fmla="*/ 2147483647 h 72"/>
                <a:gd name="T24" fmla="*/ 2147483647 w 48"/>
                <a:gd name="T25" fmla="*/ 2147483647 h 7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48"/>
                <a:gd name="T40" fmla="*/ 0 h 72"/>
                <a:gd name="T41" fmla="*/ 48 w 48"/>
                <a:gd name="T42" fmla="*/ 72 h 72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48" h="72">
                  <a:moveTo>
                    <a:pt x="40" y="8"/>
                  </a:moveTo>
                  <a:lnTo>
                    <a:pt x="40" y="0"/>
                  </a:lnTo>
                  <a:lnTo>
                    <a:pt x="24" y="0"/>
                  </a:lnTo>
                  <a:lnTo>
                    <a:pt x="0" y="0"/>
                  </a:lnTo>
                  <a:lnTo>
                    <a:pt x="0" y="16"/>
                  </a:lnTo>
                  <a:lnTo>
                    <a:pt x="8" y="32"/>
                  </a:lnTo>
                  <a:lnTo>
                    <a:pt x="0" y="48"/>
                  </a:lnTo>
                  <a:lnTo>
                    <a:pt x="0" y="56"/>
                  </a:lnTo>
                  <a:lnTo>
                    <a:pt x="0" y="72"/>
                  </a:lnTo>
                  <a:lnTo>
                    <a:pt x="24" y="72"/>
                  </a:lnTo>
                  <a:lnTo>
                    <a:pt x="48" y="64"/>
                  </a:lnTo>
                  <a:lnTo>
                    <a:pt x="40" y="24"/>
                  </a:lnTo>
                  <a:lnTo>
                    <a:pt x="40" y="8"/>
                  </a:lnTo>
                  <a:close/>
                </a:path>
              </a:pathLst>
            </a:custGeom>
            <a:grpFill/>
            <a:ln w="6350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207" name="Freeform 757"/>
            <p:cNvSpPr>
              <a:spLocks/>
            </p:cNvSpPr>
            <p:nvPr/>
          </p:nvSpPr>
          <p:spPr bwMode="auto">
            <a:xfrm>
              <a:off x="2767057" y="3279926"/>
              <a:ext cx="162004" cy="144677"/>
            </a:xfrm>
            <a:custGeom>
              <a:avLst/>
              <a:gdLst>
                <a:gd name="T0" fmla="*/ 2147483647 w 153"/>
                <a:gd name="T1" fmla="*/ 2147483647 h 136"/>
                <a:gd name="T2" fmla="*/ 2147483647 w 153"/>
                <a:gd name="T3" fmla="*/ 2147483647 h 136"/>
                <a:gd name="T4" fmla="*/ 2147483647 w 153"/>
                <a:gd name="T5" fmla="*/ 2147483647 h 136"/>
                <a:gd name="T6" fmla="*/ 2147483647 w 153"/>
                <a:gd name="T7" fmla="*/ 2147483647 h 136"/>
                <a:gd name="T8" fmla="*/ 2147483647 w 153"/>
                <a:gd name="T9" fmla="*/ 2147483647 h 136"/>
                <a:gd name="T10" fmla="*/ 2147483647 w 153"/>
                <a:gd name="T11" fmla="*/ 2147483647 h 136"/>
                <a:gd name="T12" fmla="*/ 2147483647 w 153"/>
                <a:gd name="T13" fmla="*/ 2147483647 h 136"/>
                <a:gd name="T14" fmla="*/ 2147483647 w 153"/>
                <a:gd name="T15" fmla="*/ 2147483647 h 136"/>
                <a:gd name="T16" fmla="*/ 2147483647 w 153"/>
                <a:gd name="T17" fmla="*/ 0 h 136"/>
                <a:gd name="T18" fmla="*/ 2147483647 w 153"/>
                <a:gd name="T19" fmla="*/ 2147483647 h 136"/>
                <a:gd name="T20" fmla="*/ 2147483647 w 153"/>
                <a:gd name="T21" fmla="*/ 2147483647 h 136"/>
                <a:gd name="T22" fmla="*/ 2147483647 w 153"/>
                <a:gd name="T23" fmla="*/ 2147483647 h 136"/>
                <a:gd name="T24" fmla="*/ 2147483647 w 153"/>
                <a:gd name="T25" fmla="*/ 2147483647 h 136"/>
                <a:gd name="T26" fmla="*/ 2147483647 w 153"/>
                <a:gd name="T27" fmla="*/ 2147483647 h 136"/>
                <a:gd name="T28" fmla="*/ 2147483647 w 153"/>
                <a:gd name="T29" fmla="*/ 2147483647 h 136"/>
                <a:gd name="T30" fmla="*/ 2147483647 w 153"/>
                <a:gd name="T31" fmla="*/ 2147483647 h 136"/>
                <a:gd name="T32" fmla="*/ 2147483647 w 153"/>
                <a:gd name="T33" fmla="*/ 2147483647 h 136"/>
                <a:gd name="T34" fmla="*/ 2147483647 w 153"/>
                <a:gd name="T35" fmla="*/ 2147483647 h 136"/>
                <a:gd name="T36" fmla="*/ 0 w 153"/>
                <a:gd name="T37" fmla="*/ 2147483647 h 136"/>
                <a:gd name="T38" fmla="*/ 0 w 153"/>
                <a:gd name="T39" fmla="*/ 2147483647 h 136"/>
                <a:gd name="T40" fmla="*/ 2147483647 w 153"/>
                <a:gd name="T41" fmla="*/ 2147483647 h 136"/>
                <a:gd name="T42" fmla="*/ 2147483647 w 153"/>
                <a:gd name="T43" fmla="*/ 2147483647 h 136"/>
                <a:gd name="T44" fmla="*/ 2147483647 w 153"/>
                <a:gd name="T45" fmla="*/ 2147483647 h 136"/>
                <a:gd name="T46" fmla="*/ 2147483647 w 153"/>
                <a:gd name="T47" fmla="*/ 2147483647 h 136"/>
                <a:gd name="T48" fmla="*/ 2147483647 w 153"/>
                <a:gd name="T49" fmla="*/ 2147483647 h 136"/>
                <a:gd name="T50" fmla="*/ 2147483647 w 153"/>
                <a:gd name="T51" fmla="*/ 2147483647 h 1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w 153"/>
                <a:gd name="T79" fmla="*/ 0 h 136"/>
                <a:gd name="T80" fmla="*/ 153 w 153"/>
                <a:gd name="T81" fmla="*/ 136 h 1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T78" t="T79" r="T80" b="T81"/>
              <a:pathLst>
                <a:path w="153" h="136">
                  <a:moveTo>
                    <a:pt x="81" y="96"/>
                  </a:moveTo>
                  <a:lnTo>
                    <a:pt x="105" y="104"/>
                  </a:lnTo>
                  <a:lnTo>
                    <a:pt x="121" y="80"/>
                  </a:lnTo>
                  <a:lnTo>
                    <a:pt x="137" y="48"/>
                  </a:lnTo>
                  <a:lnTo>
                    <a:pt x="137" y="32"/>
                  </a:lnTo>
                  <a:lnTo>
                    <a:pt x="153" y="32"/>
                  </a:lnTo>
                  <a:lnTo>
                    <a:pt x="153" y="16"/>
                  </a:lnTo>
                  <a:lnTo>
                    <a:pt x="145" y="16"/>
                  </a:lnTo>
                  <a:lnTo>
                    <a:pt x="137" y="0"/>
                  </a:lnTo>
                  <a:lnTo>
                    <a:pt x="121" y="16"/>
                  </a:lnTo>
                  <a:lnTo>
                    <a:pt x="97" y="16"/>
                  </a:lnTo>
                  <a:lnTo>
                    <a:pt x="73" y="16"/>
                  </a:lnTo>
                  <a:lnTo>
                    <a:pt x="57" y="24"/>
                  </a:lnTo>
                  <a:lnTo>
                    <a:pt x="32" y="16"/>
                  </a:lnTo>
                  <a:lnTo>
                    <a:pt x="16" y="16"/>
                  </a:lnTo>
                  <a:lnTo>
                    <a:pt x="8" y="32"/>
                  </a:lnTo>
                  <a:lnTo>
                    <a:pt x="8" y="40"/>
                  </a:lnTo>
                  <a:lnTo>
                    <a:pt x="8" y="56"/>
                  </a:lnTo>
                  <a:lnTo>
                    <a:pt x="0" y="88"/>
                  </a:lnTo>
                  <a:lnTo>
                    <a:pt x="0" y="104"/>
                  </a:lnTo>
                  <a:lnTo>
                    <a:pt x="16" y="104"/>
                  </a:lnTo>
                  <a:lnTo>
                    <a:pt x="32" y="128"/>
                  </a:lnTo>
                  <a:lnTo>
                    <a:pt x="49" y="128"/>
                  </a:lnTo>
                  <a:lnTo>
                    <a:pt x="65" y="136"/>
                  </a:lnTo>
                  <a:lnTo>
                    <a:pt x="73" y="112"/>
                  </a:lnTo>
                  <a:lnTo>
                    <a:pt x="81" y="96"/>
                  </a:lnTo>
                  <a:close/>
                </a:path>
              </a:pathLst>
            </a:custGeom>
            <a:grpFill/>
            <a:ln w="6350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208" name="Freeform 758"/>
            <p:cNvSpPr>
              <a:spLocks/>
            </p:cNvSpPr>
            <p:nvPr/>
          </p:nvSpPr>
          <p:spPr bwMode="auto">
            <a:xfrm>
              <a:off x="2929060" y="3331039"/>
              <a:ext cx="169801" cy="102227"/>
            </a:xfrm>
            <a:custGeom>
              <a:avLst/>
              <a:gdLst>
                <a:gd name="T0" fmla="*/ 2147483647 w 160"/>
                <a:gd name="T1" fmla="*/ 2147483647 h 96"/>
                <a:gd name="T2" fmla="*/ 2147483647 w 160"/>
                <a:gd name="T3" fmla="*/ 2147483647 h 96"/>
                <a:gd name="T4" fmla="*/ 2147483647 w 160"/>
                <a:gd name="T5" fmla="*/ 2147483647 h 96"/>
                <a:gd name="T6" fmla="*/ 2147483647 w 160"/>
                <a:gd name="T7" fmla="*/ 2147483647 h 96"/>
                <a:gd name="T8" fmla="*/ 0 w 160"/>
                <a:gd name="T9" fmla="*/ 2147483647 h 96"/>
                <a:gd name="T10" fmla="*/ 2147483647 w 160"/>
                <a:gd name="T11" fmla="*/ 2147483647 h 96"/>
                <a:gd name="T12" fmla="*/ 2147483647 w 160"/>
                <a:gd name="T13" fmla="*/ 2147483647 h 96"/>
                <a:gd name="T14" fmla="*/ 2147483647 w 160"/>
                <a:gd name="T15" fmla="*/ 2147483647 h 96"/>
                <a:gd name="T16" fmla="*/ 2147483647 w 160"/>
                <a:gd name="T17" fmla="*/ 2147483647 h 96"/>
                <a:gd name="T18" fmla="*/ 2147483647 w 160"/>
                <a:gd name="T19" fmla="*/ 2147483647 h 96"/>
                <a:gd name="T20" fmla="*/ 2147483647 w 160"/>
                <a:gd name="T21" fmla="*/ 2147483647 h 96"/>
                <a:gd name="T22" fmla="*/ 2147483647 w 160"/>
                <a:gd name="T23" fmla="*/ 2147483647 h 96"/>
                <a:gd name="T24" fmla="*/ 2147483647 w 160"/>
                <a:gd name="T25" fmla="*/ 2147483647 h 96"/>
                <a:gd name="T26" fmla="*/ 2147483647 w 160"/>
                <a:gd name="T27" fmla="*/ 2147483647 h 96"/>
                <a:gd name="T28" fmla="*/ 2147483647 w 160"/>
                <a:gd name="T29" fmla="*/ 2147483647 h 96"/>
                <a:gd name="T30" fmla="*/ 2147483647 w 160"/>
                <a:gd name="T31" fmla="*/ 2147483647 h 96"/>
                <a:gd name="T32" fmla="*/ 2147483647 w 160"/>
                <a:gd name="T33" fmla="*/ 2147483647 h 96"/>
                <a:gd name="T34" fmla="*/ 2147483647 w 160"/>
                <a:gd name="T35" fmla="*/ 2147483647 h 96"/>
                <a:gd name="T36" fmla="*/ 2147483647 w 160"/>
                <a:gd name="T37" fmla="*/ 0 h 96"/>
                <a:gd name="T38" fmla="*/ 2147483647 w 160"/>
                <a:gd name="T39" fmla="*/ 2147483647 h 96"/>
                <a:gd name="T40" fmla="*/ 2147483647 w 160"/>
                <a:gd name="T41" fmla="*/ 2147483647 h 9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160"/>
                <a:gd name="T64" fmla="*/ 0 h 96"/>
                <a:gd name="T65" fmla="*/ 160 w 160"/>
                <a:gd name="T66" fmla="*/ 96 h 9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160" h="96">
                  <a:moveTo>
                    <a:pt x="48" y="24"/>
                  </a:moveTo>
                  <a:lnTo>
                    <a:pt x="48" y="32"/>
                  </a:lnTo>
                  <a:lnTo>
                    <a:pt x="24" y="40"/>
                  </a:lnTo>
                  <a:lnTo>
                    <a:pt x="8" y="48"/>
                  </a:lnTo>
                  <a:lnTo>
                    <a:pt x="0" y="72"/>
                  </a:lnTo>
                  <a:lnTo>
                    <a:pt x="8" y="88"/>
                  </a:lnTo>
                  <a:lnTo>
                    <a:pt x="8" y="96"/>
                  </a:lnTo>
                  <a:lnTo>
                    <a:pt x="24" y="88"/>
                  </a:lnTo>
                  <a:lnTo>
                    <a:pt x="40" y="88"/>
                  </a:lnTo>
                  <a:lnTo>
                    <a:pt x="48" y="96"/>
                  </a:lnTo>
                  <a:lnTo>
                    <a:pt x="48" y="80"/>
                  </a:lnTo>
                  <a:lnTo>
                    <a:pt x="72" y="72"/>
                  </a:lnTo>
                  <a:lnTo>
                    <a:pt x="96" y="80"/>
                  </a:lnTo>
                  <a:lnTo>
                    <a:pt x="128" y="72"/>
                  </a:lnTo>
                  <a:lnTo>
                    <a:pt x="160" y="72"/>
                  </a:lnTo>
                  <a:lnTo>
                    <a:pt x="136" y="48"/>
                  </a:lnTo>
                  <a:lnTo>
                    <a:pt x="120" y="40"/>
                  </a:lnTo>
                  <a:lnTo>
                    <a:pt x="112" y="16"/>
                  </a:lnTo>
                  <a:lnTo>
                    <a:pt x="104" y="0"/>
                  </a:lnTo>
                  <a:lnTo>
                    <a:pt x="72" y="24"/>
                  </a:lnTo>
                  <a:lnTo>
                    <a:pt x="48" y="24"/>
                  </a:lnTo>
                  <a:close/>
                </a:path>
              </a:pathLst>
            </a:custGeom>
            <a:grpFill/>
            <a:ln w="6350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209" name="Freeform 759"/>
            <p:cNvSpPr>
              <a:spLocks/>
            </p:cNvSpPr>
            <p:nvPr/>
          </p:nvSpPr>
          <p:spPr bwMode="auto">
            <a:xfrm>
              <a:off x="2767057" y="3279926"/>
              <a:ext cx="162004" cy="144677"/>
            </a:xfrm>
            <a:custGeom>
              <a:avLst/>
              <a:gdLst>
                <a:gd name="T0" fmla="*/ 2147483647 w 153"/>
                <a:gd name="T1" fmla="*/ 2147483647 h 136"/>
                <a:gd name="T2" fmla="*/ 2147483647 w 153"/>
                <a:gd name="T3" fmla="*/ 2147483647 h 136"/>
                <a:gd name="T4" fmla="*/ 2147483647 w 153"/>
                <a:gd name="T5" fmla="*/ 2147483647 h 136"/>
                <a:gd name="T6" fmla="*/ 2147483647 w 153"/>
                <a:gd name="T7" fmla="*/ 2147483647 h 136"/>
                <a:gd name="T8" fmla="*/ 2147483647 w 153"/>
                <a:gd name="T9" fmla="*/ 2147483647 h 136"/>
                <a:gd name="T10" fmla="*/ 2147483647 w 153"/>
                <a:gd name="T11" fmla="*/ 2147483647 h 136"/>
                <a:gd name="T12" fmla="*/ 2147483647 w 153"/>
                <a:gd name="T13" fmla="*/ 2147483647 h 136"/>
                <a:gd name="T14" fmla="*/ 2147483647 w 153"/>
                <a:gd name="T15" fmla="*/ 2147483647 h 136"/>
                <a:gd name="T16" fmla="*/ 2147483647 w 153"/>
                <a:gd name="T17" fmla="*/ 0 h 136"/>
                <a:gd name="T18" fmla="*/ 2147483647 w 153"/>
                <a:gd name="T19" fmla="*/ 0 h 136"/>
                <a:gd name="T20" fmla="*/ 2147483647 w 153"/>
                <a:gd name="T21" fmla="*/ 2147483647 h 136"/>
                <a:gd name="T22" fmla="*/ 2147483647 w 153"/>
                <a:gd name="T23" fmla="*/ 2147483647 h 136"/>
                <a:gd name="T24" fmla="*/ 2147483647 w 153"/>
                <a:gd name="T25" fmla="*/ 2147483647 h 136"/>
                <a:gd name="T26" fmla="*/ 2147483647 w 153"/>
                <a:gd name="T27" fmla="*/ 2147483647 h 136"/>
                <a:gd name="T28" fmla="*/ 2147483647 w 153"/>
                <a:gd name="T29" fmla="*/ 2147483647 h 136"/>
                <a:gd name="T30" fmla="*/ 2147483647 w 153"/>
                <a:gd name="T31" fmla="*/ 2147483647 h 136"/>
                <a:gd name="T32" fmla="*/ 2147483647 w 153"/>
                <a:gd name="T33" fmla="*/ 2147483647 h 136"/>
                <a:gd name="T34" fmla="*/ 2147483647 w 153"/>
                <a:gd name="T35" fmla="*/ 2147483647 h 136"/>
                <a:gd name="T36" fmla="*/ 2147483647 w 153"/>
                <a:gd name="T37" fmla="*/ 2147483647 h 136"/>
                <a:gd name="T38" fmla="*/ 0 w 153"/>
                <a:gd name="T39" fmla="*/ 2147483647 h 136"/>
                <a:gd name="T40" fmla="*/ 0 w 153"/>
                <a:gd name="T41" fmla="*/ 2147483647 h 136"/>
                <a:gd name="T42" fmla="*/ 2147483647 w 153"/>
                <a:gd name="T43" fmla="*/ 2147483647 h 136"/>
                <a:gd name="T44" fmla="*/ 2147483647 w 153"/>
                <a:gd name="T45" fmla="*/ 2147483647 h 136"/>
                <a:gd name="T46" fmla="*/ 2147483647 w 153"/>
                <a:gd name="T47" fmla="*/ 2147483647 h 136"/>
                <a:gd name="T48" fmla="*/ 2147483647 w 153"/>
                <a:gd name="T49" fmla="*/ 2147483647 h 136"/>
                <a:gd name="T50" fmla="*/ 2147483647 w 153"/>
                <a:gd name="T51" fmla="*/ 2147483647 h 136"/>
                <a:gd name="T52" fmla="*/ 2147483647 w 153"/>
                <a:gd name="T53" fmla="*/ 2147483647 h 1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w 153"/>
                <a:gd name="T82" fmla="*/ 0 h 136"/>
                <a:gd name="T83" fmla="*/ 153 w 153"/>
                <a:gd name="T84" fmla="*/ 136 h 136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T81" t="T82" r="T83" b="T84"/>
              <a:pathLst>
                <a:path w="153" h="136">
                  <a:moveTo>
                    <a:pt x="81" y="96"/>
                  </a:moveTo>
                  <a:lnTo>
                    <a:pt x="105" y="104"/>
                  </a:lnTo>
                  <a:lnTo>
                    <a:pt x="121" y="80"/>
                  </a:lnTo>
                  <a:lnTo>
                    <a:pt x="137" y="48"/>
                  </a:lnTo>
                  <a:lnTo>
                    <a:pt x="137" y="32"/>
                  </a:lnTo>
                  <a:lnTo>
                    <a:pt x="153" y="32"/>
                  </a:lnTo>
                  <a:lnTo>
                    <a:pt x="153" y="16"/>
                  </a:lnTo>
                  <a:lnTo>
                    <a:pt x="145" y="16"/>
                  </a:lnTo>
                  <a:lnTo>
                    <a:pt x="137" y="0"/>
                  </a:lnTo>
                  <a:lnTo>
                    <a:pt x="121" y="16"/>
                  </a:lnTo>
                  <a:lnTo>
                    <a:pt x="97" y="16"/>
                  </a:lnTo>
                  <a:lnTo>
                    <a:pt x="73" y="16"/>
                  </a:lnTo>
                  <a:lnTo>
                    <a:pt x="57" y="24"/>
                  </a:lnTo>
                  <a:lnTo>
                    <a:pt x="32" y="16"/>
                  </a:lnTo>
                  <a:lnTo>
                    <a:pt x="16" y="16"/>
                  </a:lnTo>
                  <a:lnTo>
                    <a:pt x="8" y="32"/>
                  </a:lnTo>
                  <a:lnTo>
                    <a:pt x="8" y="40"/>
                  </a:lnTo>
                  <a:lnTo>
                    <a:pt x="8" y="56"/>
                  </a:lnTo>
                  <a:lnTo>
                    <a:pt x="0" y="88"/>
                  </a:lnTo>
                  <a:lnTo>
                    <a:pt x="0" y="104"/>
                  </a:lnTo>
                  <a:lnTo>
                    <a:pt x="16" y="104"/>
                  </a:lnTo>
                  <a:lnTo>
                    <a:pt x="32" y="128"/>
                  </a:lnTo>
                  <a:lnTo>
                    <a:pt x="49" y="128"/>
                  </a:lnTo>
                  <a:lnTo>
                    <a:pt x="65" y="136"/>
                  </a:lnTo>
                  <a:lnTo>
                    <a:pt x="73" y="112"/>
                  </a:lnTo>
                  <a:lnTo>
                    <a:pt x="81" y="96"/>
                  </a:lnTo>
                  <a:close/>
                </a:path>
              </a:pathLst>
            </a:custGeom>
            <a:grpFill/>
            <a:ln w="6350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210" name="Freeform 760"/>
            <p:cNvSpPr>
              <a:spLocks/>
            </p:cNvSpPr>
            <p:nvPr/>
          </p:nvSpPr>
          <p:spPr bwMode="auto">
            <a:xfrm>
              <a:off x="2929060" y="3331039"/>
              <a:ext cx="169801" cy="102227"/>
            </a:xfrm>
            <a:custGeom>
              <a:avLst/>
              <a:gdLst>
                <a:gd name="T0" fmla="*/ 2147483647 w 160"/>
                <a:gd name="T1" fmla="*/ 2147483647 h 96"/>
                <a:gd name="T2" fmla="*/ 2147483647 w 160"/>
                <a:gd name="T3" fmla="*/ 2147483647 h 96"/>
                <a:gd name="T4" fmla="*/ 2147483647 w 160"/>
                <a:gd name="T5" fmla="*/ 2147483647 h 96"/>
                <a:gd name="T6" fmla="*/ 2147483647 w 160"/>
                <a:gd name="T7" fmla="*/ 2147483647 h 96"/>
                <a:gd name="T8" fmla="*/ 0 w 160"/>
                <a:gd name="T9" fmla="*/ 2147483647 h 96"/>
                <a:gd name="T10" fmla="*/ 2147483647 w 160"/>
                <a:gd name="T11" fmla="*/ 2147483647 h 96"/>
                <a:gd name="T12" fmla="*/ 2147483647 w 160"/>
                <a:gd name="T13" fmla="*/ 2147483647 h 96"/>
                <a:gd name="T14" fmla="*/ 2147483647 w 160"/>
                <a:gd name="T15" fmla="*/ 2147483647 h 96"/>
                <a:gd name="T16" fmla="*/ 2147483647 w 160"/>
                <a:gd name="T17" fmla="*/ 2147483647 h 96"/>
                <a:gd name="T18" fmla="*/ 2147483647 w 160"/>
                <a:gd name="T19" fmla="*/ 2147483647 h 96"/>
                <a:gd name="T20" fmla="*/ 2147483647 w 160"/>
                <a:gd name="T21" fmla="*/ 2147483647 h 96"/>
                <a:gd name="T22" fmla="*/ 2147483647 w 160"/>
                <a:gd name="T23" fmla="*/ 2147483647 h 96"/>
                <a:gd name="T24" fmla="*/ 2147483647 w 160"/>
                <a:gd name="T25" fmla="*/ 2147483647 h 96"/>
                <a:gd name="T26" fmla="*/ 2147483647 w 160"/>
                <a:gd name="T27" fmla="*/ 2147483647 h 96"/>
                <a:gd name="T28" fmla="*/ 2147483647 w 160"/>
                <a:gd name="T29" fmla="*/ 2147483647 h 96"/>
                <a:gd name="T30" fmla="*/ 2147483647 w 160"/>
                <a:gd name="T31" fmla="*/ 2147483647 h 96"/>
                <a:gd name="T32" fmla="*/ 2147483647 w 160"/>
                <a:gd name="T33" fmla="*/ 2147483647 h 96"/>
                <a:gd name="T34" fmla="*/ 2147483647 w 160"/>
                <a:gd name="T35" fmla="*/ 2147483647 h 96"/>
                <a:gd name="T36" fmla="*/ 2147483647 w 160"/>
                <a:gd name="T37" fmla="*/ 2147483647 h 96"/>
                <a:gd name="T38" fmla="*/ 2147483647 w 160"/>
                <a:gd name="T39" fmla="*/ 0 h 96"/>
                <a:gd name="T40" fmla="*/ 2147483647 w 160"/>
                <a:gd name="T41" fmla="*/ 2147483647 h 96"/>
                <a:gd name="T42" fmla="*/ 2147483647 w 160"/>
                <a:gd name="T43" fmla="*/ 2147483647 h 9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w 160"/>
                <a:gd name="T67" fmla="*/ 0 h 96"/>
                <a:gd name="T68" fmla="*/ 160 w 160"/>
                <a:gd name="T69" fmla="*/ 96 h 9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T66" t="T67" r="T68" b="T69"/>
              <a:pathLst>
                <a:path w="160" h="96">
                  <a:moveTo>
                    <a:pt x="48" y="24"/>
                  </a:moveTo>
                  <a:lnTo>
                    <a:pt x="48" y="32"/>
                  </a:lnTo>
                  <a:lnTo>
                    <a:pt x="24" y="40"/>
                  </a:lnTo>
                  <a:lnTo>
                    <a:pt x="8" y="48"/>
                  </a:lnTo>
                  <a:lnTo>
                    <a:pt x="0" y="72"/>
                  </a:lnTo>
                  <a:lnTo>
                    <a:pt x="8" y="88"/>
                  </a:lnTo>
                  <a:lnTo>
                    <a:pt x="8" y="96"/>
                  </a:lnTo>
                  <a:lnTo>
                    <a:pt x="24" y="88"/>
                  </a:lnTo>
                  <a:lnTo>
                    <a:pt x="40" y="88"/>
                  </a:lnTo>
                  <a:lnTo>
                    <a:pt x="48" y="96"/>
                  </a:lnTo>
                  <a:lnTo>
                    <a:pt x="48" y="80"/>
                  </a:lnTo>
                  <a:lnTo>
                    <a:pt x="72" y="72"/>
                  </a:lnTo>
                  <a:lnTo>
                    <a:pt x="96" y="80"/>
                  </a:lnTo>
                  <a:lnTo>
                    <a:pt x="128" y="72"/>
                  </a:lnTo>
                  <a:lnTo>
                    <a:pt x="160" y="72"/>
                  </a:lnTo>
                  <a:lnTo>
                    <a:pt x="136" y="48"/>
                  </a:lnTo>
                  <a:lnTo>
                    <a:pt x="120" y="40"/>
                  </a:lnTo>
                  <a:lnTo>
                    <a:pt x="112" y="16"/>
                  </a:lnTo>
                  <a:lnTo>
                    <a:pt x="104" y="0"/>
                  </a:lnTo>
                  <a:lnTo>
                    <a:pt x="72" y="24"/>
                  </a:lnTo>
                  <a:lnTo>
                    <a:pt x="48" y="24"/>
                  </a:lnTo>
                  <a:close/>
                </a:path>
              </a:pathLst>
            </a:custGeom>
            <a:grpFill/>
            <a:ln w="6350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211" name="Freeform 761"/>
            <p:cNvSpPr>
              <a:spLocks/>
            </p:cNvSpPr>
            <p:nvPr/>
          </p:nvSpPr>
          <p:spPr bwMode="auto">
            <a:xfrm>
              <a:off x="2877947" y="3424603"/>
              <a:ext cx="102227" cy="127351"/>
            </a:xfrm>
            <a:custGeom>
              <a:avLst/>
              <a:gdLst>
                <a:gd name="T0" fmla="*/ 2147483647 w 96"/>
                <a:gd name="T1" fmla="*/ 2147483647 h 120"/>
                <a:gd name="T2" fmla="*/ 2147483647 w 96"/>
                <a:gd name="T3" fmla="*/ 2147483647 h 120"/>
                <a:gd name="T4" fmla="*/ 2147483647 w 96"/>
                <a:gd name="T5" fmla="*/ 2147483647 h 120"/>
                <a:gd name="T6" fmla="*/ 2147483647 w 96"/>
                <a:gd name="T7" fmla="*/ 2147483647 h 120"/>
                <a:gd name="T8" fmla="*/ 2147483647 w 96"/>
                <a:gd name="T9" fmla="*/ 2147483647 h 120"/>
                <a:gd name="T10" fmla="*/ 2147483647 w 96"/>
                <a:gd name="T11" fmla="*/ 0 h 120"/>
                <a:gd name="T12" fmla="*/ 2147483647 w 96"/>
                <a:gd name="T13" fmla="*/ 0 h 120"/>
                <a:gd name="T14" fmla="*/ 2147483647 w 96"/>
                <a:gd name="T15" fmla="*/ 2147483647 h 120"/>
                <a:gd name="T16" fmla="*/ 2147483647 w 96"/>
                <a:gd name="T17" fmla="*/ 2147483647 h 120"/>
                <a:gd name="T18" fmla="*/ 2147483647 w 96"/>
                <a:gd name="T19" fmla="*/ 2147483647 h 120"/>
                <a:gd name="T20" fmla="*/ 2147483647 w 96"/>
                <a:gd name="T21" fmla="*/ 2147483647 h 120"/>
                <a:gd name="T22" fmla="*/ 2147483647 w 96"/>
                <a:gd name="T23" fmla="*/ 2147483647 h 120"/>
                <a:gd name="T24" fmla="*/ 2147483647 w 96"/>
                <a:gd name="T25" fmla="*/ 2147483647 h 120"/>
                <a:gd name="T26" fmla="*/ 2147483647 w 96"/>
                <a:gd name="T27" fmla="*/ 2147483647 h 120"/>
                <a:gd name="T28" fmla="*/ 2147483647 w 96"/>
                <a:gd name="T29" fmla="*/ 2147483647 h 120"/>
                <a:gd name="T30" fmla="*/ 2147483647 w 96"/>
                <a:gd name="T31" fmla="*/ 2147483647 h 120"/>
                <a:gd name="T32" fmla="*/ 2147483647 w 96"/>
                <a:gd name="T33" fmla="*/ 2147483647 h 120"/>
                <a:gd name="T34" fmla="*/ 0 w 96"/>
                <a:gd name="T35" fmla="*/ 2147483647 h 120"/>
                <a:gd name="T36" fmla="*/ 2147483647 w 96"/>
                <a:gd name="T37" fmla="*/ 2147483647 h 120"/>
                <a:gd name="T38" fmla="*/ 2147483647 w 96"/>
                <a:gd name="T39" fmla="*/ 2147483647 h 120"/>
                <a:gd name="T40" fmla="*/ 2147483647 w 96"/>
                <a:gd name="T41" fmla="*/ 2147483647 h 120"/>
                <a:gd name="T42" fmla="*/ 2147483647 w 96"/>
                <a:gd name="T43" fmla="*/ 2147483647 h 120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w 96"/>
                <a:gd name="T67" fmla="*/ 0 h 120"/>
                <a:gd name="T68" fmla="*/ 96 w 96"/>
                <a:gd name="T69" fmla="*/ 120 h 120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T66" t="T67" r="T68" b="T69"/>
              <a:pathLst>
                <a:path w="96" h="120">
                  <a:moveTo>
                    <a:pt x="40" y="112"/>
                  </a:moveTo>
                  <a:lnTo>
                    <a:pt x="56" y="96"/>
                  </a:lnTo>
                  <a:lnTo>
                    <a:pt x="72" y="64"/>
                  </a:lnTo>
                  <a:lnTo>
                    <a:pt x="88" y="56"/>
                  </a:lnTo>
                  <a:lnTo>
                    <a:pt x="96" y="8"/>
                  </a:lnTo>
                  <a:lnTo>
                    <a:pt x="88" y="0"/>
                  </a:lnTo>
                  <a:lnTo>
                    <a:pt x="72" y="0"/>
                  </a:lnTo>
                  <a:lnTo>
                    <a:pt x="56" y="8"/>
                  </a:lnTo>
                  <a:lnTo>
                    <a:pt x="48" y="16"/>
                  </a:lnTo>
                  <a:lnTo>
                    <a:pt x="40" y="24"/>
                  </a:lnTo>
                  <a:lnTo>
                    <a:pt x="32" y="24"/>
                  </a:lnTo>
                  <a:lnTo>
                    <a:pt x="32" y="32"/>
                  </a:lnTo>
                  <a:lnTo>
                    <a:pt x="40" y="40"/>
                  </a:lnTo>
                  <a:lnTo>
                    <a:pt x="32" y="56"/>
                  </a:lnTo>
                  <a:lnTo>
                    <a:pt x="32" y="80"/>
                  </a:lnTo>
                  <a:lnTo>
                    <a:pt x="16" y="80"/>
                  </a:lnTo>
                  <a:lnTo>
                    <a:pt x="8" y="88"/>
                  </a:lnTo>
                  <a:lnTo>
                    <a:pt x="0" y="96"/>
                  </a:lnTo>
                  <a:lnTo>
                    <a:pt x="8" y="104"/>
                  </a:lnTo>
                  <a:lnTo>
                    <a:pt x="16" y="120"/>
                  </a:lnTo>
                  <a:lnTo>
                    <a:pt x="24" y="112"/>
                  </a:lnTo>
                  <a:lnTo>
                    <a:pt x="40" y="112"/>
                  </a:lnTo>
                  <a:close/>
                </a:path>
              </a:pathLst>
            </a:custGeom>
            <a:grpFill/>
            <a:ln w="6350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212" name="Freeform 762"/>
            <p:cNvSpPr>
              <a:spLocks/>
            </p:cNvSpPr>
            <p:nvPr/>
          </p:nvSpPr>
          <p:spPr bwMode="auto">
            <a:xfrm>
              <a:off x="2852823" y="3449727"/>
              <a:ext cx="67574" cy="76237"/>
            </a:xfrm>
            <a:custGeom>
              <a:avLst/>
              <a:gdLst>
                <a:gd name="T0" fmla="*/ 2147483647 w 64"/>
                <a:gd name="T1" fmla="*/ 2147483647 h 72"/>
                <a:gd name="T2" fmla="*/ 2147483647 w 64"/>
                <a:gd name="T3" fmla="*/ 2147483647 h 72"/>
                <a:gd name="T4" fmla="*/ 2147483647 w 64"/>
                <a:gd name="T5" fmla="*/ 2147483647 h 72"/>
                <a:gd name="T6" fmla="*/ 2147483647 w 64"/>
                <a:gd name="T7" fmla="*/ 2147483647 h 72"/>
                <a:gd name="T8" fmla="*/ 2147483647 w 64"/>
                <a:gd name="T9" fmla="*/ 2147483647 h 72"/>
                <a:gd name="T10" fmla="*/ 2147483647 w 64"/>
                <a:gd name="T11" fmla="*/ 0 h 72"/>
                <a:gd name="T12" fmla="*/ 2147483647 w 64"/>
                <a:gd name="T13" fmla="*/ 0 h 72"/>
                <a:gd name="T14" fmla="*/ 0 w 64"/>
                <a:gd name="T15" fmla="*/ 0 h 72"/>
                <a:gd name="T16" fmla="*/ 0 w 64"/>
                <a:gd name="T17" fmla="*/ 2147483647 h 72"/>
                <a:gd name="T18" fmla="*/ 0 w 64"/>
                <a:gd name="T19" fmla="*/ 2147483647 h 72"/>
                <a:gd name="T20" fmla="*/ 2147483647 w 64"/>
                <a:gd name="T21" fmla="*/ 2147483647 h 72"/>
                <a:gd name="T22" fmla="*/ 2147483647 w 64"/>
                <a:gd name="T23" fmla="*/ 2147483647 h 72"/>
                <a:gd name="T24" fmla="*/ 2147483647 w 64"/>
                <a:gd name="T25" fmla="*/ 2147483647 h 7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64"/>
                <a:gd name="T40" fmla="*/ 0 h 72"/>
                <a:gd name="T41" fmla="*/ 64 w 64"/>
                <a:gd name="T42" fmla="*/ 72 h 72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64" h="72">
                  <a:moveTo>
                    <a:pt x="40" y="56"/>
                  </a:moveTo>
                  <a:lnTo>
                    <a:pt x="56" y="56"/>
                  </a:lnTo>
                  <a:lnTo>
                    <a:pt x="56" y="32"/>
                  </a:lnTo>
                  <a:lnTo>
                    <a:pt x="64" y="16"/>
                  </a:lnTo>
                  <a:lnTo>
                    <a:pt x="56" y="8"/>
                  </a:lnTo>
                  <a:lnTo>
                    <a:pt x="56" y="0"/>
                  </a:lnTo>
                  <a:lnTo>
                    <a:pt x="32" y="0"/>
                  </a:lnTo>
                  <a:lnTo>
                    <a:pt x="0" y="0"/>
                  </a:lnTo>
                  <a:lnTo>
                    <a:pt x="0" y="16"/>
                  </a:lnTo>
                  <a:lnTo>
                    <a:pt x="0" y="40"/>
                  </a:lnTo>
                  <a:lnTo>
                    <a:pt x="24" y="72"/>
                  </a:lnTo>
                  <a:lnTo>
                    <a:pt x="32" y="64"/>
                  </a:lnTo>
                  <a:lnTo>
                    <a:pt x="40" y="56"/>
                  </a:lnTo>
                  <a:close/>
                </a:path>
              </a:pathLst>
            </a:custGeom>
            <a:grpFill/>
            <a:ln w="6350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213" name="Freeform 763"/>
            <p:cNvSpPr>
              <a:spLocks/>
            </p:cNvSpPr>
            <p:nvPr/>
          </p:nvSpPr>
          <p:spPr bwMode="auto">
            <a:xfrm>
              <a:off x="2836363" y="3313713"/>
              <a:ext cx="101361" cy="136014"/>
            </a:xfrm>
            <a:custGeom>
              <a:avLst/>
              <a:gdLst>
                <a:gd name="T0" fmla="*/ 2147483647 w 96"/>
                <a:gd name="T1" fmla="*/ 2147483647 h 128"/>
                <a:gd name="T2" fmla="*/ 2147483647 w 96"/>
                <a:gd name="T3" fmla="*/ 2147483647 h 128"/>
                <a:gd name="T4" fmla="*/ 2147483647 w 96"/>
                <a:gd name="T5" fmla="*/ 2147483647 h 128"/>
                <a:gd name="T6" fmla="*/ 2147483647 w 96"/>
                <a:gd name="T7" fmla="*/ 2147483647 h 128"/>
                <a:gd name="T8" fmla="*/ 2147483647 w 96"/>
                <a:gd name="T9" fmla="*/ 2147483647 h 128"/>
                <a:gd name="T10" fmla="*/ 2147483647 w 96"/>
                <a:gd name="T11" fmla="*/ 2147483647 h 128"/>
                <a:gd name="T12" fmla="*/ 2147483647 w 96"/>
                <a:gd name="T13" fmla="*/ 2147483647 h 128"/>
                <a:gd name="T14" fmla="*/ 2147483647 w 96"/>
                <a:gd name="T15" fmla="*/ 2147483647 h 128"/>
                <a:gd name="T16" fmla="*/ 2147483647 w 96"/>
                <a:gd name="T17" fmla="*/ 0 h 128"/>
                <a:gd name="T18" fmla="*/ 2147483647 w 96"/>
                <a:gd name="T19" fmla="*/ 0 h 128"/>
                <a:gd name="T20" fmla="*/ 2147483647 w 96"/>
                <a:gd name="T21" fmla="*/ 2147483647 h 128"/>
                <a:gd name="T22" fmla="*/ 2147483647 w 96"/>
                <a:gd name="T23" fmla="*/ 2147483647 h 128"/>
                <a:gd name="T24" fmla="*/ 2147483647 w 96"/>
                <a:gd name="T25" fmla="*/ 2147483647 h 128"/>
                <a:gd name="T26" fmla="*/ 2147483647 w 96"/>
                <a:gd name="T27" fmla="*/ 2147483647 h 128"/>
                <a:gd name="T28" fmla="*/ 2147483647 w 96"/>
                <a:gd name="T29" fmla="*/ 2147483647 h 128"/>
                <a:gd name="T30" fmla="*/ 0 w 96"/>
                <a:gd name="T31" fmla="*/ 2147483647 h 128"/>
                <a:gd name="T32" fmla="*/ 2147483647 w 96"/>
                <a:gd name="T33" fmla="*/ 2147483647 h 128"/>
                <a:gd name="T34" fmla="*/ 2147483647 w 96"/>
                <a:gd name="T35" fmla="*/ 2147483647 h 128"/>
                <a:gd name="T36" fmla="*/ 2147483647 w 96"/>
                <a:gd name="T37" fmla="*/ 2147483647 h 128"/>
                <a:gd name="T38" fmla="*/ 2147483647 w 96"/>
                <a:gd name="T39" fmla="*/ 2147483647 h 128"/>
                <a:gd name="T40" fmla="*/ 2147483647 w 96"/>
                <a:gd name="T41" fmla="*/ 2147483647 h 128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96"/>
                <a:gd name="T64" fmla="*/ 0 h 128"/>
                <a:gd name="T65" fmla="*/ 96 w 96"/>
                <a:gd name="T66" fmla="*/ 128 h 128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96" h="128">
                  <a:moveTo>
                    <a:pt x="96" y="112"/>
                  </a:moveTo>
                  <a:lnTo>
                    <a:pt x="96" y="104"/>
                  </a:lnTo>
                  <a:lnTo>
                    <a:pt x="88" y="88"/>
                  </a:lnTo>
                  <a:lnTo>
                    <a:pt x="96" y="64"/>
                  </a:lnTo>
                  <a:lnTo>
                    <a:pt x="88" y="64"/>
                  </a:lnTo>
                  <a:lnTo>
                    <a:pt x="80" y="40"/>
                  </a:lnTo>
                  <a:lnTo>
                    <a:pt x="80" y="32"/>
                  </a:lnTo>
                  <a:lnTo>
                    <a:pt x="96" y="24"/>
                  </a:lnTo>
                  <a:lnTo>
                    <a:pt x="88" y="0"/>
                  </a:lnTo>
                  <a:lnTo>
                    <a:pt x="72" y="0"/>
                  </a:lnTo>
                  <a:lnTo>
                    <a:pt x="72" y="16"/>
                  </a:lnTo>
                  <a:lnTo>
                    <a:pt x="56" y="48"/>
                  </a:lnTo>
                  <a:lnTo>
                    <a:pt x="40" y="72"/>
                  </a:lnTo>
                  <a:lnTo>
                    <a:pt x="16" y="64"/>
                  </a:lnTo>
                  <a:lnTo>
                    <a:pt x="8" y="80"/>
                  </a:lnTo>
                  <a:lnTo>
                    <a:pt x="0" y="104"/>
                  </a:lnTo>
                  <a:lnTo>
                    <a:pt x="16" y="104"/>
                  </a:lnTo>
                  <a:lnTo>
                    <a:pt x="16" y="128"/>
                  </a:lnTo>
                  <a:lnTo>
                    <a:pt x="48" y="128"/>
                  </a:lnTo>
                  <a:lnTo>
                    <a:pt x="72" y="128"/>
                  </a:lnTo>
                  <a:lnTo>
                    <a:pt x="96" y="112"/>
                  </a:lnTo>
                  <a:close/>
                </a:path>
              </a:pathLst>
            </a:custGeom>
            <a:grpFill/>
            <a:ln w="6350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214" name="Freeform 764"/>
            <p:cNvSpPr>
              <a:spLocks/>
            </p:cNvSpPr>
            <p:nvPr/>
          </p:nvSpPr>
          <p:spPr bwMode="auto">
            <a:xfrm>
              <a:off x="2852823" y="3449727"/>
              <a:ext cx="67574" cy="76237"/>
            </a:xfrm>
            <a:custGeom>
              <a:avLst/>
              <a:gdLst>
                <a:gd name="T0" fmla="*/ 2147483647 w 64"/>
                <a:gd name="T1" fmla="*/ 2147483647 h 72"/>
                <a:gd name="T2" fmla="*/ 2147483647 w 64"/>
                <a:gd name="T3" fmla="*/ 2147483647 h 72"/>
                <a:gd name="T4" fmla="*/ 2147483647 w 64"/>
                <a:gd name="T5" fmla="*/ 2147483647 h 72"/>
                <a:gd name="T6" fmla="*/ 2147483647 w 64"/>
                <a:gd name="T7" fmla="*/ 2147483647 h 72"/>
                <a:gd name="T8" fmla="*/ 2147483647 w 64"/>
                <a:gd name="T9" fmla="*/ 2147483647 h 72"/>
                <a:gd name="T10" fmla="*/ 2147483647 w 64"/>
                <a:gd name="T11" fmla="*/ 0 h 72"/>
                <a:gd name="T12" fmla="*/ 2147483647 w 64"/>
                <a:gd name="T13" fmla="*/ 0 h 72"/>
                <a:gd name="T14" fmla="*/ 0 w 64"/>
                <a:gd name="T15" fmla="*/ 0 h 72"/>
                <a:gd name="T16" fmla="*/ 0 w 64"/>
                <a:gd name="T17" fmla="*/ 2147483647 h 72"/>
                <a:gd name="T18" fmla="*/ 0 w 64"/>
                <a:gd name="T19" fmla="*/ 2147483647 h 72"/>
                <a:gd name="T20" fmla="*/ 2147483647 w 64"/>
                <a:gd name="T21" fmla="*/ 2147483647 h 72"/>
                <a:gd name="T22" fmla="*/ 2147483647 w 64"/>
                <a:gd name="T23" fmla="*/ 2147483647 h 72"/>
                <a:gd name="T24" fmla="*/ 2147483647 w 64"/>
                <a:gd name="T25" fmla="*/ 2147483647 h 7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64"/>
                <a:gd name="T40" fmla="*/ 0 h 72"/>
                <a:gd name="T41" fmla="*/ 64 w 64"/>
                <a:gd name="T42" fmla="*/ 72 h 72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64" h="72">
                  <a:moveTo>
                    <a:pt x="40" y="56"/>
                  </a:moveTo>
                  <a:lnTo>
                    <a:pt x="56" y="56"/>
                  </a:lnTo>
                  <a:lnTo>
                    <a:pt x="56" y="32"/>
                  </a:lnTo>
                  <a:lnTo>
                    <a:pt x="64" y="16"/>
                  </a:lnTo>
                  <a:lnTo>
                    <a:pt x="56" y="8"/>
                  </a:lnTo>
                  <a:lnTo>
                    <a:pt x="56" y="0"/>
                  </a:lnTo>
                  <a:lnTo>
                    <a:pt x="32" y="0"/>
                  </a:lnTo>
                  <a:lnTo>
                    <a:pt x="0" y="0"/>
                  </a:lnTo>
                  <a:lnTo>
                    <a:pt x="0" y="16"/>
                  </a:lnTo>
                  <a:lnTo>
                    <a:pt x="0" y="40"/>
                  </a:lnTo>
                  <a:lnTo>
                    <a:pt x="24" y="72"/>
                  </a:lnTo>
                  <a:lnTo>
                    <a:pt x="32" y="64"/>
                  </a:lnTo>
                  <a:lnTo>
                    <a:pt x="40" y="56"/>
                  </a:lnTo>
                  <a:close/>
                </a:path>
              </a:pathLst>
            </a:custGeom>
            <a:grpFill/>
            <a:ln w="6350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215" name="Freeform 765"/>
            <p:cNvSpPr>
              <a:spLocks/>
            </p:cNvSpPr>
            <p:nvPr/>
          </p:nvSpPr>
          <p:spPr bwMode="auto">
            <a:xfrm>
              <a:off x="2836363" y="3313713"/>
              <a:ext cx="101361" cy="136014"/>
            </a:xfrm>
            <a:custGeom>
              <a:avLst/>
              <a:gdLst>
                <a:gd name="T0" fmla="*/ 2147483647 w 96"/>
                <a:gd name="T1" fmla="*/ 2147483647 h 128"/>
                <a:gd name="T2" fmla="*/ 2147483647 w 96"/>
                <a:gd name="T3" fmla="*/ 2147483647 h 128"/>
                <a:gd name="T4" fmla="*/ 2147483647 w 96"/>
                <a:gd name="T5" fmla="*/ 2147483647 h 128"/>
                <a:gd name="T6" fmla="*/ 2147483647 w 96"/>
                <a:gd name="T7" fmla="*/ 2147483647 h 128"/>
                <a:gd name="T8" fmla="*/ 2147483647 w 96"/>
                <a:gd name="T9" fmla="*/ 2147483647 h 128"/>
                <a:gd name="T10" fmla="*/ 2147483647 w 96"/>
                <a:gd name="T11" fmla="*/ 2147483647 h 128"/>
                <a:gd name="T12" fmla="*/ 2147483647 w 96"/>
                <a:gd name="T13" fmla="*/ 2147483647 h 128"/>
                <a:gd name="T14" fmla="*/ 2147483647 w 96"/>
                <a:gd name="T15" fmla="*/ 2147483647 h 128"/>
                <a:gd name="T16" fmla="*/ 2147483647 w 96"/>
                <a:gd name="T17" fmla="*/ 0 h 128"/>
                <a:gd name="T18" fmla="*/ 2147483647 w 96"/>
                <a:gd name="T19" fmla="*/ 0 h 128"/>
                <a:gd name="T20" fmla="*/ 2147483647 w 96"/>
                <a:gd name="T21" fmla="*/ 0 h 128"/>
                <a:gd name="T22" fmla="*/ 2147483647 w 96"/>
                <a:gd name="T23" fmla="*/ 2147483647 h 128"/>
                <a:gd name="T24" fmla="*/ 2147483647 w 96"/>
                <a:gd name="T25" fmla="*/ 2147483647 h 128"/>
                <a:gd name="T26" fmla="*/ 2147483647 w 96"/>
                <a:gd name="T27" fmla="*/ 2147483647 h 128"/>
                <a:gd name="T28" fmla="*/ 2147483647 w 96"/>
                <a:gd name="T29" fmla="*/ 2147483647 h 128"/>
                <a:gd name="T30" fmla="*/ 2147483647 w 96"/>
                <a:gd name="T31" fmla="*/ 2147483647 h 128"/>
                <a:gd name="T32" fmla="*/ 0 w 96"/>
                <a:gd name="T33" fmla="*/ 2147483647 h 128"/>
                <a:gd name="T34" fmla="*/ 2147483647 w 96"/>
                <a:gd name="T35" fmla="*/ 2147483647 h 128"/>
                <a:gd name="T36" fmla="*/ 2147483647 w 96"/>
                <a:gd name="T37" fmla="*/ 2147483647 h 128"/>
                <a:gd name="T38" fmla="*/ 2147483647 w 96"/>
                <a:gd name="T39" fmla="*/ 2147483647 h 128"/>
                <a:gd name="T40" fmla="*/ 2147483647 w 96"/>
                <a:gd name="T41" fmla="*/ 2147483647 h 128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96"/>
                <a:gd name="T64" fmla="*/ 0 h 128"/>
                <a:gd name="T65" fmla="*/ 96 w 96"/>
                <a:gd name="T66" fmla="*/ 128 h 128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96" h="128">
                  <a:moveTo>
                    <a:pt x="96" y="112"/>
                  </a:moveTo>
                  <a:lnTo>
                    <a:pt x="96" y="104"/>
                  </a:lnTo>
                  <a:lnTo>
                    <a:pt x="88" y="88"/>
                  </a:lnTo>
                  <a:lnTo>
                    <a:pt x="96" y="64"/>
                  </a:lnTo>
                  <a:lnTo>
                    <a:pt x="88" y="64"/>
                  </a:lnTo>
                  <a:lnTo>
                    <a:pt x="80" y="40"/>
                  </a:lnTo>
                  <a:lnTo>
                    <a:pt x="80" y="32"/>
                  </a:lnTo>
                  <a:lnTo>
                    <a:pt x="96" y="24"/>
                  </a:lnTo>
                  <a:lnTo>
                    <a:pt x="88" y="0"/>
                  </a:lnTo>
                  <a:lnTo>
                    <a:pt x="72" y="0"/>
                  </a:lnTo>
                  <a:lnTo>
                    <a:pt x="72" y="16"/>
                  </a:lnTo>
                  <a:lnTo>
                    <a:pt x="56" y="48"/>
                  </a:lnTo>
                  <a:lnTo>
                    <a:pt x="40" y="72"/>
                  </a:lnTo>
                  <a:lnTo>
                    <a:pt x="16" y="64"/>
                  </a:lnTo>
                  <a:lnTo>
                    <a:pt x="8" y="80"/>
                  </a:lnTo>
                  <a:lnTo>
                    <a:pt x="0" y="104"/>
                  </a:lnTo>
                  <a:lnTo>
                    <a:pt x="16" y="104"/>
                  </a:lnTo>
                  <a:lnTo>
                    <a:pt x="16" y="128"/>
                  </a:lnTo>
                  <a:lnTo>
                    <a:pt x="48" y="128"/>
                  </a:lnTo>
                  <a:lnTo>
                    <a:pt x="72" y="128"/>
                  </a:lnTo>
                </a:path>
              </a:pathLst>
            </a:custGeom>
            <a:grpFill/>
            <a:ln w="6350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216" name="Freeform 766"/>
            <p:cNvSpPr>
              <a:spLocks/>
            </p:cNvSpPr>
            <p:nvPr/>
          </p:nvSpPr>
          <p:spPr bwMode="auto">
            <a:xfrm>
              <a:off x="2836363" y="3313713"/>
              <a:ext cx="101361" cy="136014"/>
            </a:xfrm>
            <a:custGeom>
              <a:avLst/>
              <a:gdLst>
                <a:gd name="T0" fmla="*/ 2147483647 w 96"/>
                <a:gd name="T1" fmla="*/ 2147483647 h 128"/>
                <a:gd name="T2" fmla="*/ 2147483647 w 96"/>
                <a:gd name="T3" fmla="*/ 2147483647 h 128"/>
                <a:gd name="T4" fmla="*/ 2147483647 w 96"/>
                <a:gd name="T5" fmla="*/ 2147483647 h 128"/>
                <a:gd name="T6" fmla="*/ 2147483647 w 96"/>
                <a:gd name="T7" fmla="*/ 2147483647 h 128"/>
                <a:gd name="T8" fmla="*/ 2147483647 w 96"/>
                <a:gd name="T9" fmla="*/ 2147483647 h 128"/>
                <a:gd name="T10" fmla="*/ 2147483647 w 96"/>
                <a:gd name="T11" fmla="*/ 2147483647 h 128"/>
                <a:gd name="T12" fmla="*/ 2147483647 w 96"/>
                <a:gd name="T13" fmla="*/ 2147483647 h 128"/>
                <a:gd name="T14" fmla="*/ 2147483647 w 96"/>
                <a:gd name="T15" fmla="*/ 2147483647 h 128"/>
                <a:gd name="T16" fmla="*/ 2147483647 w 96"/>
                <a:gd name="T17" fmla="*/ 0 h 128"/>
                <a:gd name="T18" fmla="*/ 2147483647 w 96"/>
                <a:gd name="T19" fmla="*/ 0 h 128"/>
                <a:gd name="T20" fmla="*/ 2147483647 w 96"/>
                <a:gd name="T21" fmla="*/ 0 h 128"/>
                <a:gd name="T22" fmla="*/ 2147483647 w 96"/>
                <a:gd name="T23" fmla="*/ 2147483647 h 128"/>
                <a:gd name="T24" fmla="*/ 2147483647 w 96"/>
                <a:gd name="T25" fmla="*/ 2147483647 h 128"/>
                <a:gd name="T26" fmla="*/ 2147483647 w 96"/>
                <a:gd name="T27" fmla="*/ 2147483647 h 128"/>
                <a:gd name="T28" fmla="*/ 2147483647 w 96"/>
                <a:gd name="T29" fmla="*/ 2147483647 h 128"/>
                <a:gd name="T30" fmla="*/ 2147483647 w 96"/>
                <a:gd name="T31" fmla="*/ 2147483647 h 128"/>
                <a:gd name="T32" fmla="*/ 0 w 96"/>
                <a:gd name="T33" fmla="*/ 2147483647 h 128"/>
                <a:gd name="T34" fmla="*/ 2147483647 w 96"/>
                <a:gd name="T35" fmla="*/ 2147483647 h 128"/>
                <a:gd name="T36" fmla="*/ 2147483647 w 96"/>
                <a:gd name="T37" fmla="*/ 2147483647 h 128"/>
                <a:gd name="T38" fmla="*/ 2147483647 w 96"/>
                <a:gd name="T39" fmla="*/ 2147483647 h 128"/>
                <a:gd name="T40" fmla="*/ 2147483647 w 96"/>
                <a:gd name="T41" fmla="*/ 2147483647 h 128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96"/>
                <a:gd name="T64" fmla="*/ 0 h 128"/>
                <a:gd name="T65" fmla="*/ 96 w 96"/>
                <a:gd name="T66" fmla="*/ 128 h 128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96" h="128">
                  <a:moveTo>
                    <a:pt x="96" y="112"/>
                  </a:moveTo>
                  <a:lnTo>
                    <a:pt x="96" y="104"/>
                  </a:lnTo>
                  <a:lnTo>
                    <a:pt x="88" y="88"/>
                  </a:lnTo>
                  <a:lnTo>
                    <a:pt x="96" y="64"/>
                  </a:lnTo>
                  <a:lnTo>
                    <a:pt x="88" y="64"/>
                  </a:lnTo>
                  <a:lnTo>
                    <a:pt x="80" y="40"/>
                  </a:lnTo>
                  <a:lnTo>
                    <a:pt x="80" y="32"/>
                  </a:lnTo>
                  <a:lnTo>
                    <a:pt x="96" y="24"/>
                  </a:lnTo>
                  <a:lnTo>
                    <a:pt x="88" y="0"/>
                  </a:lnTo>
                  <a:lnTo>
                    <a:pt x="72" y="0"/>
                  </a:lnTo>
                  <a:lnTo>
                    <a:pt x="72" y="16"/>
                  </a:lnTo>
                  <a:lnTo>
                    <a:pt x="56" y="48"/>
                  </a:lnTo>
                  <a:lnTo>
                    <a:pt x="40" y="72"/>
                  </a:lnTo>
                  <a:lnTo>
                    <a:pt x="16" y="64"/>
                  </a:lnTo>
                  <a:lnTo>
                    <a:pt x="8" y="80"/>
                  </a:lnTo>
                  <a:lnTo>
                    <a:pt x="0" y="104"/>
                  </a:lnTo>
                  <a:lnTo>
                    <a:pt x="16" y="104"/>
                  </a:lnTo>
                  <a:lnTo>
                    <a:pt x="16" y="128"/>
                  </a:lnTo>
                  <a:lnTo>
                    <a:pt x="48" y="128"/>
                  </a:lnTo>
                  <a:lnTo>
                    <a:pt x="72" y="128"/>
                  </a:lnTo>
                </a:path>
              </a:pathLst>
            </a:custGeom>
            <a:grpFill/>
            <a:ln w="6350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217" name="Freeform 767"/>
            <p:cNvSpPr>
              <a:spLocks/>
            </p:cNvSpPr>
            <p:nvPr/>
          </p:nvSpPr>
          <p:spPr bwMode="auto">
            <a:xfrm>
              <a:off x="2741933" y="3305916"/>
              <a:ext cx="33787" cy="84900"/>
            </a:xfrm>
            <a:custGeom>
              <a:avLst/>
              <a:gdLst>
                <a:gd name="T0" fmla="*/ 2147483647 w 32"/>
                <a:gd name="T1" fmla="*/ 2147483647 h 80"/>
                <a:gd name="T2" fmla="*/ 2147483647 w 32"/>
                <a:gd name="T3" fmla="*/ 2147483647 h 80"/>
                <a:gd name="T4" fmla="*/ 2147483647 w 32"/>
                <a:gd name="T5" fmla="*/ 2147483647 h 80"/>
                <a:gd name="T6" fmla="*/ 2147483647 w 32"/>
                <a:gd name="T7" fmla="*/ 0 h 80"/>
                <a:gd name="T8" fmla="*/ 2147483647 w 32"/>
                <a:gd name="T9" fmla="*/ 2147483647 h 80"/>
                <a:gd name="T10" fmla="*/ 2147483647 w 32"/>
                <a:gd name="T11" fmla="*/ 2147483647 h 80"/>
                <a:gd name="T12" fmla="*/ 0 w 32"/>
                <a:gd name="T13" fmla="*/ 2147483647 h 80"/>
                <a:gd name="T14" fmla="*/ 0 w 32"/>
                <a:gd name="T15" fmla="*/ 2147483647 h 80"/>
                <a:gd name="T16" fmla="*/ 2147483647 w 32"/>
                <a:gd name="T17" fmla="*/ 2147483647 h 80"/>
                <a:gd name="T18" fmla="*/ 2147483647 w 32"/>
                <a:gd name="T19" fmla="*/ 2147483647 h 80"/>
                <a:gd name="T20" fmla="*/ 2147483647 w 32"/>
                <a:gd name="T21" fmla="*/ 2147483647 h 80"/>
                <a:gd name="T22" fmla="*/ 2147483647 w 32"/>
                <a:gd name="T23" fmla="*/ 2147483647 h 80"/>
                <a:gd name="T24" fmla="*/ 2147483647 w 32"/>
                <a:gd name="T25" fmla="*/ 2147483647 h 80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32"/>
                <a:gd name="T40" fmla="*/ 0 h 80"/>
                <a:gd name="T41" fmla="*/ 32 w 32"/>
                <a:gd name="T42" fmla="*/ 80 h 80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32" h="80">
                  <a:moveTo>
                    <a:pt x="32" y="32"/>
                  </a:moveTo>
                  <a:lnTo>
                    <a:pt x="32" y="16"/>
                  </a:lnTo>
                  <a:lnTo>
                    <a:pt x="32" y="8"/>
                  </a:lnTo>
                  <a:lnTo>
                    <a:pt x="24" y="0"/>
                  </a:lnTo>
                  <a:lnTo>
                    <a:pt x="16" y="8"/>
                  </a:lnTo>
                  <a:lnTo>
                    <a:pt x="8" y="24"/>
                  </a:lnTo>
                  <a:lnTo>
                    <a:pt x="0" y="24"/>
                  </a:lnTo>
                  <a:lnTo>
                    <a:pt x="0" y="32"/>
                  </a:lnTo>
                  <a:lnTo>
                    <a:pt x="8" y="64"/>
                  </a:lnTo>
                  <a:lnTo>
                    <a:pt x="16" y="80"/>
                  </a:lnTo>
                  <a:lnTo>
                    <a:pt x="24" y="80"/>
                  </a:lnTo>
                  <a:lnTo>
                    <a:pt x="24" y="64"/>
                  </a:lnTo>
                  <a:lnTo>
                    <a:pt x="32" y="32"/>
                  </a:lnTo>
                  <a:close/>
                </a:path>
              </a:pathLst>
            </a:custGeom>
            <a:grpFill/>
            <a:ln w="6350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218" name="Freeform 768"/>
            <p:cNvSpPr>
              <a:spLocks/>
            </p:cNvSpPr>
            <p:nvPr/>
          </p:nvSpPr>
          <p:spPr bwMode="auto">
            <a:xfrm>
              <a:off x="2733270" y="3331039"/>
              <a:ext cx="25123" cy="67574"/>
            </a:xfrm>
            <a:custGeom>
              <a:avLst/>
              <a:gdLst>
                <a:gd name="T0" fmla="*/ 2147483647 w 24"/>
                <a:gd name="T1" fmla="*/ 2147483647 h 64"/>
                <a:gd name="T2" fmla="*/ 2147483647 w 24"/>
                <a:gd name="T3" fmla="*/ 0 h 64"/>
                <a:gd name="T4" fmla="*/ 0 w 24"/>
                <a:gd name="T5" fmla="*/ 0 h 64"/>
                <a:gd name="T6" fmla="*/ 0 w 24"/>
                <a:gd name="T7" fmla="*/ 2147483647 h 64"/>
                <a:gd name="T8" fmla="*/ 0 w 24"/>
                <a:gd name="T9" fmla="*/ 2147483647 h 64"/>
                <a:gd name="T10" fmla="*/ 2147483647 w 24"/>
                <a:gd name="T11" fmla="*/ 2147483647 h 64"/>
                <a:gd name="T12" fmla="*/ 2147483647 w 24"/>
                <a:gd name="T13" fmla="*/ 2147483647 h 64"/>
                <a:gd name="T14" fmla="*/ 2147483647 w 24"/>
                <a:gd name="T15" fmla="*/ 2147483647 h 64"/>
                <a:gd name="T16" fmla="*/ 2147483647 w 24"/>
                <a:gd name="T17" fmla="*/ 2147483647 h 6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24"/>
                <a:gd name="T28" fmla="*/ 0 h 64"/>
                <a:gd name="T29" fmla="*/ 24 w 24"/>
                <a:gd name="T30" fmla="*/ 64 h 64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24" h="64">
                  <a:moveTo>
                    <a:pt x="8" y="8"/>
                  </a:moveTo>
                  <a:lnTo>
                    <a:pt x="8" y="0"/>
                  </a:lnTo>
                  <a:lnTo>
                    <a:pt x="0" y="0"/>
                  </a:lnTo>
                  <a:lnTo>
                    <a:pt x="0" y="8"/>
                  </a:lnTo>
                  <a:lnTo>
                    <a:pt x="0" y="24"/>
                  </a:lnTo>
                  <a:lnTo>
                    <a:pt x="8" y="64"/>
                  </a:lnTo>
                  <a:lnTo>
                    <a:pt x="24" y="56"/>
                  </a:lnTo>
                  <a:lnTo>
                    <a:pt x="16" y="40"/>
                  </a:lnTo>
                  <a:lnTo>
                    <a:pt x="8" y="8"/>
                  </a:lnTo>
                  <a:close/>
                </a:path>
              </a:pathLst>
            </a:custGeom>
            <a:grpFill/>
            <a:ln w="6350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219" name="Freeform 769"/>
            <p:cNvSpPr>
              <a:spLocks/>
            </p:cNvSpPr>
            <p:nvPr/>
          </p:nvSpPr>
          <p:spPr bwMode="auto">
            <a:xfrm>
              <a:off x="2741933" y="3305916"/>
              <a:ext cx="33787" cy="84900"/>
            </a:xfrm>
            <a:custGeom>
              <a:avLst/>
              <a:gdLst>
                <a:gd name="T0" fmla="*/ 2147483647 w 32"/>
                <a:gd name="T1" fmla="*/ 2147483647 h 80"/>
                <a:gd name="T2" fmla="*/ 2147483647 w 32"/>
                <a:gd name="T3" fmla="*/ 2147483647 h 80"/>
                <a:gd name="T4" fmla="*/ 2147483647 w 32"/>
                <a:gd name="T5" fmla="*/ 2147483647 h 80"/>
                <a:gd name="T6" fmla="*/ 2147483647 w 32"/>
                <a:gd name="T7" fmla="*/ 2147483647 h 80"/>
                <a:gd name="T8" fmla="*/ 2147483647 w 32"/>
                <a:gd name="T9" fmla="*/ 0 h 80"/>
                <a:gd name="T10" fmla="*/ 2147483647 w 32"/>
                <a:gd name="T11" fmla="*/ 2147483647 h 80"/>
                <a:gd name="T12" fmla="*/ 2147483647 w 32"/>
                <a:gd name="T13" fmla="*/ 2147483647 h 80"/>
                <a:gd name="T14" fmla="*/ 0 w 32"/>
                <a:gd name="T15" fmla="*/ 2147483647 h 80"/>
                <a:gd name="T16" fmla="*/ 0 w 32"/>
                <a:gd name="T17" fmla="*/ 2147483647 h 80"/>
                <a:gd name="T18" fmla="*/ 2147483647 w 32"/>
                <a:gd name="T19" fmla="*/ 2147483647 h 80"/>
                <a:gd name="T20" fmla="*/ 2147483647 w 32"/>
                <a:gd name="T21" fmla="*/ 2147483647 h 80"/>
                <a:gd name="T22" fmla="*/ 2147483647 w 32"/>
                <a:gd name="T23" fmla="*/ 2147483647 h 80"/>
                <a:gd name="T24" fmla="*/ 2147483647 w 32"/>
                <a:gd name="T25" fmla="*/ 2147483647 h 80"/>
                <a:gd name="T26" fmla="*/ 2147483647 w 32"/>
                <a:gd name="T27" fmla="*/ 2147483647 h 80"/>
                <a:gd name="T28" fmla="*/ 2147483647 w 32"/>
                <a:gd name="T29" fmla="*/ 2147483647 h 80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32"/>
                <a:gd name="T46" fmla="*/ 0 h 80"/>
                <a:gd name="T47" fmla="*/ 32 w 32"/>
                <a:gd name="T48" fmla="*/ 80 h 80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32" h="80">
                  <a:moveTo>
                    <a:pt x="32" y="32"/>
                  </a:moveTo>
                  <a:lnTo>
                    <a:pt x="32" y="16"/>
                  </a:lnTo>
                  <a:lnTo>
                    <a:pt x="32" y="8"/>
                  </a:lnTo>
                  <a:lnTo>
                    <a:pt x="24" y="0"/>
                  </a:lnTo>
                  <a:lnTo>
                    <a:pt x="16" y="8"/>
                  </a:lnTo>
                  <a:lnTo>
                    <a:pt x="8" y="24"/>
                  </a:lnTo>
                  <a:lnTo>
                    <a:pt x="0" y="24"/>
                  </a:lnTo>
                  <a:lnTo>
                    <a:pt x="0" y="32"/>
                  </a:lnTo>
                  <a:lnTo>
                    <a:pt x="8" y="64"/>
                  </a:lnTo>
                  <a:lnTo>
                    <a:pt x="16" y="80"/>
                  </a:lnTo>
                  <a:lnTo>
                    <a:pt x="24" y="80"/>
                  </a:lnTo>
                  <a:lnTo>
                    <a:pt x="24" y="64"/>
                  </a:lnTo>
                  <a:lnTo>
                    <a:pt x="32" y="32"/>
                  </a:lnTo>
                  <a:close/>
                </a:path>
              </a:pathLst>
            </a:custGeom>
            <a:grpFill/>
            <a:ln w="6350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220" name="Freeform 770"/>
            <p:cNvSpPr>
              <a:spLocks/>
            </p:cNvSpPr>
            <p:nvPr/>
          </p:nvSpPr>
          <p:spPr bwMode="auto">
            <a:xfrm>
              <a:off x="2733270" y="3331039"/>
              <a:ext cx="25123" cy="67574"/>
            </a:xfrm>
            <a:custGeom>
              <a:avLst/>
              <a:gdLst>
                <a:gd name="T0" fmla="*/ 2147483647 w 24"/>
                <a:gd name="T1" fmla="*/ 2147483647 h 64"/>
                <a:gd name="T2" fmla="*/ 2147483647 w 24"/>
                <a:gd name="T3" fmla="*/ 0 h 64"/>
                <a:gd name="T4" fmla="*/ 0 w 24"/>
                <a:gd name="T5" fmla="*/ 0 h 64"/>
                <a:gd name="T6" fmla="*/ 0 w 24"/>
                <a:gd name="T7" fmla="*/ 0 h 64"/>
                <a:gd name="T8" fmla="*/ 0 w 24"/>
                <a:gd name="T9" fmla="*/ 2147483647 h 64"/>
                <a:gd name="T10" fmla="*/ 0 w 24"/>
                <a:gd name="T11" fmla="*/ 2147483647 h 64"/>
                <a:gd name="T12" fmla="*/ 2147483647 w 24"/>
                <a:gd name="T13" fmla="*/ 2147483647 h 64"/>
                <a:gd name="T14" fmla="*/ 2147483647 w 24"/>
                <a:gd name="T15" fmla="*/ 2147483647 h 64"/>
                <a:gd name="T16" fmla="*/ 2147483647 w 24"/>
                <a:gd name="T17" fmla="*/ 2147483647 h 64"/>
                <a:gd name="T18" fmla="*/ 2147483647 w 24"/>
                <a:gd name="T19" fmla="*/ 2147483647 h 6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24"/>
                <a:gd name="T31" fmla="*/ 0 h 64"/>
                <a:gd name="T32" fmla="*/ 24 w 24"/>
                <a:gd name="T33" fmla="*/ 64 h 64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24" h="64">
                  <a:moveTo>
                    <a:pt x="8" y="8"/>
                  </a:moveTo>
                  <a:lnTo>
                    <a:pt x="8" y="0"/>
                  </a:lnTo>
                  <a:lnTo>
                    <a:pt x="0" y="0"/>
                  </a:lnTo>
                  <a:lnTo>
                    <a:pt x="0" y="8"/>
                  </a:lnTo>
                  <a:lnTo>
                    <a:pt x="0" y="24"/>
                  </a:lnTo>
                  <a:lnTo>
                    <a:pt x="8" y="64"/>
                  </a:lnTo>
                  <a:lnTo>
                    <a:pt x="24" y="56"/>
                  </a:lnTo>
                  <a:lnTo>
                    <a:pt x="16" y="40"/>
                  </a:lnTo>
                  <a:lnTo>
                    <a:pt x="8" y="8"/>
                  </a:lnTo>
                  <a:close/>
                </a:path>
              </a:pathLst>
            </a:custGeom>
            <a:grpFill/>
            <a:ln w="6350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221" name="Freeform 771"/>
            <p:cNvSpPr>
              <a:spLocks/>
            </p:cNvSpPr>
            <p:nvPr/>
          </p:nvSpPr>
          <p:spPr bwMode="auto">
            <a:xfrm>
              <a:off x="2886610" y="3704428"/>
              <a:ext cx="178464" cy="177597"/>
            </a:xfrm>
            <a:custGeom>
              <a:avLst/>
              <a:gdLst>
                <a:gd name="T0" fmla="*/ 2147483647 w 168"/>
                <a:gd name="T1" fmla="*/ 2147483647 h 168"/>
                <a:gd name="T2" fmla="*/ 2147483647 w 168"/>
                <a:gd name="T3" fmla="*/ 2147483647 h 168"/>
                <a:gd name="T4" fmla="*/ 2147483647 w 168"/>
                <a:gd name="T5" fmla="*/ 2147483647 h 168"/>
                <a:gd name="T6" fmla="*/ 2147483647 w 168"/>
                <a:gd name="T7" fmla="*/ 2147483647 h 168"/>
                <a:gd name="T8" fmla="*/ 2147483647 w 168"/>
                <a:gd name="T9" fmla="*/ 2147483647 h 168"/>
                <a:gd name="T10" fmla="*/ 2147483647 w 168"/>
                <a:gd name="T11" fmla="*/ 2147483647 h 168"/>
                <a:gd name="T12" fmla="*/ 2147483647 w 168"/>
                <a:gd name="T13" fmla="*/ 2147483647 h 168"/>
                <a:gd name="T14" fmla="*/ 2147483647 w 168"/>
                <a:gd name="T15" fmla="*/ 2147483647 h 168"/>
                <a:gd name="T16" fmla="*/ 2147483647 w 168"/>
                <a:gd name="T17" fmla="*/ 2147483647 h 168"/>
                <a:gd name="T18" fmla="*/ 2147483647 w 168"/>
                <a:gd name="T19" fmla="*/ 2147483647 h 168"/>
                <a:gd name="T20" fmla="*/ 2147483647 w 168"/>
                <a:gd name="T21" fmla="*/ 2147483647 h 168"/>
                <a:gd name="T22" fmla="*/ 2147483647 w 168"/>
                <a:gd name="T23" fmla="*/ 2147483647 h 168"/>
                <a:gd name="T24" fmla="*/ 2147483647 w 168"/>
                <a:gd name="T25" fmla="*/ 2147483647 h 168"/>
                <a:gd name="T26" fmla="*/ 2147483647 w 168"/>
                <a:gd name="T27" fmla="*/ 2147483647 h 168"/>
                <a:gd name="T28" fmla="*/ 2147483647 w 168"/>
                <a:gd name="T29" fmla="*/ 2147483647 h 168"/>
                <a:gd name="T30" fmla="*/ 2147483647 w 168"/>
                <a:gd name="T31" fmla="*/ 2147483647 h 168"/>
                <a:gd name="T32" fmla="*/ 2147483647 w 168"/>
                <a:gd name="T33" fmla="*/ 2147483647 h 168"/>
                <a:gd name="T34" fmla="*/ 2147483647 w 168"/>
                <a:gd name="T35" fmla="*/ 0 h 168"/>
                <a:gd name="T36" fmla="*/ 2147483647 w 168"/>
                <a:gd name="T37" fmla="*/ 2147483647 h 168"/>
                <a:gd name="T38" fmla="*/ 0 w 168"/>
                <a:gd name="T39" fmla="*/ 2147483647 h 168"/>
                <a:gd name="T40" fmla="*/ 2147483647 w 168"/>
                <a:gd name="T41" fmla="*/ 2147483647 h 168"/>
                <a:gd name="T42" fmla="*/ 2147483647 w 168"/>
                <a:gd name="T43" fmla="*/ 2147483647 h 168"/>
                <a:gd name="T44" fmla="*/ 2147483647 w 168"/>
                <a:gd name="T45" fmla="*/ 2147483647 h 168"/>
                <a:gd name="T46" fmla="*/ 2147483647 w 168"/>
                <a:gd name="T47" fmla="*/ 2147483647 h 168"/>
                <a:gd name="T48" fmla="*/ 2147483647 w 168"/>
                <a:gd name="T49" fmla="*/ 2147483647 h 168"/>
                <a:gd name="T50" fmla="*/ 2147483647 w 168"/>
                <a:gd name="T51" fmla="*/ 2147483647 h 168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w 168"/>
                <a:gd name="T79" fmla="*/ 0 h 168"/>
                <a:gd name="T80" fmla="*/ 168 w 168"/>
                <a:gd name="T81" fmla="*/ 168 h 168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T78" t="T79" r="T80" b="T81"/>
              <a:pathLst>
                <a:path w="168" h="168">
                  <a:moveTo>
                    <a:pt x="88" y="168"/>
                  </a:moveTo>
                  <a:lnTo>
                    <a:pt x="96" y="168"/>
                  </a:lnTo>
                  <a:lnTo>
                    <a:pt x="104" y="112"/>
                  </a:lnTo>
                  <a:lnTo>
                    <a:pt x="104" y="72"/>
                  </a:lnTo>
                  <a:lnTo>
                    <a:pt x="112" y="72"/>
                  </a:lnTo>
                  <a:lnTo>
                    <a:pt x="120" y="24"/>
                  </a:lnTo>
                  <a:lnTo>
                    <a:pt x="152" y="16"/>
                  </a:lnTo>
                  <a:lnTo>
                    <a:pt x="160" y="16"/>
                  </a:lnTo>
                  <a:lnTo>
                    <a:pt x="168" y="16"/>
                  </a:lnTo>
                  <a:lnTo>
                    <a:pt x="160" y="8"/>
                  </a:lnTo>
                  <a:lnTo>
                    <a:pt x="144" y="8"/>
                  </a:lnTo>
                  <a:lnTo>
                    <a:pt x="144" y="16"/>
                  </a:lnTo>
                  <a:lnTo>
                    <a:pt x="144" y="8"/>
                  </a:lnTo>
                  <a:lnTo>
                    <a:pt x="120" y="16"/>
                  </a:lnTo>
                  <a:lnTo>
                    <a:pt x="88" y="16"/>
                  </a:lnTo>
                  <a:lnTo>
                    <a:pt x="80" y="8"/>
                  </a:lnTo>
                  <a:lnTo>
                    <a:pt x="24" y="8"/>
                  </a:lnTo>
                  <a:lnTo>
                    <a:pt x="16" y="0"/>
                  </a:lnTo>
                  <a:lnTo>
                    <a:pt x="8" y="8"/>
                  </a:lnTo>
                  <a:lnTo>
                    <a:pt x="0" y="32"/>
                  </a:lnTo>
                  <a:lnTo>
                    <a:pt x="32" y="88"/>
                  </a:lnTo>
                  <a:lnTo>
                    <a:pt x="32" y="96"/>
                  </a:lnTo>
                  <a:lnTo>
                    <a:pt x="40" y="152"/>
                  </a:lnTo>
                  <a:lnTo>
                    <a:pt x="64" y="168"/>
                  </a:lnTo>
                  <a:lnTo>
                    <a:pt x="64" y="160"/>
                  </a:lnTo>
                  <a:lnTo>
                    <a:pt x="88" y="168"/>
                  </a:lnTo>
                  <a:close/>
                </a:path>
              </a:pathLst>
            </a:custGeom>
            <a:grpFill/>
            <a:ln w="6350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222" name="Freeform 772"/>
            <p:cNvSpPr>
              <a:spLocks/>
            </p:cNvSpPr>
            <p:nvPr/>
          </p:nvSpPr>
          <p:spPr bwMode="auto">
            <a:xfrm>
              <a:off x="2741933" y="3221016"/>
              <a:ext cx="42450" cy="51113"/>
            </a:xfrm>
            <a:custGeom>
              <a:avLst/>
              <a:gdLst>
                <a:gd name="T0" fmla="*/ 0 w 40"/>
                <a:gd name="T1" fmla="*/ 2147483647 h 48"/>
                <a:gd name="T2" fmla="*/ 2147483647 w 40"/>
                <a:gd name="T3" fmla="*/ 2147483647 h 48"/>
                <a:gd name="T4" fmla="*/ 2147483647 w 40"/>
                <a:gd name="T5" fmla="*/ 2147483647 h 48"/>
                <a:gd name="T6" fmla="*/ 2147483647 w 40"/>
                <a:gd name="T7" fmla="*/ 2147483647 h 48"/>
                <a:gd name="T8" fmla="*/ 2147483647 w 40"/>
                <a:gd name="T9" fmla="*/ 0 h 48"/>
                <a:gd name="T10" fmla="*/ 0 w 40"/>
                <a:gd name="T11" fmla="*/ 2147483647 h 4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40"/>
                <a:gd name="T19" fmla="*/ 0 h 48"/>
                <a:gd name="T20" fmla="*/ 40 w 40"/>
                <a:gd name="T21" fmla="*/ 48 h 4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40" h="48">
                  <a:moveTo>
                    <a:pt x="0" y="48"/>
                  </a:moveTo>
                  <a:lnTo>
                    <a:pt x="16" y="48"/>
                  </a:lnTo>
                  <a:lnTo>
                    <a:pt x="40" y="40"/>
                  </a:lnTo>
                  <a:lnTo>
                    <a:pt x="40" y="32"/>
                  </a:lnTo>
                  <a:lnTo>
                    <a:pt x="40" y="0"/>
                  </a:lnTo>
                  <a:lnTo>
                    <a:pt x="0" y="48"/>
                  </a:lnTo>
                  <a:close/>
                </a:path>
              </a:pathLst>
            </a:custGeom>
            <a:grpFill/>
            <a:ln w="6350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223" name="Freeform 774"/>
            <p:cNvSpPr>
              <a:spLocks/>
            </p:cNvSpPr>
            <p:nvPr/>
          </p:nvSpPr>
          <p:spPr bwMode="auto">
            <a:xfrm>
              <a:off x="2886610" y="3704428"/>
              <a:ext cx="178464" cy="177597"/>
            </a:xfrm>
            <a:custGeom>
              <a:avLst/>
              <a:gdLst>
                <a:gd name="T0" fmla="*/ 2147483647 w 168"/>
                <a:gd name="T1" fmla="*/ 2147483647 h 168"/>
                <a:gd name="T2" fmla="*/ 2147483647 w 168"/>
                <a:gd name="T3" fmla="*/ 2147483647 h 168"/>
                <a:gd name="T4" fmla="*/ 2147483647 w 168"/>
                <a:gd name="T5" fmla="*/ 2147483647 h 168"/>
                <a:gd name="T6" fmla="*/ 2147483647 w 168"/>
                <a:gd name="T7" fmla="*/ 2147483647 h 168"/>
                <a:gd name="T8" fmla="*/ 2147483647 w 168"/>
                <a:gd name="T9" fmla="*/ 2147483647 h 168"/>
                <a:gd name="T10" fmla="*/ 2147483647 w 168"/>
                <a:gd name="T11" fmla="*/ 2147483647 h 168"/>
                <a:gd name="T12" fmla="*/ 2147483647 w 168"/>
                <a:gd name="T13" fmla="*/ 2147483647 h 168"/>
                <a:gd name="T14" fmla="*/ 2147483647 w 168"/>
                <a:gd name="T15" fmla="*/ 2147483647 h 168"/>
                <a:gd name="T16" fmla="*/ 2147483647 w 168"/>
                <a:gd name="T17" fmla="*/ 2147483647 h 168"/>
                <a:gd name="T18" fmla="*/ 2147483647 w 168"/>
                <a:gd name="T19" fmla="*/ 2147483647 h 168"/>
                <a:gd name="T20" fmla="*/ 2147483647 w 168"/>
                <a:gd name="T21" fmla="*/ 2147483647 h 168"/>
                <a:gd name="T22" fmla="*/ 2147483647 w 168"/>
                <a:gd name="T23" fmla="*/ 2147483647 h 168"/>
                <a:gd name="T24" fmla="*/ 2147483647 w 168"/>
                <a:gd name="T25" fmla="*/ 2147483647 h 168"/>
                <a:gd name="T26" fmla="*/ 2147483647 w 168"/>
                <a:gd name="T27" fmla="*/ 2147483647 h 168"/>
                <a:gd name="T28" fmla="*/ 2147483647 w 168"/>
                <a:gd name="T29" fmla="*/ 2147483647 h 168"/>
                <a:gd name="T30" fmla="*/ 2147483647 w 168"/>
                <a:gd name="T31" fmla="*/ 2147483647 h 168"/>
                <a:gd name="T32" fmla="*/ 2147483647 w 168"/>
                <a:gd name="T33" fmla="*/ 2147483647 h 168"/>
                <a:gd name="T34" fmla="*/ 2147483647 w 168"/>
                <a:gd name="T35" fmla="*/ 2147483647 h 168"/>
                <a:gd name="T36" fmla="*/ 2147483647 w 168"/>
                <a:gd name="T37" fmla="*/ 2147483647 h 168"/>
                <a:gd name="T38" fmla="*/ 2147483647 w 168"/>
                <a:gd name="T39" fmla="*/ 0 h 168"/>
                <a:gd name="T40" fmla="*/ 2147483647 w 168"/>
                <a:gd name="T41" fmla="*/ 2147483647 h 168"/>
                <a:gd name="T42" fmla="*/ 0 w 168"/>
                <a:gd name="T43" fmla="*/ 2147483647 h 168"/>
                <a:gd name="T44" fmla="*/ 2147483647 w 168"/>
                <a:gd name="T45" fmla="*/ 2147483647 h 168"/>
                <a:gd name="T46" fmla="*/ 2147483647 w 168"/>
                <a:gd name="T47" fmla="*/ 2147483647 h 168"/>
                <a:gd name="T48" fmla="*/ 2147483647 w 168"/>
                <a:gd name="T49" fmla="*/ 2147483647 h 168"/>
                <a:gd name="T50" fmla="*/ 2147483647 w 168"/>
                <a:gd name="T51" fmla="*/ 2147483647 h 168"/>
                <a:gd name="T52" fmla="*/ 2147483647 w 168"/>
                <a:gd name="T53" fmla="*/ 2147483647 h 168"/>
                <a:gd name="T54" fmla="*/ 2147483647 w 168"/>
                <a:gd name="T55" fmla="*/ 2147483647 h 168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w 168"/>
                <a:gd name="T85" fmla="*/ 0 h 168"/>
                <a:gd name="T86" fmla="*/ 168 w 168"/>
                <a:gd name="T87" fmla="*/ 168 h 168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T84" t="T85" r="T86" b="T87"/>
              <a:pathLst>
                <a:path w="168" h="168">
                  <a:moveTo>
                    <a:pt x="88" y="168"/>
                  </a:moveTo>
                  <a:lnTo>
                    <a:pt x="96" y="168"/>
                  </a:lnTo>
                  <a:lnTo>
                    <a:pt x="104" y="112"/>
                  </a:lnTo>
                  <a:lnTo>
                    <a:pt x="104" y="72"/>
                  </a:lnTo>
                  <a:lnTo>
                    <a:pt x="112" y="72"/>
                  </a:lnTo>
                  <a:lnTo>
                    <a:pt x="120" y="24"/>
                  </a:lnTo>
                  <a:lnTo>
                    <a:pt x="152" y="16"/>
                  </a:lnTo>
                  <a:lnTo>
                    <a:pt x="160" y="16"/>
                  </a:lnTo>
                  <a:lnTo>
                    <a:pt x="168" y="16"/>
                  </a:lnTo>
                  <a:lnTo>
                    <a:pt x="160" y="8"/>
                  </a:lnTo>
                  <a:lnTo>
                    <a:pt x="144" y="8"/>
                  </a:lnTo>
                  <a:lnTo>
                    <a:pt x="144" y="16"/>
                  </a:lnTo>
                  <a:lnTo>
                    <a:pt x="144" y="8"/>
                  </a:lnTo>
                  <a:lnTo>
                    <a:pt x="120" y="16"/>
                  </a:lnTo>
                  <a:lnTo>
                    <a:pt x="88" y="16"/>
                  </a:lnTo>
                  <a:lnTo>
                    <a:pt x="80" y="8"/>
                  </a:lnTo>
                  <a:lnTo>
                    <a:pt x="24" y="8"/>
                  </a:lnTo>
                  <a:lnTo>
                    <a:pt x="16" y="0"/>
                  </a:lnTo>
                  <a:lnTo>
                    <a:pt x="8" y="8"/>
                  </a:lnTo>
                  <a:lnTo>
                    <a:pt x="0" y="32"/>
                  </a:lnTo>
                  <a:lnTo>
                    <a:pt x="32" y="88"/>
                  </a:lnTo>
                  <a:lnTo>
                    <a:pt x="32" y="96"/>
                  </a:lnTo>
                  <a:lnTo>
                    <a:pt x="40" y="152"/>
                  </a:lnTo>
                  <a:lnTo>
                    <a:pt x="64" y="168"/>
                  </a:lnTo>
                  <a:lnTo>
                    <a:pt x="64" y="160"/>
                  </a:lnTo>
                  <a:lnTo>
                    <a:pt x="88" y="168"/>
                  </a:lnTo>
                  <a:close/>
                </a:path>
              </a:pathLst>
            </a:custGeom>
            <a:grpFill/>
            <a:ln w="6350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224" name="Freeform 775"/>
            <p:cNvSpPr>
              <a:spLocks/>
            </p:cNvSpPr>
            <p:nvPr/>
          </p:nvSpPr>
          <p:spPr bwMode="auto">
            <a:xfrm>
              <a:off x="468684" y="2099985"/>
              <a:ext cx="364725" cy="499872"/>
            </a:xfrm>
            <a:custGeom>
              <a:avLst/>
              <a:gdLst>
                <a:gd name="T0" fmla="*/ 2147483647 w 344"/>
                <a:gd name="T1" fmla="*/ 2147483647 h 472"/>
                <a:gd name="T2" fmla="*/ 2147483647 w 344"/>
                <a:gd name="T3" fmla="*/ 2147483647 h 472"/>
                <a:gd name="T4" fmla="*/ 2147483647 w 344"/>
                <a:gd name="T5" fmla="*/ 2147483647 h 472"/>
                <a:gd name="T6" fmla="*/ 2147483647 w 344"/>
                <a:gd name="T7" fmla="*/ 2147483647 h 472"/>
                <a:gd name="T8" fmla="*/ 2147483647 w 344"/>
                <a:gd name="T9" fmla="*/ 2147483647 h 472"/>
                <a:gd name="T10" fmla="*/ 2147483647 w 344"/>
                <a:gd name="T11" fmla="*/ 2147483647 h 472"/>
                <a:gd name="T12" fmla="*/ 2147483647 w 344"/>
                <a:gd name="T13" fmla="*/ 2147483647 h 472"/>
                <a:gd name="T14" fmla="*/ 2147483647 w 344"/>
                <a:gd name="T15" fmla="*/ 0 h 472"/>
                <a:gd name="T16" fmla="*/ 2147483647 w 344"/>
                <a:gd name="T17" fmla="*/ 2147483647 h 472"/>
                <a:gd name="T18" fmla="*/ 2147483647 w 344"/>
                <a:gd name="T19" fmla="*/ 2147483647 h 472"/>
                <a:gd name="T20" fmla="*/ 2147483647 w 344"/>
                <a:gd name="T21" fmla="*/ 2147483647 h 472"/>
                <a:gd name="T22" fmla="*/ 2147483647 w 344"/>
                <a:gd name="T23" fmla="*/ 2147483647 h 472"/>
                <a:gd name="T24" fmla="*/ 2147483647 w 344"/>
                <a:gd name="T25" fmla="*/ 2147483647 h 472"/>
                <a:gd name="T26" fmla="*/ 2147483647 w 344"/>
                <a:gd name="T27" fmla="*/ 2147483647 h 472"/>
                <a:gd name="T28" fmla="*/ 2147483647 w 344"/>
                <a:gd name="T29" fmla="*/ 2147483647 h 472"/>
                <a:gd name="T30" fmla="*/ 2147483647 w 344"/>
                <a:gd name="T31" fmla="*/ 2147483647 h 472"/>
                <a:gd name="T32" fmla="*/ 2147483647 w 344"/>
                <a:gd name="T33" fmla="*/ 2147483647 h 472"/>
                <a:gd name="T34" fmla="*/ 2147483647 w 344"/>
                <a:gd name="T35" fmla="*/ 2147483647 h 472"/>
                <a:gd name="T36" fmla="*/ 2147483647 w 344"/>
                <a:gd name="T37" fmla="*/ 2147483647 h 472"/>
                <a:gd name="T38" fmla="*/ 0 w 344"/>
                <a:gd name="T39" fmla="*/ 2147483647 h 472"/>
                <a:gd name="T40" fmla="*/ 2147483647 w 344"/>
                <a:gd name="T41" fmla="*/ 2147483647 h 472"/>
                <a:gd name="T42" fmla="*/ 2147483647 w 344"/>
                <a:gd name="T43" fmla="*/ 2147483647 h 472"/>
                <a:gd name="T44" fmla="*/ 2147483647 w 344"/>
                <a:gd name="T45" fmla="*/ 2147483647 h 472"/>
                <a:gd name="T46" fmla="*/ 2147483647 w 344"/>
                <a:gd name="T47" fmla="*/ 2147483647 h 472"/>
                <a:gd name="T48" fmla="*/ 2147483647 w 344"/>
                <a:gd name="T49" fmla="*/ 2147483647 h 472"/>
                <a:gd name="T50" fmla="*/ 2147483647 w 344"/>
                <a:gd name="T51" fmla="*/ 2147483647 h 472"/>
                <a:gd name="T52" fmla="*/ 2147483647 w 344"/>
                <a:gd name="T53" fmla="*/ 2147483647 h 472"/>
                <a:gd name="T54" fmla="*/ 2147483647 w 344"/>
                <a:gd name="T55" fmla="*/ 2147483647 h 472"/>
                <a:gd name="T56" fmla="*/ 2147483647 w 344"/>
                <a:gd name="T57" fmla="*/ 2147483647 h 472"/>
                <a:gd name="T58" fmla="*/ 2147483647 w 344"/>
                <a:gd name="T59" fmla="*/ 2147483647 h 472"/>
                <a:gd name="T60" fmla="*/ 2147483647 w 344"/>
                <a:gd name="T61" fmla="*/ 2147483647 h 472"/>
                <a:gd name="T62" fmla="*/ 2147483647 w 344"/>
                <a:gd name="T63" fmla="*/ 2147483647 h 472"/>
                <a:gd name="T64" fmla="*/ 2147483647 w 344"/>
                <a:gd name="T65" fmla="*/ 2147483647 h 472"/>
                <a:gd name="T66" fmla="*/ 2147483647 w 344"/>
                <a:gd name="T67" fmla="*/ 2147483647 h 472"/>
                <a:gd name="T68" fmla="*/ 2147483647 w 344"/>
                <a:gd name="T69" fmla="*/ 2147483647 h 472"/>
                <a:gd name="T70" fmla="*/ 2147483647 w 344"/>
                <a:gd name="T71" fmla="*/ 2147483647 h 472"/>
                <a:gd name="T72" fmla="*/ 2147483647 w 344"/>
                <a:gd name="T73" fmla="*/ 2147483647 h 472"/>
                <a:gd name="T74" fmla="*/ 2147483647 w 344"/>
                <a:gd name="T75" fmla="*/ 2147483647 h 472"/>
                <a:gd name="T76" fmla="*/ 2147483647 w 344"/>
                <a:gd name="T77" fmla="*/ 2147483647 h 472"/>
                <a:gd name="T78" fmla="*/ 2147483647 w 344"/>
                <a:gd name="T79" fmla="*/ 2147483647 h 472"/>
                <a:gd name="T80" fmla="*/ 2147483647 w 344"/>
                <a:gd name="T81" fmla="*/ 2147483647 h 472"/>
                <a:gd name="T82" fmla="*/ 2147483647 w 344"/>
                <a:gd name="T83" fmla="*/ 2147483647 h 472"/>
                <a:gd name="T84" fmla="*/ 2147483647 w 344"/>
                <a:gd name="T85" fmla="*/ 2147483647 h 472"/>
                <a:gd name="T86" fmla="*/ 2147483647 w 344"/>
                <a:gd name="T87" fmla="*/ 2147483647 h 472"/>
                <a:gd name="T88" fmla="*/ 2147483647 w 344"/>
                <a:gd name="T89" fmla="*/ 2147483647 h 472"/>
                <a:gd name="T90" fmla="*/ 2147483647 w 344"/>
                <a:gd name="T91" fmla="*/ 2147483647 h 472"/>
                <a:gd name="T92" fmla="*/ 2147483647 w 344"/>
                <a:gd name="T93" fmla="*/ 2147483647 h 472"/>
                <a:gd name="T94" fmla="*/ 2147483647 w 344"/>
                <a:gd name="T95" fmla="*/ 2147483647 h 472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344"/>
                <a:gd name="T145" fmla="*/ 0 h 472"/>
                <a:gd name="T146" fmla="*/ 344 w 344"/>
                <a:gd name="T147" fmla="*/ 472 h 472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344" h="472">
                  <a:moveTo>
                    <a:pt x="336" y="64"/>
                  </a:moveTo>
                  <a:lnTo>
                    <a:pt x="328" y="48"/>
                  </a:lnTo>
                  <a:lnTo>
                    <a:pt x="288" y="56"/>
                  </a:lnTo>
                  <a:lnTo>
                    <a:pt x="240" y="32"/>
                  </a:lnTo>
                  <a:lnTo>
                    <a:pt x="216" y="32"/>
                  </a:lnTo>
                  <a:lnTo>
                    <a:pt x="192" y="24"/>
                  </a:lnTo>
                  <a:lnTo>
                    <a:pt x="192" y="8"/>
                  </a:lnTo>
                  <a:lnTo>
                    <a:pt x="152" y="0"/>
                  </a:lnTo>
                  <a:lnTo>
                    <a:pt x="136" y="16"/>
                  </a:lnTo>
                  <a:lnTo>
                    <a:pt x="104" y="24"/>
                  </a:lnTo>
                  <a:lnTo>
                    <a:pt x="80" y="40"/>
                  </a:lnTo>
                  <a:lnTo>
                    <a:pt x="64" y="80"/>
                  </a:lnTo>
                  <a:lnTo>
                    <a:pt x="32" y="88"/>
                  </a:lnTo>
                  <a:lnTo>
                    <a:pt x="32" y="112"/>
                  </a:lnTo>
                  <a:lnTo>
                    <a:pt x="56" y="144"/>
                  </a:lnTo>
                  <a:lnTo>
                    <a:pt x="80" y="160"/>
                  </a:lnTo>
                  <a:lnTo>
                    <a:pt x="80" y="176"/>
                  </a:lnTo>
                  <a:lnTo>
                    <a:pt x="64" y="184"/>
                  </a:lnTo>
                  <a:lnTo>
                    <a:pt x="40" y="176"/>
                  </a:lnTo>
                  <a:lnTo>
                    <a:pt x="0" y="200"/>
                  </a:lnTo>
                  <a:lnTo>
                    <a:pt x="16" y="216"/>
                  </a:lnTo>
                  <a:lnTo>
                    <a:pt x="32" y="232"/>
                  </a:lnTo>
                  <a:lnTo>
                    <a:pt x="64" y="232"/>
                  </a:lnTo>
                  <a:lnTo>
                    <a:pt x="96" y="232"/>
                  </a:lnTo>
                  <a:lnTo>
                    <a:pt x="80" y="264"/>
                  </a:lnTo>
                  <a:lnTo>
                    <a:pt x="48" y="272"/>
                  </a:lnTo>
                  <a:lnTo>
                    <a:pt x="24" y="288"/>
                  </a:lnTo>
                  <a:lnTo>
                    <a:pt x="24" y="312"/>
                  </a:lnTo>
                  <a:lnTo>
                    <a:pt x="48" y="328"/>
                  </a:lnTo>
                  <a:lnTo>
                    <a:pt x="56" y="352"/>
                  </a:lnTo>
                  <a:lnTo>
                    <a:pt x="72" y="360"/>
                  </a:lnTo>
                  <a:lnTo>
                    <a:pt x="80" y="384"/>
                  </a:lnTo>
                  <a:lnTo>
                    <a:pt x="104" y="384"/>
                  </a:lnTo>
                  <a:lnTo>
                    <a:pt x="144" y="384"/>
                  </a:lnTo>
                  <a:lnTo>
                    <a:pt x="120" y="416"/>
                  </a:lnTo>
                  <a:lnTo>
                    <a:pt x="64" y="472"/>
                  </a:lnTo>
                  <a:lnTo>
                    <a:pt x="128" y="432"/>
                  </a:lnTo>
                  <a:lnTo>
                    <a:pt x="184" y="376"/>
                  </a:lnTo>
                  <a:lnTo>
                    <a:pt x="176" y="368"/>
                  </a:lnTo>
                  <a:lnTo>
                    <a:pt x="208" y="328"/>
                  </a:lnTo>
                  <a:lnTo>
                    <a:pt x="216" y="344"/>
                  </a:lnTo>
                  <a:lnTo>
                    <a:pt x="224" y="360"/>
                  </a:lnTo>
                  <a:lnTo>
                    <a:pt x="248" y="344"/>
                  </a:lnTo>
                  <a:lnTo>
                    <a:pt x="272" y="328"/>
                  </a:lnTo>
                  <a:lnTo>
                    <a:pt x="288" y="336"/>
                  </a:lnTo>
                  <a:lnTo>
                    <a:pt x="344" y="344"/>
                  </a:lnTo>
                  <a:lnTo>
                    <a:pt x="344" y="64"/>
                  </a:lnTo>
                  <a:lnTo>
                    <a:pt x="336" y="64"/>
                  </a:lnTo>
                  <a:close/>
                </a:path>
              </a:pathLst>
            </a:custGeom>
            <a:grpFill/>
            <a:ln w="3175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225" name="Freeform 777"/>
            <p:cNvSpPr>
              <a:spLocks/>
            </p:cNvSpPr>
            <p:nvPr/>
          </p:nvSpPr>
          <p:spPr bwMode="auto">
            <a:xfrm>
              <a:off x="1054323" y="2728940"/>
              <a:ext cx="771033" cy="398512"/>
            </a:xfrm>
            <a:custGeom>
              <a:avLst/>
              <a:gdLst>
                <a:gd name="T0" fmla="*/ 2147483647 w 728"/>
                <a:gd name="T1" fmla="*/ 2147483647 h 376"/>
                <a:gd name="T2" fmla="*/ 2147483647 w 728"/>
                <a:gd name="T3" fmla="*/ 2147483647 h 376"/>
                <a:gd name="T4" fmla="*/ 2147483647 w 728"/>
                <a:gd name="T5" fmla="*/ 2147483647 h 376"/>
                <a:gd name="T6" fmla="*/ 2147483647 w 728"/>
                <a:gd name="T7" fmla="*/ 2147483647 h 376"/>
                <a:gd name="T8" fmla="*/ 2147483647 w 728"/>
                <a:gd name="T9" fmla="*/ 2147483647 h 376"/>
                <a:gd name="T10" fmla="*/ 2147483647 w 728"/>
                <a:gd name="T11" fmla="*/ 2147483647 h 376"/>
                <a:gd name="T12" fmla="*/ 2147483647 w 728"/>
                <a:gd name="T13" fmla="*/ 2147483647 h 376"/>
                <a:gd name="T14" fmla="*/ 2147483647 w 728"/>
                <a:gd name="T15" fmla="*/ 2147483647 h 376"/>
                <a:gd name="T16" fmla="*/ 2147483647 w 728"/>
                <a:gd name="T17" fmla="*/ 2147483647 h 376"/>
                <a:gd name="T18" fmla="*/ 2147483647 w 728"/>
                <a:gd name="T19" fmla="*/ 2147483647 h 376"/>
                <a:gd name="T20" fmla="*/ 2147483647 w 728"/>
                <a:gd name="T21" fmla="*/ 2147483647 h 376"/>
                <a:gd name="T22" fmla="*/ 2147483647 w 728"/>
                <a:gd name="T23" fmla="*/ 2147483647 h 376"/>
                <a:gd name="T24" fmla="*/ 2147483647 w 728"/>
                <a:gd name="T25" fmla="*/ 2147483647 h 376"/>
                <a:gd name="T26" fmla="*/ 2147483647 w 728"/>
                <a:gd name="T27" fmla="*/ 2147483647 h 376"/>
                <a:gd name="T28" fmla="*/ 2147483647 w 728"/>
                <a:gd name="T29" fmla="*/ 2147483647 h 376"/>
                <a:gd name="T30" fmla="*/ 2147483647 w 728"/>
                <a:gd name="T31" fmla="*/ 2147483647 h 376"/>
                <a:gd name="T32" fmla="*/ 2147483647 w 728"/>
                <a:gd name="T33" fmla="*/ 2147483647 h 376"/>
                <a:gd name="T34" fmla="*/ 2147483647 w 728"/>
                <a:gd name="T35" fmla="*/ 2147483647 h 376"/>
                <a:gd name="T36" fmla="*/ 2147483647 w 728"/>
                <a:gd name="T37" fmla="*/ 2147483647 h 376"/>
                <a:gd name="T38" fmla="*/ 2147483647 w 728"/>
                <a:gd name="T39" fmla="*/ 2147483647 h 376"/>
                <a:gd name="T40" fmla="*/ 2147483647 w 728"/>
                <a:gd name="T41" fmla="*/ 2147483647 h 376"/>
                <a:gd name="T42" fmla="*/ 2147483647 w 728"/>
                <a:gd name="T43" fmla="*/ 2147483647 h 376"/>
                <a:gd name="T44" fmla="*/ 2147483647 w 728"/>
                <a:gd name="T45" fmla="*/ 2147483647 h 376"/>
                <a:gd name="T46" fmla="*/ 2147483647 w 728"/>
                <a:gd name="T47" fmla="*/ 2147483647 h 376"/>
                <a:gd name="T48" fmla="*/ 2147483647 w 728"/>
                <a:gd name="T49" fmla="*/ 0 h 376"/>
                <a:gd name="T50" fmla="*/ 2147483647 w 728"/>
                <a:gd name="T51" fmla="*/ 2147483647 h 376"/>
                <a:gd name="T52" fmla="*/ 2147483647 w 728"/>
                <a:gd name="T53" fmla="*/ 2147483647 h 376"/>
                <a:gd name="T54" fmla="*/ 2147483647 w 728"/>
                <a:gd name="T55" fmla="*/ 2147483647 h 376"/>
                <a:gd name="T56" fmla="*/ 0 w 728"/>
                <a:gd name="T57" fmla="*/ 2147483647 h 376"/>
                <a:gd name="T58" fmla="*/ 2147483647 w 728"/>
                <a:gd name="T59" fmla="*/ 2147483647 h 376"/>
                <a:gd name="T60" fmla="*/ 2147483647 w 728"/>
                <a:gd name="T61" fmla="*/ 2147483647 h 376"/>
                <a:gd name="T62" fmla="*/ 2147483647 w 728"/>
                <a:gd name="T63" fmla="*/ 2147483647 h 376"/>
                <a:gd name="T64" fmla="*/ 2147483647 w 728"/>
                <a:gd name="T65" fmla="*/ 2147483647 h 37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728"/>
                <a:gd name="T100" fmla="*/ 0 h 376"/>
                <a:gd name="T101" fmla="*/ 728 w 728"/>
                <a:gd name="T102" fmla="*/ 376 h 37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728" h="376">
                  <a:moveTo>
                    <a:pt x="168" y="288"/>
                  </a:moveTo>
                  <a:lnTo>
                    <a:pt x="200" y="288"/>
                  </a:lnTo>
                  <a:lnTo>
                    <a:pt x="208" y="280"/>
                  </a:lnTo>
                  <a:lnTo>
                    <a:pt x="232" y="288"/>
                  </a:lnTo>
                  <a:lnTo>
                    <a:pt x="264" y="320"/>
                  </a:lnTo>
                  <a:lnTo>
                    <a:pt x="288" y="312"/>
                  </a:lnTo>
                  <a:lnTo>
                    <a:pt x="304" y="328"/>
                  </a:lnTo>
                  <a:lnTo>
                    <a:pt x="312" y="344"/>
                  </a:lnTo>
                  <a:lnTo>
                    <a:pt x="328" y="360"/>
                  </a:lnTo>
                  <a:lnTo>
                    <a:pt x="352" y="368"/>
                  </a:lnTo>
                  <a:lnTo>
                    <a:pt x="352" y="336"/>
                  </a:lnTo>
                  <a:lnTo>
                    <a:pt x="368" y="320"/>
                  </a:lnTo>
                  <a:lnTo>
                    <a:pt x="376" y="312"/>
                  </a:lnTo>
                  <a:lnTo>
                    <a:pt x="416" y="312"/>
                  </a:lnTo>
                  <a:lnTo>
                    <a:pt x="440" y="312"/>
                  </a:lnTo>
                  <a:lnTo>
                    <a:pt x="472" y="304"/>
                  </a:lnTo>
                  <a:lnTo>
                    <a:pt x="496" y="304"/>
                  </a:lnTo>
                  <a:lnTo>
                    <a:pt x="512" y="304"/>
                  </a:lnTo>
                  <a:lnTo>
                    <a:pt x="520" y="320"/>
                  </a:lnTo>
                  <a:lnTo>
                    <a:pt x="528" y="352"/>
                  </a:lnTo>
                  <a:lnTo>
                    <a:pt x="552" y="376"/>
                  </a:lnTo>
                  <a:lnTo>
                    <a:pt x="560" y="376"/>
                  </a:lnTo>
                  <a:lnTo>
                    <a:pt x="560" y="336"/>
                  </a:lnTo>
                  <a:lnTo>
                    <a:pt x="544" y="296"/>
                  </a:lnTo>
                  <a:lnTo>
                    <a:pt x="560" y="272"/>
                  </a:lnTo>
                  <a:lnTo>
                    <a:pt x="584" y="264"/>
                  </a:lnTo>
                  <a:lnTo>
                    <a:pt x="616" y="224"/>
                  </a:lnTo>
                  <a:lnTo>
                    <a:pt x="616" y="200"/>
                  </a:lnTo>
                  <a:lnTo>
                    <a:pt x="608" y="176"/>
                  </a:lnTo>
                  <a:lnTo>
                    <a:pt x="624" y="184"/>
                  </a:lnTo>
                  <a:lnTo>
                    <a:pt x="624" y="168"/>
                  </a:lnTo>
                  <a:lnTo>
                    <a:pt x="632" y="168"/>
                  </a:lnTo>
                  <a:lnTo>
                    <a:pt x="640" y="160"/>
                  </a:lnTo>
                  <a:lnTo>
                    <a:pt x="648" y="144"/>
                  </a:lnTo>
                  <a:lnTo>
                    <a:pt x="664" y="136"/>
                  </a:lnTo>
                  <a:lnTo>
                    <a:pt x="688" y="128"/>
                  </a:lnTo>
                  <a:lnTo>
                    <a:pt x="688" y="96"/>
                  </a:lnTo>
                  <a:lnTo>
                    <a:pt x="728" y="72"/>
                  </a:lnTo>
                  <a:lnTo>
                    <a:pt x="720" y="32"/>
                  </a:lnTo>
                  <a:lnTo>
                    <a:pt x="704" y="32"/>
                  </a:lnTo>
                  <a:lnTo>
                    <a:pt x="672" y="72"/>
                  </a:lnTo>
                  <a:lnTo>
                    <a:pt x="632" y="80"/>
                  </a:lnTo>
                  <a:lnTo>
                    <a:pt x="616" y="80"/>
                  </a:lnTo>
                  <a:lnTo>
                    <a:pt x="584" y="104"/>
                  </a:lnTo>
                  <a:lnTo>
                    <a:pt x="536" y="120"/>
                  </a:lnTo>
                  <a:lnTo>
                    <a:pt x="536" y="96"/>
                  </a:lnTo>
                  <a:lnTo>
                    <a:pt x="512" y="48"/>
                  </a:lnTo>
                  <a:lnTo>
                    <a:pt x="440" y="16"/>
                  </a:lnTo>
                  <a:lnTo>
                    <a:pt x="416" y="8"/>
                  </a:lnTo>
                  <a:lnTo>
                    <a:pt x="376" y="0"/>
                  </a:lnTo>
                  <a:lnTo>
                    <a:pt x="24" y="0"/>
                  </a:lnTo>
                  <a:lnTo>
                    <a:pt x="32" y="24"/>
                  </a:lnTo>
                  <a:lnTo>
                    <a:pt x="16" y="32"/>
                  </a:lnTo>
                  <a:lnTo>
                    <a:pt x="24" y="16"/>
                  </a:lnTo>
                  <a:lnTo>
                    <a:pt x="0" y="8"/>
                  </a:lnTo>
                  <a:lnTo>
                    <a:pt x="8" y="48"/>
                  </a:lnTo>
                  <a:lnTo>
                    <a:pt x="8" y="80"/>
                  </a:lnTo>
                  <a:lnTo>
                    <a:pt x="0" y="112"/>
                  </a:lnTo>
                  <a:lnTo>
                    <a:pt x="8" y="136"/>
                  </a:lnTo>
                  <a:lnTo>
                    <a:pt x="8" y="152"/>
                  </a:lnTo>
                  <a:lnTo>
                    <a:pt x="24" y="192"/>
                  </a:lnTo>
                  <a:lnTo>
                    <a:pt x="40" y="224"/>
                  </a:lnTo>
                  <a:lnTo>
                    <a:pt x="56" y="240"/>
                  </a:lnTo>
                  <a:lnTo>
                    <a:pt x="88" y="264"/>
                  </a:lnTo>
                  <a:lnTo>
                    <a:pt x="96" y="272"/>
                  </a:lnTo>
                  <a:lnTo>
                    <a:pt x="128" y="272"/>
                  </a:lnTo>
                  <a:lnTo>
                    <a:pt x="168" y="288"/>
                  </a:lnTo>
                  <a:close/>
                </a:path>
              </a:pathLst>
            </a:custGeom>
            <a:grpFill/>
            <a:ln w="3175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226" name="Freeform 779"/>
            <p:cNvSpPr>
              <a:spLocks/>
            </p:cNvSpPr>
            <p:nvPr/>
          </p:nvSpPr>
          <p:spPr bwMode="auto">
            <a:xfrm>
              <a:off x="1054323" y="2728940"/>
              <a:ext cx="771033" cy="398512"/>
            </a:xfrm>
            <a:custGeom>
              <a:avLst/>
              <a:gdLst>
                <a:gd name="T0" fmla="*/ 2147483647 w 728"/>
                <a:gd name="T1" fmla="*/ 2147483647 h 376"/>
                <a:gd name="T2" fmla="*/ 2147483647 w 728"/>
                <a:gd name="T3" fmla="*/ 2147483647 h 376"/>
                <a:gd name="T4" fmla="*/ 2147483647 w 728"/>
                <a:gd name="T5" fmla="*/ 2147483647 h 376"/>
                <a:gd name="T6" fmla="*/ 2147483647 w 728"/>
                <a:gd name="T7" fmla="*/ 2147483647 h 376"/>
                <a:gd name="T8" fmla="*/ 2147483647 w 728"/>
                <a:gd name="T9" fmla="*/ 2147483647 h 376"/>
                <a:gd name="T10" fmla="*/ 2147483647 w 728"/>
                <a:gd name="T11" fmla="*/ 2147483647 h 376"/>
                <a:gd name="T12" fmla="*/ 2147483647 w 728"/>
                <a:gd name="T13" fmla="*/ 2147483647 h 376"/>
                <a:gd name="T14" fmla="*/ 2147483647 w 728"/>
                <a:gd name="T15" fmla="*/ 2147483647 h 376"/>
                <a:gd name="T16" fmla="*/ 2147483647 w 728"/>
                <a:gd name="T17" fmla="*/ 2147483647 h 376"/>
                <a:gd name="T18" fmla="*/ 2147483647 w 728"/>
                <a:gd name="T19" fmla="*/ 2147483647 h 376"/>
                <a:gd name="T20" fmla="*/ 2147483647 w 728"/>
                <a:gd name="T21" fmla="*/ 2147483647 h 376"/>
                <a:gd name="T22" fmla="*/ 2147483647 w 728"/>
                <a:gd name="T23" fmla="*/ 2147483647 h 376"/>
                <a:gd name="T24" fmla="*/ 2147483647 w 728"/>
                <a:gd name="T25" fmla="*/ 2147483647 h 376"/>
                <a:gd name="T26" fmla="*/ 2147483647 w 728"/>
                <a:gd name="T27" fmla="*/ 2147483647 h 376"/>
                <a:gd name="T28" fmla="*/ 2147483647 w 728"/>
                <a:gd name="T29" fmla="*/ 2147483647 h 376"/>
                <a:gd name="T30" fmla="*/ 2147483647 w 728"/>
                <a:gd name="T31" fmla="*/ 2147483647 h 376"/>
                <a:gd name="T32" fmla="*/ 2147483647 w 728"/>
                <a:gd name="T33" fmla="*/ 2147483647 h 376"/>
                <a:gd name="T34" fmla="*/ 2147483647 w 728"/>
                <a:gd name="T35" fmla="*/ 2147483647 h 376"/>
                <a:gd name="T36" fmla="*/ 2147483647 w 728"/>
                <a:gd name="T37" fmla="*/ 2147483647 h 376"/>
                <a:gd name="T38" fmla="*/ 2147483647 w 728"/>
                <a:gd name="T39" fmla="*/ 2147483647 h 376"/>
                <a:gd name="T40" fmla="*/ 2147483647 w 728"/>
                <a:gd name="T41" fmla="*/ 2147483647 h 376"/>
                <a:gd name="T42" fmla="*/ 2147483647 w 728"/>
                <a:gd name="T43" fmla="*/ 2147483647 h 376"/>
                <a:gd name="T44" fmla="*/ 2147483647 w 728"/>
                <a:gd name="T45" fmla="*/ 2147483647 h 376"/>
                <a:gd name="T46" fmla="*/ 2147483647 w 728"/>
                <a:gd name="T47" fmla="*/ 2147483647 h 376"/>
                <a:gd name="T48" fmla="*/ 2147483647 w 728"/>
                <a:gd name="T49" fmla="*/ 2147483647 h 376"/>
                <a:gd name="T50" fmla="*/ 2147483647 w 728"/>
                <a:gd name="T51" fmla="*/ 0 h 376"/>
                <a:gd name="T52" fmla="*/ 2147483647 w 728"/>
                <a:gd name="T53" fmla="*/ 2147483647 h 376"/>
                <a:gd name="T54" fmla="*/ 2147483647 w 728"/>
                <a:gd name="T55" fmla="*/ 2147483647 h 376"/>
                <a:gd name="T56" fmla="*/ 2147483647 w 728"/>
                <a:gd name="T57" fmla="*/ 2147483647 h 376"/>
                <a:gd name="T58" fmla="*/ 0 w 728"/>
                <a:gd name="T59" fmla="*/ 2147483647 h 376"/>
                <a:gd name="T60" fmla="*/ 2147483647 w 728"/>
                <a:gd name="T61" fmla="*/ 2147483647 h 376"/>
                <a:gd name="T62" fmla="*/ 2147483647 w 728"/>
                <a:gd name="T63" fmla="*/ 2147483647 h 376"/>
                <a:gd name="T64" fmla="*/ 2147483647 w 728"/>
                <a:gd name="T65" fmla="*/ 2147483647 h 376"/>
                <a:gd name="T66" fmla="*/ 2147483647 w 728"/>
                <a:gd name="T67" fmla="*/ 2147483647 h 37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728"/>
                <a:gd name="T103" fmla="*/ 0 h 376"/>
                <a:gd name="T104" fmla="*/ 728 w 728"/>
                <a:gd name="T105" fmla="*/ 376 h 37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728" h="376">
                  <a:moveTo>
                    <a:pt x="168" y="288"/>
                  </a:moveTo>
                  <a:lnTo>
                    <a:pt x="200" y="288"/>
                  </a:lnTo>
                  <a:lnTo>
                    <a:pt x="208" y="280"/>
                  </a:lnTo>
                  <a:lnTo>
                    <a:pt x="232" y="288"/>
                  </a:lnTo>
                  <a:lnTo>
                    <a:pt x="264" y="320"/>
                  </a:lnTo>
                  <a:lnTo>
                    <a:pt x="288" y="312"/>
                  </a:lnTo>
                  <a:lnTo>
                    <a:pt x="304" y="328"/>
                  </a:lnTo>
                  <a:lnTo>
                    <a:pt x="312" y="344"/>
                  </a:lnTo>
                  <a:lnTo>
                    <a:pt x="328" y="360"/>
                  </a:lnTo>
                  <a:lnTo>
                    <a:pt x="352" y="368"/>
                  </a:lnTo>
                  <a:lnTo>
                    <a:pt x="352" y="336"/>
                  </a:lnTo>
                  <a:lnTo>
                    <a:pt x="368" y="320"/>
                  </a:lnTo>
                  <a:lnTo>
                    <a:pt x="376" y="312"/>
                  </a:lnTo>
                  <a:lnTo>
                    <a:pt x="416" y="312"/>
                  </a:lnTo>
                  <a:lnTo>
                    <a:pt x="440" y="312"/>
                  </a:lnTo>
                  <a:lnTo>
                    <a:pt x="472" y="304"/>
                  </a:lnTo>
                  <a:lnTo>
                    <a:pt x="496" y="304"/>
                  </a:lnTo>
                  <a:lnTo>
                    <a:pt x="512" y="304"/>
                  </a:lnTo>
                  <a:lnTo>
                    <a:pt x="520" y="320"/>
                  </a:lnTo>
                  <a:lnTo>
                    <a:pt x="528" y="352"/>
                  </a:lnTo>
                  <a:lnTo>
                    <a:pt x="552" y="376"/>
                  </a:lnTo>
                  <a:lnTo>
                    <a:pt x="560" y="376"/>
                  </a:lnTo>
                  <a:lnTo>
                    <a:pt x="560" y="336"/>
                  </a:lnTo>
                  <a:lnTo>
                    <a:pt x="544" y="296"/>
                  </a:lnTo>
                  <a:lnTo>
                    <a:pt x="560" y="272"/>
                  </a:lnTo>
                  <a:lnTo>
                    <a:pt x="584" y="264"/>
                  </a:lnTo>
                  <a:lnTo>
                    <a:pt x="616" y="224"/>
                  </a:lnTo>
                  <a:lnTo>
                    <a:pt x="616" y="200"/>
                  </a:lnTo>
                  <a:lnTo>
                    <a:pt x="608" y="176"/>
                  </a:lnTo>
                  <a:lnTo>
                    <a:pt x="624" y="184"/>
                  </a:lnTo>
                  <a:lnTo>
                    <a:pt x="624" y="168"/>
                  </a:lnTo>
                  <a:lnTo>
                    <a:pt x="632" y="168"/>
                  </a:lnTo>
                  <a:lnTo>
                    <a:pt x="640" y="160"/>
                  </a:lnTo>
                  <a:lnTo>
                    <a:pt x="648" y="144"/>
                  </a:lnTo>
                  <a:lnTo>
                    <a:pt x="664" y="136"/>
                  </a:lnTo>
                  <a:lnTo>
                    <a:pt x="688" y="128"/>
                  </a:lnTo>
                  <a:lnTo>
                    <a:pt x="688" y="96"/>
                  </a:lnTo>
                  <a:lnTo>
                    <a:pt x="728" y="72"/>
                  </a:lnTo>
                  <a:lnTo>
                    <a:pt x="720" y="32"/>
                  </a:lnTo>
                  <a:lnTo>
                    <a:pt x="704" y="32"/>
                  </a:lnTo>
                  <a:lnTo>
                    <a:pt x="672" y="72"/>
                  </a:lnTo>
                  <a:lnTo>
                    <a:pt x="632" y="80"/>
                  </a:lnTo>
                  <a:lnTo>
                    <a:pt x="616" y="80"/>
                  </a:lnTo>
                  <a:lnTo>
                    <a:pt x="584" y="104"/>
                  </a:lnTo>
                  <a:lnTo>
                    <a:pt x="536" y="120"/>
                  </a:lnTo>
                  <a:lnTo>
                    <a:pt x="536" y="96"/>
                  </a:lnTo>
                  <a:lnTo>
                    <a:pt x="512" y="48"/>
                  </a:lnTo>
                  <a:lnTo>
                    <a:pt x="440" y="16"/>
                  </a:lnTo>
                  <a:lnTo>
                    <a:pt x="416" y="8"/>
                  </a:lnTo>
                  <a:lnTo>
                    <a:pt x="376" y="0"/>
                  </a:lnTo>
                  <a:lnTo>
                    <a:pt x="24" y="0"/>
                  </a:lnTo>
                  <a:lnTo>
                    <a:pt x="32" y="24"/>
                  </a:lnTo>
                  <a:lnTo>
                    <a:pt x="16" y="32"/>
                  </a:lnTo>
                  <a:lnTo>
                    <a:pt x="24" y="16"/>
                  </a:lnTo>
                  <a:lnTo>
                    <a:pt x="0" y="8"/>
                  </a:lnTo>
                  <a:lnTo>
                    <a:pt x="8" y="48"/>
                  </a:lnTo>
                  <a:lnTo>
                    <a:pt x="8" y="80"/>
                  </a:lnTo>
                  <a:lnTo>
                    <a:pt x="0" y="112"/>
                  </a:lnTo>
                  <a:lnTo>
                    <a:pt x="8" y="136"/>
                  </a:lnTo>
                  <a:lnTo>
                    <a:pt x="8" y="152"/>
                  </a:lnTo>
                  <a:lnTo>
                    <a:pt x="24" y="192"/>
                  </a:lnTo>
                  <a:lnTo>
                    <a:pt x="40" y="224"/>
                  </a:lnTo>
                  <a:lnTo>
                    <a:pt x="56" y="240"/>
                  </a:lnTo>
                  <a:lnTo>
                    <a:pt x="88" y="264"/>
                  </a:lnTo>
                  <a:lnTo>
                    <a:pt x="96" y="272"/>
                  </a:lnTo>
                  <a:lnTo>
                    <a:pt x="128" y="272"/>
                  </a:lnTo>
                  <a:lnTo>
                    <a:pt x="168" y="288"/>
                  </a:lnTo>
                  <a:close/>
                </a:path>
              </a:pathLst>
            </a:custGeom>
            <a:grpFill/>
            <a:ln w="3175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227" name="Freeform 780"/>
            <p:cNvSpPr>
              <a:spLocks/>
            </p:cNvSpPr>
            <p:nvPr/>
          </p:nvSpPr>
          <p:spPr bwMode="auto">
            <a:xfrm>
              <a:off x="1545532" y="3272129"/>
              <a:ext cx="59777" cy="58910"/>
            </a:xfrm>
            <a:custGeom>
              <a:avLst/>
              <a:gdLst>
                <a:gd name="T0" fmla="*/ 2147483647 w 56"/>
                <a:gd name="T1" fmla="*/ 2147483647 h 56"/>
                <a:gd name="T2" fmla="*/ 2147483647 w 56"/>
                <a:gd name="T3" fmla="*/ 2147483647 h 56"/>
                <a:gd name="T4" fmla="*/ 2147483647 w 56"/>
                <a:gd name="T5" fmla="*/ 0 h 56"/>
                <a:gd name="T6" fmla="*/ 2147483647 w 56"/>
                <a:gd name="T7" fmla="*/ 2147483647 h 56"/>
                <a:gd name="T8" fmla="*/ 0 w 56"/>
                <a:gd name="T9" fmla="*/ 2147483647 h 56"/>
                <a:gd name="T10" fmla="*/ 2147483647 w 56"/>
                <a:gd name="T11" fmla="*/ 2147483647 h 56"/>
                <a:gd name="T12" fmla="*/ 2147483647 w 56"/>
                <a:gd name="T13" fmla="*/ 2147483647 h 56"/>
                <a:gd name="T14" fmla="*/ 2147483647 w 56"/>
                <a:gd name="T15" fmla="*/ 2147483647 h 5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6"/>
                <a:gd name="T25" fmla="*/ 0 h 56"/>
                <a:gd name="T26" fmla="*/ 56 w 56"/>
                <a:gd name="T27" fmla="*/ 56 h 5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6" h="56">
                  <a:moveTo>
                    <a:pt x="56" y="56"/>
                  </a:moveTo>
                  <a:lnTo>
                    <a:pt x="56" y="48"/>
                  </a:lnTo>
                  <a:lnTo>
                    <a:pt x="56" y="0"/>
                  </a:lnTo>
                  <a:lnTo>
                    <a:pt x="32" y="16"/>
                  </a:lnTo>
                  <a:lnTo>
                    <a:pt x="0" y="24"/>
                  </a:lnTo>
                  <a:lnTo>
                    <a:pt x="24" y="56"/>
                  </a:lnTo>
                  <a:lnTo>
                    <a:pt x="40" y="56"/>
                  </a:lnTo>
                  <a:lnTo>
                    <a:pt x="56" y="56"/>
                  </a:lnTo>
                  <a:close/>
                </a:path>
              </a:pathLst>
            </a:custGeom>
            <a:grpFill/>
            <a:ln w="3175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228" name="Freeform 781"/>
            <p:cNvSpPr>
              <a:spLocks/>
            </p:cNvSpPr>
            <p:nvPr/>
          </p:nvSpPr>
          <p:spPr bwMode="auto">
            <a:xfrm>
              <a:off x="1571521" y="3331039"/>
              <a:ext cx="50247" cy="33787"/>
            </a:xfrm>
            <a:custGeom>
              <a:avLst/>
              <a:gdLst>
                <a:gd name="T0" fmla="*/ 2147483647 w 48"/>
                <a:gd name="T1" fmla="*/ 0 h 32"/>
                <a:gd name="T2" fmla="*/ 2147483647 w 48"/>
                <a:gd name="T3" fmla="*/ 0 h 32"/>
                <a:gd name="T4" fmla="*/ 0 w 48"/>
                <a:gd name="T5" fmla="*/ 0 h 32"/>
                <a:gd name="T6" fmla="*/ 2147483647 w 48"/>
                <a:gd name="T7" fmla="*/ 2147483647 h 32"/>
                <a:gd name="T8" fmla="*/ 2147483647 w 48"/>
                <a:gd name="T9" fmla="*/ 2147483647 h 32"/>
                <a:gd name="T10" fmla="*/ 2147483647 w 48"/>
                <a:gd name="T11" fmla="*/ 2147483647 h 32"/>
                <a:gd name="T12" fmla="*/ 2147483647 w 48"/>
                <a:gd name="T13" fmla="*/ 0 h 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48"/>
                <a:gd name="T22" fmla="*/ 0 h 32"/>
                <a:gd name="T23" fmla="*/ 48 w 48"/>
                <a:gd name="T24" fmla="*/ 32 h 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48" h="32">
                  <a:moveTo>
                    <a:pt x="32" y="0"/>
                  </a:moveTo>
                  <a:lnTo>
                    <a:pt x="16" y="0"/>
                  </a:lnTo>
                  <a:lnTo>
                    <a:pt x="0" y="0"/>
                  </a:lnTo>
                  <a:lnTo>
                    <a:pt x="8" y="8"/>
                  </a:lnTo>
                  <a:lnTo>
                    <a:pt x="40" y="32"/>
                  </a:lnTo>
                  <a:lnTo>
                    <a:pt x="48" y="16"/>
                  </a:lnTo>
                  <a:lnTo>
                    <a:pt x="32" y="0"/>
                  </a:lnTo>
                  <a:close/>
                </a:path>
              </a:pathLst>
            </a:custGeom>
            <a:grpFill/>
            <a:ln w="3175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229" name="Freeform 782"/>
            <p:cNvSpPr>
              <a:spLocks/>
            </p:cNvSpPr>
            <p:nvPr/>
          </p:nvSpPr>
          <p:spPr bwMode="auto">
            <a:xfrm>
              <a:off x="1613972" y="3348366"/>
              <a:ext cx="76237" cy="33787"/>
            </a:xfrm>
            <a:custGeom>
              <a:avLst/>
              <a:gdLst>
                <a:gd name="T0" fmla="*/ 2147483647 w 72"/>
                <a:gd name="T1" fmla="*/ 2147483647 h 32"/>
                <a:gd name="T2" fmla="*/ 2147483647 w 72"/>
                <a:gd name="T3" fmla="*/ 2147483647 h 32"/>
                <a:gd name="T4" fmla="*/ 2147483647 w 72"/>
                <a:gd name="T5" fmla="*/ 2147483647 h 32"/>
                <a:gd name="T6" fmla="*/ 2147483647 w 72"/>
                <a:gd name="T7" fmla="*/ 0 h 32"/>
                <a:gd name="T8" fmla="*/ 0 w 72"/>
                <a:gd name="T9" fmla="*/ 2147483647 h 32"/>
                <a:gd name="T10" fmla="*/ 2147483647 w 72"/>
                <a:gd name="T11" fmla="*/ 2147483647 h 32"/>
                <a:gd name="T12" fmla="*/ 2147483647 w 72"/>
                <a:gd name="T13" fmla="*/ 2147483647 h 32"/>
                <a:gd name="T14" fmla="*/ 2147483647 w 72"/>
                <a:gd name="T15" fmla="*/ 2147483647 h 32"/>
                <a:gd name="T16" fmla="*/ 2147483647 w 72"/>
                <a:gd name="T17" fmla="*/ 2147483647 h 32"/>
                <a:gd name="T18" fmla="*/ 2147483647 w 72"/>
                <a:gd name="T19" fmla="*/ 2147483647 h 32"/>
                <a:gd name="T20" fmla="*/ 2147483647 w 72"/>
                <a:gd name="T21" fmla="*/ 2147483647 h 32"/>
                <a:gd name="T22" fmla="*/ 2147483647 w 72"/>
                <a:gd name="T23" fmla="*/ 2147483647 h 32"/>
                <a:gd name="T24" fmla="*/ 2147483647 w 72"/>
                <a:gd name="T25" fmla="*/ 2147483647 h 3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72"/>
                <a:gd name="T40" fmla="*/ 0 h 32"/>
                <a:gd name="T41" fmla="*/ 72 w 72"/>
                <a:gd name="T42" fmla="*/ 32 h 32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72" h="32">
                  <a:moveTo>
                    <a:pt x="56" y="8"/>
                  </a:moveTo>
                  <a:lnTo>
                    <a:pt x="40" y="8"/>
                  </a:lnTo>
                  <a:lnTo>
                    <a:pt x="8" y="8"/>
                  </a:lnTo>
                  <a:lnTo>
                    <a:pt x="8" y="0"/>
                  </a:lnTo>
                  <a:lnTo>
                    <a:pt x="0" y="16"/>
                  </a:lnTo>
                  <a:lnTo>
                    <a:pt x="16" y="32"/>
                  </a:lnTo>
                  <a:lnTo>
                    <a:pt x="24" y="32"/>
                  </a:lnTo>
                  <a:lnTo>
                    <a:pt x="32" y="24"/>
                  </a:lnTo>
                  <a:lnTo>
                    <a:pt x="40" y="16"/>
                  </a:lnTo>
                  <a:lnTo>
                    <a:pt x="56" y="16"/>
                  </a:lnTo>
                  <a:lnTo>
                    <a:pt x="64" y="32"/>
                  </a:lnTo>
                  <a:lnTo>
                    <a:pt x="72" y="16"/>
                  </a:lnTo>
                  <a:lnTo>
                    <a:pt x="56" y="8"/>
                  </a:lnTo>
                  <a:close/>
                </a:path>
              </a:pathLst>
            </a:custGeom>
            <a:grpFill/>
            <a:ln w="3175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230" name="Freeform 783"/>
            <p:cNvSpPr>
              <a:spLocks/>
            </p:cNvSpPr>
            <p:nvPr/>
          </p:nvSpPr>
          <p:spPr bwMode="auto">
            <a:xfrm>
              <a:off x="1664219" y="3313713"/>
              <a:ext cx="161137" cy="169801"/>
            </a:xfrm>
            <a:custGeom>
              <a:avLst/>
              <a:gdLst>
                <a:gd name="T0" fmla="*/ 2147483647 w 152"/>
                <a:gd name="T1" fmla="*/ 2147483647 h 160"/>
                <a:gd name="T2" fmla="*/ 2147483647 w 152"/>
                <a:gd name="T3" fmla="*/ 2147483647 h 160"/>
                <a:gd name="T4" fmla="*/ 2147483647 w 152"/>
                <a:gd name="T5" fmla="*/ 2147483647 h 160"/>
                <a:gd name="T6" fmla="*/ 2147483647 w 152"/>
                <a:gd name="T7" fmla="*/ 2147483647 h 160"/>
                <a:gd name="T8" fmla="*/ 2147483647 w 152"/>
                <a:gd name="T9" fmla="*/ 2147483647 h 160"/>
                <a:gd name="T10" fmla="*/ 2147483647 w 152"/>
                <a:gd name="T11" fmla="*/ 2147483647 h 160"/>
                <a:gd name="T12" fmla="*/ 2147483647 w 152"/>
                <a:gd name="T13" fmla="*/ 2147483647 h 160"/>
                <a:gd name="T14" fmla="*/ 2147483647 w 152"/>
                <a:gd name="T15" fmla="*/ 2147483647 h 160"/>
                <a:gd name="T16" fmla="*/ 2147483647 w 152"/>
                <a:gd name="T17" fmla="*/ 0 h 160"/>
                <a:gd name="T18" fmla="*/ 2147483647 w 152"/>
                <a:gd name="T19" fmla="*/ 2147483647 h 160"/>
                <a:gd name="T20" fmla="*/ 2147483647 w 152"/>
                <a:gd name="T21" fmla="*/ 2147483647 h 160"/>
                <a:gd name="T22" fmla="*/ 2147483647 w 152"/>
                <a:gd name="T23" fmla="*/ 2147483647 h 160"/>
                <a:gd name="T24" fmla="*/ 2147483647 w 152"/>
                <a:gd name="T25" fmla="*/ 2147483647 h 160"/>
                <a:gd name="T26" fmla="*/ 2147483647 w 152"/>
                <a:gd name="T27" fmla="*/ 2147483647 h 160"/>
                <a:gd name="T28" fmla="*/ 2147483647 w 152"/>
                <a:gd name="T29" fmla="*/ 2147483647 h 160"/>
                <a:gd name="T30" fmla="*/ 2147483647 w 152"/>
                <a:gd name="T31" fmla="*/ 2147483647 h 160"/>
                <a:gd name="T32" fmla="*/ 2147483647 w 152"/>
                <a:gd name="T33" fmla="*/ 2147483647 h 160"/>
                <a:gd name="T34" fmla="*/ 2147483647 w 152"/>
                <a:gd name="T35" fmla="*/ 2147483647 h 160"/>
                <a:gd name="T36" fmla="*/ 2147483647 w 152"/>
                <a:gd name="T37" fmla="*/ 2147483647 h 160"/>
                <a:gd name="T38" fmla="*/ 2147483647 w 152"/>
                <a:gd name="T39" fmla="*/ 2147483647 h 160"/>
                <a:gd name="T40" fmla="*/ 0 w 152"/>
                <a:gd name="T41" fmla="*/ 2147483647 h 160"/>
                <a:gd name="T42" fmla="*/ 2147483647 w 152"/>
                <a:gd name="T43" fmla="*/ 2147483647 h 160"/>
                <a:gd name="T44" fmla="*/ 2147483647 w 152"/>
                <a:gd name="T45" fmla="*/ 2147483647 h 160"/>
                <a:gd name="T46" fmla="*/ 2147483647 w 152"/>
                <a:gd name="T47" fmla="*/ 2147483647 h 160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w 152"/>
                <a:gd name="T73" fmla="*/ 0 h 160"/>
                <a:gd name="T74" fmla="*/ 152 w 152"/>
                <a:gd name="T75" fmla="*/ 160 h 160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T72" t="T73" r="T74" b="T75"/>
              <a:pathLst>
                <a:path w="152" h="160">
                  <a:moveTo>
                    <a:pt x="152" y="136"/>
                  </a:moveTo>
                  <a:lnTo>
                    <a:pt x="152" y="104"/>
                  </a:lnTo>
                  <a:lnTo>
                    <a:pt x="144" y="88"/>
                  </a:lnTo>
                  <a:lnTo>
                    <a:pt x="144" y="80"/>
                  </a:lnTo>
                  <a:lnTo>
                    <a:pt x="128" y="80"/>
                  </a:lnTo>
                  <a:lnTo>
                    <a:pt x="88" y="64"/>
                  </a:lnTo>
                  <a:lnTo>
                    <a:pt x="80" y="40"/>
                  </a:lnTo>
                  <a:lnTo>
                    <a:pt x="80" y="8"/>
                  </a:lnTo>
                  <a:lnTo>
                    <a:pt x="96" y="0"/>
                  </a:lnTo>
                  <a:lnTo>
                    <a:pt x="72" y="8"/>
                  </a:lnTo>
                  <a:lnTo>
                    <a:pt x="56" y="16"/>
                  </a:lnTo>
                  <a:lnTo>
                    <a:pt x="48" y="32"/>
                  </a:lnTo>
                  <a:lnTo>
                    <a:pt x="40" y="40"/>
                  </a:lnTo>
                  <a:lnTo>
                    <a:pt x="24" y="48"/>
                  </a:lnTo>
                  <a:lnTo>
                    <a:pt x="16" y="64"/>
                  </a:lnTo>
                  <a:lnTo>
                    <a:pt x="16" y="72"/>
                  </a:lnTo>
                  <a:lnTo>
                    <a:pt x="24" y="88"/>
                  </a:lnTo>
                  <a:lnTo>
                    <a:pt x="24" y="104"/>
                  </a:lnTo>
                  <a:lnTo>
                    <a:pt x="24" y="120"/>
                  </a:lnTo>
                  <a:lnTo>
                    <a:pt x="8" y="128"/>
                  </a:lnTo>
                  <a:lnTo>
                    <a:pt x="0" y="136"/>
                  </a:lnTo>
                  <a:lnTo>
                    <a:pt x="32" y="152"/>
                  </a:lnTo>
                  <a:lnTo>
                    <a:pt x="48" y="160"/>
                  </a:lnTo>
                  <a:lnTo>
                    <a:pt x="152" y="136"/>
                  </a:lnTo>
                  <a:close/>
                </a:path>
              </a:pathLst>
            </a:custGeom>
            <a:grpFill/>
            <a:ln w="3175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231" name="Freeform 784"/>
            <p:cNvSpPr>
              <a:spLocks/>
            </p:cNvSpPr>
            <p:nvPr/>
          </p:nvSpPr>
          <p:spPr bwMode="auto">
            <a:xfrm>
              <a:off x="1715332" y="3458390"/>
              <a:ext cx="110024" cy="76237"/>
            </a:xfrm>
            <a:custGeom>
              <a:avLst/>
              <a:gdLst>
                <a:gd name="T0" fmla="*/ 0 w 104"/>
                <a:gd name="T1" fmla="*/ 2147483647 h 72"/>
                <a:gd name="T2" fmla="*/ 2147483647 w 104"/>
                <a:gd name="T3" fmla="*/ 2147483647 h 72"/>
                <a:gd name="T4" fmla="*/ 2147483647 w 104"/>
                <a:gd name="T5" fmla="*/ 2147483647 h 72"/>
                <a:gd name="T6" fmla="*/ 2147483647 w 104"/>
                <a:gd name="T7" fmla="*/ 2147483647 h 72"/>
                <a:gd name="T8" fmla="*/ 2147483647 w 104"/>
                <a:gd name="T9" fmla="*/ 2147483647 h 72"/>
                <a:gd name="T10" fmla="*/ 2147483647 w 104"/>
                <a:gd name="T11" fmla="*/ 2147483647 h 72"/>
                <a:gd name="T12" fmla="*/ 2147483647 w 104"/>
                <a:gd name="T13" fmla="*/ 2147483647 h 72"/>
                <a:gd name="T14" fmla="*/ 2147483647 w 104"/>
                <a:gd name="T15" fmla="*/ 2147483647 h 72"/>
                <a:gd name="T16" fmla="*/ 2147483647 w 104"/>
                <a:gd name="T17" fmla="*/ 2147483647 h 72"/>
                <a:gd name="T18" fmla="*/ 2147483647 w 104"/>
                <a:gd name="T19" fmla="*/ 2147483647 h 72"/>
                <a:gd name="T20" fmla="*/ 2147483647 w 104"/>
                <a:gd name="T21" fmla="*/ 0 h 72"/>
                <a:gd name="T22" fmla="*/ 0 w 104"/>
                <a:gd name="T23" fmla="*/ 2147483647 h 7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104"/>
                <a:gd name="T37" fmla="*/ 0 h 72"/>
                <a:gd name="T38" fmla="*/ 104 w 104"/>
                <a:gd name="T39" fmla="*/ 72 h 72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104" h="72">
                  <a:moveTo>
                    <a:pt x="0" y="24"/>
                  </a:moveTo>
                  <a:lnTo>
                    <a:pt x="24" y="40"/>
                  </a:lnTo>
                  <a:lnTo>
                    <a:pt x="32" y="48"/>
                  </a:lnTo>
                  <a:lnTo>
                    <a:pt x="48" y="48"/>
                  </a:lnTo>
                  <a:lnTo>
                    <a:pt x="56" y="64"/>
                  </a:lnTo>
                  <a:lnTo>
                    <a:pt x="64" y="56"/>
                  </a:lnTo>
                  <a:lnTo>
                    <a:pt x="56" y="64"/>
                  </a:lnTo>
                  <a:lnTo>
                    <a:pt x="64" y="72"/>
                  </a:lnTo>
                  <a:lnTo>
                    <a:pt x="72" y="24"/>
                  </a:lnTo>
                  <a:lnTo>
                    <a:pt x="72" y="8"/>
                  </a:lnTo>
                  <a:lnTo>
                    <a:pt x="104" y="0"/>
                  </a:lnTo>
                  <a:lnTo>
                    <a:pt x="0" y="24"/>
                  </a:lnTo>
                  <a:close/>
                </a:path>
              </a:pathLst>
            </a:custGeom>
            <a:grpFill/>
            <a:ln w="3175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232" name="Freeform 785"/>
            <p:cNvSpPr>
              <a:spLocks/>
            </p:cNvSpPr>
            <p:nvPr/>
          </p:nvSpPr>
          <p:spPr bwMode="auto">
            <a:xfrm>
              <a:off x="1715332" y="3458390"/>
              <a:ext cx="110024" cy="76237"/>
            </a:xfrm>
            <a:custGeom>
              <a:avLst/>
              <a:gdLst>
                <a:gd name="T0" fmla="*/ 0 w 104"/>
                <a:gd name="T1" fmla="*/ 2147483647 h 72"/>
                <a:gd name="T2" fmla="*/ 0 w 104"/>
                <a:gd name="T3" fmla="*/ 2147483647 h 72"/>
                <a:gd name="T4" fmla="*/ 2147483647 w 104"/>
                <a:gd name="T5" fmla="*/ 2147483647 h 72"/>
                <a:gd name="T6" fmla="*/ 2147483647 w 104"/>
                <a:gd name="T7" fmla="*/ 2147483647 h 72"/>
                <a:gd name="T8" fmla="*/ 2147483647 w 104"/>
                <a:gd name="T9" fmla="*/ 2147483647 h 72"/>
                <a:gd name="T10" fmla="*/ 2147483647 w 104"/>
                <a:gd name="T11" fmla="*/ 2147483647 h 72"/>
                <a:gd name="T12" fmla="*/ 2147483647 w 104"/>
                <a:gd name="T13" fmla="*/ 2147483647 h 72"/>
                <a:gd name="T14" fmla="*/ 2147483647 w 104"/>
                <a:gd name="T15" fmla="*/ 2147483647 h 72"/>
                <a:gd name="T16" fmla="*/ 2147483647 w 104"/>
                <a:gd name="T17" fmla="*/ 2147483647 h 72"/>
                <a:gd name="T18" fmla="*/ 2147483647 w 104"/>
                <a:gd name="T19" fmla="*/ 2147483647 h 72"/>
                <a:gd name="T20" fmla="*/ 2147483647 w 104"/>
                <a:gd name="T21" fmla="*/ 2147483647 h 72"/>
                <a:gd name="T22" fmla="*/ 2147483647 w 104"/>
                <a:gd name="T23" fmla="*/ 0 h 7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104"/>
                <a:gd name="T37" fmla="*/ 0 h 72"/>
                <a:gd name="T38" fmla="*/ 104 w 104"/>
                <a:gd name="T39" fmla="*/ 72 h 72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104" h="72">
                  <a:moveTo>
                    <a:pt x="0" y="24"/>
                  </a:moveTo>
                  <a:lnTo>
                    <a:pt x="0" y="24"/>
                  </a:lnTo>
                  <a:lnTo>
                    <a:pt x="24" y="40"/>
                  </a:lnTo>
                  <a:lnTo>
                    <a:pt x="32" y="48"/>
                  </a:lnTo>
                  <a:lnTo>
                    <a:pt x="48" y="48"/>
                  </a:lnTo>
                  <a:lnTo>
                    <a:pt x="56" y="64"/>
                  </a:lnTo>
                  <a:lnTo>
                    <a:pt x="64" y="56"/>
                  </a:lnTo>
                  <a:lnTo>
                    <a:pt x="56" y="64"/>
                  </a:lnTo>
                  <a:lnTo>
                    <a:pt x="64" y="72"/>
                  </a:lnTo>
                  <a:lnTo>
                    <a:pt x="72" y="24"/>
                  </a:lnTo>
                  <a:lnTo>
                    <a:pt x="72" y="8"/>
                  </a:lnTo>
                  <a:lnTo>
                    <a:pt x="104" y="0"/>
                  </a:lnTo>
                </a:path>
              </a:pathLst>
            </a:custGeom>
            <a:grpFill/>
            <a:ln w="3175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233" name="Freeform 786"/>
            <p:cNvSpPr>
              <a:spLocks/>
            </p:cNvSpPr>
            <p:nvPr/>
          </p:nvSpPr>
          <p:spPr bwMode="auto">
            <a:xfrm>
              <a:off x="1715332" y="3458390"/>
              <a:ext cx="110024" cy="76237"/>
            </a:xfrm>
            <a:custGeom>
              <a:avLst/>
              <a:gdLst>
                <a:gd name="T0" fmla="*/ 0 w 104"/>
                <a:gd name="T1" fmla="*/ 2147483647 h 72"/>
                <a:gd name="T2" fmla="*/ 0 w 104"/>
                <a:gd name="T3" fmla="*/ 2147483647 h 72"/>
                <a:gd name="T4" fmla="*/ 2147483647 w 104"/>
                <a:gd name="T5" fmla="*/ 2147483647 h 72"/>
                <a:gd name="T6" fmla="*/ 2147483647 w 104"/>
                <a:gd name="T7" fmla="*/ 2147483647 h 72"/>
                <a:gd name="T8" fmla="*/ 2147483647 w 104"/>
                <a:gd name="T9" fmla="*/ 2147483647 h 72"/>
                <a:gd name="T10" fmla="*/ 2147483647 w 104"/>
                <a:gd name="T11" fmla="*/ 2147483647 h 72"/>
                <a:gd name="T12" fmla="*/ 2147483647 w 104"/>
                <a:gd name="T13" fmla="*/ 2147483647 h 72"/>
                <a:gd name="T14" fmla="*/ 2147483647 w 104"/>
                <a:gd name="T15" fmla="*/ 2147483647 h 72"/>
                <a:gd name="T16" fmla="*/ 2147483647 w 104"/>
                <a:gd name="T17" fmla="*/ 2147483647 h 72"/>
                <a:gd name="T18" fmla="*/ 2147483647 w 104"/>
                <a:gd name="T19" fmla="*/ 2147483647 h 72"/>
                <a:gd name="T20" fmla="*/ 2147483647 w 104"/>
                <a:gd name="T21" fmla="*/ 2147483647 h 72"/>
                <a:gd name="T22" fmla="*/ 2147483647 w 104"/>
                <a:gd name="T23" fmla="*/ 0 h 7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104"/>
                <a:gd name="T37" fmla="*/ 0 h 72"/>
                <a:gd name="T38" fmla="*/ 104 w 104"/>
                <a:gd name="T39" fmla="*/ 72 h 72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104" h="72">
                  <a:moveTo>
                    <a:pt x="0" y="24"/>
                  </a:moveTo>
                  <a:lnTo>
                    <a:pt x="0" y="24"/>
                  </a:lnTo>
                  <a:lnTo>
                    <a:pt x="24" y="40"/>
                  </a:lnTo>
                  <a:lnTo>
                    <a:pt x="32" y="48"/>
                  </a:lnTo>
                  <a:lnTo>
                    <a:pt x="48" y="48"/>
                  </a:lnTo>
                  <a:lnTo>
                    <a:pt x="56" y="64"/>
                  </a:lnTo>
                  <a:lnTo>
                    <a:pt x="64" y="56"/>
                  </a:lnTo>
                  <a:lnTo>
                    <a:pt x="56" y="64"/>
                  </a:lnTo>
                  <a:lnTo>
                    <a:pt x="64" y="72"/>
                  </a:lnTo>
                  <a:lnTo>
                    <a:pt x="72" y="24"/>
                  </a:lnTo>
                  <a:lnTo>
                    <a:pt x="72" y="8"/>
                  </a:lnTo>
                  <a:lnTo>
                    <a:pt x="104" y="0"/>
                  </a:lnTo>
                </a:path>
              </a:pathLst>
            </a:custGeom>
            <a:grpFill/>
            <a:ln w="3175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234" name="Freeform 787"/>
            <p:cNvSpPr>
              <a:spLocks/>
            </p:cNvSpPr>
            <p:nvPr/>
          </p:nvSpPr>
          <p:spPr bwMode="auto">
            <a:xfrm>
              <a:off x="1902459" y="3364826"/>
              <a:ext cx="67574" cy="93564"/>
            </a:xfrm>
            <a:custGeom>
              <a:avLst/>
              <a:gdLst>
                <a:gd name="T0" fmla="*/ 2147483647 w 64"/>
                <a:gd name="T1" fmla="*/ 2147483647 h 88"/>
                <a:gd name="T2" fmla="*/ 2147483647 w 64"/>
                <a:gd name="T3" fmla="*/ 2147483647 h 88"/>
                <a:gd name="T4" fmla="*/ 2147483647 w 64"/>
                <a:gd name="T5" fmla="*/ 2147483647 h 88"/>
                <a:gd name="T6" fmla="*/ 2147483647 w 64"/>
                <a:gd name="T7" fmla="*/ 2147483647 h 88"/>
                <a:gd name="T8" fmla="*/ 2147483647 w 64"/>
                <a:gd name="T9" fmla="*/ 2147483647 h 88"/>
                <a:gd name="T10" fmla="*/ 2147483647 w 64"/>
                <a:gd name="T11" fmla="*/ 2147483647 h 88"/>
                <a:gd name="T12" fmla="*/ 2147483647 w 64"/>
                <a:gd name="T13" fmla="*/ 2147483647 h 88"/>
                <a:gd name="T14" fmla="*/ 2147483647 w 64"/>
                <a:gd name="T15" fmla="*/ 0 h 88"/>
                <a:gd name="T16" fmla="*/ 2147483647 w 64"/>
                <a:gd name="T17" fmla="*/ 2147483647 h 88"/>
                <a:gd name="T18" fmla="*/ 0 w 64"/>
                <a:gd name="T19" fmla="*/ 2147483647 h 88"/>
                <a:gd name="T20" fmla="*/ 2147483647 w 64"/>
                <a:gd name="T21" fmla="*/ 2147483647 h 88"/>
                <a:gd name="T22" fmla="*/ 2147483647 w 64"/>
                <a:gd name="T23" fmla="*/ 2147483647 h 88"/>
                <a:gd name="T24" fmla="*/ 2147483647 w 64"/>
                <a:gd name="T25" fmla="*/ 2147483647 h 88"/>
                <a:gd name="T26" fmla="*/ 2147483647 w 64"/>
                <a:gd name="T27" fmla="*/ 2147483647 h 88"/>
                <a:gd name="T28" fmla="*/ 2147483647 w 64"/>
                <a:gd name="T29" fmla="*/ 2147483647 h 88"/>
                <a:gd name="T30" fmla="*/ 2147483647 w 64"/>
                <a:gd name="T31" fmla="*/ 2147483647 h 88"/>
                <a:gd name="T32" fmla="*/ 2147483647 w 64"/>
                <a:gd name="T33" fmla="*/ 2147483647 h 88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64"/>
                <a:gd name="T52" fmla="*/ 0 h 88"/>
                <a:gd name="T53" fmla="*/ 64 w 64"/>
                <a:gd name="T54" fmla="*/ 88 h 88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64" h="88">
                  <a:moveTo>
                    <a:pt x="64" y="80"/>
                  </a:moveTo>
                  <a:lnTo>
                    <a:pt x="56" y="64"/>
                  </a:lnTo>
                  <a:lnTo>
                    <a:pt x="48" y="48"/>
                  </a:lnTo>
                  <a:lnTo>
                    <a:pt x="56" y="40"/>
                  </a:lnTo>
                  <a:lnTo>
                    <a:pt x="64" y="24"/>
                  </a:lnTo>
                  <a:lnTo>
                    <a:pt x="48" y="24"/>
                  </a:lnTo>
                  <a:lnTo>
                    <a:pt x="40" y="8"/>
                  </a:lnTo>
                  <a:lnTo>
                    <a:pt x="24" y="0"/>
                  </a:lnTo>
                  <a:lnTo>
                    <a:pt x="8" y="16"/>
                  </a:lnTo>
                  <a:lnTo>
                    <a:pt x="0" y="24"/>
                  </a:lnTo>
                  <a:lnTo>
                    <a:pt x="8" y="40"/>
                  </a:lnTo>
                  <a:lnTo>
                    <a:pt x="16" y="40"/>
                  </a:lnTo>
                  <a:lnTo>
                    <a:pt x="24" y="56"/>
                  </a:lnTo>
                  <a:lnTo>
                    <a:pt x="16" y="80"/>
                  </a:lnTo>
                  <a:lnTo>
                    <a:pt x="32" y="88"/>
                  </a:lnTo>
                  <a:lnTo>
                    <a:pt x="40" y="88"/>
                  </a:lnTo>
                  <a:lnTo>
                    <a:pt x="64" y="80"/>
                  </a:lnTo>
                  <a:close/>
                </a:path>
              </a:pathLst>
            </a:custGeom>
            <a:grpFill/>
            <a:ln w="3175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235" name="Freeform 788"/>
            <p:cNvSpPr>
              <a:spLocks/>
            </p:cNvSpPr>
            <p:nvPr/>
          </p:nvSpPr>
          <p:spPr bwMode="auto">
            <a:xfrm>
              <a:off x="1995157" y="3398613"/>
              <a:ext cx="42450" cy="51114"/>
            </a:xfrm>
            <a:custGeom>
              <a:avLst/>
              <a:gdLst>
                <a:gd name="T0" fmla="*/ 2147483647 w 40"/>
                <a:gd name="T1" fmla="*/ 2147483647 h 48"/>
                <a:gd name="T2" fmla="*/ 2147483647 w 40"/>
                <a:gd name="T3" fmla="*/ 2147483647 h 48"/>
                <a:gd name="T4" fmla="*/ 2147483647 w 40"/>
                <a:gd name="T5" fmla="*/ 2147483647 h 48"/>
                <a:gd name="T6" fmla="*/ 2147483647 w 40"/>
                <a:gd name="T7" fmla="*/ 2147483647 h 48"/>
                <a:gd name="T8" fmla="*/ 2147483647 w 40"/>
                <a:gd name="T9" fmla="*/ 0 h 48"/>
                <a:gd name="T10" fmla="*/ 2147483647 w 40"/>
                <a:gd name="T11" fmla="*/ 0 h 48"/>
                <a:gd name="T12" fmla="*/ 0 w 40"/>
                <a:gd name="T13" fmla="*/ 2147483647 h 48"/>
                <a:gd name="T14" fmla="*/ 2147483647 w 40"/>
                <a:gd name="T15" fmla="*/ 2147483647 h 4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40"/>
                <a:gd name="T25" fmla="*/ 0 h 48"/>
                <a:gd name="T26" fmla="*/ 40 w 40"/>
                <a:gd name="T27" fmla="*/ 48 h 48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40" h="48">
                  <a:moveTo>
                    <a:pt x="8" y="32"/>
                  </a:moveTo>
                  <a:lnTo>
                    <a:pt x="8" y="48"/>
                  </a:lnTo>
                  <a:lnTo>
                    <a:pt x="24" y="40"/>
                  </a:lnTo>
                  <a:lnTo>
                    <a:pt x="40" y="16"/>
                  </a:lnTo>
                  <a:lnTo>
                    <a:pt x="16" y="0"/>
                  </a:lnTo>
                  <a:lnTo>
                    <a:pt x="8" y="0"/>
                  </a:lnTo>
                  <a:lnTo>
                    <a:pt x="0" y="16"/>
                  </a:lnTo>
                  <a:lnTo>
                    <a:pt x="8" y="32"/>
                  </a:lnTo>
                  <a:close/>
                </a:path>
              </a:pathLst>
            </a:custGeom>
            <a:grpFill/>
            <a:ln w="3175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236" name="Freeform 789"/>
            <p:cNvSpPr>
              <a:spLocks/>
            </p:cNvSpPr>
            <p:nvPr/>
          </p:nvSpPr>
          <p:spPr bwMode="auto">
            <a:xfrm>
              <a:off x="1902459" y="3364826"/>
              <a:ext cx="67574" cy="93564"/>
            </a:xfrm>
            <a:custGeom>
              <a:avLst/>
              <a:gdLst>
                <a:gd name="T0" fmla="*/ 2147483647 w 64"/>
                <a:gd name="T1" fmla="*/ 2147483647 h 88"/>
                <a:gd name="T2" fmla="*/ 2147483647 w 64"/>
                <a:gd name="T3" fmla="*/ 2147483647 h 88"/>
                <a:gd name="T4" fmla="*/ 2147483647 w 64"/>
                <a:gd name="T5" fmla="*/ 2147483647 h 88"/>
                <a:gd name="T6" fmla="*/ 2147483647 w 64"/>
                <a:gd name="T7" fmla="*/ 2147483647 h 88"/>
                <a:gd name="T8" fmla="*/ 2147483647 w 64"/>
                <a:gd name="T9" fmla="*/ 2147483647 h 88"/>
                <a:gd name="T10" fmla="*/ 2147483647 w 64"/>
                <a:gd name="T11" fmla="*/ 2147483647 h 88"/>
                <a:gd name="T12" fmla="*/ 2147483647 w 64"/>
                <a:gd name="T13" fmla="*/ 2147483647 h 88"/>
                <a:gd name="T14" fmla="*/ 2147483647 w 64"/>
                <a:gd name="T15" fmla="*/ 0 h 88"/>
                <a:gd name="T16" fmla="*/ 2147483647 w 64"/>
                <a:gd name="T17" fmla="*/ 2147483647 h 88"/>
                <a:gd name="T18" fmla="*/ 0 w 64"/>
                <a:gd name="T19" fmla="*/ 2147483647 h 88"/>
                <a:gd name="T20" fmla="*/ 2147483647 w 64"/>
                <a:gd name="T21" fmla="*/ 2147483647 h 88"/>
                <a:gd name="T22" fmla="*/ 2147483647 w 64"/>
                <a:gd name="T23" fmla="*/ 2147483647 h 88"/>
                <a:gd name="T24" fmla="*/ 2147483647 w 64"/>
                <a:gd name="T25" fmla="*/ 2147483647 h 88"/>
                <a:gd name="T26" fmla="*/ 2147483647 w 64"/>
                <a:gd name="T27" fmla="*/ 2147483647 h 88"/>
                <a:gd name="T28" fmla="*/ 2147483647 w 64"/>
                <a:gd name="T29" fmla="*/ 2147483647 h 88"/>
                <a:gd name="T30" fmla="*/ 2147483647 w 64"/>
                <a:gd name="T31" fmla="*/ 2147483647 h 88"/>
                <a:gd name="T32" fmla="*/ 2147483647 w 64"/>
                <a:gd name="T33" fmla="*/ 2147483647 h 88"/>
                <a:gd name="T34" fmla="*/ 2147483647 w 64"/>
                <a:gd name="T35" fmla="*/ 2147483647 h 88"/>
                <a:gd name="T36" fmla="*/ 2147483647 w 64"/>
                <a:gd name="T37" fmla="*/ 2147483647 h 88"/>
                <a:gd name="T38" fmla="*/ 2147483647 w 64"/>
                <a:gd name="T39" fmla="*/ 2147483647 h 88"/>
                <a:gd name="T40" fmla="*/ 2147483647 w 64"/>
                <a:gd name="T41" fmla="*/ 2147483647 h 88"/>
                <a:gd name="T42" fmla="*/ 2147483647 w 64"/>
                <a:gd name="T43" fmla="*/ 2147483647 h 88"/>
                <a:gd name="T44" fmla="*/ 2147483647 w 64"/>
                <a:gd name="T45" fmla="*/ 2147483647 h 88"/>
                <a:gd name="T46" fmla="*/ 2147483647 w 64"/>
                <a:gd name="T47" fmla="*/ 2147483647 h 88"/>
                <a:gd name="T48" fmla="*/ 2147483647 w 64"/>
                <a:gd name="T49" fmla="*/ 0 h 88"/>
                <a:gd name="T50" fmla="*/ 2147483647 w 64"/>
                <a:gd name="T51" fmla="*/ 2147483647 h 88"/>
                <a:gd name="T52" fmla="*/ 0 w 64"/>
                <a:gd name="T53" fmla="*/ 2147483647 h 88"/>
                <a:gd name="T54" fmla="*/ 2147483647 w 64"/>
                <a:gd name="T55" fmla="*/ 2147483647 h 88"/>
                <a:gd name="T56" fmla="*/ 2147483647 w 64"/>
                <a:gd name="T57" fmla="*/ 2147483647 h 88"/>
                <a:gd name="T58" fmla="*/ 2147483647 w 64"/>
                <a:gd name="T59" fmla="*/ 2147483647 h 88"/>
                <a:gd name="T60" fmla="*/ 2147483647 w 64"/>
                <a:gd name="T61" fmla="*/ 2147483647 h 88"/>
                <a:gd name="T62" fmla="*/ 2147483647 w 64"/>
                <a:gd name="T63" fmla="*/ 2147483647 h 88"/>
                <a:gd name="T64" fmla="*/ 2147483647 w 64"/>
                <a:gd name="T65" fmla="*/ 2147483647 h 88"/>
                <a:gd name="T66" fmla="*/ 2147483647 w 64"/>
                <a:gd name="T67" fmla="*/ 2147483647 h 88"/>
                <a:gd name="T68" fmla="*/ 2147483647 w 64"/>
                <a:gd name="T69" fmla="*/ 2147483647 h 88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64"/>
                <a:gd name="T106" fmla="*/ 0 h 88"/>
                <a:gd name="T107" fmla="*/ 64 w 64"/>
                <a:gd name="T108" fmla="*/ 88 h 88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64" h="88">
                  <a:moveTo>
                    <a:pt x="64" y="80"/>
                  </a:moveTo>
                  <a:lnTo>
                    <a:pt x="56" y="64"/>
                  </a:lnTo>
                  <a:lnTo>
                    <a:pt x="48" y="48"/>
                  </a:lnTo>
                  <a:lnTo>
                    <a:pt x="56" y="40"/>
                  </a:lnTo>
                  <a:lnTo>
                    <a:pt x="64" y="24"/>
                  </a:lnTo>
                  <a:lnTo>
                    <a:pt x="48" y="24"/>
                  </a:lnTo>
                  <a:lnTo>
                    <a:pt x="40" y="8"/>
                  </a:lnTo>
                  <a:lnTo>
                    <a:pt x="24" y="0"/>
                  </a:lnTo>
                  <a:lnTo>
                    <a:pt x="8" y="16"/>
                  </a:lnTo>
                  <a:lnTo>
                    <a:pt x="0" y="24"/>
                  </a:lnTo>
                  <a:lnTo>
                    <a:pt x="8" y="40"/>
                  </a:lnTo>
                  <a:lnTo>
                    <a:pt x="16" y="40"/>
                  </a:lnTo>
                  <a:lnTo>
                    <a:pt x="24" y="56"/>
                  </a:lnTo>
                  <a:lnTo>
                    <a:pt x="16" y="80"/>
                  </a:lnTo>
                  <a:lnTo>
                    <a:pt x="32" y="88"/>
                  </a:lnTo>
                  <a:lnTo>
                    <a:pt x="40" y="88"/>
                  </a:lnTo>
                  <a:lnTo>
                    <a:pt x="64" y="80"/>
                  </a:lnTo>
                  <a:lnTo>
                    <a:pt x="56" y="64"/>
                  </a:lnTo>
                  <a:lnTo>
                    <a:pt x="48" y="48"/>
                  </a:lnTo>
                  <a:lnTo>
                    <a:pt x="56" y="40"/>
                  </a:lnTo>
                  <a:lnTo>
                    <a:pt x="64" y="24"/>
                  </a:lnTo>
                  <a:lnTo>
                    <a:pt x="48" y="24"/>
                  </a:lnTo>
                  <a:lnTo>
                    <a:pt x="40" y="8"/>
                  </a:lnTo>
                  <a:lnTo>
                    <a:pt x="24" y="0"/>
                  </a:lnTo>
                  <a:lnTo>
                    <a:pt x="8" y="16"/>
                  </a:lnTo>
                  <a:lnTo>
                    <a:pt x="0" y="24"/>
                  </a:lnTo>
                  <a:lnTo>
                    <a:pt x="8" y="40"/>
                  </a:lnTo>
                  <a:lnTo>
                    <a:pt x="16" y="40"/>
                  </a:lnTo>
                  <a:lnTo>
                    <a:pt x="24" y="56"/>
                  </a:lnTo>
                  <a:lnTo>
                    <a:pt x="16" y="80"/>
                  </a:lnTo>
                  <a:lnTo>
                    <a:pt x="32" y="88"/>
                  </a:lnTo>
                  <a:lnTo>
                    <a:pt x="40" y="88"/>
                  </a:lnTo>
                  <a:lnTo>
                    <a:pt x="64" y="80"/>
                  </a:lnTo>
                  <a:close/>
                </a:path>
              </a:pathLst>
            </a:custGeom>
            <a:grpFill/>
            <a:ln w="3175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237" name="Freeform 790"/>
            <p:cNvSpPr>
              <a:spLocks/>
            </p:cNvSpPr>
            <p:nvPr/>
          </p:nvSpPr>
          <p:spPr bwMode="auto">
            <a:xfrm>
              <a:off x="1995157" y="3398613"/>
              <a:ext cx="42450" cy="51114"/>
            </a:xfrm>
            <a:custGeom>
              <a:avLst/>
              <a:gdLst>
                <a:gd name="T0" fmla="*/ 2147483647 w 40"/>
                <a:gd name="T1" fmla="*/ 2147483647 h 48"/>
                <a:gd name="T2" fmla="*/ 2147483647 w 40"/>
                <a:gd name="T3" fmla="*/ 2147483647 h 48"/>
                <a:gd name="T4" fmla="*/ 2147483647 w 40"/>
                <a:gd name="T5" fmla="*/ 2147483647 h 48"/>
                <a:gd name="T6" fmla="*/ 2147483647 w 40"/>
                <a:gd name="T7" fmla="*/ 2147483647 h 48"/>
                <a:gd name="T8" fmla="*/ 2147483647 w 40"/>
                <a:gd name="T9" fmla="*/ 2147483647 h 48"/>
                <a:gd name="T10" fmla="*/ 2147483647 w 40"/>
                <a:gd name="T11" fmla="*/ 0 h 48"/>
                <a:gd name="T12" fmla="*/ 2147483647 w 40"/>
                <a:gd name="T13" fmla="*/ 0 h 48"/>
                <a:gd name="T14" fmla="*/ 0 w 40"/>
                <a:gd name="T15" fmla="*/ 2147483647 h 48"/>
                <a:gd name="T16" fmla="*/ 2147483647 w 40"/>
                <a:gd name="T17" fmla="*/ 2147483647 h 4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40"/>
                <a:gd name="T28" fmla="*/ 0 h 48"/>
                <a:gd name="T29" fmla="*/ 40 w 40"/>
                <a:gd name="T30" fmla="*/ 48 h 48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40" h="48">
                  <a:moveTo>
                    <a:pt x="8" y="32"/>
                  </a:moveTo>
                  <a:lnTo>
                    <a:pt x="8" y="48"/>
                  </a:lnTo>
                  <a:lnTo>
                    <a:pt x="24" y="40"/>
                  </a:lnTo>
                  <a:lnTo>
                    <a:pt x="40" y="16"/>
                  </a:lnTo>
                  <a:lnTo>
                    <a:pt x="16" y="0"/>
                  </a:lnTo>
                  <a:lnTo>
                    <a:pt x="8" y="0"/>
                  </a:lnTo>
                  <a:lnTo>
                    <a:pt x="0" y="16"/>
                  </a:lnTo>
                  <a:lnTo>
                    <a:pt x="8" y="32"/>
                  </a:lnTo>
                  <a:close/>
                </a:path>
              </a:pathLst>
            </a:custGeom>
            <a:grpFill/>
            <a:ln w="3175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238" name="Freeform 791"/>
            <p:cNvSpPr>
              <a:spLocks/>
            </p:cNvSpPr>
            <p:nvPr/>
          </p:nvSpPr>
          <p:spPr bwMode="auto">
            <a:xfrm>
              <a:off x="1741322" y="3780665"/>
              <a:ext cx="262498" cy="542322"/>
            </a:xfrm>
            <a:custGeom>
              <a:avLst/>
              <a:gdLst>
                <a:gd name="T0" fmla="*/ 2147483647 w 248"/>
                <a:gd name="T1" fmla="*/ 2147483647 h 512"/>
                <a:gd name="T2" fmla="*/ 2147483647 w 248"/>
                <a:gd name="T3" fmla="*/ 2147483647 h 512"/>
                <a:gd name="T4" fmla="*/ 2147483647 w 248"/>
                <a:gd name="T5" fmla="*/ 2147483647 h 512"/>
                <a:gd name="T6" fmla="*/ 2147483647 w 248"/>
                <a:gd name="T7" fmla="*/ 2147483647 h 512"/>
                <a:gd name="T8" fmla="*/ 2147483647 w 248"/>
                <a:gd name="T9" fmla="*/ 2147483647 h 512"/>
                <a:gd name="T10" fmla="*/ 2147483647 w 248"/>
                <a:gd name="T11" fmla="*/ 2147483647 h 512"/>
                <a:gd name="T12" fmla="*/ 2147483647 w 248"/>
                <a:gd name="T13" fmla="*/ 2147483647 h 512"/>
                <a:gd name="T14" fmla="*/ 2147483647 w 248"/>
                <a:gd name="T15" fmla="*/ 2147483647 h 512"/>
                <a:gd name="T16" fmla="*/ 2147483647 w 248"/>
                <a:gd name="T17" fmla="*/ 2147483647 h 512"/>
                <a:gd name="T18" fmla="*/ 2147483647 w 248"/>
                <a:gd name="T19" fmla="*/ 2147483647 h 512"/>
                <a:gd name="T20" fmla="*/ 2147483647 w 248"/>
                <a:gd name="T21" fmla="*/ 2147483647 h 512"/>
                <a:gd name="T22" fmla="*/ 2147483647 w 248"/>
                <a:gd name="T23" fmla="*/ 2147483647 h 512"/>
                <a:gd name="T24" fmla="*/ 2147483647 w 248"/>
                <a:gd name="T25" fmla="*/ 2147483647 h 512"/>
                <a:gd name="T26" fmla="*/ 2147483647 w 248"/>
                <a:gd name="T27" fmla="*/ 2147483647 h 512"/>
                <a:gd name="T28" fmla="*/ 2147483647 w 248"/>
                <a:gd name="T29" fmla="*/ 0 h 512"/>
                <a:gd name="T30" fmla="*/ 2147483647 w 248"/>
                <a:gd name="T31" fmla="*/ 0 h 512"/>
                <a:gd name="T32" fmla="*/ 2147483647 w 248"/>
                <a:gd name="T33" fmla="*/ 2147483647 h 512"/>
                <a:gd name="T34" fmla="*/ 2147483647 w 248"/>
                <a:gd name="T35" fmla="*/ 0 h 512"/>
                <a:gd name="T36" fmla="*/ 2147483647 w 248"/>
                <a:gd name="T37" fmla="*/ 0 h 512"/>
                <a:gd name="T38" fmla="*/ 2147483647 w 248"/>
                <a:gd name="T39" fmla="*/ 2147483647 h 512"/>
                <a:gd name="T40" fmla="*/ 2147483647 w 248"/>
                <a:gd name="T41" fmla="*/ 2147483647 h 512"/>
                <a:gd name="T42" fmla="*/ 2147483647 w 248"/>
                <a:gd name="T43" fmla="*/ 2147483647 h 512"/>
                <a:gd name="T44" fmla="*/ 2147483647 w 248"/>
                <a:gd name="T45" fmla="*/ 2147483647 h 512"/>
                <a:gd name="T46" fmla="*/ 2147483647 w 248"/>
                <a:gd name="T47" fmla="*/ 2147483647 h 512"/>
                <a:gd name="T48" fmla="*/ 2147483647 w 248"/>
                <a:gd name="T49" fmla="*/ 2147483647 h 512"/>
                <a:gd name="T50" fmla="*/ 2147483647 w 248"/>
                <a:gd name="T51" fmla="*/ 2147483647 h 512"/>
                <a:gd name="T52" fmla="*/ 2147483647 w 248"/>
                <a:gd name="T53" fmla="*/ 2147483647 h 512"/>
                <a:gd name="T54" fmla="*/ 2147483647 w 248"/>
                <a:gd name="T55" fmla="*/ 2147483647 h 512"/>
                <a:gd name="T56" fmla="*/ 2147483647 w 248"/>
                <a:gd name="T57" fmla="*/ 2147483647 h 512"/>
                <a:gd name="T58" fmla="*/ 2147483647 w 248"/>
                <a:gd name="T59" fmla="*/ 2147483647 h 512"/>
                <a:gd name="T60" fmla="*/ 2147483647 w 248"/>
                <a:gd name="T61" fmla="*/ 2147483647 h 512"/>
                <a:gd name="T62" fmla="*/ 2147483647 w 248"/>
                <a:gd name="T63" fmla="*/ 2147483647 h 512"/>
                <a:gd name="T64" fmla="*/ 0 w 248"/>
                <a:gd name="T65" fmla="*/ 2147483647 h 512"/>
                <a:gd name="T66" fmla="*/ 2147483647 w 248"/>
                <a:gd name="T67" fmla="*/ 2147483647 h 512"/>
                <a:gd name="T68" fmla="*/ 2147483647 w 248"/>
                <a:gd name="T69" fmla="*/ 2147483647 h 512"/>
                <a:gd name="T70" fmla="*/ 2147483647 w 248"/>
                <a:gd name="T71" fmla="*/ 2147483647 h 512"/>
                <a:gd name="T72" fmla="*/ 2147483647 w 248"/>
                <a:gd name="T73" fmla="*/ 2147483647 h 512"/>
                <a:gd name="T74" fmla="*/ 2147483647 w 248"/>
                <a:gd name="T75" fmla="*/ 2147483647 h 512"/>
                <a:gd name="T76" fmla="*/ 2147483647 w 248"/>
                <a:gd name="T77" fmla="*/ 2147483647 h 512"/>
                <a:gd name="T78" fmla="*/ 2147483647 w 248"/>
                <a:gd name="T79" fmla="*/ 2147483647 h 512"/>
                <a:gd name="T80" fmla="*/ 2147483647 w 248"/>
                <a:gd name="T81" fmla="*/ 2147483647 h 512"/>
                <a:gd name="T82" fmla="*/ 2147483647 w 248"/>
                <a:gd name="T83" fmla="*/ 2147483647 h 512"/>
                <a:gd name="T84" fmla="*/ 2147483647 w 248"/>
                <a:gd name="T85" fmla="*/ 2147483647 h 512"/>
                <a:gd name="T86" fmla="*/ 2147483647 w 248"/>
                <a:gd name="T87" fmla="*/ 2147483647 h 512"/>
                <a:gd name="T88" fmla="*/ 2147483647 w 248"/>
                <a:gd name="T89" fmla="*/ 2147483647 h 512"/>
                <a:gd name="T90" fmla="*/ 2147483647 w 248"/>
                <a:gd name="T91" fmla="*/ 2147483647 h 512"/>
                <a:gd name="T92" fmla="*/ 2147483647 w 248"/>
                <a:gd name="T93" fmla="*/ 2147483647 h 512"/>
                <a:gd name="T94" fmla="*/ 2147483647 w 248"/>
                <a:gd name="T95" fmla="*/ 2147483647 h 512"/>
                <a:gd name="T96" fmla="*/ 2147483647 w 248"/>
                <a:gd name="T97" fmla="*/ 2147483647 h 512"/>
                <a:gd name="T98" fmla="*/ 2147483647 w 248"/>
                <a:gd name="T99" fmla="*/ 2147483647 h 512"/>
                <a:gd name="T100" fmla="*/ 2147483647 w 248"/>
                <a:gd name="T101" fmla="*/ 2147483647 h 512"/>
                <a:gd name="T102" fmla="*/ 2147483647 w 248"/>
                <a:gd name="T103" fmla="*/ 2147483647 h 512"/>
                <a:gd name="T104" fmla="*/ 2147483647 w 248"/>
                <a:gd name="T105" fmla="*/ 2147483647 h 512"/>
                <a:gd name="T106" fmla="*/ 2147483647 w 248"/>
                <a:gd name="T107" fmla="*/ 2147483647 h 512"/>
                <a:gd name="T108" fmla="*/ 2147483647 w 248"/>
                <a:gd name="T109" fmla="*/ 2147483647 h 512"/>
                <a:gd name="T110" fmla="*/ 2147483647 w 248"/>
                <a:gd name="T111" fmla="*/ 2147483647 h 512"/>
                <a:gd name="T112" fmla="*/ 2147483647 w 248"/>
                <a:gd name="T113" fmla="*/ 2147483647 h 512"/>
                <a:gd name="T114" fmla="*/ 2147483647 w 248"/>
                <a:gd name="T115" fmla="*/ 2147483647 h 512"/>
                <a:gd name="T116" fmla="*/ 2147483647 w 248"/>
                <a:gd name="T117" fmla="*/ 2147483647 h 512"/>
                <a:gd name="T118" fmla="*/ 2147483647 w 248"/>
                <a:gd name="T119" fmla="*/ 2147483647 h 512"/>
                <a:gd name="T120" fmla="*/ 2147483647 w 248"/>
                <a:gd name="T121" fmla="*/ 2147483647 h 512"/>
                <a:gd name="T122" fmla="*/ 2147483647 w 248"/>
                <a:gd name="T123" fmla="*/ 2147483647 h 512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w 248"/>
                <a:gd name="T187" fmla="*/ 0 h 512"/>
                <a:gd name="T188" fmla="*/ 248 w 248"/>
                <a:gd name="T189" fmla="*/ 512 h 512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T186" t="T187" r="T188" b="T189"/>
              <a:pathLst>
                <a:path w="248" h="512">
                  <a:moveTo>
                    <a:pt x="192" y="144"/>
                  </a:moveTo>
                  <a:lnTo>
                    <a:pt x="192" y="128"/>
                  </a:lnTo>
                  <a:lnTo>
                    <a:pt x="200" y="112"/>
                  </a:lnTo>
                  <a:lnTo>
                    <a:pt x="232" y="88"/>
                  </a:lnTo>
                  <a:lnTo>
                    <a:pt x="240" y="80"/>
                  </a:lnTo>
                  <a:lnTo>
                    <a:pt x="248" y="56"/>
                  </a:lnTo>
                  <a:lnTo>
                    <a:pt x="248" y="48"/>
                  </a:lnTo>
                  <a:lnTo>
                    <a:pt x="232" y="56"/>
                  </a:lnTo>
                  <a:lnTo>
                    <a:pt x="208" y="72"/>
                  </a:lnTo>
                  <a:lnTo>
                    <a:pt x="192" y="64"/>
                  </a:lnTo>
                  <a:lnTo>
                    <a:pt x="192" y="40"/>
                  </a:lnTo>
                  <a:lnTo>
                    <a:pt x="184" y="32"/>
                  </a:lnTo>
                  <a:lnTo>
                    <a:pt x="160" y="24"/>
                  </a:lnTo>
                  <a:lnTo>
                    <a:pt x="144" y="16"/>
                  </a:lnTo>
                  <a:lnTo>
                    <a:pt x="136" y="0"/>
                  </a:lnTo>
                  <a:lnTo>
                    <a:pt x="120" y="0"/>
                  </a:lnTo>
                  <a:lnTo>
                    <a:pt x="112" y="8"/>
                  </a:lnTo>
                  <a:lnTo>
                    <a:pt x="96" y="0"/>
                  </a:lnTo>
                  <a:lnTo>
                    <a:pt x="88" y="0"/>
                  </a:lnTo>
                  <a:lnTo>
                    <a:pt x="80" y="8"/>
                  </a:lnTo>
                  <a:lnTo>
                    <a:pt x="80" y="24"/>
                  </a:lnTo>
                  <a:lnTo>
                    <a:pt x="64" y="40"/>
                  </a:lnTo>
                  <a:lnTo>
                    <a:pt x="64" y="64"/>
                  </a:lnTo>
                  <a:lnTo>
                    <a:pt x="56" y="80"/>
                  </a:lnTo>
                  <a:lnTo>
                    <a:pt x="48" y="128"/>
                  </a:lnTo>
                  <a:lnTo>
                    <a:pt x="48" y="168"/>
                  </a:lnTo>
                  <a:lnTo>
                    <a:pt x="24" y="224"/>
                  </a:lnTo>
                  <a:lnTo>
                    <a:pt x="24" y="280"/>
                  </a:lnTo>
                  <a:lnTo>
                    <a:pt x="24" y="304"/>
                  </a:lnTo>
                  <a:lnTo>
                    <a:pt x="16" y="336"/>
                  </a:lnTo>
                  <a:lnTo>
                    <a:pt x="24" y="352"/>
                  </a:lnTo>
                  <a:lnTo>
                    <a:pt x="16" y="416"/>
                  </a:lnTo>
                  <a:lnTo>
                    <a:pt x="0" y="440"/>
                  </a:lnTo>
                  <a:lnTo>
                    <a:pt x="8" y="464"/>
                  </a:lnTo>
                  <a:lnTo>
                    <a:pt x="16" y="488"/>
                  </a:lnTo>
                  <a:lnTo>
                    <a:pt x="80" y="512"/>
                  </a:lnTo>
                  <a:lnTo>
                    <a:pt x="64" y="496"/>
                  </a:lnTo>
                  <a:lnTo>
                    <a:pt x="56" y="472"/>
                  </a:lnTo>
                  <a:lnTo>
                    <a:pt x="64" y="448"/>
                  </a:lnTo>
                  <a:lnTo>
                    <a:pt x="80" y="424"/>
                  </a:lnTo>
                  <a:lnTo>
                    <a:pt x="88" y="416"/>
                  </a:lnTo>
                  <a:lnTo>
                    <a:pt x="96" y="392"/>
                  </a:lnTo>
                  <a:lnTo>
                    <a:pt x="88" y="384"/>
                  </a:lnTo>
                  <a:lnTo>
                    <a:pt x="80" y="368"/>
                  </a:lnTo>
                  <a:lnTo>
                    <a:pt x="96" y="344"/>
                  </a:lnTo>
                  <a:lnTo>
                    <a:pt x="112" y="328"/>
                  </a:lnTo>
                  <a:lnTo>
                    <a:pt x="120" y="304"/>
                  </a:lnTo>
                  <a:lnTo>
                    <a:pt x="120" y="296"/>
                  </a:lnTo>
                  <a:lnTo>
                    <a:pt x="112" y="296"/>
                  </a:lnTo>
                  <a:lnTo>
                    <a:pt x="112" y="288"/>
                  </a:lnTo>
                  <a:lnTo>
                    <a:pt x="136" y="280"/>
                  </a:lnTo>
                  <a:lnTo>
                    <a:pt x="144" y="264"/>
                  </a:lnTo>
                  <a:lnTo>
                    <a:pt x="152" y="248"/>
                  </a:lnTo>
                  <a:lnTo>
                    <a:pt x="192" y="232"/>
                  </a:lnTo>
                  <a:lnTo>
                    <a:pt x="200" y="224"/>
                  </a:lnTo>
                  <a:lnTo>
                    <a:pt x="208" y="224"/>
                  </a:lnTo>
                  <a:lnTo>
                    <a:pt x="216" y="200"/>
                  </a:lnTo>
                  <a:lnTo>
                    <a:pt x="208" y="184"/>
                  </a:lnTo>
                  <a:lnTo>
                    <a:pt x="192" y="176"/>
                  </a:lnTo>
                  <a:lnTo>
                    <a:pt x="208" y="176"/>
                  </a:lnTo>
                  <a:lnTo>
                    <a:pt x="192" y="168"/>
                  </a:lnTo>
                  <a:lnTo>
                    <a:pt x="192" y="144"/>
                  </a:lnTo>
                  <a:close/>
                </a:path>
              </a:pathLst>
            </a:custGeom>
            <a:grpFill/>
            <a:ln w="3175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239" name="Freeform 792"/>
            <p:cNvSpPr>
              <a:spLocks/>
            </p:cNvSpPr>
            <p:nvPr/>
          </p:nvSpPr>
          <p:spPr bwMode="auto">
            <a:xfrm>
              <a:off x="1885133" y="3746877"/>
              <a:ext cx="118687" cy="110024"/>
            </a:xfrm>
            <a:custGeom>
              <a:avLst/>
              <a:gdLst>
                <a:gd name="T0" fmla="*/ 2147483647 w 112"/>
                <a:gd name="T1" fmla="*/ 0 h 104"/>
                <a:gd name="T2" fmla="*/ 0 w 112"/>
                <a:gd name="T3" fmla="*/ 2147483647 h 104"/>
                <a:gd name="T4" fmla="*/ 0 w 112"/>
                <a:gd name="T5" fmla="*/ 2147483647 h 104"/>
                <a:gd name="T6" fmla="*/ 2147483647 w 112"/>
                <a:gd name="T7" fmla="*/ 2147483647 h 104"/>
                <a:gd name="T8" fmla="*/ 2147483647 w 112"/>
                <a:gd name="T9" fmla="*/ 2147483647 h 104"/>
                <a:gd name="T10" fmla="*/ 2147483647 w 112"/>
                <a:gd name="T11" fmla="*/ 2147483647 h 104"/>
                <a:gd name="T12" fmla="*/ 2147483647 w 112"/>
                <a:gd name="T13" fmla="*/ 2147483647 h 104"/>
                <a:gd name="T14" fmla="*/ 2147483647 w 112"/>
                <a:gd name="T15" fmla="*/ 2147483647 h 104"/>
                <a:gd name="T16" fmla="*/ 2147483647 w 112"/>
                <a:gd name="T17" fmla="*/ 2147483647 h 104"/>
                <a:gd name="T18" fmla="*/ 2147483647 w 112"/>
                <a:gd name="T19" fmla="*/ 2147483647 h 104"/>
                <a:gd name="T20" fmla="*/ 2147483647 w 112"/>
                <a:gd name="T21" fmla="*/ 2147483647 h 104"/>
                <a:gd name="T22" fmla="*/ 2147483647 w 112"/>
                <a:gd name="T23" fmla="*/ 2147483647 h 104"/>
                <a:gd name="T24" fmla="*/ 2147483647 w 112"/>
                <a:gd name="T25" fmla="*/ 2147483647 h 104"/>
                <a:gd name="T26" fmla="*/ 2147483647 w 112"/>
                <a:gd name="T27" fmla="*/ 2147483647 h 104"/>
                <a:gd name="T28" fmla="*/ 2147483647 w 112"/>
                <a:gd name="T29" fmla="*/ 2147483647 h 104"/>
                <a:gd name="T30" fmla="*/ 2147483647 w 112"/>
                <a:gd name="T31" fmla="*/ 2147483647 h 104"/>
                <a:gd name="T32" fmla="*/ 2147483647 w 112"/>
                <a:gd name="T33" fmla="*/ 2147483647 h 104"/>
                <a:gd name="T34" fmla="*/ 2147483647 w 112"/>
                <a:gd name="T35" fmla="*/ 0 h 104"/>
                <a:gd name="T36" fmla="*/ 2147483647 w 112"/>
                <a:gd name="T37" fmla="*/ 0 h 104"/>
                <a:gd name="T38" fmla="*/ 2147483647 w 112"/>
                <a:gd name="T39" fmla="*/ 0 h 104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112"/>
                <a:gd name="T61" fmla="*/ 0 h 104"/>
                <a:gd name="T62" fmla="*/ 112 w 112"/>
                <a:gd name="T63" fmla="*/ 104 h 104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112" h="104">
                  <a:moveTo>
                    <a:pt x="32" y="0"/>
                  </a:moveTo>
                  <a:lnTo>
                    <a:pt x="0" y="24"/>
                  </a:lnTo>
                  <a:lnTo>
                    <a:pt x="0" y="32"/>
                  </a:lnTo>
                  <a:lnTo>
                    <a:pt x="8" y="48"/>
                  </a:lnTo>
                  <a:lnTo>
                    <a:pt x="24" y="56"/>
                  </a:lnTo>
                  <a:lnTo>
                    <a:pt x="48" y="64"/>
                  </a:lnTo>
                  <a:lnTo>
                    <a:pt x="56" y="72"/>
                  </a:lnTo>
                  <a:lnTo>
                    <a:pt x="56" y="96"/>
                  </a:lnTo>
                  <a:lnTo>
                    <a:pt x="72" y="104"/>
                  </a:lnTo>
                  <a:lnTo>
                    <a:pt x="96" y="88"/>
                  </a:lnTo>
                  <a:lnTo>
                    <a:pt x="112" y="80"/>
                  </a:lnTo>
                  <a:lnTo>
                    <a:pt x="104" y="72"/>
                  </a:lnTo>
                  <a:lnTo>
                    <a:pt x="104" y="56"/>
                  </a:lnTo>
                  <a:lnTo>
                    <a:pt x="96" y="56"/>
                  </a:lnTo>
                  <a:lnTo>
                    <a:pt x="80" y="32"/>
                  </a:lnTo>
                  <a:lnTo>
                    <a:pt x="72" y="24"/>
                  </a:lnTo>
                  <a:lnTo>
                    <a:pt x="56" y="8"/>
                  </a:lnTo>
                  <a:lnTo>
                    <a:pt x="56" y="0"/>
                  </a:lnTo>
                  <a:lnTo>
                    <a:pt x="48" y="0"/>
                  </a:lnTo>
                  <a:lnTo>
                    <a:pt x="32" y="0"/>
                  </a:lnTo>
                  <a:close/>
                </a:path>
              </a:pathLst>
            </a:custGeom>
            <a:grpFill/>
            <a:ln w="3175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240" name="Freeform 793"/>
            <p:cNvSpPr>
              <a:spLocks/>
            </p:cNvSpPr>
            <p:nvPr/>
          </p:nvSpPr>
          <p:spPr bwMode="auto">
            <a:xfrm>
              <a:off x="1944043" y="3899352"/>
              <a:ext cx="68440" cy="84900"/>
            </a:xfrm>
            <a:custGeom>
              <a:avLst/>
              <a:gdLst>
                <a:gd name="T0" fmla="*/ 2147483647 w 64"/>
                <a:gd name="T1" fmla="*/ 2147483647 h 80"/>
                <a:gd name="T2" fmla="*/ 2147483647 w 64"/>
                <a:gd name="T3" fmla="*/ 2147483647 h 80"/>
                <a:gd name="T4" fmla="*/ 2147483647 w 64"/>
                <a:gd name="T5" fmla="*/ 0 h 80"/>
                <a:gd name="T6" fmla="*/ 0 w 64"/>
                <a:gd name="T7" fmla="*/ 2147483647 h 80"/>
                <a:gd name="T8" fmla="*/ 0 w 64"/>
                <a:gd name="T9" fmla="*/ 2147483647 h 80"/>
                <a:gd name="T10" fmla="*/ 0 w 64"/>
                <a:gd name="T11" fmla="*/ 2147483647 h 80"/>
                <a:gd name="T12" fmla="*/ 2147483647 w 64"/>
                <a:gd name="T13" fmla="*/ 2147483647 h 80"/>
                <a:gd name="T14" fmla="*/ 2147483647 w 64"/>
                <a:gd name="T15" fmla="*/ 2147483647 h 80"/>
                <a:gd name="T16" fmla="*/ 2147483647 w 64"/>
                <a:gd name="T17" fmla="*/ 2147483647 h 80"/>
                <a:gd name="T18" fmla="*/ 2147483647 w 64"/>
                <a:gd name="T19" fmla="*/ 2147483647 h 80"/>
                <a:gd name="T20" fmla="*/ 2147483647 w 64"/>
                <a:gd name="T21" fmla="*/ 2147483647 h 80"/>
                <a:gd name="T22" fmla="*/ 2147483647 w 64"/>
                <a:gd name="T23" fmla="*/ 2147483647 h 80"/>
                <a:gd name="T24" fmla="*/ 2147483647 w 64"/>
                <a:gd name="T25" fmla="*/ 2147483647 h 80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64"/>
                <a:gd name="T40" fmla="*/ 0 h 80"/>
                <a:gd name="T41" fmla="*/ 64 w 64"/>
                <a:gd name="T42" fmla="*/ 80 h 80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64" h="80">
                  <a:moveTo>
                    <a:pt x="40" y="16"/>
                  </a:moveTo>
                  <a:lnTo>
                    <a:pt x="24" y="8"/>
                  </a:lnTo>
                  <a:lnTo>
                    <a:pt x="8" y="0"/>
                  </a:lnTo>
                  <a:lnTo>
                    <a:pt x="0" y="16"/>
                  </a:lnTo>
                  <a:lnTo>
                    <a:pt x="0" y="32"/>
                  </a:lnTo>
                  <a:lnTo>
                    <a:pt x="0" y="56"/>
                  </a:lnTo>
                  <a:lnTo>
                    <a:pt x="16" y="64"/>
                  </a:lnTo>
                  <a:lnTo>
                    <a:pt x="24" y="72"/>
                  </a:lnTo>
                  <a:lnTo>
                    <a:pt x="40" y="80"/>
                  </a:lnTo>
                  <a:lnTo>
                    <a:pt x="64" y="64"/>
                  </a:lnTo>
                  <a:lnTo>
                    <a:pt x="64" y="56"/>
                  </a:lnTo>
                  <a:lnTo>
                    <a:pt x="56" y="32"/>
                  </a:lnTo>
                  <a:lnTo>
                    <a:pt x="40" y="16"/>
                  </a:lnTo>
                  <a:close/>
                </a:path>
              </a:pathLst>
            </a:custGeom>
            <a:grpFill/>
            <a:ln w="3175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241" name="Freeform 794"/>
            <p:cNvSpPr>
              <a:spLocks/>
            </p:cNvSpPr>
            <p:nvPr/>
          </p:nvSpPr>
          <p:spPr bwMode="auto">
            <a:xfrm>
              <a:off x="1791569" y="3610864"/>
              <a:ext cx="152474" cy="178464"/>
            </a:xfrm>
            <a:custGeom>
              <a:avLst/>
              <a:gdLst>
                <a:gd name="T0" fmla="*/ 2147483647 w 144"/>
                <a:gd name="T1" fmla="*/ 2147483647 h 168"/>
                <a:gd name="T2" fmla="*/ 2147483647 w 144"/>
                <a:gd name="T3" fmla="*/ 2147483647 h 168"/>
                <a:gd name="T4" fmla="*/ 2147483647 w 144"/>
                <a:gd name="T5" fmla="*/ 2147483647 h 168"/>
                <a:gd name="T6" fmla="*/ 2147483647 w 144"/>
                <a:gd name="T7" fmla="*/ 2147483647 h 168"/>
                <a:gd name="T8" fmla="*/ 2147483647 w 144"/>
                <a:gd name="T9" fmla="*/ 2147483647 h 168"/>
                <a:gd name="T10" fmla="*/ 2147483647 w 144"/>
                <a:gd name="T11" fmla="*/ 2147483647 h 168"/>
                <a:gd name="T12" fmla="*/ 2147483647 w 144"/>
                <a:gd name="T13" fmla="*/ 2147483647 h 168"/>
                <a:gd name="T14" fmla="*/ 2147483647 w 144"/>
                <a:gd name="T15" fmla="*/ 2147483647 h 168"/>
                <a:gd name="T16" fmla="*/ 2147483647 w 144"/>
                <a:gd name="T17" fmla="*/ 2147483647 h 168"/>
                <a:gd name="T18" fmla="*/ 2147483647 w 144"/>
                <a:gd name="T19" fmla="*/ 2147483647 h 168"/>
                <a:gd name="T20" fmla="*/ 2147483647 w 144"/>
                <a:gd name="T21" fmla="*/ 2147483647 h 168"/>
                <a:gd name="T22" fmla="*/ 2147483647 w 144"/>
                <a:gd name="T23" fmla="*/ 2147483647 h 168"/>
                <a:gd name="T24" fmla="*/ 2147483647 w 144"/>
                <a:gd name="T25" fmla="*/ 2147483647 h 168"/>
                <a:gd name="T26" fmla="*/ 2147483647 w 144"/>
                <a:gd name="T27" fmla="*/ 0 h 168"/>
                <a:gd name="T28" fmla="*/ 2147483647 w 144"/>
                <a:gd name="T29" fmla="*/ 2147483647 h 168"/>
                <a:gd name="T30" fmla="*/ 0 w 144"/>
                <a:gd name="T31" fmla="*/ 2147483647 h 168"/>
                <a:gd name="T32" fmla="*/ 2147483647 w 144"/>
                <a:gd name="T33" fmla="*/ 2147483647 h 168"/>
                <a:gd name="T34" fmla="*/ 2147483647 w 144"/>
                <a:gd name="T35" fmla="*/ 2147483647 h 168"/>
                <a:gd name="T36" fmla="*/ 0 w 144"/>
                <a:gd name="T37" fmla="*/ 2147483647 h 168"/>
                <a:gd name="T38" fmla="*/ 0 w 144"/>
                <a:gd name="T39" fmla="*/ 2147483647 h 168"/>
                <a:gd name="T40" fmla="*/ 2147483647 w 144"/>
                <a:gd name="T41" fmla="*/ 2147483647 h 168"/>
                <a:gd name="T42" fmla="*/ 2147483647 w 144"/>
                <a:gd name="T43" fmla="*/ 2147483647 h 168"/>
                <a:gd name="T44" fmla="*/ 2147483647 w 144"/>
                <a:gd name="T45" fmla="*/ 2147483647 h 168"/>
                <a:gd name="T46" fmla="*/ 2147483647 w 144"/>
                <a:gd name="T47" fmla="*/ 2147483647 h 168"/>
                <a:gd name="T48" fmla="*/ 2147483647 w 144"/>
                <a:gd name="T49" fmla="*/ 2147483647 h 168"/>
                <a:gd name="T50" fmla="*/ 2147483647 w 144"/>
                <a:gd name="T51" fmla="*/ 2147483647 h 168"/>
                <a:gd name="T52" fmla="*/ 2147483647 w 144"/>
                <a:gd name="T53" fmla="*/ 2147483647 h 168"/>
                <a:gd name="T54" fmla="*/ 2147483647 w 144"/>
                <a:gd name="T55" fmla="*/ 2147483647 h 168"/>
                <a:gd name="T56" fmla="*/ 2147483647 w 144"/>
                <a:gd name="T57" fmla="*/ 2147483647 h 168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w 144"/>
                <a:gd name="T88" fmla="*/ 0 h 168"/>
                <a:gd name="T89" fmla="*/ 144 w 144"/>
                <a:gd name="T90" fmla="*/ 168 h 168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T87" t="T88" r="T89" b="T90"/>
              <a:pathLst>
                <a:path w="144" h="168">
                  <a:moveTo>
                    <a:pt x="88" y="160"/>
                  </a:moveTo>
                  <a:lnTo>
                    <a:pt x="88" y="152"/>
                  </a:lnTo>
                  <a:lnTo>
                    <a:pt x="120" y="128"/>
                  </a:lnTo>
                  <a:lnTo>
                    <a:pt x="136" y="128"/>
                  </a:lnTo>
                  <a:lnTo>
                    <a:pt x="144" y="128"/>
                  </a:lnTo>
                  <a:lnTo>
                    <a:pt x="144" y="104"/>
                  </a:lnTo>
                  <a:lnTo>
                    <a:pt x="144" y="88"/>
                  </a:lnTo>
                  <a:lnTo>
                    <a:pt x="120" y="80"/>
                  </a:lnTo>
                  <a:lnTo>
                    <a:pt x="112" y="72"/>
                  </a:lnTo>
                  <a:lnTo>
                    <a:pt x="112" y="56"/>
                  </a:lnTo>
                  <a:lnTo>
                    <a:pt x="88" y="40"/>
                  </a:lnTo>
                  <a:lnTo>
                    <a:pt x="64" y="32"/>
                  </a:lnTo>
                  <a:lnTo>
                    <a:pt x="56" y="8"/>
                  </a:lnTo>
                  <a:lnTo>
                    <a:pt x="32" y="0"/>
                  </a:lnTo>
                  <a:lnTo>
                    <a:pt x="16" y="16"/>
                  </a:lnTo>
                  <a:lnTo>
                    <a:pt x="0" y="16"/>
                  </a:lnTo>
                  <a:lnTo>
                    <a:pt x="8" y="32"/>
                  </a:lnTo>
                  <a:lnTo>
                    <a:pt x="8" y="64"/>
                  </a:lnTo>
                  <a:lnTo>
                    <a:pt x="0" y="88"/>
                  </a:lnTo>
                  <a:lnTo>
                    <a:pt x="0" y="104"/>
                  </a:lnTo>
                  <a:lnTo>
                    <a:pt x="16" y="112"/>
                  </a:lnTo>
                  <a:lnTo>
                    <a:pt x="8" y="128"/>
                  </a:lnTo>
                  <a:lnTo>
                    <a:pt x="24" y="160"/>
                  </a:lnTo>
                  <a:lnTo>
                    <a:pt x="32" y="168"/>
                  </a:lnTo>
                  <a:lnTo>
                    <a:pt x="40" y="160"/>
                  </a:lnTo>
                  <a:lnTo>
                    <a:pt x="48" y="160"/>
                  </a:lnTo>
                  <a:lnTo>
                    <a:pt x="64" y="168"/>
                  </a:lnTo>
                  <a:lnTo>
                    <a:pt x="72" y="160"/>
                  </a:lnTo>
                  <a:lnTo>
                    <a:pt x="88" y="160"/>
                  </a:lnTo>
                  <a:close/>
                </a:path>
              </a:pathLst>
            </a:custGeom>
            <a:grpFill/>
            <a:ln w="3175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242" name="Freeform 795"/>
            <p:cNvSpPr>
              <a:spLocks/>
            </p:cNvSpPr>
            <p:nvPr/>
          </p:nvSpPr>
          <p:spPr bwMode="auto">
            <a:xfrm>
              <a:off x="1741322" y="3407276"/>
              <a:ext cx="517199" cy="550986"/>
            </a:xfrm>
            <a:custGeom>
              <a:avLst/>
              <a:gdLst>
                <a:gd name="T0" fmla="*/ 2147483647 w 488"/>
                <a:gd name="T1" fmla="*/ 2147483647 h 520"/>
                <a:gd name="T2" fmla="*/ 2147483647 w 488"/>
                <a:gd name="T3" fmla="*/ 2147483647 h 520"/>
                <a:gd name="T4" fmla="*/ 2147483647 w 488"/>
                <a:gd name="T5" fmla="*/ 2147483647 h 520"/>
                <a:gd name="T6" fmla="*/ 2147483647 w 488"/>
                <a:gd name="T7" fmla="*/ 2147483647 h 520"/>
                <a:gd name="T8" fmla="*/ 2147483647 w 488"/>
                <a:gd name="T9" fmla="*/ 2147483647 h 520"/>
                <a:gd name="T10" fmla="*/ 2147483647 w 488"/>
                <a:gd name="T11" fmla="*/ 2147483647 h 520"/>
                <a:gd name="T12" fmla="*/ 2147483647 w 488"/>
                <a:gd name="T13" fmla="*/ 2147483647 h 520"/>
                <a:gd name="T14" fmla="*/ 2147483647 w 488"/>
                <a:gd name="T15" fmla="*/ 2147483647 h 520"/>
                <a:gd name="T16" fmla="*/ 2147483647 w 488"/>
                <a:gd name="T17" fmla="*/ 2147483647 h 520"/>
                <a:gd name="T18" fmla="*/ 2147483647 w 488"/>
                <a:gd name="T19" fmla="*/ 2147483647 h 520"/>
                <a:gd name="T20" fmla="*/ 2147483647 w 488"/>
                <a:gd name="T21" fmla="*/ 2147483647 h 520"/>
                <a:gd name="T22" fmla="*/ 2147483647 w 488"/>
                <a:gd name="T23" fmla="*/ 2147483647 h 520"/>
                <a:gd name="T24" fmla="*/ 2147483647 w 488"/>
                <a:gd name="T25" fmla="*/ 2147483647 h 520"/>
                <a:gd name="T26" fmla="*/ 2147483647 w 488"/>
                <a:gd name="T27" fmla="*/ 2147483647 h 520"/>
                <a:gd name="T28" fmla="*/ 2147483647 w 488"/>
                <a:gd name="T29" fmla="*/ 2147483647 h 520"/>
                <a:gd name="T30" fmla="*/ 2147483647 w 488"/>
                <a:gd name="T31" fmla="*/ 2147483647 h 520"/>
                <a:gd name="T32" fmla="*/ 2147483647 w 488"/>
                <a:gd name="T33" fmla="*/ 2147483647 h 520"/>
                <a:gd name="T34" fmla="*/ 2147483647 w 488"/>
                <a:gd name="T35" fmla="*/ 2147483647 h 520"/>
                <a:gd name="T36" fmla="*/ 2147483647 w 488"/>
                <a:gd name="T37" fmla="*/ 2147483647 h 520"/>
                <a:gd name="T38" fmla="*/ 2147483647 w 488"/>
                <a:gd name="T39" fmla="*/ 2147483647 h 520"/>
                <a:gd name="T40" fmla="*/ 2147483647 w 488"/>
                <a:gd name="T41" fmla="*/ 2147483647 h 520"/>
                <a:gd name="T42" fmla="*/ 2147483647 w 488"/>
                <a:gd name="T43" fmla="*/ 2147483647 h 520"/>
                <a:gd name="T44" fmla="*/ 2147483647 w 488"/>
                <a:gd name="T45" fmla="*/ 2147483647 h 520"/>
                <a:gd name="T46" fmla="*/ 2147483647 w 488"/>
                <a:gd name="T47" fmla="*/ 0 h 520"/>
                <a:gd name="T48" fmla="*/ 2147483647 w 488"/>
                <a:gd name="T49" fmla="*/ 2147483647 h 520"/>
                <a:gd name="T50" fmla="*/ 2147483647 w 488"/>
                <a:gd name="T51" fmla="*/ 2147483647 h 520"/>
                <a:gd name="T52" fmla="*/ 2147483647 w 488"/>
                <a:gd name="T53" fmla="*/ 2147483647 h 520"/>
                <a:gd name="T54" fmla="*/ 2147483647 w 488"/>
                <a:gd name="T55" fmla="*/ 2147483647 h 520"/>
                <a:gd name="T56" fmla="*/ 2147483647 w 488"/>
                <a:gd name="T57" fmla="*/ 2147483647 h 520"/>
                <a:gd name="T58" fmla="*/ 2147483647 w 488"/>
                <a:gd name="T59" fmla="*/ 2147483647 h 520"/>
                <a:gd name="T60" fmla="*/ 0 w 488"/>
                <a:gd name="T61" fmla="*/ 2147483647 h 520"/>
                <a:gd name="T62" fmla="*/ 2147483647 w 488"/>
                <a:gd name="T63" fmla="*/ 2147483647 h 520"/>
                <a:gd name="T64" fmla="*/ 2147483647 w 488"/>
                <a:gd name="T65" fmla="*/ 2147483647 h 520"/>
                <a:gd name="T66" fmla="*/ 2147483647 w 488"/>
                <a:gd name="T67" fmla="*/ 2147483647 h 520"/>
                <a:gd name="T68" fmla="*/ 2147483647 w 488"/>
                <a:gd name="T69" fmla="*/ 2147483647 h 520"/>
                <a:gd name="T70" fmla="*/ 2147483647 w 488"/>
                <a:gd name="T71" fmla="*/ 2147483647 h 520"/>
                <a:gd name="T72" fmla="*/ 2147483647 w 488"/>
                <a:gd name="T73" fmla="*/ 2147483647 h 520"/>
                <a:gd name="T74" fmla="*/ 2147483647 w 488"/>
                <a:gd name="T75" fmla="*/ 2147483647 h 520"/>
                <a:gd name="T76" fmla="*/ 2147483647 w 488"/>
                <a:gd name="T77" fmla="*/ 2147483647 h 520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w 488"/>
                <a:gd name="T118" fmla="*/ 0 h 520"/>
                <a:gd name="T119" fmla="*/ 488 w 488"/>
                <a:gd name="T120" fmla="*/ 520 h 520"/>
              </a:gdLst>
              <a:ahLst/>
              <a:cxnLst>
                <a:cxn ang="T78">
                  <a:pos x="T0" y="T1"/>
                </a:cxn>
                <a:cxn ang="T79">
                  <a:pos x="T2" y="T3"/>
                </a:cxn>
                <a:cxn ang="T80">
                  <a:pos x="T4" y="T5"/>
                </a:cxn>
                <a:cxn ang="T81">
                  <a:pos x="T6" y="T7"/>
                </a:cxn>
                <a:cxn ang="T82">
                  <a:pos x="T8" y="T9"/>
                </a:cxn>
                <a:cxn ang="T83">
                  <a:pos x="T10" y="T11"/>
                </a:cxn>
                <a:cxn ang="T84">
                  <a:pos x="T12" y="T13"/>
                </a:cxn>
                <a:cxn ang="T85">
                  <a:pos x="T14" y="T15"/>
                </a:cxn>
                <a:cxn ang="T86">
                  <a:pos x="T16" y="T17"/>
                </a:cxn>
                <a:cxn ang="T87">
                  <a:pos x="T18" y="T19"/>
                </a:cxn>
                <a:cxn ang="T88">
                  <a:pos x="T20" y="T21"/>
                </a:cxn>
                <a:cxn ang="T89">
                  <a:pos x="T22" y="T23"/>
                </a:cxn>
                <a:cxn ang="T90">
                  <a:pos x="T24" y="T25"/>
                </a:cxn>
                <a:cxn ang="T91">
                  <a:pos x="T26" y="T27"/>
                </a:cxn>
                <a:cxn ang="T92">
                  <a:pos x="T28" y="T29"/>
                </a:cxn>
                <a:cxn ang="T93">
                  <a:pos x="T30" y="T31"/>
                </a:cxn>
                <a:cxn ang="T94">
                  <a:pos x="T32" y="T33"/>
                </a:cxn>
                <a:cxn ang="T95">
                  <a:pos x="T34" y="T35"/>
                </a:cxn>
                <a:cxn ang="T96">
                  <a:pos x="T36" y="T37"/>
                </a:cxn>
                <a:cxn ang="T97">
                  <a:pos x="T38" y="T39"/>
                </a:cxn>
                <a:cxn ang="T98">
                  <a:pos x="T40" y="T41"/>
                </a:cxn>
                <a:cxn ang="T99">
                  <a:pos x="T42" y="T43"/>
                </a:cxn>
                <a:cxn ang="T100">
                  <a:pos x="T44" y="T45"/>
                </a:cxn>
                <a:cxn ang="T101">
                  <a:pos x="T46" y="T47"/>
                </a:cxn>
                <a:cxn ang="T102">
                  <a:pos x="T48" y="T49"/>
                </a:cxn>
                <a:cxn ang="T103">
                  <a:pos x="T50" y="T51"/>
                </a:cxn>
                <a:cxn ang="T104">
                  <a:pos x="T52" y="T53"/>
                </a:cxn>
                <a:cxn ang="T105">
                  <a:pos x="T54" y="T55"/>
                </a:cxn>
                <a:cxn ang="T106">
                  <a:pos x="T56" y="T57"/>
                </a:cxn>
                <a:cxn ang="T107">
                  <a:pos x="T58" y="T59"/>
                </a:cxn>
                <a:cxn ang="T108">
                  <a:pos x="T60" y="T61"/>
                </a:cxn>
                <a:cxn ang="T109">
                  <a:pos x="T62" y="T63"/>
                </a:cxn>
                <a:cxn ang="T110">
                  <a:pos x="T64" y="T65"/>
                </a:cxn>
                <a:cxn ang="T111">
                  <a:pos x="T66" y="T67"/>
                </a:cxn>
                <a:cxn ang="T112">
                  <a:pos x="T68" y="T69"/>
                </a:cxn>
                <a:cxn ang="T113">
                  <a:pos x="T70" y="T71"/>
                </a:cxn>
                <a:cxn ang="T114">
                  <a:pos x="T72" y="T73"/>
                </a:cxn>
                <a:cxn ang="T115">
                  <a:pos x="T74" y="T75"/>
                </a:cxn>
                <a:cxn ang="T116">
                  <a:pos x="T76" y="T77"/>
                </a:cxn>
              </a:cxnLst>
              <a:rect l="T117" t="T118" r="T119" b="T120"/>
              <a:pathLst>
                <a:path w="488" h="520">
                  <a:moveTo>
                    <a:pt x="248" y="400"/>
                  </a:moveTo>
                  <a:lnTo>
                    <a:pt x="248" y="408"/>
                  </a:lnTo>
                  <a:lnTo>
                    <a:pt x="240" y="432"/>
                  </a:lnTo>
                  <a:lnTo>
                    <a:pt x="232" y="440"/>
                  </a:lnTo>
                  <a:lnTo>
                    <a:pt x="200" y="464"/>
                  </a:lnTo>
                  <a:lnTo>
                    <a:pt x="208" y="464"/>
                  </a:lnTo>
                  <a:lnTo>
                    <a:pt x="200" y="464"/>
                  </a:lnTo>
                  <a:lnTo>
                    <a:pt x="216" y="472"/>
                  </a:lnTo>
                  <a:lnTo>
                    <a:pt x="232" y="480"/>
                  </a:lnTo>
                  <a:lnTo>
                    <a:pt x="248" y="496"/>
                  </a:lnTo>
                  <a:lnTo>
                    <a:pt x="256" y="520"/>
                  </a:lnTo>
                  <a:lnTo>
                    <a:pt x="264" y="504"/>
                  </a:lnTo>
                  <a:lnTo>
                    <a:pt x="280" y="488"/>
                  </a:lnTo>
                  <a:lnTo>
                    <a:pt x="296" y="472"/>
                  </a:lnTo>
                  <a:lnTo>
                    <a:pt x="312" y="416"/>
                  </a:lnTo>
                  <a:lnTo>
                    <a:pt x="328" y="392"/>
                  </a:lnTo>
                  <a:lnTo>
                    <a:pt x="368" y="368"/>
                  </a:lnTo>
                  <a:lnTo>
                    <a:pt x="400" y="360"/>
                  </a:lnTo>
                  <a:lnTo>
                    <a:pt x="408" y="360"/>
                  </a:lnTo>
                  <a:lnTo>
                    <a:pt x="416" y="344"/>
                  </a:lnTo>
                  <a:lnTo>
                    <a:pt x="416" y="328"/>
                  </a:lnTo>
                  <a:lnTo>
                    <a:pt x="432" y="304"/>
                  </a:lnTo>
                  <a:lnTo>
                    <a:pt x="432" y="296"/>
                  </a:lnTo>
                  <a:lnTo>
                    <a:pt x="440" y="232"/>
                  </a:lnTo>
                  <a:lnTo>
                    <a:pt x="448" y="224"/>
                  </a:lnTo>
                  <a:lnTo>
                    <a:pt x="488" y="176"/>
                  </a:lnTo>
                  <a:lnTo>
                    <a:pt x="488" y="160"/>
                  </a:lnTo>
                  <a:lnTo>
                    <a:pt x="480" y="136"/>
                  </a:lnTo>
                  <a:lnTo>
                    <a:pt x="456" y="128"/>
                  </a:lnTo>
                  <a:lnTo>
                    <a:pt x="424" y="104"/>
                  </a:lnTo>
                  <a:lnTo>
                    <a:pt x="384" y="104"/>
                  </a:lnTo>
                  <a:lnTo>
                    <a:pt x="368" y="96"/>
                  </a:lnTo>
                  <a:lnTo>
                    <a:pt x="360" y="88"/>
                  </a:lnTo>
                  <a:lnTo>
                    <a:pt x="328" y="72"/>
                  </a:lnTo>
                  <a:lnTo>
                    <a:pt x="304" y="56"/>
                  </a:lnTo>
                  <a:lnTo>
                    <a:pt x="296" y="40"/>
                  </a:lnTo>
                  <a:lnTo>
                    <a:pt x="288" y="8"/>
                  </a:lnTo>
                  <a:lnTo>
                    <a:pt x="280" y="8"/>
                  </a:lnTo>
                  <a:lnTo>
                    <a:pt x="264" y="32"/>
                  </a:lnTo>
                  <a:lnTo>
                    <a:pt x="248" y="40"/>
                  </a:lnTo>
                  <a:lnTo>
                    <a:pt x="224" y="40"/>
                  </a:lnTo>
                  <a:lnTo>
                    <a:pt x="216" y="40"/>
                  </a:lnTo>
                  <a:lnTo>
                    <a:pt x="192" y="48"/>
                  </a:lnTo>
                  <a:lnTo>
                    <a:pt x="184" y="48"/>
                  </a:lnTo>
                  <a:lnTo>
                    <a:pt x="168" y="40"/>
                  </a:lnTo>
                  <a:lnTo>
                    <a:pt x="176" y="16"/>
                  </a:lnTo>
                  <a:lnTo>
                    <a:pt x="168" y="0"/>
                  </a:lnTo>
                  <a:lnTo>
                    <a:pt x="160" y="0"/>
                  </a:lnTo>
                  <a:lnTo>
                    <a:pt x="160" y="8"/>
                  </a:lnTo>
                  <a:lnTo>
                    <a:pt x="144" y="16"/>
                  </a:lnTo>
                  <a:lnTo>
                    <a:pt x="112" y="16"/>
                  </a:lnTo>
                  <a:lnTo>
                    <a:pt x="120" y="32"/>
                  </a:lnTo>
                  <a:lnTo>
                    <a:pt x="128" y="48"/>
                  </a:lnTo>
                  <a:lnTo>
                    <a:pt x="88" y="56"/>
                  </a:lnTo>
                  <a:lnTo>
                    <a:pt x="80" y="48"/>
                  </a:lnTo>
                  <a:lnTo>
                    <a:pt x="48" y="56"/>
                  </a:lnTo>
                  <a:lnTo>
                    <a:pt x="48" y="72"/>
                  </a:lnTo>
                  <a:lnTo>
                    <a:pt x="40" y="120"/>
                  </a:lnTo>
                  <a:lnTo>
                    <a:pt x="32" y="112"/>
                  </a:lnTo>
                  <a:lnTo>
                    <a:pt x="32" y="120"/>
                  </a:lnTo>
                  <a:lnTo>
                    <a:pt x="16" y="128"/>
                  </a:lnTo>
                  <a:lnTo>
                    <a:pt x="0" y="152"/>
                  </a:lnTo>
                  <a:lnTo>
                    <a:pt x="0" y="176"/>
                  </a:lnTo>
                  <a:lnTo>
                    <a:pt x="16" y="192"/>
                  </a:lnTo>
                  <a:lnTo>
                    <a:pt x="40" y="184"/>
                  </a:lnTo>
                  <a:lnTo>
                    <a:pt x="40" y="208"/>
                  </a:lnTo>
                  <a:lnTo>
                    <a:pt x="48" y="208"/>
                  </a:lnTo>
                  <a:lnTo>
                    <a:pt x="64" y="208"/>
                  </a:lnTo>
                  <a:lnTo>
                    <a:pt x="80" y="192"/>
                  </a:lnTo>
                  <a:lnTo>
                    <a:pt x="104" y="200"/>
                  </a:lnTo>
                  <a:lnTo>
                    <a:pt x="112" y="224"/>
                  </a:lnTo>
                  <a:lnTo>
                    <a:pt x="136" y="232"/>
                  </a:lnTo>
                  <a:lnTo>
                    <a:pt x="160" y="248"/>
                  </a:lnTo>
                  <a:lnTo>
                    <a:pt x="160" y="264"/>
                  </a:lnTo>
                  <a:lnTo>
                    <a:pt x="168" y="272"/>
                  </a:lnTo>
                  <a:lnTo>
                    <a:pt x="192" y="280"/>
                  </a:lnTo>
                  <a:lnTo>
                    <a:pt x="192" y="296"/>
                  </a:lnTo>
                  <a:lnTo>
                    <a:pt x="192" y="320"/>
                  </a:lnTo>
                  <a:lnTo>
                    <a:pt x="248" y="400"/>
                  </a:lnTo>
                  <a:close/>
                </a:path>
              </a:pathLst>
            </a:custGeom>
            <a:grpFill/>
            <a:ln w="3175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243" name="Freeform 796"/>
            <p:cNvSpPr>
              <a:spLocks/>
            </p:cNvSpPr>
            <p:nvPr/>
          </p:nvSpPr>
          <p:spPr bwMode="auto">
            <a:xfrm>
              <a:off x="1944043" y="3746877"/>
              <a:ext cx="59777" cy="84900"/>
            </a:xfrm>
            <a:custGeom>
              <a:avLst/>
              <a:gdLst>
                <a:gd name="T0" fmla="*/ 0 w 56"/>
                <a:gd name="T1" fmla="*/ 0 h 80"/>
                <a:gd name="T2" fmla="*/ 0 w 56"/>
                <a:gd name="T3" fmla="*/ 2147483647 h 80"/>
                <a:gd name="T4" fmla="*/ 2147483647 w 56"/>
                <a:gd name="T5" fmla="*/ 2147483647 h 80"/>
                <a:gd name="T6" fmla="*/ 2147483647 w 56"/>
                <a:gd name="T7" fmla="*/ 2147483647 h 80"/>
                <a:gd name="T8" fmla="*/ 2147483647 w 56"/>
                <a:gd name="T9" fmla="*/ 2147483647 h 80"/>
                <a:gd name="T10" fmla="*/ 2147483647 w 56"/>
                <a:gd name="T11" fmla="*/ 2147483647 h 80"/>
                <a:gd name="T12" fmla="*/ 2147483647 w 56"/>
                <a:gd name="T13" fmla="*/ 2147483647 h 80"/>
                <a:gd name="T14" fmla="*/ 2147483647 w 56"/>
                <a:gd name="T15" fmla="*/ 2147483647 h 80"/>
                <a:gd name="T16" fmla="*/ 0 w 56"/>
                <a:gd name="T17" fmla="*/ 0 h 8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56"/>
                <a:gd name="T28" fmla="*/ 0 h 80"/>
                <a:gd name="T29" fmla="*/ 56 w 56"/>
                <a:gd name="T30" fmla="*/ 80 h 8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56" h="80">
                  <a:moveTo>
                    <a:pt x="0" y="0"/>
                  </a:moveTo>
                  <a:lnTo>
                    <a:pt x="0" y="8"/>
                  </a:lnTo>
                  <a:lnTo>
                    <a:pt x="16" y="24"/>
                  </a:lnTo>
                  <a:lnTo>
                    <a:pt x="24" y="32"/>
                  </a:lnTo>
                  <a:lnTo>
                    <a:pt x="40" y="56"/>
                  </a:lnTo>
                  <a:lnTo>
                    <a:pt x="48" y="64"/>
                  </a:lnTo>
                  <a:lnTo>
                    <a:pt x="48" y="72"/>
                  </a:lnTo>
                  <a:lnTo>
                    <a:pt x="56" y="8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3175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244" name="Freeform 797"/>
            <p:cNvSpPr>
              <a:spLocks/>
            </p:cNvSpPr>
            <p:nvPr/>
          </p:nvSpPr>
          <p:spPr bwMode="auto">
            <a:xfrm>
              <a:off x="1944043" y="3899352"/>
              <a:ext cx="68440" cy="84900"/>
            </a:xfrm>
            <a:custGeom>
              <a:avLst/>
              <a:gdLst>
                <a:gd name="T0" fmla="*/ 2147483647 w 64"/>
                <a:gd name="T1" fmla="*/ 2147483647 h 80"/>
                <a:gd name="T2" fmla="*/ 2147483647 w 64"/>
                <a:gd name="T3" fmla="*/ 2147483647 h 80"/>
                <a:gd name="T4" fmla="*/ 2147483647 w 64"/>
                <a:gd name="T5" fmla="*/ 0 h 80"/>
                <a:gd name="T6" fmla="*/ 0 w 64"/>
                <a:gd name="T7" fmla="*/ 2147483647 h 80"/>
                <a:gd name="T8" fmla="*/ 0 w 64"/>
                <a:gd name="T9" fmla="*/ 2147483647 h 80"/>
                <a:gd name="T10" fmla="*/ 0 w 64"/>
                <a:gd name="T11" fmla="*/ 2147483647 h 80"/>
                <a:gd name="T12" fmla="*/ 2147483647 w 64"/>
                <a:gd name="T13" fmla="*/ 2147483647 h 80"/>
                <a:gd name="T14" fmla="*/ 2147483647 w 64"/>
                <a:gd name="T15" fmla="*/ 2147483647 h 80"/>
                <a:gd name="T16" fmla="*/ 2147483647 w 64"/>
                <a:gd name="T17" fmla="*/ 2147483647 h 80"/>
                <a:gd name="T18" fmla="*/ 2147483647 w 64"/>
                <a:gd name="T19" fmla="*/ 2147483647 h 80"/>
                <a:gd name="T20" fmla="*/ 2147483647 w 64"/>
                <a:gd name="T21" fmla="*/ 2147483647 h 80"/>
                <a:gd name="T22" fmla="*/ 2147483647 w 64"/>
                <a:gd name="T23" fmla="*/ 2147483647 h 80"/>
                <a:gd name="T24" fmla="*/ 2147483647 w 64"/>
                <a:gd name="T25" fmla="*/ 2147483647 h 80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64"/>
                <a:gd name="T40" fmla="*/ 0 h 80"/>
                <a:gd name="T41" fmla="*/ 64 w 64"/>
                <a:gd name="T42" fmla="*/ 80 h 80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64" h="80">
                  <a:moveTo>
                    <a:pt x="40" y="16"/>
                  </a:moveTo>
                  <a:lnTo>
                    <a:pt x="24" y="8"/>
                  </a:lnTo>
                  <a:lnTo>
                    <a:pt x="8" y="0"/>
                  </a:lnTo>
                  <a:lnTo>
                    <a:pt x="0" y="16"/>
                  </a:lnTo>
                  <a:lnTo>
                    <a:pt x="0" y="32"/>
                  </a:lnTo>
                  <a:lnTo>
                    <a:pt x="0" y="56"/>
                  </a:lnTo>
                  <a:lnTo>
                    <a:pt x="16" y="64"/>
                  </a:lnTo>
                  <a:lnTo>
                    <a:pt x="24" y="72"/>
                  </a:lnTo>
                  <a:lnTo>
                    <a:pt x="40" y="80"/>
                  </a:lnTo>
                  <a:lnTo>
                    <a:pt x="64" y="64"/>
                  </a:lnTo>
                  <a:lnTo>
                    <a:pt x="64" y="56"/>
                  </a:lnTo>
                  <a:lnTo>
                    <a:pt x="56" y="32"/>
                  </a:lnTo>
                  <a:lnTo>
                    <a:pt x="40" y="16"/>
                  </a:lnTo>
                  <a:close/>
                </a:path>
              </a:pathLst>
            </a:custGeom>
            <a:grpFill/>
            <a:ln w="3175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245" name="Freeform 798"/>
            <p:cNvSpPr>
              <a:spLocks/>
            </p:cNvSpPr>
            <p:nvPr/>
          </p:nvSpPr>
          <p:spPr bwMode="auto">
            <a:xfrm>
              <a:off x="1944043" y="3746877"/>
              <a:ext cx="59777" cy="84900"/>
            </a:xfrm>
            <a:custGeom>
              <a:avLst/>
              <a:gdLst>
                <a:gd name="T0" fmla="*/ 0 w 56"/>
                <a:gd name="T1" fmla="*/ 0 h 80"/>
                <a:gd name="T2" fmla="*/ 0 w 56"/>
                <a:gd name="T3" fmla="*/ 2147483647 h 80"/>
                <a:gd name="T4" fmla="*/ 2147483647 w 56"/>
                <a:gd name="T5" fmla="*/ 2147483647 h 80"/>
                <a:gd name="T6" fmla="*/ 2147483647 w 56"/>
                <a:gd name="T7" fmla="*/ 2147483647 h 80"/>
                <a:gd name="T8" fmla="*/ 2147483647 w 56"/>
                <a:gd name="T9" fmla="*/ 2147483647 h 80"/>
                <a:gd name="T10" fmla="*/ 2147483647 w 56"/>
                <a:gd name="T11" fmla="*/ 2147483647 h 80"/>
                <a:gd name="T12" fmla="*/ 2147483647 w 56"/>
                <a:gd name="T13" fmla="*/ 2147483647 h 80"/>
                <a:gd name="T14" fmla="*/ 2147483647 w 56"/>
                <a:gd name="T15" fmla="*/ 2147483647 h 8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6"/>
                <a:gd name="T25" fmla="*/ 0 h 80"/>
                <a:gd name="T26" fmla="*/ 56 w 56"/>
                <a:gd name="T27" fmla="*/ 80 h 8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6" h="80">
                  <a:moveTo>
                    <a:pt x="0" y="0"/>
                  </a:moveTo>
                  <a:lnTo>
                    <a:pt x="0" y="8"/>
                  </a:lnTo>
                  <a:lnTo>
                    <a:pt x="16" y="24"/>
                  </a:lnTo>
                  <a:lnTo>
                    <a:pt x="24" y="32"/>
                  </a:lnTo>
                  <a:lnTo>
                    <a:pt x="40" y="56"/>
                  </a:lnTo>
                  <a:lnTo>
                    <a:pt x="48" y="64"/>
                  </a:lnTo>
                  <a:lnTo>
                    <a:pt x="48" y="72"/>
                  </a:lnTo>
                  <a:lnTo>
                    <a:pt x="56" y="80"/>
                  </a:lnTo>
                </a:path>
              </a:pathLst>
            </a:custGeom>
            <a:grpFill/>
            <a:ln w="3175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246" name="Freeform 799"/>
            <p:cNvSpPr>
              <a:spLocks/>
            </p:cNvSpPr>
            <p:nvPr/>
          </p:nvSpPr>
          <p:spPr bwMode="auto">
            <a:xfrm>
              <a:off x="1944043" y="3746877"/>
              <a:ext cx="59777" cy="84900"/>
            </a:xfrm>
            <a:custGeom>
              <a:avLst/>
              <a:gdLst>
                <a:gd name="T0" fmla="*/ 0 w 56"/>
                <a:gd name="T1" fmla="*/ 0 h 80"/>
                <a:gd name="T2" fmla="*/ 0 w 56"/>
                <a:gd name="T3" fmla="*/ 2147483647 h 80"/>
                <a:gd name="T4" fmla="*/ 2147483647 w 56"/>
                <a:gd name="T5" fmla="*/ 2147483647 h 80"/>
                <a:gd name="T6" fmla="*/ 2147483647 w 56"/>
                <a:gd name="T7" fmla="*/ 2147483647 h 80"/>
                <a:gd name="T8" fmla="*/ 2147483647 w 56"/>
                <a:gd name="T9" fmla="*/ 2147483647 h 80"/>
                <a:gd name="T10" fmla="*/ 2147483647 w 56"/>
                <a:gd name="T11" fmla="*/ 2147483647 h 80"/>
                <a:gd name="T12" fmla="*/ 2147483647 w 56"/>
                <a:gd name="T13" fmla="*/ 2147483647 h 80"/>
                <a:gd name="T14" fmla="*/ 2147483647 w 56"/>
                <a:gd name="T15" fmla="*/ 2147483647 h 8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6"/>
                <a:gd name="T25" fmla="*/ 0 h 80"/>
                <a:gd name="T26" fmla="*/ 56 w 56"/>
                <a:gd name="T27" fmla="*/ 80 h 8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6" h="80">
                  <a:moveTo>
                    <a:pt x="0" y="0"/>
                  </a:moveTo>
                  <a:lnTo>
                    <a:pt x="0" y="8"/>
                  </a:lnTo>
                  <a:lnTo>
                    <a:pt x="16" y="24"/>
                  </a:lnTo>
                  <a:lnTo>
                    <a:pt x="24" y="32"/>
                  </a:lnTo>
                  <a:lnTo>
                    <a:pt x="40" y="56"/>
                  </a:lnTo>
                  <a:lnTo>
                    <a:pt x="48" y="64"/>
                  </a:lnTo>
                  <a:lnTo>
                    <a:pt x="48" y="72"/>
                  </a:lnTo>
                  <a:lnTo>
                    <a:pt x="56" y="80"/>
                  </a:lnTo>
                </a:path>
              </a:pathLst>
            </a:custGeom>
            <a:grpFill/>
            <a:ln w="3175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247" name="Freeform 800"/>
            <p:cNvSpPr>
              <a:spLocks/>
            </p:cNvSpPr>
            <p:nvPr/>
          </p:nvSpPr>
          <p:spPr bwMode="auto">
            <a:xfrm>
              <a:off x="1952707" y="3390816"/>
              <a:ext cx="51114" cy="58910"/>
            </a:xfrm>
            <a:custGeom>
              <a:avLst/>
              <a:gdLst>
                <a:gd name="T0" fmla="*/ 2147483647 w 48"/>
                <a:gd name="T1" fmla="*/ 2147483647 h 56"/>
                <a:gd name="T2" fmla="*/ 2147483647 w 48"/>
                <a:gd name="T3" fmla="*/ 2147483647 h 56"/>
                <a:gd name="T4" fmla="*/ 2147483647 w 48"/>
                <a:gd name="T5" fmla="*/ 2147483647 h 56"/>
                <a:gd name="T6" fmla="*/ 2147483647 w 48"/>
                <a:gd name="T7" fmla="*/ 2147483647 h 56"/>
                <a:gd name="T8" fmla="*/ 2147483647 w 48"/>
                <a:gd name="T9" fmla="*/ 2147483647 h 56"/>
                <a:gd name="T10" fmla="*/ 2147483647 w 48"/>
                <a:gd name="T11" fmla="*/ 0 h 56"/>
                <a:gd name="T12" fmla="*/ 2147483647 w 48"/>
                <a:gd name="T13" fmla="*/ 2147483647 h 56"/>
                <a:gd name="T14" fmla="*/ 0 w 48"/>
                <a:gd name="T15" fmla="*/ 2147483647 h 56"/>
                <a:gd name="T16" fmla="*/ 2147483647 w 48"/>
                <a:gd name="T17" fmla="*/ 2147483647 h 56"/>
                <a:gd name="T18" fmla="*/ 2147483647 w 48"/>
                <a:gd name="T19" fmla="*/ 2147483647 h 56"/>
                <a:gd name="T20" fmla="*/ 2147483647 w 48"/>
                <a:gd name="T21" fmla="*/ 2147483647 h 56"/>
                <a:gd name="T22" fmla="*/ 2147483647 w 48"/>
                <a:gd name="T23" fmla="*/ 2147483647 h 5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48"/>
                <a:gd name="T37" fmla="*/ 0 h 56"/>
                <a:gd name="T38" fmla="*/ 48 w 48"/>
                <a:gd name="T39" fmla="*/ 56 h 5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48" h="56">
                  <a:moveTo>
                    <a:pt x="48" y="56"/>
                  </a:moveTo>
                  <a:lnTo>
                    <a:pt x="48" y="40"/>
                  </a:lnTo>
                  <a:lnTo>
                    <a:pt x="40" y="24"/>
                  </a:lnTo>
                  <a:lnTo>
                    <a:pt x="48" y="8"/>
                  </a:lnTo>
                  <a:lnTo>
                    <a:pt x="16" y="8"/>
                  </a:lnTo>
                  <a:lnTo>
                    <a:pt x="16" y="0"/>
                  </a:lnTo>
                  <a:lnTo>
                    <a:pt x="8" y="16"/>
                  </a:lnTo>
                  <a:lnTo>
                    <a:pt x="0" y="24"/>
                  </a:lnTo>
                  <a:lnTo>
                    <a:pt x="8" y="40"/>
                  </a:lnTo>
                  <a:lnTo>
                    <a:pt x="16" y="56"/>
                  </a:lnTo>
                  <a:lnTo>
                    <a:pt x="24" y="56"/>
                  </a:lnTo>
                  <a:lnTo>
                    <a:pt x="48" y="56"/>
                  </a:lnTo>
                  <a:close/>
                </a:path>
              </a:pathLst>
            </a:custGeom>
            <a:grpFill/>
            <a:ln w="3175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248" name="Freeform 801"/>
            <p:cNvSpPr>
              <a:spLocks/>
            </p:cNvSpPr>
            <p:nvPr/>
          </p:nvSpPr>
          <p:spPr bwMode="auto">
            <a:xfrm>
              <a:off x="1749119" y="3313713"/>
              <a:ext cx="178464" cy="153341"/>
            </a:xfrm>
            <a:custGeom>
              <a:avLst/>
              <a:gdLst>
                <a:gd name="T0" fmla="*/ 2147483647 w 168"/>
                <a:gd name="T1" fmla="*/ 2147483647 h 144"/>
                <a:gd name="T2" fmla="*/ 2147483647 w 168"/>
                <a:gd name="T3" fmla="*/ 2147483647 h 144"/>
                <a:gd name="T4" fmla="*/ 2147483647 w 168"/>
                <a:gd name="T5" fmla="*/ 2147483647 h 144"/>
                <a:gd name="T6" fmla="*/ 2147483647 w 168"/>
                <a:gd name="T7" fmla="*/ 2147483647 h 144"/>
                <a:gd name="T8" fmla="*/ 2147483647 w 168"/>
                <a:gd name="T9" fmla="*/ 2147483647 h 144"/>
                <a:gd name="T10" fmla="*/ 2147483647 w 168"/>
                <a:gd name="T11" fmla="*/ 2147483647 h 144"/>
                <a:gd name="T12" fmla="*/ 2147483647 w 168"/>
                <a:gd name="T13" fmla="*/ 2147483647 h 144"/>
                <a:gd name="T14" fmla="*/ 2147483647 w 168"/>
                <a:gd name="T15" fmla="*/ 2147483647 h 144"/>
                <a:gd name="T16" fmla="*/ 2147483647 w 168"/>
                <a:gd name="T17" fmla="*/ 2147483647 h 144"/>
                <a:gd name="T18" fmla="*/ 2147483647 w 168"/>
                <a:gd name="T19" fmla="*/ 2147483647 h 144"/>
                <a:gd name="T20" fmla="*/ 2147483647 w 168"/>
                <a:gd name="T21" fmla="*/ 2147483647 h 144"/>
                <a:gd name="T22" fmla="*/ 2147483647 w 168"/>
                <a:gd name="T23" fmla="*/ 2147483647 h 144"/>
                <a:gd name="T24" fmla="*/ 2147483647 w 168"/>
                <a:gd name="T25" fmla="*/ 0 h 144"/>
                <a:gd name="T26" fmla="*/ 0 w 168"/>
                <a:gd name="T27" fmla="*/ 2147483647 h 144"/>
                <a:gd name="T28" fmla="*/ 0 w 168"/>
                <a:gd name="T29" fmla="*/ 2147483647 h 144"/>
                <a:gd name="T30" fmla="*/ 2147483647 w 168"/>
                <a:gd name="T31" fmla="*/ 2147483647 h 144"/>
                <a:gd name="T32" fmla="*/ 2147483647 w 168"/>
                <a:gd name="T33" fmla="*/ 2147483647 h 144"/>
                <a:gd name="T34" fmla="*/ 2147483647 w 168"/>
                <a:gd name="T35" fmla="*/ 2147483647 h 144"/>
                <a:gd name="T36" fmla="*/ 2147483647 w 168"/>
                <a:gd name="T37" fmla="*/ 2147483647 h 144"/>
                <a:gd name="T38" fmla="*/ 2147483647 w 168"/>
                <a:gd name="T39" fmla="*/ 2147483647 h 144"/>
                <a:gd name="T40" fmla="*/ 2147483647 w 168"/>
                <a:gd name="T41" fmla="*/ 2147483647 h 144"/>
                <a:gd name="T42" fmla="*/ 2147483647 w 168"/>
                <a:gd name="T43" fmla="*/ 2147483647 h 144"/>
                <a:gd name="T44" fmla="*/ 2147483647 w 168"/>
                <a:gd name="T45" fmla="*/ 2147483647 h 144"/>
                <a:gd name="T46" fmla="*/ 2147483647 w 168"/>
                <a:gd name="T47" fmla="*/ 2147483647 h 144"/>
                <a:gd name="T48" fmla="*/ 2147483647 w 168"/>
                <a:gd name="T49" fmla="*/ 2147483647 h 144"/>
                <a:gd name="T50" fmla="*/ 2147483647 w 168"/>
                <a:gd name="T51" fmla="*/ 2147483647 h 144"/>
                <a:gd name="T52" fmla="*/ 2147483647 w 168"/>
                <a:gd name="T53" fmla="*/ 2147483647 h 144"/>
                <a:gd name="T54" fmla="*/ 2147483647 w 168"/>
                <a:gd name="T55" fmla="*/ 2147483647 h 144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w 168"/>
                <a:gd name="T85" fmla="*/ 0 h 144"/>
                <a:gd name="T86" fmla="*/ 168 w 168"/>
                <a:gd name="T87" fmla="*/ 144 h 144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T84" t="T85" r="T86" b="T87"/>
              <a:pathLst>
                <a:path w="168" h="144">
                  <a:moveTo>
                    <a:pt x="152" y="88"/>
                  </a:moveTo>
                  <a:lnTo>
                    <a:pt x="144" y="72"/>
                  </a:lnTo>
                  <a:lnTo>
                    <a:pt x="152" y="64"/>
                  </a:lnTo>
                  <a:lnTo>
                    <a:pt x="168" y="48"/>
                  </a:lnTo>
                  <a:lnTo>
                    <a:pt x="152" y="40"/>
                  </a:lnTo>
                  <a:lnTo>
                    <a:pt x="152" y="32"/>
                  </a:lnTo>
                  <a:lnTo>
                    <a:pt x="128" y="24"/>
                  </a:lnTo>
                  <a:lnTo>
                    <a:pt x="88" y="24"/>
                  </a:lnTo>
                  <a:lnTo>
                    <a:pt x="64" y="24"/>
                  </a:lnTo>
                  <a:lnTo>
                    <a:pt x="64" y="16"/>
                  </a:lnTo>
                  <a:lnTo>
                    <a:pt x="40" y="8"/>
                  </a:lnTo>
                  <a:lnTo>
                    <a:pt x="24" y="16"/>
                  </a:lnTo>
                  <a:lnTo>
                    <a:pt x="16" y="0"/>
                  </a:lnTo>
                  <a:lnTo>
                    <a:pt x="0" y="8"/>
                  </a:lnTo>
                  <a:lnTo>
                    <a:pt x="0" y="40"/>
                  </a:lnTo>
                  <a:lnTo>
                    <a:pt x="8" y="64"/>
                  </a:lnTo>
                  <a:lnTo>
                    <a:pt x="48" y="80"/>
                  </a:lnTo>
                  <a:lnTo>
                    <a:pt x="64" y="80"/>
                  </a:lnTo>
                  <a:lnTo>
                    <a:pt x="64" y="88"/>
                  </a:lnTo>
                  <a:lnTo>
                    <a:pt x="72" y="104"/>
                  </a:lnTo>
                  <a:lnTo>
                    <a:pt x="72" y="136"/>
                  </a:lnTo>
                  <a:lnTo>
                    <a:pt x="80" y="144"/>
                  </a:lnTo>
                  <a:lnTo>
                    <a:pt x="120" y="136"/>
                  </a:lnTo>
                  <a:lnTo>
                    <a:pt x="112" y="120"/>
                  </a:lnTo>
                  <a:lnTo>
                    <a:pt x="104" y="104"/>
                  </a:lnTo>
                  <a:lnTo>
                    <a:pt x="136" y="104"/>
                  </a:lnTo>
                  <a:lnTo>
                    <a:pt x="152" y="96"/>
                  </a:lnTo>
                  <a:lnTo>
                    <a:pt x="152" y="88"/>
                  </a:lnTo>
                  <a:close/>
                </a:path>
              </a:pathLst>
            </a:custGeom>
            <a:grpFill/>
            <a:ln w="3175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249" name="Freeform 802"/>
            <p:cNvSpPr>
              <a:spLocks/>
            </p:cNvSpPr>
            <p:nvPr/>
          </p:nvSpPr>
          <p:spPr bwMode="auto">
            <a:xfrm>
              <a:off x="1630432" y="3483513"/>
              <a:ext cx="169801" cy="237374"/>
            </a:xfrm>
            <a:custGeom>
              <a:avLst/>
              <a:gdLst>
                <a:gd name="T0" fmla="*/ 2147483647 w 160"/>
                <a:gd name="T1" fmla="*/ 2147483647 h 224"/>
                <a:gd name="T2" fmla="*/ 2147483647 w 160"/>
                <a:gd name="T3" fmla="*/ 2147483647 h 224"/>
                <a:gd name="T4" fmla="*/ 2147483647 w 160"/>
                <a:gd name="T5" fmla="*/ 2147483647 h 224"/>
                <a:gd name="T6" fmla="*/ 2147483647 w 160"/>
                <a:gd name="T7" fmla="*/ 2147483647 h 224"/>
                <a:gd name="T8" fmla="*/ 2147483647 w 160"/>
                <a:gd name="T9" fmla="*/ 2147483647 h 224"/>
                <a:gd name="T10" fmla="*/ 2147483647 w 160"/>
                <a:gd name="T11" fmla="*/ 2147483647 h 224"/>
                <a:gd name="T12" fmla="*/ 2147483647 w 160"/>
                <a:gd name="T13" fmla="*/ 2147483647 h 224"/>
                <a:gd name="T14" fmla="*/ 2147483647 w 160"/>
                <a:gd name="T15" fmla="*/ 2147483647 h 224"/>
                <a:gd name="T16" fmla="*/ 2147483647 w 160"/>
                <a:gd name="T17" fmla="*/ 2147483647 h 224"/>
                <a:gd name="T18" fmla="*/ 2147483647 w 160"/>
                <a:gd name="T19" fmla="*/ 2147483647 h 224"/>
                <a:gd name="T20" fmla="*/ 2147483647 w 160"/>
                <a:gd name="T21" fmla="*/ 2147483647 h 224"/>
                <a:gd name="T22" fmla="*/ 2147483647 w 160"/>
                <a:gd name="T23" fmla="*/ 2147483647 h 224"/>
                <a:gd name="T24" fmla="*/ 2147483647 w 160"/>
                <a:gd name="T25" fmla="*/ 0 h 224"/>
                <a:gd name="T26" fmla="*/ 2147483647 w 160"/>
                <a:gd name="T27" fmla="*/ 2147483647 h 224"/>
                <a:gd name="T28" fmla="*/ 2147483647 w 160"/>
                <a:gd name="T29" fmla="*/ 2147483647 h 224"/>
                <a:gd name="T30" fmla="*/ 2147483647 w 160"/>
                <a:gd name="T31" fmla="*/ 2147483647 h 224"/>
                <a:gd name="T32" fmla="*/ 2147483647 w 160"/>
                <a:gd name="T33" fmla="*/ 2147483647 h 224"/>
                <a:gd name="T34" fmla="*/ 2147483647 w 160"/>
                <a:gd name="T35" fmla="*/ 2147483647 h 224"/>
                <a:gd name="T36" fmla="*/ 2147483647 w 160"/>
                <a:gd name="T37" fmla="*/ 2147483647 h 224"/>
                <a:gd name="T38" fmla="*/ 0 w 160"/>
                <a:gd name="T39" fmla="*/ 2147483647 h 224"/>
                <a:gd name="T40" fmla="*/ 2147483647 w 160"/>
                <a:gd name="T41" fmla="*/ 2147483647 h 224"/>
                <a:gd name="T42" fmla="*/ 2147483647 w 160"/>
                <a:gd name="T43" fmla="*/ 2147483647 h 224"/>
                <a:gd name="T44" fmla="*/ 2147483647 w 160"/>
                <a:gd name="T45" fmla="*/ 2147483647 h 224"/>
                <a:gd name="T46" fmla="*/ 2147483647 w 160"/>
                <a:gd name="T47" fmla="*/ 2147483647 h 224"/>
                <a:gd name="T48" fmla="*/ 2147483647 w 160"/>
                <a:gd name="T49" fmla="*/ 2147483647 h 224"/>
                <a:gd name="T50" fmla="*/ 2147483647 w 160"/>
                <a:gd name="T51" fmla="*/ 2147483647 h 224"/>
                <a:gd name="T52" fmla="*/ 2147483647 w 160"/>
                <a:gd name="T53" fmla="*/ 2147483647 h 224"/>
                <a:gd name="T54" fmla="*/ 2147483647 w 160"/>
                <a:gd name="T55" fmla="*/ 2147483647 h 224"/>
                <a:gd name="T56" fmla="*/ 2147483647 w 160"/>
                <a:gd name="T57" fmla="*/ 2147483647 h 224"/>
                <a:gd name="T58" fmla="*/ 2147483647 w 160"/>
                <a:gd name="T59" fmla="*/ 2147483647 h 224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w 160"/>
                <a:gd name="T91" fmla="*/ 0 h 224"/>
                <a:gd name="T92" fmla="*/ 160 w 160"/>
                <a:gd name="T93" fmla="*/ 224 h 224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T90" t="T91" r="T92" b="T93"/>
              <a:pathLst>
                <a:path w="160" h="224">
                  <a:moveTo>
                    <a:pt x="152" y="136"/>
                  </a:moveTo>
                  <a:lnTo>
                    <a:pt x="144" y="136"/>
                  </a:lnTo>
                  <a:lnTo>
                    <a:pt x="144" y="112"/>
                  </a:lnTo>
                  <a:lnTo>
                    <a:pt x="120" y="120"/>
                  </a:lnTo>
                  <a:lnTo>
                    <a:pt x="104" y="104"/>
                  </a:lnTo>
                  <a:lnTo>
                    <a:pt x="104" y="80"/>
                  </a:lnTo>
                  <a:lnTo>
                    <a:pt x="120" y="56"/>
                  </a:lnTo>
                  <a:lnTo>
                    <a:pt x="136" y="48"/>
                  </a:lnTo>
                  <a:lnTo>
                    <a:pt x="136" y="40"/>
                  </a:lnTo>
                  <a:lnTo>
                    <a:pt x="128" y="24"/>
                  </a:lnTo>
                  <a:lnTo>
                    <a:pt x="112" y="24"/>
                  </a:lnTo>
                  <a:lnTo>
                    <a:pt x="104" y="16"/>
                  </a:lnTo>
                  <a:lnTo>
                    <a:pt x="80" y="0"/>
                  </a:lnTo>
                  <a:lnTo>
                    <a:pt x="72" y="16"/>
                  </a:lnTo>
                  <a:lnTo>
                    <a:pt x="56" y="32"/>
                  </a:lnTo>
                  <a:lnTo>
                    <a:pt x="48" y="40"/>
                  </a:lnTo>
                  <a:lnTo>
                    <a:pt x="32" y="56"/>
                  </a:lnTo>
                  <a:lnTo>
                    <a:pt x="16" y="48"/>
                  </a:lnTo>
                  <a:lnTo>
                    <a:pt x="16" y="40"/>
                  </a:lnTo>
                  <a:lnTo>
                    <a:pt x="0" y="48"/>
                  </a:lnTo>
                  <a:lnTo>
                    <a:pt x="16" y="80"/>
                  </a:lnTo>
                  <a:lnTo>
                    <a:pt x="40" y="120"/>
                  </a:lnTo>
                  <a:lnTo>
                    <a:pt x="64" y="168"/>
                  </a:lnTo>
                  <a:lnTo>
                    <a:pt x="64" y="176"/>
                  </a:lnTo>
                  <a:lnTo>
                    <a:pt x="144" y="224"/>
                  </a:lnTo>
                  <a:lnTo>
                    <a:pt x="152" y="224"/>
                  </a:lnTo>
                  <a:lnTo>
                    <a:pt x="152" y="208"/>
                  </a:lnTo>
                  <a:lnTo>
                    <a:pt x="160" y="184"/>
                  </a:lnTo>
                  <a:lnTo>
                    <a:pt x="160" y="152"/>
                  </a:lnTo>
                  <a:lnTo>
                    <a:pt x="152" y="136"/>
                  </a:lnTo>
                  <a:close/>
                </a:path>
              </a:pathLst>
            </a:custGeom>
            <a:grpFill/>
            <a:ln w="3175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250" name="Freeform 803"/>
            <p:cNvSpPr>
              <a:spLocks/>
            </p:cNvSpPr>
            <p:nvPr/>
          </p:nvSpPr>
          <p:spPr bwMode="auto">
            <a:xfrm>
              <a:off x="1952707" y="3390816"/>
              <a:ext cx="51114" cy="58910"/>
            </a:xfrm>
            <a:custGeom>
              <a:avLst/>
              <a:gdLst>
                <a:gd name="T0" fmla="*/ 2147483647 w 48"/>
                <a:gd name="T1" fmla="*/ 2147483647 h 56"/>
                <a:gd name="T2" fmla="*/ 2147483647 w 48"/>
                <a:gd name="T3" fmla="*/ 2147483647 h 56"/>
                <a:gd name="T4" fmla="*/ 2147483647 w 48"/>
                <a:gd name="T5" fmla="*/ 2147483647 h 56"/>
                <a:gd name="T6" fmla="*/ 2147483647 w 48"/>
                <a:gd name="T7" fmla="*/ 2147483647 h 56"/>
                <a:gd name="T8" fmla="*/ 2147483647 w 48"/>
                <a:gd name="T9" fmla="*/ 2147483647 h 56"/>
                <a:gd name="T10" fmla="*/ 2147483647 w 48"/>
                <a:gd name="T11" fmla="*/ 0 h 56"/>
                <a:gd name="T12" fmla="*/ 2147483647 w 48"/>
                <a:gd name="T13" fmla="*/ 2147483647 h 56"/>
                <a:gd name="T14" fmla="*/ 0 w 48"/>
                <a:gd name="T15" fmla="*/ 2147483647 h 56"/>
                <a:gd name="T16" fmla="*/ 2147483647 w 48"/>
                <a:gd name="T17" fmla="*/ 2147483647 h 56"/>
                <a:gd name="T18" fmla="*/ 2147483647 w 48"/>
                <a:gd name="T19" fmla="*/ 2147483647 h 56"/>
                <a:gd name="T20" fmla="*/ 2147483647 w 48"/>
                <a:gd name="T21" fmla="*/ 2147483647 h 56"/>
                <a:gd name="T22" fmla="*/ 2147483647 w 48"/>
                <a:gd name="T23" fmla="*/ 2147483647 h 56"/>
                <a:gd name="T24" fmla="*/ 2147483647 w 48"/>
                <a:gd name="T25" fmla="*/ 2147483647 h 56"/>
                <a:gd name="T26" fmla="*/ 2147483647 w 48"/>
                <a:gd name="T27" fmla="*/ 2147483647 h 56"/>
                <a:gd name="T28" fmla="*/ 2147483647 w 48"/>
                <a:gd name="T29" fmla="*/ 2147483647 h 56"/>
                <a:gd name="T30" fmla="*/ 2147483647 w 48"/>
                <a:gd name="T31" fmla="*/ 2147483647 h 56"/>
                <a:gd name="T32" fmla="*/ 2147483647 w 48"/>
                <a:gd name="T33" fmla="*/ 2147483647 h 56"/>
                <a:gd name="T34" fmla="*/ 2147483647 w 48"/>
                <a:gd name="T35" fmla="*/ 2147483647 h 56"/>
                <a:gd name="T36" fmla="*/ 2147483647 w 48"/>
                <a:gd name="T37" fmla="*/ 0 h 56"/>
                <a:gd name="T38" fmla="*/ 2147483647 w 48"/>
                <a:gd name="T39" fmla="*/ 2147483647 h 56"/>
                <a:gd name="T40" fmla="*/ 0 w 48"/>
                <a:gd name="T41" fmla="*/ 2147483647 h 56"/>
                <a:gd name="T42" fmla="*/ 2147483647 w 48"/>
                <a:gd name="T43" fmla="*/ 2147483647 h 56"/>
                <a:gd name="T44" fmla="*/ 2147483647 w 48"/>
                <a:gd name="T45" fmla="*/ 2147483647 h 56"/>
                <a:gd name="T46" fmla="*/ 2147483647 w 48"/>
                <a:gd name="T47" fmla="*/ 2147483647 h 56"/>
                <a:gd name="T48" fmla="*/ 2147483647 w 48"/>
                <a:gd name="T49" fmla="*/ 2147483647 h 56"/>
                <a:gd name="T50" fmla="*/ 2147483647 w 48"/>
                <a:gd name="T51" fmla="*/ 2147483647 h 56"/>
                <a:gd name="T52" fmla="*/ 2147483647 w 48"/>
                <a:gd name="T53" fmla="*/ 2147483647 h 5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w 48"/>
                <a:gd name="T82" fmla="*/ 0 h 56"/>
                <a:gd name="T83" fmla="*/ 48 w 48"/>
                <a:gd name="T84" fmla="*/ 56 h 56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T81" t="T82" r="T83" b="T84"/>
              <a:pathLst>
                <a:path w="48" h="56">
                  <a:moveTo>
                    <a:pt x="48" y="56"/>
                  </a:moveTo>
                  <a:lnTo>
                    <a:pt x="48" y="40"/>
                  </a:lnTo>
                  <a:lnTo>
                    <a:pt x="40" y="24"/>
                  </a:lnTo>
                  <a:lnTo>
                    <a:pt x="48" y="8"/>
                  </a:lnTo>
                  <a:lnTo>
                    <a:pt x="16" y="8"/>
                  </a:lnTo>
                  <a:lnTo>
                    <a:pt x="16" y="0"/>
                  </a:lnTo>
                  <a:lnTo>
                    <a:pt x="8" y="16"/>
                  </a:lnTo>
                  <a:lnTo>
                    <a:pt x="0" y="24"/>
                  </a:lnTo>
                  <a:lnTo>
                    <a:pt x="8" y="40"/>
                  </a:lnTo>
                  <a:lnTo>
                    <a:pt x="16" y="56"/>
                  </a:lnTo>
                  <a:lnTo>
                    <a:pt x="24" y="56"/>
                  </a:lnTo>
                  <a:lnTo>
                    <a:pt x="48" y="56"/>
                  </a:lnTo>
                  <a:lnTo>
                    <a:pt x="48" y="40"/>
                  </a:lnTo>
                  <a:lnTo>
                    <a:pt x="40" y="24"/>
                  </a:lnTo>
                  <a:lnTo>
                    <a:pt x="48" y="8"/>
                  </a:lnTo>
                  <a:lnTo>
                    <a:pt x="16" y="8"/>
                  </a:lnTo>
                  <a:lnTo>
                    <a:pt x="16" y="0"/>
                  </a:lnTo>
                  <a:lnTo>
                    <a:pt x="8" y="16"/>
                  </a:lnTo>
                  <a:lnTo>
                    <a:pt x="0" y="24"/>
                  </a:lnTo>
                  <a:lnTo>
                    <a:pt x="8" y="40"/>
                  </a:lnTo>
                  <a:lnTo>
                    <a:pt x="16" y="56"/>
                  </a:lnTo>
                  <a:lnTo>
                    <a:pt x="24" y="56"/>
                  </a:lnTo>
                  <a:lnTo>
                    <a:pt x="48" y="56"/>
                  </a:lnTo>
                  <a:close/>
                </a:path>
              </a:pathLst>
            </a:custGeom>
            <a:grpFill/>
            <a:ln w="3175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251" name="Freeform 804"/>
            <p:cNvSpPr>
              <a:spLocks/>
            </p:cNvSpPr>
            <p:nvPr/>
          </p:nvSpPr>
          <p:spPr bwMode="auto">
            <a:xfrm>
              <a:off x="1630432" y="3483513"/>
              <a:ext cx="169801" cy="237374"/>
            </a:xfrm>
            <a:custGeom>
              <a:avLst/>
              <a:gdLst>
                <a:gd name="T0" fmla="*/ 2147483647 w 160"/>
                <a:gd name="T1" fmla="*/ 2147483647 h 224"/>
                <a:gd name="T2" fmla="*/ 2147483647 w 160"/>
                <a:gd name="T3" fmla="*/ 2147483647 h 224"/>
                <a:gd name="T4" fmla="*/ 2147483647 w 160"/>
                <a:gd name="T5" fmla="*/ 2147483647 h 224"/>
                <a:gd name="T6" fmla="*/ 2147483647 w 160"/>
                <a:gd name="T7" fmla="*/ 2147483647 h 224"/>
                <a:gd name="T8" fmla="*/ 2147483647 w 160"/>
                <a:gd name="T9" fmla="*/ 2147483647 h 224"/>
                <a:gd name="T10" fmla="*/ 2147483647 w 160"/>
                <a:gd name="T11" fmla="*/ 2147483647 h 224"/>
                <a:gd name="T12" fmla="*/ 2147483647 w 160"/>
                <a:gd name="T13" fmla="*/ 2147483647 h 224"/>
                <a:gd name="T14" fmla="*/ 2147483647 w 160"/>
                <a:gd name="T15" fmla="*/ 2147483647 h 224"/>
                <a:gd name="T16" fmla="*/ 2147483647 w 160"/>
                <a:gd name="T17" fmla="*/ 2147483647 h 224"/>
                <a:gd name="T18" fmla="*/ 2147483647 w 160"/>
                <a:gd name="T19" fmla="*/ 2147483647 h 224"/>
                <a:gd name="T20" fmla="*/ 2147483647 w 160"/>
                <a:gd name="T21" fmla="*/ 2147483647 h 224"/>
                <a:gd name="T22" fmla="*/ 2147483647 w 160"/>
                <a:gd name="T23" fmla="*/ 2147483647 h 224"/>
                <a:gd name="T24" fmla="*/ 2147483647 w 160"/>
                <a:gd name="T25" fmla="*/ 2147483647 h 224"/>
                <a:gd name="T26" fmla="*/ 2147483647 w 160"/>
                <a:gd name="T27" fmla="*/ 0 h 224"/>
                <a:gd name="T28" fmla="*/ 2147483647 w 160"/>
                <a:gd name="T29" fmla="*/ 0 h 224"/>
                <a:gd name="T30" fmla="*/ 2147483647 w 160"/>
                <a:gd name="T31" fmla="*/ 2147483647 h 224"/>
                <a:gd name="T32" fmla="*/ 2147483647 w 160"/>
                <a:gd name="T33" fmla="*/ 2147483647 h 224"/>
                <a:gd name="T34" fmla="*/ 2147483647 w 160"/>
                <a:gd name="T35" fmla="*/ 2147483647 h 224"/>
                <a:gd name="T36" fmla="*/ 2147483647 w 160"/>
                <a:gd name="T37" fmla="*/ 2147483647 h 224"/>
                <a:gd name="T38" fmla="*/ 2147483647 w 160"/>
                <a:gd name="T39" fmla="*/ 2147483647 h 224"/>
                <a:gd name="T40" fmla="*/ 2147483647 w 160"/>
                <a:gd name="T41" fmla="*/ 2147483647 h 224"/>
                <a:gd name="T42" fmla="*/ 0 w 160"/>
                <a:gd name="T43" fmla="*/ 2147483647 h 224"/>
                <a:gd name="T44" fmla="*/ 2147483647 w 160"/>
                <a:gd name="T45" fmla="*/ 2147483647 h 224"/>
                <a:gd name="T46" fmla="*/ 2147483647 w 160"/>
                <a:gd name="T47" fmla="*/ 2147483647 h 224"/>
                <a:gd name="T48" fmla="*/ 2147483647 w 160"/>
                <a:gd name="T49" fmla="*/ 2147483647 h 224"/>
                <a:gd name="T50" fmla="*/ 2147483647 w 160"/>
                <a:gd name="T51" fmla="*/ 2147483647 h 224"/>
                <a:gd name="T52" fmla="*/ 2147483647 w 160"/>
                <a:gd name="T53" fmla="*/ 2147483647 h 224"/>
                <a:gd name="T54" fmla="*/ 2147483647 w 160"/>
                <a:gd name="T55" fmla="*/ 2147483647 h 224"/>
                <a:gd name="T56" fmla="*/ 2147483647 w 160"/>
                <a:gd name="T57" fmla="*/ 2147483647 h 224"/>
                <a:gd name="T58" fmla="*/ 2147483647 w 160"/>
                <a:gd name="T59" fmla="*/ 2147483647 h 224"/>
                <a:gd name="T60" fmla="*/ 2147483647 w 160"/>
                <a:gd name="T61" fmla="*/ 2147483647 h 224"/>
                <a:gd name="T62" fmla="*/ 2147483647 w 160"/>
                <a:gd name="T63" fmla="*/ 2147483647 h 224"/>
                <a:gd name="T64" fmla="*/ 2147483647 w 160"/>
                <a:gd name="T65" fmla="*/ 2147483647 h 224"/>
                <a:gd name="T66" fmla="*/ 2147483647 w 160"/>
                <a:gd name="T67" fmla="*/ 2147483647 h 224"/>
                <a:gd name="T68" fmla="*/ 2147483647 w 160"/>
                <a:gd name="T69" fmla="*/ 2147483647 h 224"/>
                <a:gd name="T70" fmla="*/ 2147483647 w 160"/>
                <a:gd name="T71" fmla="*/ 2147483647 h 224"/>
                <a:gd name="T72" fmla="*/ 2147483647 w 160"/>
                <a:gd name="T73" fmla="*/ 2147483647 h 224"/>
                <a:gd name="T74" fmla="*/ 2147483647 w 160"/>
                <a:gd name="T75" fmla="*/ 2147483647 h 224"/>
                <a:gd name="T76" fmla="*/ 2147483647 w 160"/>
                <a:gd name="T77" fmla="*/ 2147483647 h 224"/>
                <a:gd name="T78" fmla="*/ 2147483647 w 160"/>
                <a:gd name="T79" fmla="*/ 2147483647 h 224"/>
                <a:gd name="T80" fmla="*/ 2147483647 w 160"/>
                <a:gd name="T81" fmla="*/ 2147483647 h 224"/>
                <a:gd name="T82" fmla="*/ 2147483647 w 160"/>
                <a:gd name="T83" fmla="*/ 2147483647 h 224"/>
                <a:gd name="T84" fmla="*/ 2147483647 w 160"/>
                <a:gd name="T85" fmla="*/ 2147483647 h 224"/>
                <a:gd name="T86" fmla="*/ 2147483647 w 160"/>
                <a:gd name="T87" fmla="*/ 2147483647 h 224"/>
                <a:gd name="T88" fmla="*/ 2147483647 w 160"/>
                <a:gd name="T89" fmla="*/ 0 h 224"/>
                <a:gd name="T90" fmla="*/ 2147483647 w 160"/>
                <a:gd name="T91" fmla="*/ 0 h 224"/>
                <a:gd name="T92" fmla="*/ 2147483647 w 160"/>
                <a:gd name="T93" fmla="*/ 2147483647 h 224"/>
                <a:gd name="T94" fmla="*/ 2147483647 w 160"/>
                <a:gd name="T95" fmla="*/ 2147483647 h 224"/>
                <a:gd name="T96" fmla="*/ 2147483647 w 160"/>
                <a:gd name="T97" fmla="*/ 2147483647 h 224"/>
                <a:gd name="T98" fmla="*/ 2147483647 w 160"/>
                <a:gd name="T99" fmla="*/ 2147483647 h 224"/>
                <a:gd name="T100" fmla="*/ 2147483647 w 160"/>
                <a:gd name="T101" fmla="*/ 2147483647 h 224"/>
                <a:gd name="T102" fmla="*/ 2147483647 w 160"/>
                <a:gd name="T103" fmla="*/ 2147483647 h 224"/>
                <a:gd name="T104" fmla="*/ 0 w 160"/>
                <a:gd name="T105" fmla="*/ 2147483647 h 224"/>
                <a:gd name="T106" fmla="*/ 2147483647 w 160"/>
                <a:gd name="T107" fmla="*/ 2147483647 h 224"/>
                <a:gd name="T108" fmla="*/ 2147483647 w 160"/>
                <a:gd name="T109" fmla="*/ 2147483647 h 224"/>
                <a:gd name="T110" fmla="*/ 2147483647 w 160"/>
                <a:gd name="T111" fmla="*/ 2147483647 h 224"/>
                <a:gd name="T112" fmla="*/ 2147483647 w 160"/>
                <a:gd name="T113" fmla="*/ 2147483647 h 224"/>
                <a:gd name="T114" fmla="*/ 2147483647 w 160"/>
                <a:gd name="T115" fmla="*/ 2147483647 h 224"/>
                <a:gd name="T116" fmla="*/ 2147483647 w 160"/>
                <a:gd name="T117" fmla="*/ 2147483647 h 224"/>
                <a:gd name="T118" fmla="*/ 2147483647 w 160"/>
                <a:gd name="T119" fmla="*/ 2147483647 h 224"/>
                <a:gd name="T120" fmla="*/ 2147483647 w 160"/>
                <a:gd name="T121" fmla="*/ 2147483647 h 224"/>
                <a:gd name="T122" fmla="*/ 2147483647 w 160"/>
                <a:gd name="T123" fmla="*/ 2147483647 h 224"/>
                <a:gd name="T124" fmla="*/ 2147483647 w 160"/>
                <a:gd name="T125" fmla="*/ 2147483647 h 224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w 160"/>
                <a:gd name="T190" fmla="*/ 0 h 224"/>
                <a:gd name="T191" fmla="*/ 160 w 160"/>
                <a:gd name="T192" fmla="*/ 224 h 224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T189" t="T190" r="T191" b="T192"/>
              <a:pathLst>
                <a:path w="160" h="224">
                  <a:moveTo>
                    <a:pt x="152" y="136"/>
                  </a:moveTo>
                  <a:lnTo>
                    <a:pt x="152" y="136"/>
                  </a:lnTo>
                  <a:lnTo>
                    <a:pt x="144" y="136"/>
                  </a:lnTo>
                  <a:lnTo>
                    <a:pt x="144" y="112"/>
                  </a:lnTo>
                  <a:lnTo>
                    <a:pt x="120" y="120"/>
                  </a:lnTo>
                  <a:lnTo>
                    <a:pt x="104" y="104"/>
                  </a:lnTo>
                  <a:lnTo>
                    <a:pt x="104" y="80"/>
                  </a:lnTo>
                  <a:lnTo>
                    <a:pt x="120" y="56"/>
                  </a:lnTo>
                  <a:lnTo>
                    <a:pt x="136" y="48"/>
                  </a:lnTo>
                  <a:lnTo>
                    <a:pt x="136" y="40"/>
                  </a:lnTo>
                  <a:lnTo>
                    <a:pt x="128" y="24"/>
                  </a:lnTo>
                  <a:lnTo>
                    <a:pt x="112" y="24"/>
                  </a:lnTo>
                  <a:lnTo>
                    <a:pt x="104" y="16"/>
                  </a:lnTo>
                  <a:lnTo>
                    <a:pt x="80" y="0"/>
                  </a:lnTo>
                  <a:lnTo>
                    <a:pt x="72" y="16"/>
                  </a:lnTo>
                  <a:lnTo>
                    <a:pt x="56" y="32"/>
                  </a:lnTo>
                  <a:lnTo>
                    <a:pt x="48" y="40"/>
                  </a:lnTo>
                  <a:lnTo>
                    <a:pt x="32" y="56"/>
                  </a:lnTo>
                  <a:lnTo>
                    <a:pt x="16" y="48"/>
                  </a:lnTo>
                  <a:lnTo>
                    <a:pt x="16" y="40"/>
                  </a:lnTo>
                  <a:lnTo>
                    <a:pt x="0" y="48"/>
                  </a:lnTo>
                  <a:lnTo>
                    <a:pt x="16" y="80"/>
                  </a:lnTo>
                  <a:lnTo>
                    <a:pt x="40" y="120"/>
                  </a:lnTo>
                  <a:lnTo>
                    <a:pt x="64" y="168"/>
                  </a:lnTo>
                  <a:lnTo>
                    <a:pt x="64" y="176"/>
                  </a:lnTo>
                  <a:lnTo>
                    <a:pt x="144" y="224"/>
                  </a:lnTo>
                  <a:lnTo>
                    <a:pt x="152" y="224"/>
                  </a:lnTo>
                  <a:lnTo>
                    <a:pt x="152" y="208"/>
                  </a:lnTo>
                  <a:lnTo>
                    <a:pt x="160" y="184"/>
                  </a:lnTo>
                  <a:lnTo>
                    <a:pt x="160" y="152"/>
                  </a:lnTo>
                  <a:lnTo>
                    <a:pt x="152" y="136"/>
                  </a:lnTo>
                  <a:lnTo>
                    <a:pt x="144" y="136"/>
                  </a:lnTo>
                  <a:lnTo>
                    <a:pt x="144" y="112"/>
                  </a:lnTo>
                  <a:lnTo>
                    <a:pt x="120" y="120"/>
                  </a:lnTo>
                  <a:lnTo>
                    <a:pt x="104" y="104"/>
                  </a:lnTo>
                  <a:lnTo>
                    <a:pt x="104" y="80"/>
                  </a:lnTo>
                  <a:lnTo>
                    <a:pt x="120" y="56"/>
                  </a:lnTo>
                  <a:lnTo>
                    <a:pt x="136" y="48"/>
                  </a:lnTo>
                  <a:lnTo>
                    <a:pt x="136" y="40"/>
                  </a:lnTo>
                  <a:lnTo>
                    <a:pt x="128" y="24"/>
                  </a:lnTo>
                  <a:lnTo>
                    <a:pt x="112" y="24"/>
                  </a:lnTo>
                  <a:lnTo>
                    <a:pt x="104" y="16"/>
                  </a:lnTo>
                  <a:lnTo>
                    <a:pt x="80" y="0"/>
                  </a:lnTo>
                  <a:lnTo>
                    <a:pt x="72" y="16"/>
                  </a:lnTo>
                  <a:lnTo>
                    <a:pt x="56" y="32"/>
                  </a:lnTo>
                  <a:lnTo>
                    <a:pt x="48" y="40"/>
                  </a:lnTo>
                  <a:lnTo>
                    <a:pt x="32" y="56"/>
                  </a:lnTo>
                  <a:lnTo>
                    <a:pt x="16" y="48"/>
                  </a:lnTo>
                  <a:lnTo>
                    <a:pt x="16" y="40"/>
                  </a:lnTo>
                  <a:lnTo>
                    <a:pt x="0" y="48"/>
                  </a:lnTo>
                  <a:lnTo>
                    <a:pt x="16" y="80"/>
                  </a:lnTo>
                  <a:lnTo>
                    <a:pt x="40" y="120"/>
                  </a:lnTo>
                  <a:lnTo>
                    <a:pt x="64" y="168"/>
                  </a:lnTo>
                  <a:lnTo>
                    <a:pt x="64" y="176"/>
                  </a:lnTo>
                  <a:lnTo>
                    <a:pt x="144" y="224"/>
                  </a:lnTo>
                  <a:lnTo>
                    <a:pt x="152" y="224"/>
                  </a:lnTo>
                  <a:lnTo>
                    <a:pt x="152" y="208"/>
                  </a:lnTo>
                  <a:lnTo>
                    <a:pt x="160" y="184"/>
                  </a:lnTo>
                  <a:lnTo>
                    <a:pt x="160" y="152"/>
                  </a:lnTo>
                  <a:lnTo>
                    <a:pt x="152" y="136"/>
                  </a:lnTo>
                  <a:close/>
                </a:path>
              </a:pathLst>
            </a:custGeom>
            <a:grpFill/>
            <a:ln w="3175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252" name="Freeform 805"/>
            <p:cNvSpPr>
              <a:spLocks/>
            </p:cNvSpPr>
            <p:nvPr/>
          </p:nvSpPr>
          <p:spPr bwMode="auto">
            <a:xfrm>
              <a:off x="1647759" y="3458390"/>
              <a:ext cx="67574" cy="84900"/>
            </a:xfrm>
            <a:custGeom>
              <a:avLst/>
              <a:gdLst>
                <a:gd name="T0" fmla="*/ 2147483647 w 64"/>
                <a:gd name="T1" fmla="*/ 2147483647 h 80"/>
                <a:gd name="T2" fmla="*/ 2147483647 w 64"/>
                <a:gd name="T3" fmla="*/ 2147483647 h 80"/>
                <a:gd name="T4" fmla="*/ 2147483647 w 64"/>
                <a:gd name="T5" fmla="*/ 2147483647 h 80"/>
                <a:gd name="T6" fmla="*/ 2147483647 w 64"/>
                <a:gd name="T7" fmla="*/ 2147483647 h 80"/>
                <a:gd name="T8" fmla="*/ 2147483647 w 64"/>
                <a:gd name="T9" fmla="*/ 2147483647 h 80"/>
                <a:gd name="T10" fmla="*/ 2147483647 w 64"/>
                <a:gd name="T11" fmla="*/ 2147483647 h 80"/>
                <a:gd name="T12" fmla="*/ 2147483647 w 64"/>
                <a:gd name="T13" fmla="*/ 0 h 80"/>
                <a:gd name="T14" fmla="*/ 2147483647 w 64"/>
                <a:gd name="T15" fmla="*/ 2147483647 h 80"/>
                <a:gd name="T16" fmla="*/ 0 w 64"/>
                <a:gd name="T17" fmla="*/ 2147483647 h 80"/>
                <a:gd name="T18" fmla="*/ 2147483647 w 64"/>
                <a:gd name="T19" fmla="*/ 2147483647 h 80"/>
                <a:gd name="T20" fmla="*/ 0 w 64"/>
                <a:gd name="T21" fmla="*/ 2147483647 h 80"/>
                <a:gd name="T22" fmla="*/ 0 w 64"/>
                <a:gd name="T23" fmla="*/ 2147483647 h 80"/>
                <a:gd name="T24" fmla="*/ 2147483647 w 64"/>
                <a:gd name="T25" fmla="*/ 2147483647 h 80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64"/>
                <a:gd name="T40" fmla="*/ 0 h 80"/>
                <a:gd name="T41" fmla="*/ 64 w 64"/>
                <a:gd name="T42" fmla="*/ 80 h 80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64" h="80">
                  <a:moveTo>
                    <a:pt x="16" y="80"/>
                  </a:moveTo>
                  <a:lnTo>
                    <a:pt x="32" y="64"/>
                  </a:lnTo>
                  <a:lnTo>
                    <a:pt x="40" y="56"/>
                  </a:lnTo>
                  <a:lnTo>
                    <a:pt x="56" y="40"/>
                  </a:lnTo>
                  <a:lnTo>
                    <a:pt x="64" y="24"/>
                  </a:lnTo>
                  <a:lnTo>
                    <a:pt x="48" y="16"/>
                  </a:lnTo>
                  <a:lnTo>
                    <a:pt x="16" y="0"/>
                  </a:lnTo>
                  <a:lnTo>
                    <a:pt x="16" y="8"/>
                  </a:lnTo>
                  <a:lnTo>
                    <a:pt x="0" y="48"/>
                  </a:lnTo>
                  <a:lnTo>
                    <a:pt x="8" y="64"/>
                  </a:lnTo>
                  <a:lnTo>
                    <a:pt x="0" y="64"/>
                  </a:lnTo>
                  <a:lnTo>
                    <a:pt x="0" y="72"/>
                  </a:lnTo>
                  <a:lnTo>
                    <a:pt x="16" y="80"/>
                  </a:lnTo>
                  <a:close/>
                </a:path>
              </a:pathLst>
            </a:custGeom>
            <a:grpFill/>
            <a:ln w="3175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253" name="Freeform 806"/>
            <p:cNvSpPr>
              <a:spLocks/>
            </p:cNvSpPr>
            <p:nvPr/>
          </p:nvSpPr>
          <p:spPr bwMode="auto">
            <a:xfrm>
              <a:off x="1529072" y="3263466"/>
              <a:ext cx="76237" cy="33787"/>
            </a:xfrm>
            <a:custGeom>
              <a:avLst/>
              <a:gdLst>
                <a:gd name="T0" fmla="*/ 2147483647 w 72"/>
                <a:gd name="T1" fmla="*/ 2147483647 h 32"/>
                <a:gd name="T2" fmla="*/ 2147483647 w 72"/>
                <a:gd name="T3" fmla="*/ 0 h 32"/>
                <a:gd name="T4" fmla="*/ 2147483647 w 72"/>
                <a:gd name="T5" fmla="*/ 0 h 32"/>
                <a:gd name="T6" fmla="*/ 0 w 72"/>
                <a:gd name="T7" fmla="*/ 2147483647 h 32"/>
                <a:gd name="T8" fmla="*/ 0 w 72"/>
                <a:gd name="T9" fmla="*/ 2147483647 h 32"/>
                <a:gd name="T10" fmla="*/ 2147483647 w 72"/>
                <a:gd name="T11" fmla="*/ 2147483647 h 32"/>
                <a:gd name="T12" fmla="*/ 2147483647 w 72"/>
                <a:gd name="T13" fmla="*/ 2147483647 h 32"/>
                <a:gd name="T14" fmla="*/ 2147483647 w 72"/>
                <a:gd name="T15" fmla="*/ 2147483647 h 3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72"/>
                <a:gd name="T25" fmla="*/ 0 h 32"/>
                <a:gd name="T26" fmla="*/ 72 w 72"/>
                <a:gd name="T27" fmla="*/ 32 h 32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72" h="32">
                  <a:moveTo>
                    <a:pt x="72" y="8"/>
                  </a:moveTo>
                  <a:lnTo>
                    <a:pt x="32" y="0"/>
                  </a:lnTo>
                  <a:lnTo>
                    <a:pt x="16" y="0"/>
                  </a:lnTo>
                  <a:lnTo>
                    <a:pt x="0" y="8"/>
                  </a:lnTo>
                  <a:lnTo>
                    <a:pt x="0" y="24"/>
                  </a:lnTo>
                  <a:lnTo>
                    <a:pt x="16" y="32"/>
                  </a:lnTo>
                  <a:lnTo>
                    <a:pt x="48" y="24"/>
                  </a:lnTo>
                  <a:lnTo>
                    <a:pt x="72" y="8"/>
                  </a:lnTo>
                  <a:close/>
                </a:path>
              </a:pathLst>
            </a:custGeom>
            <a:grpFill/>
            <a:ln w="3175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254" name="Freeform 807"/>
            <p:cNvSpPr>
              <a:spLocks/>
            </p:cNvSpPr>
            <p:nvPr/>
          </p:nvSpPr>
          <p:spPr bwMode="auto">
            <a:xfrm>
              <a:off x="1486621" y="3237476"/>
              <a:ext cx="58910" cy="51114"/>
            </a:xfrm>
            <a:custGeom>
              <a:avLst/>
              <a:gdLst>
                <a:gd name="T0" fmla="*/ 2147483647 w 56"/>
                <a:gd name="T1" fmla="*/ 2147483647 h 48"/>
                <a:gd name="T2" fmla="*/ 2147483647 w 56"/>
                <a:gd name="T3" fmla="*/ 2147483647 h 48"/>
                <a:gd name="T4" fmla="*/ 2147483647 w 56"/>
                <a:gd name="T5" fmla="*/ 0 h 48"/>
                <a:gd name="T6" fmla="*/ 2147483647 w 56"/>
                <a:gd name="T7" fmla="*/ 0 h 48"/>
                <a:gd name="T8" fmla="*/ 2147483647 w 56"/>
                <a:gd name="T9" fmla="*/ 2147483647 h 48"/>
                <a:gd name="T10" fmla="*/ 2147483647 w 56"/>
                <a:gd name="T11" fmla="*/ 2147483647 h 48"/>
                <a:gd name="T12" fmla="*/ 2147483647 w 56"/>
                <a:gd name="T13" fmla="*/ 2147483647 h 48"/>
                <a:gd name="T14" fmla="*/ 0 w 56"/>
                <a:gd name="T15" fmla="*/ 2147483647 h 48"/>
                <a:gd name="T16" fmla="*/ 0 w 56"/>
                <a:gd name="T17" fmla="*/ 2147483647 h 48"/>
                <a:gd name="T18" fmla="*/ 0 w 56"/>
                <a:gd name="T19" fmla="*/ 2147483647 h 48"/>
                <a:gd name="T20" fmla="*/ 2147483647 w 56"/>
                <a:gd name="T21" fmla="*/ 2147483647 h 48"/>
                <a:gd name="T22" fmla="*/ 2147483647 w 56"/>
                <a:gd name="T23" fmla="*/ 2147483647 h 48"/>
                <a:gd name="T24" fmla="*/ 2147483647 w 56"/>
                <a:gd name="T25" fmla="*/ 2147483647 h 48"/>
                <a:gd name="T26" fmla="*/ 2147483647 w 56"/>
                <a:gd name="T27" fmla="*/ 2147483647 h 48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56"/>
                <a:gd name="T43" fmla="*/ 0 h 48"/>
                <a:gd name="T44" fmla="*/ 56 w 56"/>
                <a:gd name="T45" fmla="*/ 48 h 48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56" h="48">
                  <a:moveTo>
                    <a:pt x="56" y="24"/>
                  </a:moveTo>
                  <a:lnTo>
                    <a:pt x="40" y="16"/>
                  </a:lnTo>
                  <a:lnTo>
                    <a:pt x="40" y="0"/>
                  </a:lnTo>
                  <a:lnTo>
                    <a:pt x="24" y="0"/>
                  </a:lnTo>
                  <a:lnTo>
                    <a:pt x="16" y="8"/>
                  </a:lnTo>
                  <a:lnTo>
                    <a:pt x="24" y="24"/>
                  </a:lnTo>
                  <a:lnTo>
                    <a:pt x="8" y="24"/>
                  </a:lnTo>
                  <a:lnTo>
                    <a:pt x="0" y="32"/>
                  </a:lnTo>
                  <a:lnTo>
                    <a:pt x="0" y="40"/>
                  </a:lnTo>
                  <a:lnTo>
                    <a:pt x="0" y="48"/>
                  </a:lnTo>
                  <a:lnTo>
                    <a:pt x="24" y="48"/>
                  </a:lnTo>
                  <a:lnTo>
                    <a:pt x="40" y="48"/>
                  </a:lnTo>
                  <a:lnTo>
                    <a:pt x="40" y="32"/>
                  </a:lnTo>
                  <a:lnTo>
                    <a:pt x="56" y="24"/>
                  </a:lnTo>
                  <a:close/>
                </a:path>
              </a:pathLst>
            </a:custGeom>
            <a:grpFill/>
            <a:ln w="3175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255" name="Freeform 808"/>
            <p:cNvSpPr>
              <a:spLocks/>
            </p:cNvSpPr>
            <p:nvPr/>
          </p:nvSpPr>
          <p:spPr bwMode="auto">
            <a:xfrm>
              <a:off x="1155683" y="3017428"/>
              <a:ext cx="407175" cy="262498"/>
            </a:xfrm>
            <a:custGeom>
              <a:avLst/>
              <a:gdLst>
                <a:gd name="T0" fmla="*/ 2147483647 w 384"/>
                <a:gd name="T1" fmla="*/ 2147483647 h 248"/>
                <a:gd name="T2" fmla="*/ 2147483647 w 384"/>
                <a:gd name="T3" fmla="*/ 2147483647 h 248"/>
                <a:gd name="T4" fmla="*/ 2147483647 w 384"/>
                <a:gd name="T5" fmla="*/ 2147483647 h 248"/>
                <a:gd name="T6" fmla="*/ 2147483647 w 384"/>
                <a:gd name="T7" fmla="*/ 2147483647 h 248"/>
                <a:gd name="T8" fmla="*/ 2147483647 w 384"/>
                <a:gd name="T9" fmla="*/ 2147483647 h 248"/>
                <a:gd name="T10" fmla="*/ 2147483647 w 384"/>
                <a:gd name="T11" fmla="*/ 2147483647 h 248"/>
                <a:gd name="T12" fmla="*/ 2147483647 w 384"/>
                <a:gd name="T13" fmla="*/ 2147483647 h 248"/>
                <a:gd name="T14" fmla="*/ 2147483647 w 384"/>
                <a:gd name="T15" fmla="*/ 2147483647 h 248"/>
                <a:gd name="T16" fmla="*/ 2147483647 w 384"/>
                <a:gd name="T17" fmla="*/ 2147483647 h 248"/>
                <a:gd name="T18" fmla="*/ 2147483647 w 384"/>
                <a:gd name="T19" fmla="*/ 2147483647 h 248"/>
                <a:gd name="T20" fmla="*/ 2147483647 w 384"/>
                <a:gd name="T21" fmla="*/ 2147483647 h 248"/>
                <a:gd name="T22" fmla="*/ 2147483647 w 384"/>
                <a:gd name="T23" fmla="*/ 2147483647 h 248"/>
                <a:gd name="T24" fmla="*/ 2147483647 w 384"/>
                <a:gd name="T25" fmla="*/ 2147483647 h 248"/>
                <a:gd name="T26" fmla="*/ 2147483647 w 384"/>
                <a:gd name="T27" fmla="*/ 2147483647 h 248"/>
                <a:gd name="T28" fmla="*/ 2147483647 w 384"/>
                <a:gd name="T29" fmla="*/ 2147483647 h 248"/>
                <a:gd name="T30" fmla="*/ 2147483647 w 384"/>
                <a:gd name="T31" fmla="*/ 2147483647 h 248"/>
                <a:gd name="T32" fmla="*/ 2147483647 w 384"/>
                <a:gd name="T33" fmla="*/ 2147483647 h 248"/>
                <a:gd name="T34" fmla="*/ 2147483647 w 384"/>
                <a:gd name="T35" fmla="*/ 2147483647 h 248"/>
                <a:gd name="T36" fmla="*/ 2147483647 w 384"/>
                <a:gd name="T37" fmla="*/ 2147483647 h 248"/>
                <a:gd name="T38" fmla="*/ 2147483647 w 384"/>
                <a:gd name="T39" fmla="*/ 2147483647 h 248"/>
                <a:gd name="T40" fmla="*/ 2147483647 w 384"/>
                <a:gd name="T41" fmla="*/ 2147483647 h 248"/>
                <a:gd name="T42" fmla="*/ 2147483647 w 384"/>
                <a:gd name="T43" fmla="*/ 2147483647 h 248"/>
                <a:gd name="T44" fmla="*/ 2147483647 w 384"/>
                <a:gd name="T45" fmla="*/ 2147483647 h 248"/>
                <a:gd name="T46" fmla="*/ 2147483647 w 384"/>
                <a:gd name="T47" fmla="*/ 0 h 248"/>
                <a:gd name="T48" fmla="*/ 0 w 384"/>
                <a:gd name="T49" fmla="*/ 0 h 248"/>
                <a:gd name="T50" fmla="*/ 2147483647 w 384"/>
                <a:gd name="T51" fmla="*/ 2147483647 h 248"/>
                <a:gd name="T52" fmla="*/ 2147483647 w 384"/>
                <a:gd name="T53" fmla="*/ 2147483647 h 248"/>
                <a:gd name="T54" fmla="*/ 2147483647 w 384"/>
                <a:gd name="T55" fmla="*/ 2147483647 h 248"/>
                <a:gd name="T56" fmla="*/ 2147483647 w 384"/>
                <a:gd name="T57" fmla="*/ 2147483647 h 248"/>
                <a:gd name="T58" fmla="*/ 2147483647 w 384"/>
                <a:gd name="T59" fmla="*/ 2147483647 h 248"/>
                <a:gd name="T60" fmla="*/ 2147483647 w 384"/>
                <a:gd name="T61" fmla="*/ 2147483647 h 248"/>
                <a:gd name="T62" fmla="*/ 2147483647 w 384"/>
                <a:gd name="T63" fmla="*/ 2147483647 h 248"/>
                <a:gd name="T64" fmla="*/ 2147483647 w 384"/>
                <a:gd name="T65" fmla="*/ 2147483647 h 248"/>
                <a:gd name="T66" fmla="*/ 2147483647 w 384"/>
                <a:gd name="T67" fmla="*/ 2147483647 h 248"/>
                <a:gd name="T68" fmla="*/ 2147483647 w 384"/>
                <a:gd name="T69" fmla="*/ 2147483647 h 248"/>
                <a:gd name="T70" fmla="*/ 2147483647 w 384"/>
                <a:gd name="T71" fmla="*/ 2147483647 h 248"/>
                <a:gd name="T72" fmla="*/ 2147483647 w 384"/>
                <a:gd name="T73" fmla="*/ 2147483647 h 248"/>
                <a:gd name="T74" fmla="*/ 2147483647 w 384"/>
                <a:gd name="T75" fmla="*/ 2147483647 h 248"/>
                <a:gd name="T76" fmla="*/ 2147483647 w 384"/>
                <a:gd name="T77" fmla="*/ 2147483647 h 248"/>
                <a:gd name="T78" fmla="*/ 2147483647 w 384"/>
                <a:gd name="T79" fmla="*/ 2147483647 h 248"/>
                <a:gd name="T80" fmla="*/ 2147483647 w 384"/>
                <a:gd name="T81" fmla="*/ 2147483647 h 248"/>
                <a:gd name="T82" fmla="*/ 2147483647 w 384"/>
                <a:gd name="T83" fmla="*/ 2147483647 h 248"/>
                <a:gd name="T84" fmla="*/ 2147483647 w 384"/>
                <a:gd name="T85" fmla="*/ 2147483647 h 248"/>
                <a:gd name="T86" fmla="*/ 2147483647 w 384"/>
                <a:gd name="T87" fmla="*/ 2147483647 h 248"/>
                <a:gd name="T88" fmla="*/ 2147483647 w 384"/>
                <a:gd name="T89" fmla="*/ 2147483647 h 248"/>
                <a:gd name="T90" fmla="*/ 2147483647 w 384"/>
                <a:gd name="T91" fmla="*/ 2147483647 h 248"/>
                <a:gd name="T92" fmla="*/ 2147483647 w 384"/>
                <a:gd name="T93" fmla="*/ 2147483647 h 248"/>
                <a:gd name="T94" fmla="*/ 2147483647 w 384"/>
                <a:gd name="T95" fmla="*/ 2147483647 h 248"/>
                <a:gd name="T96" fmla="*/ 2147483647 w 384"/>
                <a:gd name="T97" fmla="*/ 2147483647 h 248"/>
                <a:gd name="T98" fmla="*/ 2147483647 w 384"/>
                <a:gd name="T99" fmla="*/ 2147483647 h 248"/>
                <a:gd name="T100" fmla="*/ 2147483647 w 384"/>
                <a:gd name="T101" fmla="*/ 2147483647 h 248"/>
                <a:gd name="T102" fmla="*/ 2147483647 w 384"/>
                <a:gd name="T103" fmla="*/ 2147483647 h 248"/>
                <a:gd name="T104" fmla="*/ 2147483647 w 384"/>
                <a:gd name="T105" fmla="*/ 2147483647 h 248"/>
                <a:gd name="T106" fmla="*/ 2147483647 w 384"/>
                <a:gd name="T107" fmla="*/ 2147483647 h 248"/>
                <a:gd name="T108" fmla="*/ 2147483647 w 384"/>
                <a:gd name="T109" fmla="*/ 2147483647 h 248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w 384"/>
                <a:gd name="T166" fmla="*/ 0 h 248"/>
                <a:gd name="T167" fmla="*/ 384 w 384"/>
                <a:gd name="T168" fmla="*/ 248 h 248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T165" t="T166" r="T167" b="T168"/>
              <a:pathLst>
                <a:path w="384" h="248">
                  <a:moveTo>
                    <a:pt x="320" y="232"/>
                  </a:moveTo>
                  <a:lnTo>
                    <a:pt x="336" y="232"/>
                  </a:lnTo>
                  <a:lnTo>
                    <a:pt x="328" y="216"/>
                  </a:lnTo>
                  <a:lnTo>
                    <a:pt x="336" y="208"/>
                  </a:lnTo>
                  <a:lnTo>
                    <a:pt x="352" y="208"/>
                  </a:lnTo>
                  <a:lnTo>
                    <a:pt x="360" y="200"/>
                  </a:lnTo>
                  <a:lnTo>
                    <a:pt x="376" y="192"/>
                  </a:lnTo>
                  <a:lnTo>
                    <a:pt x="384" y="160"/>
                  </a:lnTo>
                  <a:lnTo>
                    <a:pt x="336" y="168"/>
                  </a:lnTo>
                  <a:lnTo>
                    <a:pt x="312" y="192"/>
                  </a:lnTo>
                  <a:lnTo>
                    <a:pt x="280" y="200"/>
                  </a:lnTo>
                  <a:lnTo>
                    <a:pt x="248" y="160"/>
                  </a:lnTo>
                  <a:lnTo>
                    <a:pt x="248" y="104"/>
                  </a:lnTo>
                  <a:lnTo>
                    <a:pt x="256" y="96"/>
                  </a:lnTo>
                  <a:lnTo>
                    <a:pt x="232" y="88"/>
                  </a:lnTo>
                  <a:lnTo>
                    <a:pt x="216" y="72"/>
                  </a:lnTo>
                  <a:lnTo>
                    <a:pt x="208" y="56"/>
                  </a:lnTo>
                  <a:lnTo>
                    <a:pt x="192" y="40"/>
                  </a:lnTo>
                  <a:lnTo>
                    <a:pt x="168" y="48"/>
                  </a:lnTo>
                  <a:lnTo>
                    <a:pt x="136" y="16"/>
                  </a:lnTo>
                  <a:lnTo>
                    <a:pt x="112" y="8"/>
                  </a:lnTo>
                  <a:lnTo>
                    <a:pt x="104" y="16"/>
                  </a:lnTo>
                  <a:lnTo>
                    <a:pt x="72" y="16"/>
                  </a:lnTo>
                  <a:lnTo>
                    <a:pt x="32" y="0"/>
                  </a:lnTo>
                  <a:lnTo>
                    <a:pt x="0" y="0"/>
                  </a:lnTo>
                  <a:lnTo>
                    <a:pt x="24" y="48"/>
                  </a:lnTo>
                  <a:lnTo>
                    <a:pt x="40" y="72"/>
                  </a:lnTo>
                  <a:lnTo>
                    <a:pt x="32" y="80"/>
                  </a:lnTo>
                  <a:lnTo>
                    <a:pt x="64" y="96"/>
                  </a:lnTo>
                  <a:lnTo>
                    <a:pt x="64" y="120"/>
                  </a:lnTo>
                  <a:lnTo>
                    <a:pt x="80" y="128"/>
                  </a:lnTo>
                  <a:lnTo>
                    <a:pt x="96" y="144"/>
                  </a:lnTo>
                  <a:lnTo>
                    <a:pt x="96" y="128"/>
                  </a:lnTo>
                  <a:lnTo>
                    <a:pt x="80" y="120"/>
                  </a:lnTo>
                  <a:lnTo>
                    <a:pt x="64" y="80"/>
                  </a:lnTo>
                  <a:lnTo>
                    <a:pt x="40" y="40"/>
                  </a:lnTo>
                  <a:lnTo>
                    <a:pt x="32" y="16"/>
                  </a:lnTo>
                  <a:lnTo>
                    <a:pt x="48" y="24"/>
                  </a:lnTo>
                  <a:lnTo>
                    <a:pt x="72" y="64"/>
                  </a:lnTo>
                  <a:lnTo>
                    <a:pt x="80" y="80"/>
                  </a:lnTo>
                  <a:lnTo>
                    <a:pt x="96" y="88"/>
                  </a:lnTo>
                  <a:lnTo>
                    <a:pt x="96" y="104"/>
                  </a:lnTo>
                  <a:lnTo>
                    <a:pt x="112" y="112"/>
                  </a:lnTo>
                  <a:lnTo>
                    <a:pt x="120" y="120"/>
                  </a:lnTo>
                  <a:lnTo>
                    <a:pt x="144" y="144"/>
                  </a:lnTo>
                  <a:lnTo>
                    <a:pt x="144" y="168"/>
                  </a:lnTo>
                  <a:lnTo>
                    <a:pt x="144" y="184"/>
                  </a:lnTo>
                  <a:lnTo>
                    <a:pt x="200" y="216"/>
                  </a:lnTo>
                  <a:lnTo>
                    <a:pt x="224" y="224"/>
                  </a:lnTo>
                  <a:lnTo>
                    <a:pt x="264" y="240"/>
                  </a:lnTo>
                  <a:lnTo>
                    <a:pt x="280" y="232"/>
                  </a:lnTo>
                  <a:lnTo>
                    <a:pt x="288" y="232"/>
                  </a:lnTo>
                  <a:lnTo>
                    <a:pt x="312" y="248"/>
                  </a:lnTo>
                  <a:lnTo>
                    <a:pt x="312" y="240"/>
                  </a:lnTo>
                  <a:lnTo>
                    <a:pt x="320" y="232"/>
                  </a:lnTo>
                  <a:close/>
                </a:path>
              </a:pathLst>
            </a:custGeom>
            <a:grpFill/>
            <a:ln w="3175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256" name="Freeform 809"/>
            <p:cNvSpPr>
              <a:spLocks/>
            </p:cNvSpPr>
            <p:nvPr/>
          </p:nvSpPr>
          <p:spPr bwMode="auto">
            <a:xfrm>
              <a:off x="1647759" y="3458390"/>
              <a:ext cx="67574" cy="84900"/>
            </a:xfrm>
            <a:custGeom>
              <a:avLst/>
              <a:gdLst>
                <a:gd name="T0" fmla="*/ 2147483647 w 64"/>
                <a:gd name="T1" fmla="*/ 2147483647 h 80"/>
                <a:gd name="T2" fmla="*/ 2147483647 w 64"/>
                <a:gd name="T3" fmla="*/ 2147483647 h 80"/>
                <a:gd name="T4" fmla="*/ 2147483647 w 64"/>
                <a:gd name="T5" fmla="*/ 2147483647 h 80"/>
                <a:gd name="T6" fmla="*/ 2147483647 w 64"/>
                <a:gd name="T7" fmla="*/ 2147483647 h 80"/>
                <a:gd name="T8" fmla="*/ 2147483647 w 64"/>
                <a:gd name="T9" fmla="*/ 2147483647 h 80"/>
                <a:gd name="T10" fmla="*/ 2147483647 w 64"/>
                <a:gd name="T11" fmla="*/ 2147483647 h 80"/>
                <a:gd name="T12" fmla="*/ 2147483647 w 64"/>
                <a:gd name="T13" fmla="*/ 0 h 80"/>
                <a:gd name="T14" fmla="*/ 2147483647 w 64"/>
                <a:gd name="T15" fmla="*/ 2147483647 h 80"/>
                <a:gd name="T16" fmla="*/ 0 w 64"/>
                <a:gd name="T17" fmla="*/ 2147483647 h 80"/>
                <a:gd name="T18" fmla="*/ 2147483647 w 64"/>
                <a:gd name="T19" fmla="*/ 2147483647 h 80"/>
                <a:gd name="T20" fmla="*/ 0 w 64"/>
                <a:gd name="T21" fmla="*/ 2147483647 h 80"/>
                <a:gd name="T22" fmla="*/ 0 w 64"/>
                <a:gd name="T23" fmla="*/ 2147483647 h 80"/>
                <a:gd name="T24" fmla="*/ 2147483647 w 64"/>
                <a:gd name="T25" fmla="*/ 2147483647 h 80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64"/>
                <a:gd name="T40" fmla="*/ 0 h 80"/>
                <a:gd name="T41" fmla="*/ 64 w 64"/>
                <a:gd name="T42" fmla="*/ 80 h 80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64" h="80">
                  <a:moveTo>
                    <a:pt x="16" y="80"/>
                  </a:moveTo>
                  <a:lnTo>
                    <a:pt x="32" y="64"/>
                  </a:lnTo>
                  <a:lnTo>
                    <a:pt x="40" y="56"/>
                  </a:lnTo>
                  <a:lnTo>
                    <a:pt x="56" y="40"/>
                  </a:lnTo>
                  <a:lnTo>
                    <a:pt x="64" y="24"/>
                  </a:lnTo>
                  <a:lnTo>
                    <a:pt x="48" y="16"/>
                  </a:lnTo>
                  <a:lnTo>
                    <a:pt x="16" y="0"/>
                  </a:lnTo>
                  <a:lnTo>
                    <a:pt x="16" y="8"/>
                  </a:lnTo>
                  <a:lnTo>
                    <a:pt x="0" y="48"/>
                  </a:lnTo>
                  <a:lnTo>
                    <a:pt x="8" y="64"/>
                  </a:lnTo>
                  <a:lnTo>
                    <a:pt x="0" y="64"/>
                  </a:lnTo>
                  <a:lnTo>
                    <a:pt x="0" y="72"/>
                  </a:lnTo>
                  <a:lnTo>
                    <a:pt x="16" y="80"/>
                  </a:lnTo>
                  <a:close/>
                </a:path>
              </a:pathLst>
            </a:custGeom>
            <a:grpFill/>
            <a:ln w="3175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257" name="Freeform 810"/>
            <p:cNvSpPr>
              <a:spLocks/>
            </p:cNvSpPr>
            <p:nvPr/>
          </p:nvSpPr>
          <p:spPr bwMode="auto">
            <a:xfrm>
              <a:off x="1155683" y="3017428"/>
              <a:ext cx="407175" cy="262498"/>
            </a:xfrm>
            <a:custGeom>
              <a:avLst/>
              <a:gdLst>
                <a:gd name="T0" fmla="*/ 2147483647 w 384"/>
                <a:gd name="T1" fmla="*/ 2147483647 h 248"/>
                <a:gd name="T2" fmla="*/ 2147483647 w 384"/>
                <a:gd name="T3" fmla="*/ 2147483647 h 248"/>
                <a:gd name="T4" fmla="*/ 2147483647 w 384"/>
                <a:gd name="T5" fmla="*/ 2147483647 h 248"/>
                <a:gd name="T6" fmla="*/ 2147483647 w 384"/>
                <a:gd name="T7" fmla="*/ 2147483647 h 248"/>
                <a:gd name="T8" fmla="*/ 2147483647 w 384"/>
                <a:gd name="T9" fmla="*/ 2147483647 h 248"/>
                <a:gd name="T10" fmla="*/ 2147483647 w 384"/>
                <a:gd name="T11" fmla="*/ 2147483647 h 248"/>
                <a:gd name="T12" fmla="*/ 2147483647 w 384"/>
                <a:gd name="T13" fmla="*/ 2147483647 h 248"/>
                <a:gd name="T14" fmla="*/ 2147483647 w 384"/>
                <a:gd name="T15" fmla="*/ 2147483647 h 248"/>
                <a:gd name="T16" fmla="*/ 2147483647 w 384"/>
                <a:gd name="T17" fmla="*/ 2147483647 h 248"/>
                <a:gd name="T18" fmla="*/ 2147483647 w 384"/>
                <a:gd name="T19" fmla="*/ 2147483647 h 248"/>
                <a:gd name="T20" fmla="*/ 2147483647 w 384"/>
                <a:gd name="T21" fmla="*/ 2147483647 h 248"/>
                <a:gd name="T22" fmla="*/ 2147483647 w 384"/>
                <a:gd name="T23" fmla="*/ 2147483647 h 248"/>
                <a:gd name="T24" fmla="*/ 2147483647 w 384"/>
                <a:gd name="T25" fmla="*/ 2147483647 h 248"/>
                <a:gd name="T26" fmla="*/ 2147483647 w 384"/>
                <a:gd name="T27" fmla="*/ 2147483647 h 248"/>
                <a:gd name="T28" fmla="*/ 2147483647 w 384"/>
                <a:gd name="T29" fmla="*/ 2147483647 h 248"/>
                <a:gd name="T30" fmla="*/ 2147483647 w 384"/>
                <a:gd name="T31" fmla="*/ 2147483647 h 248"/>
                <a:gd name="T32" fmla="*/ 2147483647 w 384"/>
                <a:gd name="T33" fmla="*/ 2147483647 h 248"/>
                <a:gd name="T34" fmla="*/ 2147483647 w 384"/>
                <a:gd name="T35" fmla="*/ 2147483647 h 248"/>
                <a:gd name="T36" fmla="*/ 2147483647 w 384"/>
                <a:gd name="T37" fmla="*/ 2147483647 h 248"/>
                <a:gd name="T38" fmla="*/ 2147483647 w 384"/>
                <a:gd name="T39" fmla="*/ 2147483647 h 248"/>
                <a:gd name="T40" fmla="*/ 2147483647 w 384"/>
                <a:gd name="T41" fmla="*/ 2147483647 h 248"/>
                <a:gd name="T42" fmla="*/ 2147483647 w 384"/>
                <a:gd name="T43" fmla="*/ 2147483647 h 248"/>
                <a:gd name="T44" fmla="*/ 2147483647 w 384"/>
                <a:gd name="T45" fmla="*/ 2147483647 h 248"/>
                <a:gd name="T46" fmla="*/ 2147483647 w 384"/>
                <a:gd name="T47" fmla="*/ 2147483647 h 248"/>
                <a:gd name="T48" fmla="*/ 2147483647 w 384"/>
                <a:gd name="T49" fmla="*/ 0 h 248"/>
                <a:gd name="T50" fmla="*/ 0 w 384"/>
                <a:gd name="T51" fmla="*/ 0 h 248"/>
                <a:gd name="T52" fmla="*/ 2147483647 w 384"/>
                <a:gd name="T53" fmla="*/ 2147483647 h 248"/>
                <a:gd name="T54" fmla="*/ 2147483647 w 384"/>
                <a:gd name="T55" fmla="*/ 2147483647 h 248"/>
                <a:gd name="T56" fmla="*/ 2147483647 w 384"/>
                <a:gd name="T57" fmla="*/ 2147483647 h 248"/>
                <a:gd name="T58" fmla="*/ 2147483647 w 384"/>
                <a:gd name="T59" fmla="*/ 2147483647 h 248"/>
                <a:gd name="T60" fmla="*/ 2147483647 w 384"/>
                <a:gd name="T61" fmla="*/ 2147483647 h 248"/>
                <a:gd name="T62" fmla="*/ 2147483647 w 384"/>
                <a:gd name="T63" fmla="*/ 2147483647 h 248"/>
                <a:gd name="T64" fmla="*/ 2147483647 w 384"/>
                <a:gd name="T65" fmla="*/ 2147483647 h 248"/>
                <a:gd name="T66" fmla="*/ 2147483647 w 384"/>
                <a:gd name="T67" fmla="*/ 2147483647 h 248"/>
                <a:gd name="T68" fmla="*/ 2147483647 w 384"/>
                <a:gd name="T69" fmla="*/ 2147483647 h 248"/>
                <a:gd name="T70" fmla="*/ 2147483647 w 384"/>
                <a:gd name="T71" fmla="*/ 2147483647 h 248"/>
                <a:gd name="T72" fmla="*/ 2147483647 w 384"/>
                <a:gd name="T73" fmla="*/ 2147483647 h 248"/>
                <a:gd name="T74" fmla="*/ 2147483647 w 384"/>
                <a:gd name="T75" fmla="*/ 2147483647 h 248"/>
                <a:gd name="T76" fmla="*/ 2147483647 w 384"/>
                <a:gd name="T77" fmla="*/ 2147483647 h 248"/>
                <a:gd name="T78" fmla="*/ 2147483647 w 384"/>
                <a:gd name="T79" fmla="*/ 2147483647 h 248"/>
                <a:gd name="T80" fmla="*/ 2147483647 w 384"/>
                <a:gd name="T81" fmla="*/ 2147483647 h 248"/>
                <a:gd name="T82" fmla="*/ 2147483647 w 384"/>
                <a:gd name="T83" fmla="*/ 2147483647 h 248"/>
                <a:gd name="T84" fmla="*/ 2147483647 w 384"/>
                <a:gd name="T85" fmla="*/ 2147483647 h 248"/>
                <a:gd name="T86" fmla="*/ 2147483647 w 384"/>
                <a:gd name="T87" fmla="*/ 2147483647 h 248"/>
                <a:gd name="T88" fmla="*/ 2147483647 w 384"/>
                <a:gd name="T89" fmla="*/ 2147483647 h 248"/>
                <a:gd name="T90" fmla="*/ 2147483647 w 384"/>
                <a:gd name="T91" fmla="*/ 2147483647 h 248"/>
                <a:gd name="T92" fmla="*/ 2147483647 w 384"/>
                <a:gd name="T93" fmla="*/ 2147483647 h 248"/>
                <a:gd name="T94" fmla="*/ 2147483647 w 384"/>
                <a:gd name="T95" fmla="*/ 2147483647 h 248"/>
                <a:gd name="T96" fmla="*/ 2147483647 w 384"/>
                <a:gd name="T97" fmla="*/ 2147483647 h 248"/>
                <a:gd name="T98" fmla="*/ 2147483647 w 384"/>
                <a:gd name="T99" fmla="*/ 2147483647 h 248"/>
                <a:gd name="T100" fmla="*/ 2147483647 w 384"/>
                <a:gd name="T101" fmla="*/ 2147483647 h 248"/>
                <a:gd name="T102" fmla="*/ 2147483647 w 384"/>
                <a:gd name="T103" fmla="*/ 2147483647 h 248"/>
                <a:gd name="T104" fmla="*/ 2147483647 w 384"/>
                <a:gd name="T105" fmla="*/ 2147483647 h 248"/>
                <a:gd name="T106" fmla="*/ 2147483647 w 384"/>
                <a:gd name="T107" fmla="*/ 2147483647 h 248"/>
                <a:gd name="T108" fmla="*/ 2147483647 w 384"/>
                <a:gd name="T109" fmla="*/ 2147483647 h 248"/>
                <a:gd name="T110" fmla="*/ 2147483647 w 384"/>
                <a:gd name="T111" fmla="*/ 2147483647 h 248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w 384"/>
                <a:gd name="T169" fmla="*/ 0 h 248"/>
                <a:gd name="T170" fmla="*/ 384 w 384"/>
                <a:gd name="T171" fmla="*/ 248 h 248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T168" t="T169" r="T170" b="T171"/>
              <a:pathLst>
                <a:path w="384" h="248">
                  <a:moveTo>
                    <a:pt x="320" y="232"/>
                  </a:moveTo>
                  <a:lnTo>
                    <a:pt x="336" y="232"/>
                  </a:lnTo>
                  <a:lnTo>
                    <a:pt x="328" y="216"/>
                  </a:lnTo>
                  <a:lnTo>
                    <a:pt x="336" y="208"/>
                  </a:lnTo>
                  <a:lnTo>
                    <a:pt x="352" y="208"/>
                  </a:lnTo>
                  <a:lnTo>
                    <a:pt x="360" y="200"/>
                  </a:lnTo>
                  <a:lnTo>
                    <a:pt x="376" y="192"/>
                  </a:lnTo>
                  <a:lnTo>
                    <a:pt x="384" y="160"/>
                  </a:lnTo>
                  <a:lnTo>
                    <a:pt x="336" y="168"/>
                  </a:lnTo>
                  <a:lnTo>
                    <a:pt x="312" y="192"/>
                  </a:lnTo>
                  <a:lnTo>
                    <a:pt x="280" y="200"/>
                  </a:lnTo>
                  <a:lnTo>
                    <a:pt x="248" y="160"/>
                  </a:lnTo>
                  <a:lnTo>
                    <a:pt x="248" y="104"/>
                  </a:lnTo>
                  <a:lnTo>
                    <a:pt x="256" y="96"/>
                  </a:lnTo>
                  <a:lnTo>
                    <a:pt x="232" y="88"/>
                  </a:lnTo>
                  <a:lnTo>
                    <a:pt x="216" y="72"/>
                  </a:lnTo>
                  <a:lnTo>
                    <a:pt x="208" y="56"/>
                  </a:lnTo>
                  <a:lnTo>
                    <a:pt x="192" y="40"/>
                  </a:lnTo>
                  <a:lnTo>
                    <a:pt x="168" y="48"/>
                  </a:lnTo>
                  <a:lnTo>
                    <a:pt x="136" y="16"/>
                  </a:lnTo>
                  <a:lnTo>
                    <a:pt x="112" y="8"/>
                  </a:lnTo>
                  <a:lnTo>
                    <a:pt x="104" y="16"/>
                  </a:lnTo>
                  <a:lnTo>
                    <a:pt x="72" y="16"/>
                  </a:lnTo>
                  <a:lnTo>
                    <a:pt x="32" y="0"/>
                  </a:lnTo>
                  <a:lnTo>
                    <a:pt x="0" y="0"/>
                  </a:lnTo>
                  <a:lnTo>
                    <a:pt x="24" y="48"/>
                  </a:lnTo>
                  <a:lnTo>
                    <a:pt x="40" y="72"/>
                  </a:lnTo>
                  <a:lnTo>
                    <a:pt x="32" y="80"/>
                  </a:lnTo>
                  <a:lnTo>
                    <a:pt x="64" y="96"/>
                  </a:lnTo>
                  <a:lnTo>
                    <a:pt x="64" y="120"/>
                  </a:lnTo>
                  <a:lnTo>
                    <a:pt x="80" y="128"/>
                  </a:lnTo>
                  <a:lnTo>
                    <a:pt x="96" y="144"/>
                  </a:lnTo>
                  <a:lnTo>
                    <a:pt x="96" y="128"/>
                  </a:lnTo>
                  <a:lnTo>
                    <a:pt x="80" y="120"/>
                  </a:lnTo>
                  <a:lnTo>
                    <a:pt x="64" y="80"/>
                  </a:lnTo>
                  <a:lnTo>
                    <a:pt x="40" y="40"/>
                  </a:lnTo>
                  <a:lnTo>
                    <a:pt x="32" y="16"/>
                  </a:lnTo>
                  <a:lnTo>
                    <a:pt x="48" y="24"/>
                  </a:lnTo>
                  <a:lnTo>
                    <a:pt x="72" y="64"/>
                  </a:lnTo>
                  <a:lnTo>
                    <a:pt x="80" y="80"/>
                  </a:lnTo>
                  <a:lnTo>
                    <a:pt x="96" y="88"/>
                  </a:lnTo>
                  <a:lnTo>
                    <a:pt x="96" y="104"/>
                  </a:lnTo>
                  <a:lnTo>
                    <a:pt x="112" y="112"/>
                  </a:lnTo>
                  <a:lnTo>
                    <a:pt x="120" y="120"/>
                  </a:lnTo>
                  <a:lnTo>
                    <a:pt x="144" y="144"/>
                  </a:lnTo>
                  <a:lnTo>
                    <a:pt x="144" y="168"/>
                  </a:lnTo>
                  <a:lnTo>
                    <a:pt x="144" y="184"/>
                  </a:lnTo>
                  <a:lnTo>
                    <a:pt x="200" y="216"/>
                  </a:lnTo>
                  <a:lnTo>
                    <a:pt x="224" y="224"/>
                  </a:lnTo>
                  <a:lnTo>
                    <a:pt x="264" y="240"/>
                  </a:lnTo>
                  <a:lnTo>
                    <a:pt x="280" y="232"/>
                  </a:lnTo>
                  <a:lnTo>
                    <a:pt x="288" y="232"/>
                  </a:lnTo>
                  <a:lnTo>
                    <a:pt x="312" y="248"/>
                  </a:lnTo>
                  <a:lnTo>
                    <a:pt x="312" y="240"/>
                  </a:lnTo>
                  <a:lnTo>
                    <a:pt x="320" y="232"/>
                  </a:lnTo>
                  <a:close/>
                </a:path>
              </a:pathLst>
            </a:custGeom>
            <a:grpFill/>
            <a:ln w="3175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sp>
          <p:nvSpPr>
            <p:cNvPr id="258" name="Freeform 778"/>
            <p:cNvSpPr>
              <a:spLocks/>
            </p:cNvSpPr>
            <p:nvPr/>
          </p:nvSpPr>
          <p:spPr bwMode="auto">
            <a:xfrm>
              <a:off x="836874" y="2067064"/>
              <a:ext cx="1145288" cy="789226"/>
            </a:xfrm>
            <a:custGeom>
              <a:avLst/>
              <a:gdLst>
                <a:gd name="T0" fmla="*/ 2147483647 w 1080"/>
                <a:gd name="T1" fmla="*/ 2147483647 h 744"/>
                <a:gd name="T2" fmla="*/ 2147483647 w 1080"/>
                <a:gd name="T3" fmla="*/ 2147483647 h 744"/>
                <a:gd name="T4" fmla="*/ 2147483647 w 1080"/>
                <a:gd name="T5" fmla="*/ 2147483647 h 744"/>
                <a:gd name="T6" fmla="*/ 2147483647 w 1080"/>
                <a:gd name="T7" fmla="*/ 2147483647 h 744"/>
                <a:gd name="T8" fmla="*/ 2147483647 w 1080"/>
                <a:gd name="T9" fmla="*/ 2147483647 h 744"/>
                <a:gd name="T10" fmla="*/ 2147483647 w 1080"/>
                <a:gd name="T11" fmla="*/ 2147483647 h 744"/>
                <a:gd name="T12" fmla="*/ 2147483647 w 1080"/>
                <a:gd name="T13" fmla="*/ 2147483647 h 744"/>
                <a:gd name="T14" fmla="*/ 2147483647 w 1080"/>
                <a:gd name="T15" fmla="*/ 2147483647 h 744"/>
                <a:gd name="T16" fmla="*/ 2147483647 w 1080"/>
                <a:gd name="T17" fmla="*/ 2147483647 h 744"/>
                <a:gd name="T18" fmla="*/ 2147483647 w 1080"/>
                <a:gd name="T19" fmla="*/ 2147483647 h 744"/>
                <a:gd name="T20" fmla="*/ 2147483647 w 1080"/>
                <a:gd name="T21" fmla="*/ 2147483647 h 744"/>
                <a:gd name="T22" fmla="*/ 2147483647 w 1080"/>
                <a:gd name="T23" fmla="*/ 2147483647 h 744"/>
                <a:gd name="T24" fmla="*/ 2147483647 w 1080"/>
                <a:gd name="T25" fmla="*/ 2147483647 h 744"/>
                <a:gd name="T26" fmla="*/ 2147483647 w 1080"/>
                <a:gd name="T27" fmla="*/ 2147483647 h 744"/>
                <a:gd name="T28" fmla="*/ 2147483647 w 1080"/>
                <a:gd name="T29" fmla="*/ 2147483647 h 744"/>
                <a:gd name="T30" fmla="*/ 2147483647 w 1080"/>
                <a:gd name="T31" fmla="*/ 2147483647 h 744"/>
                <a:gd name="T32" fmla="*/ 2147483647 w 1080"/>
                <a:gd name="T33" fmla="*/ 2147483647 h 744"/>
                <a:gd name="T34" fmla="*/ 2147483647 w 1080"/>
                <a:gd name="T35" fmla="*/ 2147483647 h 744"/>
                <a:gd name="T36" fmla="*/ 2147483647 w 1080"/>
                <a:gd name="T37" fmla="*/ 2147483647 h 744"/>
                <a:gd name="T38" fmla="*/ 2147483647 w 1080"/>
                <a:gd name="T39" fmla="*/ 2147483647 h 744"/>
                <a:gd name="T40" fmla="*/ 2147483647 w 1080"/>
                <a:gd name="T41" fmla="*/ 2147483647 h 744"/>
                <a:gd name="T42" fmla="*/ 2147483647 w 1080"/>
                <a:gd name="T43" fmla="*/ 2147483647 h 744"/>
                <a:gd name="T44" fmla="*/ 2147483647 w 1080"/>
                <a:gd name="T45" fmla="*/ 2147483647 h 744"/>
                <a:gd name="T46" fmla="*/ 2147483647 w 1080"/>
                <a:gd name="T47" fmla="*/ 2147483647 h 744"/>
                <a:gd name="T48" fmla="*/ 2147483647 w 1080"/>
                <a:gd name="T49" fmla="*/ 2147483647 h 744"/>
                <a:gd name="T50" fmla="*/ 2147483647 w 1080"/>
                <a:gd name="T51" fmla="*/ 2147483647 h 744"/>
                <a:gd name="T52" fmla="*/ 2147483647 w 1080"/>
                <a:gd name="T53" fmla="*/ 2147483647 h 744"/>
                <a:gd name="T54" fmla="*/ 2147483647 w 1080"/>
                <a:gd name="T55" fmla="*/ 2147483647 h 744"/>
                <a:gd name="T56" fmla="*/ 2147483647 w 1080"/>
                <a:gd name="T57" fmla="*/ 2147483647 h 744"/>
                <a:gd name="T58" fmla="*/ 2147483647 w 1080"/>
                <a:gd name="T59" fmla="*/ 2147483647 h 744"/>
                <a:gd name="T60" fmla="*/ 2147483647 w 1080"/>
                <a:gd name="T61" fmla="*/ 2147483647 h 744"/>
                <a:gd name="T62" fmla="*/ 2147483647 w 1080"/>
                <a:gd name="T63" fmla="*/ 2147483647 h 744"/>
                <a:gd name="T64" fmla="*/ 2147483647 w 1080"/>
                <a:gd name="T65" fmla="*/ 2147483647 h 744"/>
                <a:gd name="T66" fmla="*/ 2147483647 w 1080"/>
                <a:gd name="T67" fmla="*/ 2147483647 h 744"/>
                <a:gd name="T68" fmla="*/ 2147483647 w 1080"/>
                <a:gd name="T69" fmla="*/ 2147483647 h 744"/>
                <a:gd name="T70" fmla="*/ 2147483647 w 1080"/>
                <a:gd name="T71" fmla="*/ 2147483647 h 744"/>
                <a:gd name="T72" fmla="*/ 2147483647 w 1080"/>
                <a:gd name="T73" fmla="*/ 2147483647 h 744"/>
                <a:gd name="T74" fmla="*/ 2147483647 w 1080"/>
                <a:gd name="T75" fmla="*/ 2147483647 h 744"/>
                <a:gd name="T76" fmla="*/ 2147483647 w 1080"/>
                <a:gd name="T77" fmla="*/ 2147483647 h 744"/>
                <a:gd name="T78" fmla="*/ 2147483647 w 1080"/>
                <a:gd name="T79" fmla="*/ 2147483647 h 744"/>
                <a:gd name="T80" fmla="*/ 2147483647 w 1080"/>
                <a:gd name="T81" fmla="*/ 0 h 744"/>
                <a:gd name="T82" fmla="*/ 2147483647 w 1080"/>
                <a:gd name="T83" fmla="*/ 2147483647 h 744"/>
                <a:gd name="T84" fmla="*/ 2147483647 w 1080"/>
                <a:gd name="T85" fmla="*/ 2147483647 h 744"/>
                <a:gd name="T86" fmla="*/ 2147483647 w 1080"/>
                <a:gd name="T87" fmla="*/ 2147483647 h 744"/>
                <a:gd name="T88" fmla="*/ 2147483647 w 1080"/>
                <a:gd name="T89" fmla="*/ 2147483647 h 744"/>
                <a:gd name="T90" fmla="*/ 2147483647 w 1080"/>
                <a:gd name="T91" fmla="*/ 2147483647 h 744"/>
                <a:gd name="T92" fmla="*/ 2147483647 w 1080"/>
                <a:gd name="T93" fmla="*/ 2147483647 h 744"/>
                <a:gd name="T94" fmla="*/ 2147483647 w 1080"/>
                <a:gd name="T95" fmla="*/ 2147483647 h 744"/>
                <a:gd name="T96" fmla="*/ 2147483647 w 1080"/>
                <a:gd name="T97" fmla="*/ 2147483647 h 744"/>
                <a:gd name="T98" fmla="*/ 2147483647 w 1080"/>
                <a:gd name="T99" fmla="*/ 2147483647 h 744"/>
                <a:gd name="T100" fmla="*/ 2147483647 w 1080"/>
                <a:gd name="T101" fmla="*/ 2147483647 h 744"/>
                <a:gd name="T102" fmla="*/ 2147483647 w 1080"/>
                <a:gd name="T103" fmla="*/ 2147483647 h 744"/>
                <a:gd name="T104" fmla="*/ 2147483647 w 1080"/>
                <a:gd name="T105" fmla="*/ 2147483647 h 744"/>
                <a:gd name="T106" fmla="*/ 2147483647 w 1080"/>
                <a:gd name="T107" fmla="*/ 2147483647 h 744"/>
                <a:gd name="T108" fmla="*/ 2147483647 w 1080"/>
                <a:gd name="T109" fmla="*/ 2147483647 h 744"/>
                <a:gd name="T110" fmla="*/ 0 w 1080"/>
                <a:gd name="T111" fmla="*/ 2147483647 h 744"/>
                <a:gd name="T112" fmla="*/ 2147483647 w 1080"/>
                <a:gd name="T113" fmla="*/ 2147483647 h 744"/>
                <a:gd name="T114" fmla="*/ 2147483647 w 1080"/>
                <a:gd name="T115" fmla="*/ 2147483647 h 744"/>
                <a:gd name="T116" fmla="*/ 2147483647 w 1080"/>
                <a:gd name="T117" fmla="*/ 2147483647 h 744"/>
                <a:gd name="T118" fmla="*/ 2147483647 w 1080"/>
                <a:gd name="T119" fmla="*/ 2147483647 h 744"/>
                <a:gd name="T120" fmla="*/ 2147483647 w 1080"/>
                <a:gd name="T121" fmla="*/ 2147483647 h 744"/>
                <a:gd name="T122" fmla="*/ 2147483647 w 1080"/>
                <a:gd name="T123" fmla="*/ 2147483647 h 744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w 1080"/>
                <a:gd name="T187" fmla="*/ 0 h 744"/>
                <a:gd name="T188" fmla="*/ 1080 w 1080"/>
                <a:gd name="T189" fmla="*/ 744 h 744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T186" t="T187" r="T188" b="T189"/>
              <a:pathLst>
                <a:path w="1080" h="744">
                  <a:moveTo>
                    <a:pt x="624" y="632"/>
                  </a:moveTo>
                  <a:lnTo>
                    <a:pt x="648" y="640"/>
                  </a:lnTo>
                  <a:lnTo>
                    <a:pt x="720" y="672"/>
                  </a:lnTo>
                  <a:lnTo>
                    <a:pt x="744" y="720"/>
                  </a:lnTo>
                  <a:lnTo>
                    <a:pt x="744" y="744"/>
                  </a:lnTo>
                  <a:lnTo>
                    <a:pt x="792" y="728"/>
                  </a:lnTo>
                  <a:lnTo>
                    <a:pt x="824" y="704"/>
                  </a:lnTo>
                  <a:lnTo>
                    <a:pt x="840" y="704"/>
                  </a:lnTo>
                  <a:lnTo>
                    <a:pt x="880" y="696"/>
                  </a:lnTo>
                  <a:lnTo>
                    <a:pt x="912" y="656"/>
                  </a:lnTo>
                  <a:lnTo>
                    <a:pt x="928" y="656"/>
                  </a:lnTo>
                  <a:lnTo>
                    <a:pt x="936" y="696"/>
                  </a:lnTo>
                  <a:lnTo>
                    <a:pt x="952" y="688"/>
                  </a:lnTo>
                  <a:lnTo>
                    <a:pt x="968" y="688"/>
                  </a:lnTo>
                  <a:lnTo>
                    <a:pt x="960" y="704"/>
                  </a:lnTo>
                  <a:lnTo>
                    <a:pt x="968" y="720"/>
                  </a:lnTo>
                  <a:lnTo>
                    <a:pt x="1000" y="688"/>
                  </a:lnTo>
                  <a:lnTo>
                    <a:pt x="1016" y="672"/>
                  </a:lnTo>
                  <a:lnTo>
                    <a:pt x="976" y="672"/>
                  </a:lnTo>
                  <a:lnTo>
                    <a:pt x="960" y="648"/>
                  </a:lnTo>
                  <a:lnTo>
                    <a:pt x="976" y="632"/>
                  </a:lnTo>
                  <a:lnTo>
                    <a:pt x="976" y="616"/>
                  </a:lnTo>
                  <a:lnTo>
                    <a:pt x="920" y="632"/>
                  </a:lnTo>
                  <a:lnTo>
                    <a:pt x="896" y="656"/>
                  </a:lnTo>
                  <a:lnTo>
                    <a:pt x="904" y="624"/>
                  </a:lnTo>
                  <a:lnTo>
                    <a:pt x="936" y="608"/>
                  </a:lnTo>
                  <a:lnTo>
                    <a:pt x="952" y="592"/>
                  </a:lnTo>
                  <a:lnTo>
                    <a:pt x="1000" y="600"/>
                  </a:lnTo>
                  <a:lnTo>
                    <a:pt x="1032" y="592"/>
                  </a:lnTo>
                  <a:lnTo>
                    <a:pt x="1064" y="576"/>
                  </a:lnTo>
                  <a:lnTo>
                    <a:pt x="1080" y="560"/>
                  </a:lnTo>
                  <a:lnTo>
                    <a:pt x="1064" y="520"/>
                  </a:lnTo>
                  <a:lnTo>
                    <a:pt x="1064" y="496"/>
                  </a:lnTo>
                  <a:lnTo>
                    <a:pt x="1008" y="472"/>
                  </a:lnTo>
                  <a:lnTo>
                    <a:pt x="1008" y="456"/>
                  </a:lnTo>
                  <a:lnTo>
                    <a:pt x="968" y="368"/>
                  </a:lnTo>
                  <a:lnTo>
                    <a:pt x="952" y="408"/>
                  </a:lnTo>
                  <a:lnTo>
                    <a:pt x="928" y="416"/>
                  </a:lnTo>
                  <a:lnTo>
                    <a:pt x="920" y="408"/>
                  </a:lnTo>
                  <a:lnTo>
                    <a:pt x="904" y="408"/>
                  </a:lnTo>
                  <a:lnTo>
                    <a:pt x="904" y="352"/>
                  </a:lnTo>
                  <a:lnTo>
                    <a:pt x="880" y="344"/>
                  </a:lnTo>
                  <a:lnTo>
                    <a:pt x="864" y="320"/>
                  </a:lnTo>
                  <a:lnTo>
                    <a:pt x="840" y="320"/>
                  </a:lnTo>
                  <a:lnTo>
                    <a:pt x="816" y="312"/>
                  </a:lnTo>
                  <a:lnTo>
                    <a:pt x="800" y="320"/>
                  </a:lnTo>
                  <a:lnTo>
                    <a:pt x="800" y="336"/>
                  </a:lnTo>
                  <a:lnTo>
                    <a:pt x="800" y="360"/>
                  </a:lnTo>
                  <a:lnTo>
                    <a:pt x="800" y="400"/>
                  </a:lnTo>
                  <a:lnTo>
                    <a:pt x="792" y="416"/>
                  </a:lnTo>
                  <a:lnTo>
                    <a:pt x="816" y="464"/>
                  </a:lnTo>
                  <a:lnTo>
                    <a:pt x="776" y="504"/>
                  </a:lnTo>
                  <a:lnTo>
                    <a:pt x="784" y="560"/>
                  </a:lnTo>
                  <a:lnTo>
                    <a:pt x="768" y="576"/>
                  </a:lnTo>
                  <a:lnTo>
                    <a:pt x="752" y="568"/>
                  </a:lnTo>
                  <a:lnTo>
                    <a:pt x="744" y="496"/>
                  </a:lnTo>
                  <a:lnTo>
                    <a:pt x="704" y="488"/>
                  </a:lnTo>
                  <a:lnTo>
                    <a:pt x="632" y="448"/>
                  </a:lnTo>
                  <a:lnTo>
                    <a:pt x="616" y="448"/>
                  </a:lnTo>
                  <a:lnTo>
                    <a:pt x="600" y="408"/>
                  </a:lnTo>
                  <a:lnTo>
                    <a:pt x="592" y="400"/>
                  </a:lnTo>
                  <a:lnTo>
                    <a:pt x="624" y="304"/>
                  </a:lnTo>
                  <a:lnTo>
                    <a:pt x="640" y="280"/>
                  </a:lnTo>
                  <a:lnTo>
                    <a:pt x="664" y="272"/>
                  </a:lnTo>
                  <a:lnTo>
                    <a:pt x="672" y="272"/>
                  </a:lnTo>
                  <a:lnTo>
                    <a:pt x="688" y="232"/>
                  </a:lnTo>
                  <a:lnTo>
                    <a:pt x="696" y="200"/>
                  </a:lnTo>
                  <a:lnTo>
                    <a:pt x="736" y="192"/>
                  </a:lnTo>
                  <a:lnTo>
                    <a:pt x="752" y="176"/>
                  </a:lnTo>
                  <a:lnTo>
                    <a:pt x="744" y="136"/>
                  </a:lnTo>
                  <a:lnTo>
                    <a:pt x="752" y="112"/>
                  </a:lnTo>
                  <a:lnTo>
                    <a:pt x="736" y="96"/>
                  </a:lnTo>
                  <a:lnTo>
                    <a:pt x="712" y="88"/>
                  </a:lnTo>
                  <a:lnTo>
                    <a:pt x="704" y="128"/>
                  </a:lnTo>
                  <a:lnTo>
                    <a:pt x="680" y="168"/>
                  </a:lnTo>
                  <a:lnTo>
                    <a:pt x="672" y="120"/>
                  </a:lnTo>
                  <a:lnTo>
                    <a:pt x="656" y="104"/>
                  </a:lnTo>
                  <a:lnTo>
                    <a:pt x="640" y="128"/>
                  </a:lnTo>
                  <a:lnTo>
                    <a:pt x="632" y="104"/>
                  </a:lnTo>
                  <a:lnTo>
                    <a:pt x="616" y="80"/>
                  </a:lnTo>
                  <a:lnTo>
                    <a:pt x="608" y="40"/>
                  </a:lnTo>
                  <a:lnTo>
                    <a:pt x="584" y="0"/>
                  </a:lnTo>
                  <a:lnTo>
                    <a:pt x="568" y="56"/>
                  </a:lnTo>
                  <a:lnTo>
                    <a:pt x="568" y="80"/>
                  </a:lnTo>
                  <a:lnTo>
                    <a:pt x="592" y="104"/>
                  </a:lnTo>
                  <a:lnTo>
                    <a:pt x="600" y="128"/>
                  </a:lnTo>
                  <a:lnTo>
                    <a:pt x="576" y="144"/>
                  </a:lnTo>
                  <a:lnTo>
                    <a:pt x="568" y="136"/>
                  </a:lnTo>
                  <a:lnTo>
                    <a:pt x="552" y="136"/>
                  </a:lnTo>
                  <a:lnTo>
                    <a:pt x="544" y="160"/>
                  </a:lnTo>
                  <a:lnTo>
                    <a:pt x="512" y="152"/>
                  </a:lnTo>
                  <a:lnTo>
                    <a:pt x="472" y="152"/>
                  </a:lnTo>
                  <a:lnTo>
                    <a:pt x="448" y="136"/>
                  </a:lnTo>
                  <a:lnTo>
                    <a:pt x="416" y="144"/>
                  </a:lnTo>
                  <a:lnTo>
                    <a:pt x="416" y="152"/>
                  </a:lnTo>
                  <a:lnTo>
                    <a:pt x="424" y="176"/>
                  </a:lnTo>
                  <a:lnTo>
                    <a:pt x="408" y="176"/>
                  </a:lnTo>
                  <a:lnTo>
                    <a:pt x="392" y="152"/>
                  </a:lnTo>
                  <a:lnTo>
                    <a:pt x="344" y="160"/>
                  </a:lnTo>
                  <a:lnTo>
                    <a:pt x="328" y="144"/>
                  </a:lnTo>
                  <a:lnTo>
                    <a:pt x="336" y="128"/>
                  </a:lnTo>
                  <a:lnTo>
                    <a:pt x="304" y="120"/>
                  </a:lnTo>
                  <a:lnTo>
                    <a:pt x="272" y="104"/>
                  </a:lnTo>
                  <a:lnTo>
                    <a:pt x="232" y="88"/>
                  </a:lnTo>
                  <a:lnTo>
                    <a:pt x="200" y="96"/>
                  </a:lnTo>
                  <a:lnTo>
                    <a:pt x="176" y="64"/>
                  </a:lnTo>
                  <a:lnTo>
                    <a:pt x="96" y="104"/>
                  </a:lnTo>
                  <a:lnTo>
                    <a:pt x="80" y="120"/>
                  </a:lnTo>
                  <a:lnTo>
                    <a:pt x="48" y="112"/>
                  </a:lnTo>
                  <a:lnTo>
                    <a:pt x="24" y="96"/>
                  </a:lnTo>
                  <a:lnTo>
                    <a:pt x="0" y="88"/>
                  </a:lnTo>
                  <a:lnTo>
                    <a:pt x="0" y="368"/>
                  </a:lnTo>
                  <a:lnTo>
                    <a:pt x="40" y="392"/>
                  </a:lnTo>
                  <a:lnTo>
                    <a:pt x="72" y="376"/>
                  </a:lnTo>
                  <a:lnTo>
                    <a:pt x="120" y="456"/>
                  </a:lnTo>
                  <a:lnTo>
                    <a:pt x="144" y="472"/>
                  </a:lnTo>
                  <a:lnTo>
                    <a:pt x="144" y="504"/>
                  </a:lnTo>
                  <a:lnTo>
                    <a:pt x="152" y="528"/>
                  </a:lnTo>
                  <a:lnTo>
                    <a:pt x="184" y="576"/>
                  </a:lnTo>
                  <a:lnTo>
                    <a:pt x="232" y="600"/>
                  </a:lnTo>
                  <a:lnTo>
                    <a:pt x="232" y="624"/>
                  </a:lnTo>
                  <a:lnTo>
                    <a:pt x="584" y="624"/>
                  </a:lnTo>
                  <a:lnTo>
                    <a:pt x="624" y="632"/>
                  </a:lnTo>
                  <a:close/>
                </a:path>
              </a:pathLst>
            </a:custGeom>
            <a:grpFill/>
            <a:ln w="3175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</p:grpSp>
      <p:cxnSp>
        <p:nvCxnSpPr>
          <p:cNvPr id="4" name="直接连接符 3"/>
          <p:cNvCxnSpPr/>
          <p:nvPr userDrawn="1"/>
        </p:nvCxnSpPr>
        <p:spPr>
          <a:xfrm>
            <a:off x="558800" y="491067"/>
            <a:ext cx="320886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占位符 8"/>
          <p:cNvSpPr>
            <a:spLocks noGrp="1"/>
          </p:cNvSpPr>
          <p:nvPr>
            <p:ph type="body" sz="quarter" idx="10" hasCustomPrompt="1"/>
          </p:nvPr>
        </p:nvSpPr>
        <p:spPr>
          <a:xfrm>
            <a:off x="558800" y="719582"/>
            <a:ext cx="3157037" cy="88762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5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输入标题</a:t>
            </a:r>
          </a:p>
        </p:txBody>
      </p:sp>
      <p:sp>
        <p:nvSpPr>
          <p:cNvPr id="8" name="文本占位符 8"/>
          <p:cNvSpPr>
            <a:spLocks noGrp="1"/>
          </p:cNvSpPr>
          <p:nvPr>
            <p:ph type="body" sz="quarter" idx="11" hasCustomPrompt="1"/>
          </p:nvPr>
        </p:nvSpPr>
        <p:spPr>
          <a:xfrm>
            <a:off x="558800" y="1615584"/>
            <a:ext cx="3157037" cy="475683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8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/>
            <a:r>
              <a:rPr lang="en-US" altLang="zh-CN" dirty="0"/>
              <a:t>Add text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689863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6">
    <p:bg>
      <p:bgPr>
        <a:gradFill flip="none" rotWithShape="1">
          <a:gsLst>
            <a:gs pos="0">
              <a:schemeClr val="bg1">
                <a:tint val="93000"/>
                <a:satMod val="150000"/>
                <a:shade val="98000"/>
                <a:lumMod val="102000"/>
              </a:schemeClr>
            </a:gs>
            <a:gs pos="23000">
              <a:schemeClr val="bg1">
                <a:tint val="98000"/>
                <a:satMod val="130000"/>
                <a:shade val="90000"/>
                <a:lumMod val="103000"/>
              </a:schemeClr>
            </a:gs>
            <a:gs pos="100000">
              <a:schemeClr val="bg1">
                <a:lumMod val="8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/>
          <p:cNvCxnSpPr/>
          <p:nvPr userDrawn="1"/>
        </p:nvCxnSpPr>
        <p:spPr>
          <a:xfrm>
            <a:off x="558800" y="491067"/>
            <a:ext cx="320886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占位符 8"/>
          <p:cNvSpPr>
            <a:spLocks noGrp="1"/>
          </p:cNvSpPr>
          <p:nvPr>
            <p:ph type="body" sz="quarter" idx="10" hasCustomPrompt="1"/>
          </p:nvPr>
        </p:nvSpPr>
        <p:spPr>
          <a:xfrm>
            <a:off x="558800" y="719582"/>
            <a:ext cx="3157037" cy="88762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5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输入标题</a:t>
            </a:r>
          </a:p>
        </p:txBody>
      </p:sp>
      <p:sp>
        <p:nvSpPr>
          <p:cNvPr id="8" name="文本占位符 8"/>
          <p:cNvSpPr>
            <a:spLocks noGrp="1"/>
          </p:cNvSpPr>
          <p:nvPr>
            <p:ph type="body" sz="quarter" idx="11" hasCustomPrompt="1"/>
          </p:nvPr>
        </p:nvSpPr>
        <p:spPr>
          <a:xfrm>
            <a:off x="558800" y="1615584"/>
            <a:ext cx="3157037" cy="475683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8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/>
            <a:r>
              <a:rPr lang="en-US" altLang="zh-CN" dirty="0"/>
              <a:t>Add text</a:t>
            </a:r>
            <a:endParaRPr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  <a14:imgEffect>
                      <a14:brightnessContrast bright="41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679762" y="719582"/>
            <a:ext cx="8832476" cy="5991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360145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7">
    <p:bg>
      <p:bgPr>
        <a:gradFill flip="none" rotWithShape="1">
          <a:gsLst>
            <a:gs pos="0">
              <a:schemeClr val="bg1">
                <a:tint val="93000"/>
                <a:satMod val="150000"/>
                <a:shade val="98000"/>
                <a:lumMod val="102000"/>
              </a:schemeClr>
            </a:gs>
            <a:gs pos="23000">
              <a:schemeClr val="bg1">
                <a:tint val="98000"/>
                <a:satMod val="130000"/>
                <a:shade val="90000"/>
                <a:lumMod val="103000"/>
              </a:schemeClr>
            </a:gs>
            <a:gs pos="100000">
              <a:schemeClr val="bg1">
                <a:lumMod val="8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://dc.office.msn.com.cn/t/22/498DB2C9CE89F2A71311649C04613B5B.jp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12195378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" name="直接连接符 3"/>
          <p:cNvCxnSpPr/>
          <p:nvPr userDrawn="1"/>
        </p:nvCxnSpPr>
        <p:spPr>
          <a:xfrm>
            <a:off x="558800" y="491067"/>
            <a:ext cx="3208867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占位符 8"/>
          <p:cNvSpPr>
            <a:spLocks noGrp="1"/>
          </p:cNvSpPr>
          <p:nvPr>
            <p:ph type="body" sz="quarter" idx="10" hasCustomPrompt="1"/>
          </p:nvPr>
        </p:nvSpPr>
        <p:spPr>
          <a:xfrm>
            <a:off x="558800" y="719582"/>
            <a:ext cx="3157037" cy="88762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5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 dirty="0"/>
              <a:t>输入标题</a:t>
            </a:r>
          </a:p>
        </p:txBody>
      </p:sp>
      <p:sp>
        <p:nvSpPr>
          <p:cNvPr id="8" name="文本占位符 8"/>
          <p:cNvSpPr>
            <a:spLocks noGrp="1"/>
          </p:cNvSpPr>
          <p:nvPr>
            <p:ph type="body" sz="quarter" idx="11" hasCustomPrompt="1"/>
          </p:nvPr>
        </p:nvSpPr>
        <p:spPr>
          <a:xfrm>
            <a:off x="558800" y="1615584"/>
            <a:ext cx="3157037" cy="475683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dirty="0"/>
              <a:t>Add text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768272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480802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注页">
    <p:bg>
      <p:bgPr>
        <a:solidFill>
          <a:srgbClr val="E73A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440603" y="759873"/>
            <a:ext cx="662361" cy="37965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6095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标注</a:t>
            </a:r>
          </a:p>
        </p:txBody>
      </p:sp>
      <p:sp>
        <p:nvSpPr>
          <p:cNvPr id="11" name="矩形 10"/>
          <p:cNvSpPr/>
          <p:nvPr userDrawn="1"/>
        </p:nvSpPr>
        <p:spPr>
          <a:xfrm>
            <a:off x="2572589" y="759873"/>
            <a:ext cx="1402001" cy="34532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字体使用 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行距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背景图片出处</a:t>
            </a: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声明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</p:txBody>
      </p:sp>
      <p:sp>
        <p:nvSpPr>
          <p:cNvPr id="12" name="矩形 11"/>
          <p:cNvSpPr/>
          <p:nvPr userDrawn="1"/>
        </p:nvSpPr>
        <p:spPr>
          <a:xfrm>
            <a:off x="4153010" y="759873"/>
            <a:ext cx="7074345" cy="42398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英文 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Segoe UI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charset="0"/>
              <a:ea typeface="Segoe UI Light" charset="0"/>
              <a:cs typeface="Segoe UI Light" charset="0"/>
            </a:endParaRPr>
          </a:p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中文 微软雅黑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正文 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1.3</a:t>
            </a: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cn.bing.com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algn="l" defTabSz="609585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本网站所提供的任何信息内容（包括但不限于 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PPT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 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模板、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Word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 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文档、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Excel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 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图表、图片素材等）均受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《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中华人民共和国著作权法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》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、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《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信息网络传播权保护条例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》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及其他适用的法律法规的保护，未经权利人书面明确授权，信息内容的任何部分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(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包括图片或图表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)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不得被全部或部分的复制、传播、销售，否则将承担法律责任。</a:t>
            </a:r>
          </a:p>
        </p:txBody>
      </p:sp>
      <p:sp>
        <p:nvSpPr>
          <p:cNvPr id="13" name="矩形 12"/>
          <p:cNvSpPr/>
          <p:nvPr userDrawn="1"/>
        </p:nvSpPr>
        <p:spPr>
          <a:xfrm>
            <a:off x="440603" y="182445"/>
            <a:ext cx="77777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6095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/>
                <a:ea typeface="微软雅黑" charset="0"/>
                <a:cs typeface="Segoe UI Light"/>
              </a:rPr>
              <a:t>OfficePLUS</a:t>
            </a:r>
            <a:endParaRPr kumimoji="0" lang="zh-CN" altLang="en-US" sz="1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Light"/>
              <a:ea typeface="微软雅黑" charset="0"/>
              <a:cs typeface="Segoe UI Light"/>
            </a:endParaRPr>
          </a:p>
        </p:txBody>
      </p:sp>
    </p:spTree>
    <p:extLst>
      <p:ext uri="{BB962C8B-B14F-4D97-AF65-F5344CB8AC3E}">
        <p14:creationId xmlns:p14="http://schemas.microsoft.com/office/powerpoint/2010/main" val="96174850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背景图片素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440603" y="759873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09585"/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Light"/>
                <a:ea typeface="微软雅黑"/>
                <a:cs typeface="Segoe UI Light"/>
              </a:rPr>
              <a:t>背景图片素材</a:t>
            </a:r>
          </a:p>
        </p:txBody>
      </p:sp>
      <p:sp>
        <p:nvSpPr>
          <p:cNvPr id="5" name="矩形 4"/>
          <p:cNvSpPr/>
          <p:nvPr userDrawn="1"/>
        </p:nvSpPr>
        <p:spPr>
          <a:xfrm>
            <a:off x="440603" y="182445"/>
            <a:ext cx="77777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09585"/>
            <a:r>
              <a:rPr kumimoji="1"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Light"/>
                <a:ea typeface="微软雅黑" charset="0"/>
                <a:cs typeface="Segoe UI Light"/>
              </a:rPr>
              <a:t>OfficePLUS</a:t>
            </a:r>
            <a:endParaRPr lang="zh-CN" altLang="en-US" sz="1000" dirty="0">
              <a:solidFill>
                <a:schemeClr val="tx1">
                  <a:lumMod val="75000"/>
                  <a:lumOff val="25000"/>
                </a:schemeClr>
              </a:solidFill>
              <a:latin typeface="Segoe UI Light"/>
              <a:ea typeface="微软雅黑" charset="0"/>
              <a:cs typeface="Segoe UI Light"/>
            </a:endParaRPr>
          </a:p>
        </p:txBody>
      </p:sp>
    </p:spTree>
    <p:extLst>
      <p:ext uri="{BB962C8B-B14F-4D97-AF65-F5344CB8AC3E}">
        <p14:creationId xmlns:p14="http://schemas.microsoft.com/office/powerpoint/2010/main" val="49170540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fficePL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 userDrawn="1"/>
        </p:nvSpPr>
        <p:spPr>
          <a:xfrm>
            <a:off x="4447955" y="4458724"/>
            <a:ext cx="3296095" cy="2974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6095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333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/>
                <a:ea typeface="微软雅黑" charset="0"/>
              </a:rPr>
              <a:t>点击</a:t>
            </a:r>
            <a:r>
              <a:rPr kumimoji="1" lang="en-US" altLang="zh-CN" sz="1333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Logo</a:t>
            </a:r>
            <a:r>
              <a:rPr kumimoji="1" lang="zh-CN" altLang="en-US" sz="1333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/>
                <a:ea typeface="微软雅黑" charset="0"/>
              </a:rPr>
              <a:t>获取更多优质模板（放映模式）</a:t>
            </a:r>
          </a:p>
        </p:txBody>
      </p:sp>
      <p:pic>
        <p:nvPicPr>
          <p:cNvPr id="5" name="图片 4">
            <a:hlinkClick r:id="rId2"/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3227832"/>
            <a:ext cx="3048000" cy="402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24522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090029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709" r:id="rId2"/>
    <p:sldLayoutId id="2147483710" r:id="rId3"/>
    <p:sldLayoutId id="2147483697" r:id="rId4"/>
    <p:sldLayoutId id="2147483698" r:id="rId5"/>
    <p:sldLayoutId id="2147483699" r:id="rId6"/>
    <p:sldLayoutId id="2147483700" r:id="rId7"/>
    <p:sldLayoutId id="2147483701" r:id="rId8"/>
    <p:sldLayoutId id="2147483702" r:id="rId9"/>
    <p:sldLayoutId id="2147483712" r:id="rId10"/>
    <p:sldLayoutId id="2147483708" r:id="rId11"/>
    <p:sldLayoutId id="2147483690" r:id="rId12"/>
    <p:sldLayoutId id="2147483703" r:id="rId13"/>
    <p:sldLayoutId id="2147483704" r:id="rId14"/>
    <p:sldLayoutId id="2147483705" r:id="rId15"/>
    <p:sldLayoutId id="2147483713" r:id="rId16"/>
    <p:sldLayoutId id="214748368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87800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64" r:id="rId2"/>
    <p:sldLayoutId id="214748368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://office.msn.com.cn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://office.msn.com.cn/" TargetMode="Externa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://office.msn.com.cn/" TargetMode="Externa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://office.msn.com.cn/" TargetMode="Externa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://office.msn.com.cn/" TargetMode="Externa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://office.msn.com.cn/" TargetMode="External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://office.msn.com.cn/" TargetMode="Externa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://office.msn.com.cn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6.xml"/><Relationship Id="rId5" Type="http://schemas.microsoft.com/office/2007/relationships/hdphoto" Target="../media/hdphoto3.wdp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://office.msn.com.cn/" TargetMode="Externa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://office.msn.com.cn/" TargetMode="External"/><Relationship Id="rId1" Type="http://schemas.openxmlformats.org/officeDocument/2006/relationships/slideLayout" Target="../slideLayouts/slideLayout11.xml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://office.msn.com.cn/" TargetMode="Externa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://office.msn.com.cn/" TargetMode="External"/><Relationship Id="rId1" Type="http://schemas.openxmlformats.org/officeDocument/2006/relationships/slideLayout" Target="../slideLayouts/slideLayout11.xml"/><Relationship Id="rId4" Type="http://schemas.openxmlformats.org/officeDocument/2006/relationships/chart" Target="../charts/char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://office.msn.com.cn/" TargetMode="External"/><Relationship Id="rId1" Type="http://schemas.openxmlformats.org/officeDocument/2006/relationships/slideLayout" Target="../slideLayouts/slideLayout10.xml"/><Relationship Id="rId5" Type="http://schemas.openxmlformats.org/officeDocument/2006/relationships/chart" Target="../charts/chart9.xml"/><Relationship Id="rId4" Type="http://schemas.microsoft.com/office/2007/relationships/hdphoto" Target="../media/hdphoto3.wdp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://office.msn.com.cn/" TargetMode="External"/><Relationship Id="rId1" Type="http://schemas.openxmlformats.org/officeDocument/2006/relationships/slideLayout" Target="../slideLayouts/slideLayout12.xml"/><Relationship Id="rId4" Type="http://schemas.microsoft.com/office/2007/relationships/hdphoto" Target="../media/hdphoto3.wdp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://office.msn.com.cn/" TargetMode="Externa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://office.msn.com.cn/" TargetMode="External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://office.msn.com.cn/" TargetMode="External"/><Relationship Id="rId1" Type="http://schemas.openxmlformats.org/officeDocument/2006/relationships/slideLayout" Target="../slideLayouts/slideLayout10.xml"/><Relationship Id="rId4" Type="http://schemas.microsoft.com/office/2007/relationships/hdphoto" Target="../media/hdphoto3.wdp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://office.msn.com.cn/" TargetMode="Externa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://office.msn.com.cn/" TargetMode="External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://office.msn.com.cn/" TargetMode="External"/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://office.msn.com.cn/" TargetMode="External"/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://office.msn.com.cn/" TargetMode="External"/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://office.msn.com.cn/" TargetMode="External"/><Relationship Id="rId1" Type="http://schemas.openxmlformats.org/officeDocument/2006/relationships/slideLayout" Target="../slideLayouts/slideLayout1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://office.msn.com.cn/" TargetMode="Externa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9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添加你的论文名称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报告人：</a:t>
            </a:r>
            <a:r>
              <a:rPr lang="en-US" altLang="zh-CN" dirty="0"/>
              <a:t>Jane Doe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zh-CN" dirty="0"/>
              <a:t>PRESENTED BY OfficePLUS</a:t>
            </a:r>
          </a:p>
        </p:txBody>
      </p:sp>
      <p:pic>
        <p:nvPicPr>
          <p:cNvPr id="23" name="图片 22">
            <a:hlinkClick r:id="rId2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1600" y="6300817"/>
            <a:ext cx="1828800" cy="243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8960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目录</a:t>
            </a:r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Content</a:t>
            </a:r>
            <a:endParaRPr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4"/>
          </p:nvPr>
        </p:nvSpPr>
        <p:spPr>
          <a:xfrm>
            <a:off x="4287838" y="847181"/>
            <a:ext cx="2167388" cy="646331"/>
          </a:xfrm>
        </p:spPr>
        <p:txBody>
          <a:bodyPr/>
          <a:lstStyle/>
          <a:p>
            <a:r>
              <a:rPr lang="en-US" altLang="zh-CN" dirty="0"/>
              <a:t>Part One</a:t>
            </a:r>
            <a:endParaRPr lang="zh-CN" altLang="en-US" dirty="0"/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zh-CN" altLang="en-US" dirty="0"/>
              <a:t>选题背景</a:t>
            </a:r>
          </a:p>
        </p:txBody>
      </p:sp>
      <p:sp>
        <p:nvSpPr>
          <p:cNvPr id="16" name="文本占位符 15"/>
          <p:cNvSpPr>
            <a:spLocks noGrp="1"/>
          </p:cNvSpPr>
          <p:nvPr>
            <p:ph type="body" sz="quarter" idx="16"/>
          </p:nvPr>
        </p:nvSpPr>
        <p:spPr>
          <a:xfrm>
            <a:off x="7670800" y="847181"/>
            <a:ext cx="2134430" cy="646331"/>
          </a:xfrm>
        </p:spPr>
        <p:txBody>
          <a:bodyPr/>
          <a:lstStyle/>
          <a:p>
            <a:r>
              <a:rPr lang="en-US" altLang="zh-CN" dirty="0"/>
              <a:t>Part Two</a:t>
            </a:r>
            <a:endParaRPr lang="zh-CN" altLang="en-US" dirty="0"/>
          </a:p>
        </p:txBody>
      </p:sp>
      <p:sp>
        <p:nvSpPr>
          <p:cNvPr id="17" name="文本占位符 16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zh-CN" altLang="en-US" dirty="0"/>
              <a:t>论文结构</a:t>
            </a:r>
          </a:p>
        </p:txBody>
      </p:sp>
      <p:sp>
        <p:nvSpPr>
          <p:cNvPr id="18" name="文本占位符 17"/>
          <p:cNvSpPr>
            <a:spLocks noGrp="1"/>
          </p:cNvSpPr>
          <p:nvPr>
            <p:ph type="body" sz="quarter" idx="18"/>
          </p:nvPr>
        </p:nvSpPr>
        <p:spPr>
          <a:xfrm>
            <a:off x="4287838" y="2993480"/>
            <a:ext cx="2489271" cy="646331"/>
          </a:xfrm>
        </p:spPr>
        <p:txBody>
          <a:bodyPr/>
          <a:lstStyle/>
          <a:p>
            <a:r>
              <a:rPr lang="en-US" altLang="zh-CN" dirty="0"/>
              <a:t>Part Three</a:t>
            </a:r>
            <a:endParaRPr lang="zh-CN" altLang="en-US" dirty="0"/>
          </a:p>
        </p:txBody>
      </p:sp>
      <p:sp>
        <p:nvSpPr>
          <p:cNvPr id="19" name="文本占位符 18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zh-CN" altLang="en-US" dirty="0"/>
              <a:t>研究方法</a:t>
            </a:r>
          </a:p>
        </p:txBody>
      </p:sp>
      <p:sp>
        <p:nvSpPr>
          <p:cNvPr id="20" name="文本占位符 19"/>
          <p:cNvSpPr>
            <a:spLocks noGrp="1"/>
          </p:cNvSpPr>
          <p:nvPr>
            <p:ph type="body" sz="quarter" idx="20"/>
          </p:nvPr>
        </p:nvSpPr>
        <p:spPr>
          <a:xfrm>
            <a:off x="7670800" y="2993480"/>
            <a:ext cx="2242730" cy="646331"/>
          </a:xfrm>
        </p:spPr>
        <p:txBody>
          <a:bodyPr/>
          <a:lstStyle/>
          <a:p>
            <a:r>
              <a:rPr lang="en-US" altLang="zh-CN" dirty="0"/>
              <a:t>Part Four</a:t>
            </a:r>
          </a:p>
        </p:txBody>
      </p:sp>
      <p:sp>
        <p:nvSpPr>
          <p:cNvPr id="21" name="文本占位符 20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zh-CN" altLang="en-US" dirty="0"/>
              <a:t>分析讨论</a:t>
            </a:r>
          </a:p>
        </p:txBody>
      </p:sp>
      <p:sp>
        <p:nvSpPr>
          <p:cNvPr id="22" name="文本占位符 21"/>
          <p:cNvSpPr>
            <a:spLocks noGrp="1"/>
          </p:cNvSpPr>
          <p:nvPr>
            <p:ph type="body" sz="quarter" idx="22"/>
          </p:nvPr>
        </p:nvSpPr>
        <p:spPr>
          <a:xfrm>
            <a:off x="4287838" y="5139779"/>
            <a:ext cx="2108269" cy="646331"/>
          </a:xfrm>
        </p:spPr>
        <p:txBody>
          <a:bodyPr/>
          <a:lstStyle/>
          <a:p>
            <a:r>
              <a:rPr lang="en-US" altLang="zh-CN" dirty="0"/>
              <a:t>Part Five</a:t>
            </a:r>
            <a:endParaRPr lang="zh-CN" altLang="en-US" dirty="0"/>
          </a:p>
        </p:txBody>
      </p:sp>
      <p:sp>
        <p:nvSpPr>
          <p:cNvPr id="23" name="文本占位符 22"/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zh-CN" altLang="en-US" dirty="0"/>
              <a:t>主要结论</a:t>
            </a:r>
          </a:p>
        </p:txBody>
      </p:sp>
      <p:sp>
        <p:nvSpPr>
          <p:cNvPr id="24" name="文本占位符 23"/>
          <p:cNvSpPr>
            <a:spLocks noGrp="1"/>
          </p:cNvSpPr>
          <p:nvPr>
            <p:ph type="body" sz="quarter" idx="24"/>
          </p:nvPr>
        </p:nvSpPr>
        <p:spPr>
          <a:xfrm>
            <a:off x="7670800" y="5139779"/>
            <a:ext cx="1856406" cy="646331"/>
          </a:xfrm>
        </p:spPr>
        <p:txBody>
          <a:bodyPr/>
          <a:lstStyle/>
          <a:p>
            <a:r>
              <a:rPr lang="en-US" altLang="zh-CN" dirty="0"/>
              <a:t>Part Six</a:t>
            </a:r>
          </a:p>
        </p:txBody>
      </p:sp>
      <p:sp>
        <p:nvSpPr>
          <p:cNvPr id="25" name="文本占位符 24"/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zh-CN" altLang="en-US" dirty="0"/>
              <a:t>参考文献</a:t>
            </a:r>
          </a:p>
        </p:txBody>
      </p:sp>
      <p:pic>
        <p:nvPicPr>
          <p:cNvPr id="26" name="图片 25">
            <a:hlinkClick r:id="rId2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800" y="6334619"/>
            <a:ext cx="1828800" cy="241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93157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选题背景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Part One</a:t>
            </a:r>
            <a:endParaRPr lang="zh-CN" altLang="en-US" dirty="0"/>
          </a:p>
        </p:txBody>
      </p:sp>
      <p:pic>
        <p:nvPicPr>
          <p:cNvPr id="4" name="图片 3">
            <a:hlinkClick r:id="rId2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1600" y="6300817"/>
            <a:ext cx="1828800" cy="243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72598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选题背景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Part One</a:t>
            </a:r>
            <a:endParaRPr lang="zh-CN" altLang="en-US" dirty="0"/>
          </a:p>
        </p:txBody>
      </p:sp>
      <p:pic>
        <p:nvPicPr>
          <p:cNvPr id="4" name="图片 3">
            <a:hlinkClick r:id="rId2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800" y="6334619"/>
            <a:ext cx="1828800" cy="241402"/>
          </a:xfrm>
          <a:prstGeom prst="rect">
            <a:avLst/>
          </a:prstGeom>
        </p:spPr>
      </p:pic>
      <p:grpSp>
        <p:nvGrpSpPr>
          <p:cNvPr id="6" name="组合 5"/>
          <p:cNvGrpSpPr/>
          <p:nvPr/>
        </p:nvGrpSpPr>
        <p:grpSpPr>
          <a:xfrm>
            <a:off x="8087820" y="489552"/>
            <a:ext cx="3429412" cy="2464904"/>
            <a:chOff x="8087820" y="489552"/>
            <a:chExt cx="3429412" cy="2464904"/>
          </a:xfrm>
        </p:grpSpPr>
        <p:sp>
          <p:nvSpPr>
            <p:cNvPr id="15" name="矩形 14"/>
            <p:cNvSpPr/>
            <p:nvPr/>
          </p:nvSpPr>
          <p:spPr>
            <a:xfrm>
              <a:off x="8087820" y="632137"/>
              <a:ext cx="2031325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defTabSz="609585"/>
              <a:r>
                <a:rPr lang="zh-CN" altLang="en-US" b="1" dirty="0">
                  <a:ea typeface="微软雅黑" charset="0"/>
                </a:rPr>
                <a:t>点击此处添加标题</a:t>
              </a:r>
            </a:p>
          </p:txBody>
        </p:sp>
        <p:sp>
          <p:nvSpPr>
            <p:cNvPr id="16" name="矩形 15"/>
            <p:cNvSpPr/>
            <p:nvPr/>
          </p:nvSpPr>
          <p:spPr>
            <a:xfrm>
              <a:off x="8087820" y="972358"/>
              <a:ext cx="3429412" cy="78912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 defTabSz="609585">
                <a:lnSpc>
                  <a:spcPct val="130000"/>
                </a:lnSpc>
              </a:pPr>
              <a:r>
                <a:rPr lang="zh-CN" altLang="en-US" sz="1200" dirty="0">
                  <a:latin typeface="微软雅黑" charset="0"/>
                  <a:ea typeface="微软雅黑" charset="0"/>
                </a:rPr>
                <a:t>标题数字等都可以通过点击和重新输入进行更改，顶部“开始”面板中可以对字体、字号、颜色、行距等进行修改。</a:t>
              </a:r>
              <a:endParaRPr lang="en-US" altLang="zh-CN" sz="1200" dirty="0">
                <a:latin typeface="微软雅黑" charset="0"/>
                <a:ea typeface="微软雅黑" charset="0"/>
              </a:endParaRPr>
            </a:p>
          </p:txBody>
        </p:sp>
        <p:cxnSp>
          <p:nvCxnSpPr>
            <p:cNvPr id="21" name="直接连接符 20"/>
            <p:cNvCxnSpPr/>
            <p:nvPr/>
          </p:nvCxnSpPr>
          <p:spPr>
            <a:xfrm>
              <a:off x="8188443" y="489552"/>
              <a:ext cx="3327367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2" name="椭圆 41"/>
            <p:cNvSpPr/>
            <p:nvPr/>
          </p:nvSpPr>
          <p:spPr>
            <a:xfrm>
              <a:off x="8087820" y="2014152"/>
              <a:ext cx="271848" cy="271848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椭圆 42"/>
            <p:cNvSpPr/>
            <p:nvPr/>
          </p:nvSpPr>
          <p:spPr>
            <a:xfrm>
              <a:off x="8429004" y="2019300"/>
              <a:ext cx="271848" cy="271848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椭圆 43"/>
            <p:cNvSpPr/>
            <p:nvPr/>
          </p:nvSpPr>
          <p:spPr>
            <a:xfrm>
              <a:off x="8771904" y="2019300"/>
              <a:ext cx="271848" cy="271848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椭圆 44"/>
            <p:cNvSpPr/>
            <p:nvPr/>
          </p:nvSpPr>
          <p:spPr>
            <a:xfrm>
              <a:off x="9114804" y="2019300"/>
              <a:ext cx="271848" cy="271848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椭圆 45"/>
            <p:cNvSpPr/>
            <p:nvPr/>
          </p:nvSpPr>
          <p:spPr>
            <a:xfrm>
              <a:off x="9457704" y="2019300"/>
              <a:ext cx="271848" cy="271848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椭圆 46"/>
            <p:cNvSpPr/>
            <p:nvPr/>
          </p:nvSpPr>
          <p:spPr>
            <a:xfrm>
              <a:off x="9800604" y="2019300"/>
              <a:ext cx="271848" cy="271848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椭圆 47"/>
            <p:cNvSpPr/>
            <p:nvPr/>
          </p:nvSpPr>
          <p:spPr>
            <a:xfrm>
              <a:off x="10143504" y="2019300"/>
              <a:ext cx="271848" cy="271848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椭圆 48"/>
            <p:cNvSpPr/>
            <p:nvPr/>
          </p:nvSpPr>
          <p:spPr>
            <a:xfrm>
              <a:off x="10486404" y="2019300"/>
              <a:ext cx="271848" cy="271848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椭圆 49"/>
            <p:cNvSpPr/>
            <p:nvPr/>
          </p:nvSpPr>
          <p:spPr>
            <a:xfrm>
              <a:off x="10829304" y="2019300"/>
              <a:ext cx="271848" cy="271848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椭圆 50"/>
            <p:cNvSpPr/>
            <p:nvPr/>
          </p:nvSpPr>
          <p:spPr>
            <a:xfrm>
              <a:off x="11172204" y="2019300"/>
              <a:ext cx="271848" cy="271848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椭圆 51"/>
            <p:cNvSpPr/>
            <p:nvPr/>
          </p:nvSpPr>
          <p:spPr>
            <a:xfrm>
              <a:off x="8087820" y="2348380"/>
              <a:ext cx="271848" cy="271848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椭圆 52"/>
            <p:cNvSpPr/>
            <p:nvPr/>
          </p:nvSpPr>
          <p:spPr>
            <a:xfrm>
              <a:off x="8429004" y="2353528"/>
              <a:ext cx="271848" cy="271848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椭圆 53"/>
            <p:cNvSpPr/>
            <p:nvPr/>
          </p:nvSpPr>
          <p:spPr>
            <a:xfrm>
              <a:off x="8771904" y="2353528"/>
              <a:ext cx="271848" cy="271848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" name="椭圆 54"/>
            <p:cNvSpPr/>
            <p:nvPr/>
          </p:nvSpPr>
          <p:spPr>
            <a:xfrm>
              <a:off x="9114804" y="2353528"/>
              <a:ext cx="271848" cy="271848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" name="椭圆 55"/>
            <p:cNvSpPr/>
            <p:nvPr/>
          </p:nvSpPr>
          <p:spPr>
            <a:xfrm>
              <a:off x="9457704" y="2353528"/>
              <a:ext cx="271848" cy="271848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" name="椭圆 56"/>
            <p:cNvSpPr/>
            <p:nvPr/>
          </p:nvSpPr>
          <p:spPr>
            <a:xfrm>
              <a:off x="9800604" y="2353528"/>
              <a:ext cx="271848" cy="271848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椭圆 57"/>
            <p:cNvSpPr/>
            <p:nvPr/>
          </p:nvSpPr>
          <p:spPr>
            <a:xfrm>
              <a:off x="10143504" y="2353528"/>
              <a:ext cx="271848" cy="271848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椭圆 58"/>
            <p:cNvSpPr/>
            <p:nvPr/>
          </p:nvSpPr>
          <p:spPr>
            <a:xfrm>
              <a:off x="10486404" y="2353528"/>
              <a:ext cx="271848" cy="271848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椭圆 59"/>
            <p:cNvSpPr/>
            <p:nvPr/>
          </p:nvSpPr>
          <p:spPr>
            <a:xfrm>
              <a:off x="10829304" y="2353528"/>
              <a:ext cx="271848" cy="271848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" name="椭圆 60"/>
            <p:cNvSpPr/>
            <p:nvPr/>
          </p:nvSpPr>
          <p:spPr>
            <a:xfrm>
              <a:off x="11172204" y="2353528"/>
              <a:ext cx="271848" cy="271848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2" name="椭圆 71"/>
            <p:cNvSpPr/>
            <p:nvPr/>
          </p:nvSpPr>
          <p:spPr>
            <a:xfrm>
              <a:off x="8087820" y="2677460"/>
              <a:ext cx="271848" cy="271848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3" name="椭圆 72"/>
            <p:cNvSpPr/>
            <p:nvPr/>
          </p:nvSpPr>
          <p:spPr>
            <a:xfrm>
              <a:off x="8429004" y="2682608"/>
              <a:ext cx="271848" cy="271848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4" name="椭圆 73"/>
            <p:cNvSpPr/>
            <p:nvPr/>
          </p:nvSpPr>
          <p:spPr>
            <a:xfrm>
              <a:off x="8771904" y="2682608"/>
              <a:ext cx="271848" cy="271848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5" name="椭圆 74"/>
            <p:cNvSpPr/>
            <p:nvPr/>
          </p:nvSpPr>
          <p:spPr>
            <a:xfrm>
              <a:off x="9114804" y="2682608"/>
              <a:ext cx="271848" cy="271848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6" name="椭圆 75"/>
            <p:cNvSpPr/>
            <p:nvPr/>
          </p:nvSpPr>
          <p:spPr>
            <a:xfrm>
              <a:off x="9457704" y="2682608"/>
              <a:ext cx="271848" cy="271848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7" name="椭圆 76"/>
            <p:cNvSpPr/>
            <p:nvPr/>
          </p:nvSpPr>
          <p:spPr>
            <a:xfrm>
              <a:off x="9800604" y="2682608"/>
              <a:ext cx="271848" cy="271848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8" name="椭圆 77"/>
            <p:cNvSpPr/>
            <p:nvPr/>
          </p:nvSpPr>
          <p:spPr>
            <a:xfrm>
              <a:off x="10143504" y="2682608"/>
              <a:ext cx="271848" cy="271848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9" name="椭圆 78"/>
            <p:cNvSpPr/>
            <p:nvPr/>
          </p:nvSpPr>
          <p:spPr>
            <a:xfrm>
              <a:off x="10486404" y="2682608"/>
              <a:ext cx="271848" cy="271848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0" name="椭圆 79"/>
            <p:cNvSpPr/>
            <p:nvPr/>
          </p:nvSpPr>
          <p:spPr>
            <a:xfrm>
              <a:off x="10829304" y="2682608"/>
              <a:ext cx="271848" cy="271848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1" name="椭圆 80"/>
            <p:cNvSpPr/>
            <p:nvPr/>
          </p:nvSpPr>
          <p:spPr>
            <a:xfrm>
              <a:off x="11172204" y="2682608"/>
              <a:ext cx="271848" cy="271848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82" name="直接连接符 81"/>
          <p:cNvCxnSpPr/>
          <p:nvPr/>
        </p:nvCxnSpPr>
        <p:spPr>
          <a:xfrm>
            <a:off x="4208910" y="3300129"/>
            <a:ext cx="73069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84" name="Group 67"/>
          <p:cNvGrpSpPr>
            <a:grpSpLocks noChangeAspect="1"/>
          </p:cNvGrpSpPr>
          <p:nvPr/>
        </p:nvGrpSpPr>
        <p:grpSpPr bwMode="auto">
          <a:xfrm>
            <a:off x="4208910" y="3731455"/>
            <a:ext cx="2879559" cy="2130496"/>
            <a:chOff x="6149" y="2123"/>
            <a:chExt cx="765" cy="566"/>
          </a:xfrm>
          <a:solidFill>
            <a:schemeClr val="accent5"/>
          </a:solidFill>
        </p:grpSpPr>
        <p:sp>
          <p:nvSpPr>
            <p:cNvPr id="85" name="Freeform 68"/>
            <p:cNvSpPr>
              <a:spLocks/>
            </p:cNvSpPr>
            <p:nvPr/>
          </p:nvSpPr>
          <p:spPr bwMode="auto">
            <a:xfrm>
              <a:off x="6281" y="2401"/>
              <a:ext cx="501" cy="288"/>
            </a:xfrm>
            <a:custGeom>
              <a:avLst/>
              <a:gdLst>
                <a:gd name="T0" fmla="*/ 485 w 524"/>
                <a:gd name="T1" fmla="*/ 56 h 300"/>
                <a:gd name="T2" fmla="*/ 473 w 524"/>
                <a:gd name="T3" fmla="*/ 36 h 300"/>
                <a:gd name="T4" fmla="*/ 450 w 524"/>
                <a:gd name="T5" fmla="*/ 26 h 300"/>
                <a:gd name="T6" fmla="*/ 318 w 524"/>
                <a:gd name="T7" fmla="*/ 0 h 300"/>
                <a:gd name="T8" fmla="*/ 356 w 524"/>
                <a:gd name="T9" fmla="*/ 25 h 300"/>
                <a:gd name="T10" fmla="*/ 296 w 524"/>
                <a:gd name="T11" fmla="*/ 215 h 300"/>
                <a:gd name="T12" fmla="*/ 262 w 524"/>
                <a:gd name="T13" fmla="*/ 74 h 300"/>
                <a:gd name="T14" fmla="*/ 228 w 524"/>
                <a:gd name="T15" fmla="*/ 215 h 300"/>
                <a:gd name="T16" fmla="*/ 168 w 524"/>
                <a:gd name="T17" fmla="*/ 25 h 300"/>
                <a:gd name="T18" fmla="*/ 206 w 524"/>
                <a:gd name="T19" fmla="*/ 0 h 300"/>
                <a:gd name="T20" fmla="*/ 74 w 524"/>
                <a:gd name="T21" fmla="*/ 26 h 300"/>
                <a:gd name="T22" fmla="*/ 51 w 524"/>
                <a:gd name="T23" fmla="*/ 36 h 300"/>
                <a:gd name="T24" fmla="*/ 39 w 524"/>
                <a:gd name="T25" fmla="*/ 56 h 300"/>
                <a:gd name="T26" fmla="*/ 0 w 524"/>
                <a:gd name="T27" fmla="*/ 228 h 300"/>
                <a:gd name="T28" fmla="*/ 73 w 524"/>
                <a:gd name="T29" fmla="*/ 254 h 300"/>
                <a:gd name="T30" fmla="*/ 249 w 524"/>
                <a:gd name="T31" fmla="*/ 300 h 300"/>
                <a:gd name="T32" fmla="*/ 262 w 524"/>
                <a:gd name="T33" fmla="*/ 300 h 300"/>
                <a:gd name="T34" fmla="*/ 275 w 524"/>
                <a:gd name="T35" fmla="*/ 300 h 300"/>
                <a:gd name="T36" fmla="*/ 451 w 524"/>
                <a:gd name="T37" fmla="*/ 254 h 300"/>
                <a:gd name="T38" fmla="*/ 524 w 524"/>
                <a:gd name="T39" fmla="*/ 228 h 300"/>
                <a:gd name="T40" fmla="*/ 485 w 524"/>
                <a:gd name="T41" fmla="*/ 56 h 3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524" h="300">
                  <a:moveTo>
                    <a:pt x="485" y="56"/>
                  </a:moveTo>
                  <a:cubicBezTo>
                    <a:pt x="484" y="48"/>
                    <a:pt x="479" y="41"/>
                    <a:pt x="473" y="36"/>
                  </a:cubicBezTo>
                  <a:cubicBezTo>
                    <a:pt x="467" y="30"/>
                    <a:pt x="459" y="27"/>
                    <a:pt x="450" y="26"/>
                  </a:cubicBezTo>
                  <a:cubicBezTo>
                    <a:pt x="318" y="0"/>
                    <a:pt x="318" y="0"/>
                    <a:pt x="318" y="0"/>
                  </a:cubicBezTo>
                  <a:cubicBezTo>
                    <a:pt x="356" y="25"/>
                    <a:pt x="356" y="25"/>
                    <a:pt x="356" y="25"/>
                  </a:cubicBezTo>
                  <a:cubicBezTo>
                    <a:pt x="296" y="215"/>
                    <a:pt x="296" y="215"/>
                    <a:pt x="296" y="215"/>
                  </a:cubicBezTo>
                  <a:cubicBezTo>
                    <a:pt x="262" y="74"/>
                    <a:pt x="262" y="74"/>
                    <a:pt x="262" y="74"/>
                  </a:cubicBezTo>
                  <a:cubicBezTo>
                    <a:pt x="228" y="215"/>
                    <a:pt x="228" y="215"/>
                    <a:pt x="228" y="215"/>
                  </a:cubicBezTo>
                  <a:cubicBezTo>
                    <a:pt x="168" y="25"/>
                    <a:pt x="168" y="25"/>
                    <a:pt x="168" y="25"/>
                  </a:cubicBezTo>
                  <a:cubicBezTo>
                    <a:pt x="206" y="0"/>
                    <a:pt x="206" y="0"/>
                    <a:pt x="206" y="0"/>
                  </a:cubicBezTo>
                  <a:cubicBezTo>
                    <a:pt x="74" y="26"/>
                    <a:pt x="74" y="26"/>
                    <a:pt x="74" y="26"/>
                  </a:cubicBezTo>
                  <a:cubicBezTo>
                    <a:pt x="65" y="27"/>
                    <a:pt x="57" y="30"/>
                    <a:pt x="51" y="36"/>
                  </a:cubicBezTo>
                  <a:cubicBezTo>
                    <a:pt x="45" y="41"/>
                    <a:pt x="40" y="48"/>
                    <a:pt x="39" y="56"/>
                  </a:cubicBezTo>
                  <a:cubicBezTo>
                    <a:pt x="0" y="228"/>
                    <a:pt x="0" y="228"/>
                    <a:pt x="0" y="228"/>
                  </a:cubicBezTo>
                  <a:cubicBezTo>
                    <a:pt x="73" y="254"/>
                    <a:pt x="73" y="254"/>
                    <a:pt x="73" y="254"/>
                  </a:cubicBezTo>
                  <a:cubicBezTo>
                    <a:pt x="98" y="279"/>
                    <a:pt x="167" y="298"/>
                    <a:pt x="249" y="300"/>
                  </a:cubicBezTo>
                  <a:cubicBezTo>
                    <a:pt x="262" y="300"/>
                    <a:pt x="262" y="300"/>
                    <a:pt x="262" y="300"/>
                  </a:cubicBezTo>
                  <a:cubicBezTo>
                    <a:pt x="275" y="300"/>
                    <a:pt x="275" y="300"/>
                    <a:pt x="275" y="300"/>
                  </a:cubicBezTo>
                  <a:cubicBezTo>
                    <a:pt x="357" y="298"/>
                    <a:pt x="426" y="279"/>
                    <a:pt x="451" y="254"/>
                  </a:cubicBezTo>
                  <a:cubicBezTo>
                    <a:pt x="524" y="228"/>
                    <a:pt x="524" y="228"/>
                    <a:pt x="524" y="228"/>
                  </a:cubicBezTo>
                  <a:lnTo>
                    <a:pt x="485" y="5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6" name="Freeform 69"/>
            <p:cNvSpPr>
              <a:spLocks/>
            </p:cNvSpPr>
            <p:nvPr/>
          </p:nvSpPr>
          <p:spPr bwMode="auto">
            <a:xfrm>
              <a:off x="6503" y="2419"/>
              <a:ext cx="57" cy="53"/>
            </a:xfrm>
            <a:custGeom>
              <a:avLst/>
              <a:gdLst>
                <a:gd name="T0" fmla="*/ 29 w 57"/>
                <a:gd name="T1" fmla="*/ 0 h 53"/>
                <a:gd name="T2" fmla="*/ 0 w 57"/>
                <a:gd name="T3" fmla="*/ 11 h 53"/>
                <a:gd name="T4" fmla="*/ 29 w 57"/>
                <a:gd name="T5" fmla="*/ 53 h 53"/>
                <a:gd name="T6" fmla="*/ 57 w 57"/>
                <a:gd name="T7" fmla="*/ 11 h 53"/>
                <a:gd name="T8" fmla="*/ 29 w 57"/>
                <a:gd name="T9" fmla="*/ 0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7" h="53">
                  <a:moveTo>
                    <a:pt x="29" y="0"/>
                  </a:moveTo>
                  <a:lnTo>
                    <a:pt x="0" y="11"/>
                  </a:lnTo>
                  <a:lnTo>
                    <a:pt x="29" y="53"/>
                  </a:lnTo>
                  <a:lnTo>
                    <a:pt x="57" y="11"/>
                  </a:lnTo>
                  <a:lnTo>
                    <a:pt x="29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7" name="Freeform 70"/>
            <p:cNvSpPr>
              <a:spLocks/>
            </p:cNvSpPr>
            <p:nvPr/>
          </p:nvSpPr>
          <p:spPr bwMode="auto">
            <a:xfrm>
              <a:off x="6410" y="2123"/>
              <a:ext cx="243" cy="292"/>
            </a:xfrm>
            <a:custGeom>
              <a:avLst/>
              <a:gdLst>
                <a:gd name="T0" fmla="*/ 240 w 254"/>
                <a:gd name="T1" fmla="*/ 140 h 304"/>
                <a:gd name="T2" fmla="*/ 127 w 254"/>
                <a:gd name="T3" fmla="*/ 0 h 304"/>
                <a:gd name="T4" fmla="*/ 14 w 254"/>
                <a:gd name="T5" fmla="*/ 140 h 304"/>
                <a:gd name="T6" fmla="*/ 8 w 254"/>
                <a:gd name="T7" fmla="*/ 177 h 304"/>
                <a:gd name="T8" fmla="*/ 26 w 254"/>
                <a:gd name="T9" fmla="*/ 202 h 304"/>
                <a:gd name="T10" fmla="*/ 127 w 254"/>
                <a:gd name="T11" fmla="*/ 304 h 304"/>
                <a:gd name="T12" fmla="*/ 228 w 254"/>
                <a:gd name="T13" fmla="*/ 202 h 304"/>
                <a:gd name="T14" fmla="*/ 246 w 254"/>
                <a:gd name="T15" fmla="*/ 177 h 304"/>
                <a:gd name="T16" fmla="*/ 240 w 254"/>
                <a:gd name="T17" fmla="*/ 14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54" h="304">
                  <a:moveTo>
                    <a:pt x="240" y="140"/>
                  </a:moveTo>
                  <a:cubicBezTo>
                    <a:pt x="240" y="61"/>
                    <a:pt x="208" y="0"/>
                    <a:pt x="127" y="0"/>
                  </a:cubicBezTo>
                  <a:cubicBezTo>
                    <a:pt x="46" y="0"/>
                    <a:pt x="14" y="62"/>
                    <a:pt x="14" y="140"/>
                  </a:cubicBezTo>
                  <a:cubicBezTo>
                    <a:pt x="5" y="144"/>
                    <a:pt x="0" y="154"/>
                    <a:pt x="8" y="177"/>
                  </a:cubicBezTo>
                  <a:cubicBezTo>
                    <a:pt x="12" y="188"/>
                    <a:pt x="20" y="197"/>
                    <a:pt x="26" y="202"/>
                  </a:cubicBezTo>
                  <a:cubicBezTo>
                    <a:pt x="49" y="260"/>
                    <a:pt x="94" y="304"/>
                    <a:pt x="127" y="304"/>
                  </a:cubicBezTo>
                  <a:cubicBezTo>
                    <a:pt x="160" y="304"/>
                    <a:pt x="205" y="260"/>
                    <a:pt x="228" y="202"/>
                  </a:cubicBezTo>
                  <a:cubicBezTo>
                    <a:pt x="234" y="197"/>
                    <a:pt x="242" y="188"/>
                    <a:pt x="246" y="177"/>
                  </a:cubicBezTo>
                  <a:cubicBezTo>
                    <a:pt x="254" y="154"/>
                    <a:pt x="249" y="144"/>
                    <a:pt x="240" y="14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8" name="Freeform 71"/>
            <p:cNvSpPr>
              <a:spLocks noEditPoints="1"/>
            </p:cNvSpPr>
            <p:nvPr/>
          </p:nvSpPr>
          <p:spPr bwMode="auto">
            <a:xfrm>
              <a:off x="6149" y="2218"/>
              <a:ext cx="765" cy="365"/>
            </a:xfrm>
            <a:custGeom>
              <a:avLst/>
              <a:gdLst>
                <a:gd name="T0" fmla="*/ 128 w 800"/>
                <a:gd name="T1" fmla="*/ 380 h 380"/>
                <a:gd name="T2" fmla="*/ 48 w 800"/>
                <a:gd name="T3" fmla="*/ 352 h 380"/>
                <a:gd name="T4" fmla="*/ 0 w 800"/>
                <a:gd name="T5" fmla="*/ 336 h 380"/>
                <a:gd name="T6" fmla="*/ 25 w 800"/>
                <a:gd name="T7" fmla="*/ 224 h 380"/>
                <a:gd name="T8" fmla="*/ 33 w 800"/>
                <a:gd name="T9" fmla="*/ 211 h 380"/>
                <a:gd name="T10" fmla="*/ 48 w 800"/>
                <a:gd name="T11" fmla="*/ 204 h 380"/>
                <a:gd name="T12" fmla="*/ 141 w 800"/>
                <a:gd name="T13" fmla="*/ 183 h 380"/>
                <a:gd name="T14" fmla="*/ 105 w 800"/>
                <a:gd name="T15" fmla="*/ 131 h 380"/>
                <a:gd name="T16" fmla="*/ 93 w 800"/>
                <a:gd name="T17" fmla="*/ 114 h 380"/>
                <a:gd name="T18" fmla="*/ 97 w 800"/>
                <a:gd name="T19" fmla="*/ 90 h 380"/>
                <a:gd name="T20" fmla="*/ 170 w 800"/>
                <a:gd name="T21" fmla="*/ 0 h 380"/>
                <a:gd name="T22" fmla="*/ 170 w 800"/>
                <a:gd name="T23" fmla="*/ 0 h 380"/>
                <a:gd name="T24" fmla="*/ 244 w 800"/>
                <a:gd name="T25" fmla="*/ 90 h 380"/>
                <a:gd name="T26" fmla="*/ 247 w 800"/>
                <a:gd name="T27" fmla="*/ 114 h 380"/>
                <a:gd name="T28" fmla="*/ 236 w 800"/>
                <a:gd name="T29" fmla="*/ 131 h 380"/>
                <a:gd name="T30" fmla="*/ 199 w 800"/>
                <a:gd name="T31" fmla="*/ 183 h 380"/>
                <a:gd name="T32" fmla="*/ 240 w 800"/>
                <a:gd name="T33" fmla="*/ 192 h 380"/>
                <a:gd name="T34" fmla="*/ 209 w 800"/>
                <a:gd name="T35" fmla="*/ 199 h 380"/>
                <a:gd name="T36" fmla="*/ 177 w 800"/>
                <a:gd name="T37" fmla="*/ 213 h 380"/>
                <a:gd name="T38" fmla="*/ 159 w 800"/>
                <a:gd name="T39" fmla="*/ 243 h 380"/>
                <a:gd name="T40" fmla="*/ 128 w 800"/>
                <a:gd name="T41" fmla="*/ 380 h 380"/>
                <a:gd name="T42" fmla="*/ 775 w 800"/>
                <a:gd name="T43" fmla="*/ 224 h 380"/>
                <a:gd name="T44" fmla="*/ 767 w 800"/>
                <a:gd name="T45" fmla="*/ 211 h 380"/>
                <a:gd name="T46" fmla="*/ 752 w 800"/>
                <a:gd name="T47" fmla="*/ 204 h 380"/>
                <a:gd name="T48" fmla="*/ 659 w 800"/>
                <a:gd name="T49" fmla="*/ 183 h 380"/>
                <a:gd name="T50" fmla="*/ 695 w 800"/>
                <a:gd name="T51" fmla="*/ 131 h 380"/>
                <a:gd name="T52" fmla="*/ 707 w 800"/>
                <a:gd name="T53" fmla="*/ 114 h 380"/>
                <a:gd name="T54" fmla="*/ 703 w 800"/>
                <a:gd name="T55" fmla="*/ 90 h 380"/>
                <a:gd name="T56" fmla="*/ 630 w 800"/>
                <a:gd name="T57" fmla="*/ 0 h 380"/>
                <a:gd name="T58" fmla="*/ 630 w 800"/>
                <a:gd name="T59" fmla="*/ 0 h 380"/>
                <a:gd name="T60" fmla="*/ 556 w 800"/>
                <a:gd name="T61" fmla="*/ 90 h 380"/>
                <a:gd name="T62" fmla="*/ 553 w 800"/>
                <a:gd name="T63" fmla="*/ 114 h 380"/>
                <a:gd name="T64" fmla="*/ 564 w 800"/>
                <a:gd name="T65" fmla="*/ 131 h 380"/>
                <a:gd name="T66" fmla="*/ 601 w 800"/>
                <a:gd name="T67" fmla="*/ 183 h 380"/>
                <a:gd name="T68" fmla="*/ 560 w 800"/>
                <a:gd name="T69" fmla="*/ 192 h 380"/>
                <a:gd name="T70" fmla="*/ 591 w 800"/>
                <a:gd name="T71" fmla="*/ 199 h 380"/>
                <a:gd name="T72" fmla="*/ 623 w 800"/>
                <a:gd name="T73" fmla="*/ 213 h 380"/>
                <a:gd name="T74" fmla="*/ 641 w 800"/>
                <a:gd name="T75" fmla="*/ 243 h 380"/>
                <a:gd name="T76" fmla="*/ 672 w 800"/>
                <a:gd name="T77" fmla="*/ 380 h 380"/>
                <a:gd name="T78" fmla="*/ 752 w 800"/>
                <a:gd name="T79" fmla="*/ 352 h 380"/>
                <a:gd name="T80" fmla="*/ 800 w 800"/>
                <a:gd name="T81" fmla="*/ 336 h 380"/>
                <a:gd name="T82" fmla="*/ 775 w 800"/>
                <a:gd name="T83" fmla="*/ 224 h 3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800" h="380">
                  <a:moveTo>
                    <a:pt x="128" y="380"/>
                  </a:moveTo>
                  <a:cubicBezTo>
                    <a:pt x="90" y="375"/>
                    <a:pt x="60" y="365"/>
                    <a:pt x="48" y="352"/>
                  </a:cubicBezTo>
                  <a:cubicBezTo>
                    <a:pt x="0" y="336"/>
                    <a:pt x="0" y="336"/>
                    <a:pt x="0" y="336"/>
                  </a:cubicBezTo>
                  <a:cubicBezTo>
                    <a:pt x="25" y="224"/>
                    <a:pt x="25" y="224"/>
                    <a:pt x="25" y="224"/>
                  </a:cubicBezTo>
                  <a:cubicBezTo>
                    <a:pt x="27" y="219"/>
                    <a:pt x="29" y="215"/>
                    <a:pt x="33" y="211"/>
                  </a:cubicBezTo>
                  <a:cubicBezTo>
                    <a:pt x="38" y="207"/>
                    <a:pt x="43" y="205"/>
                    <a:pt x="48" y="204"/>
                  </a:cubicBezTo>
                  <a:cubicBezTo>
                    <a:pt x="141" y="183"/>
                    <a:pt x="141" y="183"/>
                    <a:pt x="141" y="183"/>
                  </a:cubicBezTo>
                  <a:cubicBezTo>
                    <a:pt x="127" y="171"/>
                    <a:pt x="113" y="152"/>
                    <a:pt x="105" y="131"/>
                  </a:cubicBezTo>
                  <a:cubicBezTo>
                    <a:pt x="101" y="128"/>
                    <a:pt x="96" y="122"/>
                    <a:pt x="93" y="114"/>
                  </a:cubicBezTo>
                  <a:cubicBezTo>
                    <a:pt x="88" y="100"/>
                    <a:pt x="91" y="93"/>
                    <a:pt x="97" y="90"/>
                  </a:cubicBezTo>
                  <a:cubicBezTo>
                    <a:pt x="97" y="40"/>
                    <a:pt x="118" y="0"/>
                    <a:pt x="170" y="0"/>
                  </a:cubicBezTo>
                  <a:cubicBezTo>
                    <a:pt x="170" y="0"/>
                    <a:pt x="170" y="0"/>
                    <a:pt x="170" y="0"/>
                  </a:cubicBezTo>
                  <a:cubicBezTo>
                    <a:pt x="223" y="0"/>
                    <a:pt x="244" y="40"/>
                    <a:pt x="244" y="90"/>
                  </a:cubicBezTo>
                  <a:cubicBezTo>
                    <a:pt x="249" y="93"/>
                    <a:pt x="253" y="100"/>
                    <a:pt x="247" y="114"/>
                  </a:cubicBezTo>
                  <a:cubicBezTo>
                    <a:pt x="245" y="122"/>
                    <a:pt x="240" y="128"/>
                    <a:pt x="236" y="131"/>
                  </a:cubicBezTo>
                  <a:cubicBezTo>
                    <a:pt x="227" y="152"/>
                    <a:pt x="213" y="171"/>
                    <a:pt x="199" y="183"/>
                  </a:cubicBezTo>
                  <a:cubicBezTo>
                    <a:pt x="240" y="192"/>
                    <a:pt x="240" y="192"/>
                    <a:pt x="240" y="192"/>
                  </a:cubicBezTo>
                  <a:cubicBezTo>
                    <a:pt x="209" y="199"/>
                    <a:pt x="209" y="199"/>
                    <a:pt x="209" y="199"/>
                  </a:cubicBezTo>
                  <a:cubicBezTo>
                    <a:pt x="197" y="200"/>
                    <a:pt x="186" y="205"/>
                    <a:pt x="177" y="213"/>
                  </a:cubicBezTo>
                  <a:cubicBezTo>
                    <a:pt x="168" y="221"/>
                    <a:pt x="162" y="231"/>
                    <a:pt x="159" y="243"/>
                  </a:cubicBezTo>
                  <a:lnTo>
                    <a:pt x="128" y="380"/>
                  </a:lnTo>
                  <a:close/>
                  <a:moveTo>
                    <a:pt x="775" y="224"/>
                  </a:moveTo>
                  <a:cubicBezTo>
                    <a:pt x="773" y="219"/>
                    <a:pt x="771" y="215"/>
                    <a:pt x="767" y="211"/>
                  </a:cubicBezTo>
                  <a:cubicBezTo>
                    <a:pt x="762" y="207"/>
                    <a:pt x="757" y="205"/>
                    <a:pt x="752" y="204"/>
                  </a:cubicBezTo>
                  <a:cubicBezTo>
                    <a:pt x="659" y="183"/>
                    <a:pt x="659" y="183"/>
                    <a:pt x="659" y="183"/>
                  </a:cubicBezTo>
                  <a:cubicBezTo>
                    <a:pt x="673" y="171"/>
                    <a:pt x="687" y="152"/>
                    <a:pt x="695" y="131"/>
                  </a:cubicBezTo>
                  <a:cubicBezTo>
                    <a:pt x="699" y="128"/>
                    <a:pt x="704" y="121"/>
                    <a:pt x="707" y="114"/>
                  </a:cubicBezTo>
                  <a:cubicBezTo>
                    <a:pt x="712" y="100"/>
                    <a:pt x="709" y="93"/>
                    <a:pt x="703" y="90"/>
                  </a:cubicBezTo>
                  <a:cubicBezTo>
                    <a:pt x="703" y="40"/>
                    <a:pt x="682" y="0"/>
                    <a:pt x="630" y="0"/>
                  </a:cubicBezTo>
                  <a:cubicBezTo>
                    <a:pt x="630" y="0"/>
                    <a:pt x="630" y="0"/>
                    <a:pt x="630" y="0"/>
                  </a:cubicBezTo>
                  <a:cubicBezTo>
                    <a:pt x="577" y="0"/>
                    <a:pt x="556" y="40"/>
                    <a:pt x="556" y="90"/>
                  </a:cubicBezTo>
                  <a:cubicBezTo>
                    <a:pt x="551" y="93"/>
                    <a:pt x="547" y="100"/>
                    <a:pt x="553" y="114"/>
                  </a:cubicBezTo>
                  <a:cubicBezTo>
                    <a:pt x="555" y="121"/>
                    <a:pt x="560" y="128"/>
                    <a:pt x="564" y="131"/>
                  </a:cubicBezTo>
                  <a:cubicBezTo>
                    <a:pt x="573" y="152"/>
                    <a:pt x="587" y="171"/>
                    <a:pt x="601" y="183"/>
                  </a:cubicBezTo>
                  <a:cubicBezTo>
                    <a:pt x="560" y="192"/>
                    <a:pt x="560" y="192"/>
                    <a:pt x="560" y="192"/>
                  </a:cubicBezTo>
                  <a:cubicBezTo>
                    <a:pt x="591" y="199"/>
                    <a:pt x="591" y="199"/>
                    <a:pt x="591" y="199"/>
                  </a:cubicBezTo>
                  <a:cubicBezTo>
                    <a:pt x="603" y="200"/>
                    <a:pt x="614" y="205"/>
                    <a:pt x="623" y="213"/>
                  </a:cubicBezTo>
                  <a:cubicBezTo>
                    <a:pt x="632" y="221"/>
                    <a:pt x="638" y="231"/>
                    <a:pt x="641" y="243"/>
                  </a:cubicBezTo>
                  <a:cubicBezTo>
                    <a:pt x="672" y="380"/>
                    <a:pt x="672" y="380"/>
                    <a:pt x="672" y="380"/>
                  </a:cubicBezTo>
                  <a:cubicBezTo>
                    <a:pt x="710" y="375"/>
                    <a:pt x="740" y="365"/>
                    <a:pt x="752" y="352"/>
                  </a:cubicBezTo>
                  <a:cubicBezTo>
                    <a:pt x="800" y="336"/>
                    <a:pt x="800" y="336"/>
                    <a:pt x="800" y="336"/>
                  </a:cubicBezTo>
                  <a:lnTo>
                    <a:pt x="775" y="22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sp>
        <p:nvSpPr>
          <p:cNvPr id="89" name="矩形 88"/>
          <p:cNvSpPr/>
          <p:nvPr/>
        </p:nvSpPr>
        <p:spPr>
          <a:xfrm>
            <a:off x="6379787" y="4451215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609585"/>
            <a:r>
              <a:rPr lang="zh-CN" altLang="en-US" b="1" dirty="0">
                <a:ea typeface="微软雅黑" charset="0"/>
              </a:rPr>
              <a:t>点击此处添加标题</a:t>
            </a:r>
          </a:p>
        </p:txBody>
      </p:sp>
      <p:sp>
        <p:nvSpPr>
          <p:cNvPr id="90" name="矩形 89"/>
          <p:cNvSpPr/>
          <p:nvPr/>
        </p:nvSpPr>
        <p:spPr>
          <a:xfrm>
            <a:off x="6379786" y="4791436"/>
            <a:ext cx="5137445" cy="10525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609585">
              <a:lnSpc>
                <a:spcPct val="130000"/>
              </a:lnSpc>
            </a:pPr>
            <a:r>
              <a:rPr lang="zh-CN" altLang="en-US" sz="1200" dirty="0">
                <a:latin typeface="微软雅黑" charset="0"/>
                <a:ea typeface="微软雅黑" charset="0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200" dirty="0">
                <a:latin typeface="微软雅黑" charset="0"/>
                <a:ea typeface="微软雅黑" charset="0"/>
              </a:rPr>
              <a:t>8-14</a:t>
            </a:r>
            <a:r>
              <a:rPr lang="zh-CN" altLang="en-US" sz="1200" dirty="0">
                <a:latin typeface="微软雅黑" charset="0"/>
                <a:ea typeface="微软雅黑" charset="0"/>
              </a:rPr>
              <a:t>号字，</a:t>
            </a:r>
            <a:r>
              <a:rPr lang="en-US" altLang="zh-CN" sz="1200" dirty="0">
                <a:latin typeface="微软雅黑" charset="0"/>
                <a:ea typeface="微软雅黑" charset="0"/>
              </a:rPr>
              <a:t>1.3</a:t>
            </a:r>
            <a:r>
              <a:rPr lang="zh-CN" altLang="en-US" sz="1200" dirty="0">
                <a:latin typeface="微软雅黑" charset="0"/>
                <a:ea typeface="微软雅黑" charset="0"/>
              </a:rPr>
              <a:t>倍字间距。标题数字等都可以通过点击和重新输入进行更改，顶部“开始”面板中可以对字体、字号、颜色、行距等进行修改。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4208910" y="489552"/>
            <a:ext cx="3449173" cy="2464904"/>
            <a:chOff x="4208910" y="489552"/>
            <a:chExt cx="3449173" cy="2464904"/>
          </a:xfrm>
        </p:grpSpPr>
        <p:sp>
          <p:nvSpPr>
            <p:cNvPr id="7" name="矩形 6"/>
            <p:cNvSpPr/>
            <p:nvPr/>
          </p:nvSpPr>
          <p:spPr>
            <a:xfrm>
              <a:off x="4208910" y="632137"/>
              <a:ext cx="2031325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defTabSz="609585"/>
              <a:r>
                <a:rPr lang="zh-CN" altLang="en-US" b="1" dirty="0">
                  <a:ea typeface="微软雅黑" charset="0"/>
                </a:rPr>
                <a:t>点击此处添加标题</a:t>
              </a:r>
            </a:p>
          </p:txBody>
        </p:sp>
        <p:sp>
          <p:nvSpPr>
            <p:cNvPr id="8" name="矩形 7"/>
            <p:cNvSpPr/>
            <p:nvPr/>
          </p:nvSpPr>
          <p:spPr>
            <a:xfrm>
              <a:off x="4208910" y="972358"/>
              <a:ext cx="3429412" cy="78912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 defTabSz="609585">
                <a:lnSpc>
                  <a:spcPct val="130000"/>
                </a:lnSpc>
              </a:pPr>
              <a:r>
                <a:rPr lang="zh-CN" altLang="en-US" sz="1200" dirty="0">
                  <a:latin typeface="微软雅黑" charset="0"/>
                  <a:ea typeface="微软雅黑" charset="0"/>
                </a:rPr>
                <a:t>标题数字等都可以通过点击和重新输入进行更改，顶部“开始”面板中可以对字体、字号、颜色、行距等进行修改。</a:t>
              </a:r>
              <a:endParaRPr lang="en-US" altLang="zh-CN" sz="1200" dirty="0">
                <a:latin typeface="微软雅黑" charset="0"/>
                <a:ea typeface="微软雅黑" charset="0"/>
              </a:endParaRPr>
            </a:p>
          </p:txBody>
        </p:sp>
        <p:sp>
          <p:nvSpPr>
            <p:cNvPr id="13" name="椭圆 12"/>
            <p:cNvSpPr/>
            <p:nvPr/>
          </p:nvSpPr>
          <p:spPr>
            <a:xfrm>
              <a:off x="4281616" y="2014152"/>
              <a:ext cx="271848" cy="27184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椭圆 22"/>
            <p:cNvSpPr/>
            <p:nvPr/>
          </p:nvSpPr>
          <p:spPr>
            <a:xfrm>
              <a:off x="4622800" y="2019300"/>
              <a:ext cx="271848" cy="27184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椭圆 23"/>
            <p:cNvSpPr/>
            <p:nvPr/>
          </p:nvSpPr>
          <p:spPr>
            <a:xfrm>
              <a:off x="4965700" y="2019300"/>
              <a:ext cx="271848" cy="27184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椭圆 24"/>
            <p:cNvSpPr/>
            <p:nvPr/>
          </p:nvSpPr>
          <p:spPr>
            <a:xfrm>
              <a:off x="5308600" y="2019300"/>
              <a:ext cx="271848" cy="27184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椭圆 25"/>
            <p:cNvSpPr/>
            <p:nvPr/>
          </p:nvSpPr>
          <p:spPr>
            <a:xfrm>
              <a:off x="5651500" y="2019300"/>
              <a:ext cx="271848" cy="27184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椭圆 26"/>
            <p:cNvSpPr/>
            <p:nvPr/>
          </p:nvSpPr>
          <p:spPr>
            <a:xfrm>
              <a:off x="5994400" y="2019300"/>
              <a:ext cx="271848" cy="27184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椭圆 27"/>
            <p:cNvSpPr/>
            <p:nvPr/>
          </p:nvSpPr>
          <p:spPr>
            <a:xfrm>
              <a:off x="6337300" y="2019300"/>
              <a:ext cx="271848" cy="27184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椭圆 28"/>
            <p:cNvSpPr/>
            <p:nvPr/>
          </p:nvSpPr>
          <p:spPr>
            <a:xfrm>
              <a:off x="6680200" y="2019300"/>
              <a:ext cx="271848" cy="271848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椭圆 29"/>
            <p:cNvSpPr/>
            <p:nvPr/>
          </p:nvSpPr>
          <p:spPr>
            <a:xfrm>
              <a:off x="7023100" y="2019300"/>
              <a:ext cx="271848" cy="271848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椭圆 30"/>
            <p:cNvSpPr/>
            <p:nvPr/>
          </p:nvSpPr>
          <p:spPr>
            <a:xfrm>
              <a:off x="7366000" y="2019300"/>
              <a:ext cx="271848" cy="271848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椭圆 31"/>
            <p:cNvSpPr/>
            <p:nvPr/>
          </p:nvSpPr>
          <p:spPr>
            <a:xfrm>
              <a:off x="4281616" y="2348380"/>
              <a:ext cx="271848" cy="271848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椭圆 32"/>
            <p:cNvSpPr/>
            <p:nvPr/>
          </p:nvSpPr>
          <p:spPr>
            <a:xfrm>
              <a:off x="4622800" y="2353528"/>
              <a:ext cx="271848" cy="271848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椭圆 33"/>
            <p:cNvSpPr/>
            <p:nvPr/>
          </p:nvSpPr>
          <p:spPr>
            <a:xfrm>
              <a:off x="4965700" y="2353528"/>
              <a:ext cx="271848" cy="271848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椭圆 34"/>
            <p:cNvSpPr/>
            <p:nvPr/>
          </p:nvSpPr>
          <p:spPr>
            <a:xfrm>
              <a:off x="5308600" y="2353528"/>
              <a:ext cx="271848" cy="271848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椭圆 35"/>
            <p:cNvSpPr/>
            <p:nvPr/>
          </p:nvSpPr>
          <p:spPr>
            <a:xfrm>
              <a:off x="5651500" y="2353528"/>
              <a:ext cx="271848" cy="271848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椭圆 36"/>
            <p:cNvSpPr/>
            <p:nvPr/>
          </p:nvSpPr>
          <p:spPr>
            <a:xfrm>
              <a:off x="5994400" y="2353528"/>
              <a:ext cx="271848" cy="271848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椭圆 37"/>
            <p:cNvSpPr/>
            <p:nvPr/>
          </p:nvSpPr>
          <p:spPr>
            <a:xfrm>
              <a:off x="6337300" y="2353528"/>
              <a:ext cx="271848" cy="271848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椭圆 38"/>
            <p:cNvSpPr/>
            <p:nvPr/>
          </p:nvSpPr>
          <p:spPr>
            <a:xfrm>
              <a:off x="6680200" y="2353528"/>
              <a:ext cx="271848" cy="271848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椭圆 39"/>
            <p:cNvSpPr/>
            <p:nvPr/>
          </p:nvSpPr>
          <p:spPr>
            <a:xfrm>
              <a:off x="7023100" y="2353528"/>
              <a:ext cx="271848" cy="271848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椭圆 40"/>
            <p:cNvSpPr/>
            <p:nvPr/>
          </p:nvSpPr>
          <p:spPr>
            <a:xfrm>
              <a:off x="7366000" y="2353528"/>
              <a:ext cx="271848" cy="271848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2" name="椭圆 61"/>
            <p:cNvSpPr/>
            <p:nvPr/>
          </p:nvSpPr>
          <p:spPr>
            <a:xfrm>
              <a:off x="4281616" y="2677460"/>
              <a:ext cx="271848" cy="271848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椭圆 62"/>
            <p:cNvSpPr/>
            <p:nvPr/>
          </p:nvSpPr>
          <p:spPr>
            <a:xfrm>
              <a:off x="4622800" y="2682608"/>
              <a:ext cx="271848" cy="271848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4" name="椭圆 63"/>
            <p:cNvSpPr/>
            <p:nvPr/>
          </p:nvSpPr>
          <p:spPr>
            <a:xfrm>
              <a:off x="4965700" y="2682608"/>
              <a:ext cx="271848" cy="271848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" name="椭圆 64"/>
            <p:cNvSpPr/>
            <p:nvPr/>
          </p:nvSpPr>
          <p:spPr>
            <a:xfrm>
              <a:off x="5308600" y="2682608"/>
              <a:ext cx="271848" cy="271848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" name="椭圆 65"/>
            <p:cNvSpPr/>
            <p:nvPr/>
          </p:nvSpPr>
          <p:spPr>
            <a:xfrm>
              <a:off x="5651500" y="2682608"/>
              <a:ext cx="271848" cy="271848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7" name="椭圆 66"/>
            <p:cNvSpPr/>
            <p:nvPr/>
          </p:nvSpPr>
          <p:spPr>
            <a:xfrm>
              <a:off x="5994400" y="2682608"/>
              <a:ext cx="271848" cy="271848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8" name="椭圆 67"/>
            <p:cNvSpPr/>
            <p:nvPr/>
          </p:nvSpPr>
          <p:spPr>
            <a:xfrm>
              <a:off x="6337300" y="2682608"/>
              <a:ext cx="271848" cy="271848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椭圆 68"/>
            <p:cNvSpPr/>
            <p:nvPr/>
          </p:nvSpPr>
          <p:spPr>
            <a:xfrm>
              <a:off x="6680200" y="2682608"/>
              <a:ext cx="271848" cy="271848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0" name="椭圆 69"/>
            <p:cNvSpPr/>
            <p:nvPr/>
          </p:nvSpPr>
          <p:spPr>
            <a:xfrm>
              <a:off x="7023100" y="2682608"/>
              <a:ext cx="271848" cy="271848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1" name="椭圆 70"/>
            <p:cNvSpPr/>
            <p:nvPr/>
          </p:nvSpPr>
          <p:spPr>
            <a:xfrm>
              <a:off x="7366000" y="2682608"/>
              <a:ext cx="271848" cy="271848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83" name="直接连接符 82"/>
            <p:cNvCxnSpPr/>
            <p:nvPr/>
          </p:nvCxnSpPr>
          <p:spPr>
            <a:xfrm>
              <a:off x="4330716" y="489552"/>
              <a:ext cx="3327367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91" name="直接连接符 90"/>
          <p:cNvCxnSpPr/>
          <p:nvPr/>
        </p:nvCxnSpPr>
        <p:spPr>
          <a:xfrm>
            <a:off x="640573" y="2245699"/>
            <a:ext cx="1747027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2" name="矩形 91"/>
          <p:cNvSpPr/>
          <p:nvPr/>
        </p:nvSpPr>
        <p:spPr>
          <a:xfrm>
            <a:off x="558800" y="2291014"/>
            <a:ext cx="1885950" cy="12926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609585">
              <a:lnSpc>
                <a:spcPct val="130000"/>
              </a:lnSpc>
            </a:pPr>
            <a:r>
              <a:rPr lang="zh-CN" altLang="en-US" sz="1200" dirty="0">
                <a:latin typeface="微软雅黑" charset="0"/>
                <a:ea typeface="微软雅黑" charset="0"/>
              </a:rPr>
              <a:t>标题数字等都可以通过点击和重新输入进行更改，顶部“开始”面板中可以对字体、字号、颜色、行距等进行修改。</a:t>
            </a:r>
            <a:endParaRPr lang="en-US" altLang="zh-CN" sz="1200" dirty="0">
              <a:latin typeface="微软雅黑" charset="0"/>
              <a:ea typeface="微软雅黑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15501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选题背景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Part One</a:t>
            </a:r>
            <a:endParaRPr lang="zh-CN" altLang="en-US" dirty="0"/>
          </a:p>
        </p:txBody>
      </p:sp>
      <p:pic>
        <p:nvPicPr>
          <p:cNvPr id="4" name="图片 3">
            <a:hlinkClick r:id="rId2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800" y="6334619"/>
            <a:ext cx="1828800" cy="241402"/>
          </a:xfrm>
          <a:prstGeom prst="rect">
            <a:avLst/>
          </a:prstGeom>
        </p:spPr>
      </p:pic>
      <p:sp>
        <p:nvSpPr>
          <p:cNvPr id="40" name="左中括号 39"/>
          <p:cNvSpPr/>
          <p:nvPr/>
        </p:nvSpPr>
        <p:spPr>
          <a:xfrm rot="16200000">
            <a:off x="7993249" y="2571820"/>
            <a:ext cx="179726" cy="4963176"/>
          </a:xfrm>
          <a:prstGeom prst="leftBracket">
            <a:avLst>
              <a:gd name="adj" fmla="val 13255"/>
            </a:avLst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矩形 40"/>
          <p:cNvSpPr/>
          <p:nvPr/>
        </p:nvSpPr>
        <p:spPr>
          <a:xfrm>
            <a:off x="5613253" y="5186008"/>
            <a:ext cx="214592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609585"/>
            <a:r>
              <a:rPr lang="zh-CN" altLang="en-US" b="1" dirty="0">
                <a:ea typeface="微软雅黑" charset="0"/>
              </a:rPr>
              <a:t>点击此处添加标题</a:t>
            </a:r>
          </a:p>
        </p:txBody>
      </p:sp>
      <p:sp>
        <p:nvSpPr>
          <p:cNvPr id="42" name="矩形 41"/>
          <p:cNvSpPr/>
          <p:nvPr/>
        </p:nvSpPr>
        <p:spPr>
          <a:xfrm>
            <a:off x="5613253" y="5469770"/>
            <a:ext cx="4880811" cy="8125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609585">
              <a:lnSpc>
                <a:spcPct val="130000"/>
              </a:lnSpc>
            </a:pPr>
            <a:r>
              <a:rPr lang="zh-CN" altLang="en-US" sz="1200" dirty="0">
                <a:latin typeface="微软雅黑" charset="0"/>
                <a:ea typeface="微软雅黑" charset="0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200" dirty="0">
                <a:latin typeface="微软雅黑" charset="0"/>
                <a:ea typeface="微软雅黑" charset="0"/>
              </a:rPr>
              <a:t>8-14</a:t>
            </a:r>
            <a:r>
              <a:rPr lang="zh-CN" altLang="en-US" sz="1200" dirty="0">
                <a:latin typeface="微软雅黑" charset="0"/>
                <a:ea typeface="微软雅黑" charset="0"/>
              </a:rPr>
              <a:t>号字，</a:t>
            </a:r>
            <a:r>
              <a:rPr lang="en-US" altLang="zh-CN" sz="1200" dirty="0">
                <a:latin typeface="微软雅黑" charset="0"/>
                <a:ea typeface="微软雅黑" charset="0"/>
              </a:rPr>
              <a:t>1.3</a:t>
            </a:r>
            <a:r>
              <a:rPr lang="zh-CN" altLang="en-US" sz="1200" dirty="0">
                <a:latin typeface="微软雅黑" charset="0"/>
                <a:ea typeface="微软雅黑" charset="0"/>
              </a:rPr>
              <a:t>倍字间距。</a:t>
            </a:r>
          </a:p>
        </p:txBody>
      </p:sp>
      <p:grpSp>
        <p:nvGrpSpPr>
          <p:cNvPr id="34" name="组合 33"/>
          <p:cNvGrpSpPr/>
          <p:nvPr/>
        </p:nvGrpSpPr>
        <p:grpSpPr>
          <a:xfrm>
            <a:off x="2970556" y="2338973"/>
            <a:ext cx="3854401" cy="2418149"/>
            <a:chOff x="2970556" y="2338973"/>
            <a:chExt cx="3854401" cy="2418149"/>
          </a:xfrm>
        </p:grpSpPr>
        <p:grpSp>
          <p:nvGrpSpPr>
            <p:cNvPr id="14" name="Group 67"/>
            <p:cNvGrpSpPr>
              <a:grpSpLocks noChangeAspect="1"/>
            </p:cNvGrpSpPr>
            <p:nvPr/>
          </p:nvGrpSpPr>
          <p:grpSpPr bwMode="auto">
            <a:xfrm>
              <a:off x="2970556" y="3877516"/>
              <a:ext cx="1188866" cy="879605"/>
              <a:chOff x="6149" y="2123"/>
              <a:chExt cx="765" cy="566"/>
            </a:xfrm>
            <a:solidFill>
              <a:schemeClr val="accent1"/>
            </a:solidFill>
          </p:grpSpPr>
          <p:sp>
            <p:nvSpPr>
              <p:cNvPr id="15" name="Freeform 68"/>
              <p:cNvSpPr>
                <a:spLocks/>
              </p:cNvSpPr>
              <p:nvPr/>
            </p:nvSpPr>
            <p:spPr bwMode="auto">
              <a:xfrm>
                <a:off x="6281" y="2401"/>
                <a:ext cx="501" cy="288"/>
              </a:xfrm>
              <a:custGeom>
                <a:avLst/>
                <a:gdLst>
                  <a:gd name="T0" fmla="*/ 485 w 524"/>
                  <a:gd name="T1" fmla="*/ 56 h 300"/>
                  <a:gd name="T2" fmla="*/ 473 w 524"/>
                  <a:gd name="T3" fmla="*/ 36 h 300"/>
                  <a:gd name="T4" fmla="*/ 450 w 524"/>
                  <a:gd name="T5" fmla="*/ 26 h 300"/>
                  <a:gd name="T6" fmla="*/ 318 w 524"/>
                  <a:gd name="T7" fmla="*/ 0 h 300"/>
                  <a:gd name="T8" fmla="*/ 356 w 524"/>
                  <a:gd name="T9" fmla="*/ 25 h 300"/>
                  <a:gd name="T10" fmla="*/ 296 w 524"/>
                  <a:gd name="T11" fmla="*/ 215 h 300"/>
                  <a:gd name="T12" fmla="*/ 262 w 524"/>
                  <a:gd name="T13" fmla="*/ 74 h 300"/>
                  <a:gd name="T14" fmla="*/ 228 w 524"/>
                  <a:gd name="T15" fmla="*/ 215 h 300"/>
                  <a:gd name="T16" fmla="*/ 168 w 524"/>
                  <a:gd name="T17" fmla="*/ 25 h 300"/>
                  <a:gd name="T18" fmla="*/ 206 w 524"/>
                  <a:gd name="T19" fmla="*/ 0 h 300"/>
                  <a:gd name="T20" fmla="*/ 74 w 524"/>
                  <a:gd name="T21" fmla="*/ 26 h 300"/>
                  <a:gd name="T22" fmla="*/ 51 w 524"/>
                  <a:gd name="T23" fmla="*/ 36 h 300"/>
                  <a:gd name="T24" fmla="*/ 39 w 524"/>
                  <a:gd name="T25" fmla="*/ 56 h 300"/>
                  <a:gd name="T26" fmla="*/ 0 w 524"/>
                  <a:gd name="T27" fmla="*/ 228 h 300"/>
                  <a:gd name="T28" fmla="*/ 73 w 524"/>
                  <a:gd name="T29" fmla="*/ 254 h 300"/>
                  <a:gd name="T30" fmla="*/ 249 w 524"/>
                  <a:gd name="T31" fmla="*/ 300 h 300"/>
                  <a:gd name="T32" fmla="*/ 262 w 524"/>
                  <a:gd name="T33" fmla="*/ 300 h 300"/>
                  <a:gd name="T34" fmla="*/ 275 w 524"/>
                  <a:gd name="T35" fmla="*/ 300 h 300"/>
                  <a:gd name="T36" fmla="*/ 451 w 524"/>
                  <a:gd name="T37" fmla="*/ 254 h 300"/>
                  <a:gd name="T38" fmla="*/ 524 w 524"/>
                  <a:gd name="T39" fmla="*/ 228 h 300"/>
                  <a:gd name="T40" fmla="*/ 485 w 524"/>
                  <a:gd name="T41" fmla="*/ 56 h 3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524" h="300">
                    <a:moveTo>
                      <a:pt x="485" y="56"/>
                    </a:moveTo>
                    <a:cubicBezTo>
                      <a:pt x="484" y="48"/>
                      <a:pt x="479" y="41"/>
                      <a:pt x="473" y="36"/>
                    </a:cubicBezTo>
                    <a:cubicBezTo>
                      <a:pt x="467" y="30"/>
                      <a:pt x="459" y="27"/>
                      <a:pt x="450" y="26"/>
                    </a:cubicBezTo>
                    <a:cubicBezTo>
                      <a:pt x="318" y="0"/>
                      <a:pt x="318" y="0"/>
                      <a:pt x="318" y="0"/>
                    </a:cubicBezTo>
                    <a:cubicBezTo>
                      <a:pt x="356" y="25"/>
                      <a:pt x="356" y="25"/>
                      <a:pt x="356" y="25"/>
                    </a:cubicBezTo>
                    <a:cubicBezTo>
                      <a:pt x="296" y="215"/>
                      <a:pt x="296" y="215"/>
                      <a:pt x="296" y="215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28" y="215"/>
                      <a:pt x="228" y="215"/>
                      <a:pt x="228" y="215"/>
                    </a:cubicBezTo>
                    <a:cubicBezTo>
                      <a:pt x="168" y="25"/>
                      <a:pt x="168" y="25"/>
                      <a:pt x="168" y="25"/>
                    </a:cubicBezTo>
                    <a:cubicBezTo>
                      <a:pt x="206" y="0"/>
                      <a:pt x="206" y="0"/>
                      <a:pt x="206" y="0"/>
                    </a:cubicBezTo>
                    <a:cubicBezTo>
                      <a:pt x="74" y="26"/>
                      <a:pt x="74" y="26"/>
                      <a:pt x="74" y="26"/>
                    </a:cubicBezTo>
                    <a:cubicBezTo>
                      <a:pt x="65" y="27"/>
                      <a:pt x="57" y="30"/>
                      <a:pt x="51" y="36"/>
                    </a:cubicBezTo>
                    <a:cubicBezTo>
                      <a:pt x="45" y="41"/>
                      <a:pt x="40" y="48"/>
                      <a:pt x="39" y="56"/>
                    </a:cubicBezTo>
                    <a:cubicBezTo>
                      <a:pt x="0" y="228"/>
                      <a:pt x="0" y="228"/>
                      <a:pt x="0" y="228"/>
                    </a:cubicBezTo>
                    <a:cubicBezTo>
                      <a:pt x="73" y="254"/>
                      <a:pt x="73" y="254"/>
                      <a:pt x="73" y="254"/>
                    </a:cubicBezTo>
                    <a:cubicBezTo>
                      <a:pt x="98" y="279"/>
                      <a:pt x="167" y="298"/>
                      <a:pt x="249" y="300"/>
                    </a:cubicBezTo>
                    <a:cubicBezTo>
                      <a:pt x="262" y="300"/>
                      <a:pt x="262" y="300"/>
                      <a:pt x="262" y="300"/>
                    </a:cubicBezTo>
                    <a:cubicBezTo>
                      <a:pt x="275" y="300"/>
                      <a:pt x="275" y="300"/>
                      <a:pt x="275" y="300"/>
                    </a:cubicBezTo>
                    <a:cubicBezTo>
                      <a:pt x="357" y="298"/>
                      <a:pt x="426" y="279"/>
                      <a:pt x="451" y="254"/>
                    </a:cubicBezTo>
                    <a:cubicBezTo>
                      <a:pt x="524" y="228"/>
                      <a:pt x="524" y="228"/>
                      <a:pt x="524" y="228"/>
                    </a:cubicBezTo>
                    <a:lnTo>
                      <a:pt x="485" y="5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6" name="Freeform 69"/>
              <p:cNvSpPr>
                <a:spLocks/>
              </p:cNvSpPr>
              <p:nvPr/>
            </p:nvSpPr>
            <p:spPr bwMode="auto">
              <a:xfrm>
                <a:off x="6503" y="2419"/>
                <a:ext cx="57" cy="53"/>
              </a:xfrm>
              <a:custGeom>
                <a:avLst/>
                <a:gdLst>
                  <a:gd name="T0" fmla="*/ 29 w 57"/>
                  <a:gd name="T1" fmla="*/ 0 h 53"/>
                  <a:gd name="T2" fmla="*/ 0 w 57"/>
                  <a:gd name="T3" fmla="*/ 11 h 53"/>
                  <a:gd name="T4" fmla="*/ 29 w 57"/>
                  <a:gd name="T5" fmla="*/ 53 h 53"/>
                  <a:gd name="T6" fmla="*/ 57 w 57"/>
                  <a:gd name="T7" fmla="*/ 11 h 53"/>
                  <a:gd name="T8" fmla="*/ 29 w 57"/>
                  <a:gd name="T9" fmla="*/ 0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7" h="53">
                    <a:moveTo>
                      <a:pt x="29" y="0"/>
                    </a:moveTo>
                    <a:lnTo>
                      <a:pt x="0" y="11"/>
                    </a:lnTo>
                    <a:lnTo>
                      <a:pt x="29" y="53"/>
                    </a:lnTo>
                    <a:lnTo>
                      <a:pt x="57" y="11"/>
                    </a:lnTo>
                    <a:lnTo>
                      <a:pt x="29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7" name="Freeform 70"/>
              <p:cNvSpPr>
                <a:spLocks/>
              </p:cNvSpPr>
              <p:nvPr/>
            </p:nvSpPr>
            <p:spPr bwMode="auto">
              <a:xfrm>
                <a:off x="6410" y="2123"/>
                <a:ext cx="243" cy="292"/>
              </a:xfrm>
              <a:custGeom>
                <a:avLst/>
                <a:gdLst>
                  <a:gd name="T0" fmla="*/ 240 w 254"/>
                  <a:gd name="T1" fmla="*/ 140 h 304"/>
                  <a:gd name="T2" fmla="*/ 127 w 254"/>
                  <a:gd name="T3" fmla="*/ 0 h 304"/>
                  <a:gd name="T4" fmla="*/ 14 w 254"/>
                  <a:gd name="T5" fmla="*/ 140 h 304"/>
                  <a:gd name="T6" fmla="*/ 8 w 254"/>
                  <a:gd name="T7" fmla="*/ 177 h 304"/>
                  <a:gd name="T8" fmla="*/ 26 w 254"/>
                  <a:gd name="T9" fmla="*/ 202 h 304"/>
                  <a:gd name="T10" fmla="*/ 127 w 254"/>
                  <a:gd name="T11" fmla="*/ 304 h 304"/>
                  <a:gd name="T12" fmla="*/ 228 w 254"/>
                  <a:gd name="T13" fmla="*/ 202 h 304"/>
                  <a:gd name="T14" fmla="*/ 246 w 254"/>
                  <a:gd name="T15" fmla="*/ 177 h 304"/>
                  <a:gd name="T16" fmla="*/ 240 w 254"/>
                  <a:gd name="T17" fmla="*/ 140 h 3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54" h="304">
                    <a:moveTo>
                      <a:pt x="240" y="140"/>
                    </a:moveTo>
                    <a:cubicBezTo>
                      <a:pt x="240" y="61"/>
                      <a:pt x="208" y="0"/>
                      <a:pt x="127" y="0"/>
                    </a:cubicBezTo>
                    <a:cubicBezTo>
                      <a:pt x="46" y="0"/>
                      <a:pt x="14" y="62"/>
                      <a:pt x="14" y="140"/>
                    </a:cubicBezTo>
                    <a:cubicBezTo>
                      <a:pt x="5" y="144"/>
                      <a:pt x="0" y="154"/>
                      <a:pt x="8" y="177"/>
                    </a:cubicBezTo>
                    <a:cubicBezTo>
                      <a:pt x="12" y="188"/>
                      <a:pt x="20" y="197"/>
                      <a:pt x="26" y="202"/>
                    </a:cubicBezTo>
                    <a:cubicBezTo>
                      <a:pt x="49" y="260"/>
                      <a:pt x="94" y="304"/>
                      <a:pt x="127" y="304"/>
                    </a:cubicBezTo>
                    <a:cubicBezTo>
                      <a:pt x="160" y="304"/>
                      <a:pt x="205" y="260"/>
                      <a:pt x="228" y="202"/>
                    </a:cubicBezTo>
                    <a:cubicBezTo>
                      <a:pt x="234" y="197"/>
                      <a:pt x="242" y="188"/>
                      <a:pt x="246" y="177"/>
                    </a:cubicBezTo>
                    <a:cubicBezTo>
                      <a:pt x="254" y="154"/>
                      <a:pt x="249" y="144"/>
                      <a:pt x="240" y="14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8" name="Freeform 71"/>
              <p:cNvSpPr>
                <a:spLocks noEditPoints="1"/>
              </p:cNvSpPr>
              <p:nvPr/>
            </p:nvSpPr>
            <p:spPr bwMode="auto">
              <a:xfrm>
                <a:off x="6149" y="2218"/>
                <a:ext cx="765" cy="365"/>
              </a:xfrm>
              <a:custGeom>
                <a:avLst/>
                <a:gdLst>
                  <a:gd name="T0" fmla="*/ 128 w 800"/>
                  <a:gd name="T1" fmla="*/ 380 h 380"/>
                  <a:gd name="T2" fmla="*/ 48 w 800"/>
                  <a:gd name="T3" fmla="*/ 352 h 380"/>
                  <a:gd name="T4" fmla="*/ 0 w 800"/>
                  <a:gd name="T5" fmla="*/ 336 h 380"/>
                  <a:gd name="T6" fmla="*/ 25 w 800"/>
                  <a:gd name="T7" fmla="*/ 224 h 380"/>
                  <a:gd name="T8" fmla="*/ 33 w 800"/>
                  <a:gd name="T9" fmla="*/ 211 h 380"/>
                  <a:gd name="T10" fmla="*/ 48 w 800"/>
                  <a:gd name="T11" fmla="*/ 204 h 380"/>
                  <a:gd name="T12" fmla="*/ 141 w 800"/>
                  <a:gd name="T13" fmla="*/ 183 h 380"/>
                  <a:gd name="T14" fmla="*/ 105 w 800"/>
                  <a:gd name="T15" fmla="*/ 131 h 380"/>
                  <a:gd name="T16" fmla="*/ 93 w 800"/>
                  <a:gd name="T17" fmla="*/ 114 h 380"/>
                  <a:gd name="T18" fmla="*/ 97 w 800"/>
                  <a:gd name="T19" fmla="*/ 90 h 380"/>
                  <a:gd name="T20" fmla="*/ 170 w 800"/>
                  <a:gd name="T21" fmla="*/ 0 h 380"/>
                  <a:gd name="T22" fmla="*/ 170 w 800"/>
                  <a:gd name="T23" fmla="*/ 0 h 380"/>
                  <a:gd name="T24" fmla="*/ 244 w 800"/>
                  <a:gd name="T25" fmla="*/ 90 h 380"/>
                  <a:gd name="T26" fmla="*/ 247 w 800"/>
                  <a:gd name="T27" fmla="*/ 114 h 380"/>
                  <a:gd name="T28" fmla="*/ 236 w 800"/>
                  <a:gd name="T29" fmla="*/ 131 h 380"/>
                  <a:gd name="T30" fmla="*/ 199 w 800"/>
                  <a:gd name="T31" fmla="*/ 183 h 380"/>
                  <a:gd name="T32" fmla="*/ 240 w 800"/>
                  <a:gd name="T33" fmla="*/ 192 h 380"/>
                  <a:gd name="T34" fmla="*/ 209 w 800"/>
                  <a:gd name="T35" fmla="*/ 199 h 380"/>
                  <a:gd name="T36" fmla="*/ 177 w 800"/>
                  <a:gd name="T37" fmla="*/ 213 h 380"/>
                  <a:gd name="T38" fmla="*/ 159 w 800"/>
                  <a:gd name="T39" fmla="*/ 243 h 380"/>
                  <a:gd name="T40" fmla="*/ 128 w 800"/>
                  <a:gd name="T41" fmla="*/ 380 h 380"/>
                  <a:gd name="T42" fmla="*/ 775 w 800"/>
                  <a:gd name="T43" fmla="*/ 224 h 380"/>
                  <a:gd name="T44" fmla="*/ 767 w 800"/>
                  <a:gd name="T45" fmla="*/ 211 h 380"/>
                  <a:gd name="T46" fmla="*/ 752 w 800"/>
                  <a:gd name="T47" fmla="*/ 204 h 380"/>
                  <a:gd name="T48" fmla="*/ 659 w 800"/>
                  <a:gd name="T49" fmla="*/ 183 h 380"/>
                  <a:gd name="T50" fmla="*/ 695 w 800"/>
                  <a:gd name="T51" fmla="*/ 131 h 380"/>
                  <a:gd name="T52" fmla="*/ 707 w 800"/>
                  <a:gd name="T53" fmla="*/ 114 h 380"/>
                  <a:gd name="T54" fmla="*/ 703 w 800"/>
                  <a:gd name="T55" fmla="*/ 90 h 380"/>
                  <a:gd name="T56" fmla="*/ 630 w 800"/>
                  <a:gd name="T57" fmla="*/ 0 h 380"/>
                  <a:gd name="T58" fmla="*/ 630 w 800"/>
                  <a:gd name="T59" fmla="*/ 0 h 380"/>
                  <a:gd name="T60" fmla="*/ 556 w 800"/>
                  <a:gd name="T61" fmla="*/ 90 h 380"/>
                  <a:gd name="T62" fmla="*/ 553 w 800"/>
                  <a:gd name="T63" fmla="*/ 114 h 380"/>
                  <a:gd name="T64" fmla="*/ 564 w 800"/>
                  <a:gd name="T65" fmla="*/ 131 h 380"/>
                  <a:gd name="T66" fmla="*/ 601 w 800"/>
                  <a:gd name="T67" fmla="*/ 183 h 380"/>
                  <a:gd name="T68" fmla="*/ 560 w 800"/>
                  <a:gd name="T69" fmla="*/ 192 h 380"/>
                  <a:gd name="T70" fmla="*/ 591 w 800"/>
                  <a:gd name="T71" fmla="*/ 199 h 380"/>
                  <a:gd name="T72" fmla="*/ 623 w 800"/>
                  <a:gd name="T73" fmla="*/ 213 h 380"/>
                  <a:gd name="T74" fmla="*/ 641 w 800"/>
                  <a:gd name="T75" fmla="*/ 243 h 380"/>
                  <a:gd name="T76" fmla="*/ 672 w 800"/>
                  <a:gd name="T77" fmla="*/ 380 h 380"/>
                  <a:gd name="T78" fmla="*/ 752 w 800"/>
                  <a:gd name="T79" fmla="*/ 352 h 380"/>
                  <a:gd name="T80" fmla="*/ 800 w 800"/>
                  <a:gd name="T81" fmla="*/ 336 h 380"/>
                  <a:gd name="T82" fmla="*/ 775 w 800"/>
                  <a:gd name="T83" fmla="*/ 224 h 3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800" h="380">
                    <a:moveTo>
                      <a:pt x="128" y="380"/>
                    </a:moveTo>
                    <a:cubicBezTo>
                      <a:pt x="90" y="375"/>
                      <a:pt x="60" y="365"/>
                      <a:pt x="48" y="352"/>
                    </a:cubicBezTo>
                    <a:cubicBezTo>
                      <a:pt x="0" y="336"/>
                      <a:pt x="0" y="336"/>
                      <a:pt x="0" y="336"/>
                    </a:cubicBezTo>
                    <a:cubicBezTo>
                      <a:pt x="25" y="224"/>
                      <a:pt x="25" y="224"/>
                      <a:pt x="25" y="224"/>
                    </a:cubicBezTo>
                    <a:cubicBezTo>
                      <a:pt x="27" y="219"/>
                      <a:pt x="29" y="215"/>
                      <a:pt x="33" y="211"/>
                    </a:cubicBezTo>
                    <a:cubicBezTo>
                      <a:pt x="38" y="207"/>
                      <a:pt x="43" y="205"/>
                      <a:pt x="48" y="204"/>
                    </a:cubicBezTo>
                    <a:cubicBezTo>
                      <a:pt x="141" y="183"/>
                      <a:pt x="141" y="183"/>
                      <a:pt x="141" y="183"/>
                    </a:cubicBezTo>
                    <a:cubicBezTo>
                      <a:pt x="127" y="171"/>
                      <a:pt x="113" y="152"/>
                      <a:pt x="105" y="131"/>
                    </a:cubicBezTo>
                    <a:cubicBezTo>
                      <a:pt x="101" y="128"/>
                      <a:pt x="96" y="122"/>
                      <a:pt x="93" y="114"/>
                    </a:cubicBezTo>
                    <a:cubicBezTo>
                      <a:pt x="88" y="100"/>
                      <a:pt x="91" y="93"/>
                      <a:pt x="97" y="90"/>
                    </a:cubicBezTo>
                    <a:cubicBezTo>
                      <a:pt x="97" y="40"/>
                      <a:pt x="118" y="0"/>
                      <a:pt x="170" y="0"/>
                    </a:cubicBezTo>
                    <a:cubicBezTo>
                      <a:pt x="170" y="0"/>
                      <a:pt x="170" y="0"/>
                      <a:pt x="170" y="0"/>
                    </a:cubicBezTo>
                    <a:cubicBezTo>
                      <a:pt x="223" y="0"/>
                      <a:pt x="244" y="40"/>
                      <a:pt x="244" y="90"/>
                    </a:cubicBezTo>
                    <a:cubicBezTo>
                      <a:pt x="249" y="93"/>
                      <a:pt x="253" y="100"/>
                      <a:pt x="247" y="114"/>
                    </a:cubicBezTo>
                    <a:cubicBezTo>
                      <a:pt x="245" y="122"/>
                      <a:pt x="240" y="128"/>
                      <a:pt x="236" y="131"/>
                    </a:cubicBezTo>
                    <a:cubicBezTo>
                      <a:pt x="227" y="152"/>
                      <a:pt x="213" y="171"/>
                      <a:pt x="199" y="183"/>
                    </a:cubicBezTo>
                    <a:cubicBezTo>
                      <a:pt x="240" y="192"/>
                      <a:pt x="240" y="192"/>
                      <a:pt x="240" y="192"/>
                    </a:cubicBezTo>
                    <a:cubicBezTo>
                      <a:pt x="209" y="199"/>
                      <a:pt x="209" y="199"/>
                      <a:pt x="209" y="199"/>
                    </a:cubicBezTo>
                    <a:cubicBezTo>
                      <a:pt x="197" y="200"/>
                      <a:pt x="186" y="205"/>
                      <a:pt x="177" y="213"/>
                    </a:cubicBezTo>
                    <a:cubicBezTo>
                      <a:pt x="168" y="221"/>
                      <a:pt x="162" y="231"/>
                      <a:pt x="159" y="243"/>
                    </a:cubicBezTo>
                    <a:lnTo>
                      <a:pt x="128" y="380"/>
                    </a:lnTo>
                    <a:close/>
                    <a:moveTo>
                      <a:pt x="775" y="224"/>
                    </a:moveTo>
                    <a:cubicBezTo>
                      <a:pt x="773" y="219"/>
                      <a:pt x="771" y="215"/>
                      <a:pt x="767" y="211"/>
                    </a:cubicBezTo>
                    <a:cubicBezTo>
                      <a:pt x="762" y="207"/>
                      <a:pt x="757" y="205"/>
                      <a:pt x="752" y="204"/>
                    </a:cubicBezTo>
                    <a:cubicBezTo>
                      <a:pt x="659" y="183"/>
                      <a:pt x="659" y="183"/>
                      <a:pt x="659" y="183"/>
                    </a:cubicBezTo>
                    <a:cubicBezTo>
                      <a:pt x="673" y="171"/>
                      <a:pt x="687" y="152"/>
                      <a:pt x="695" y="131"/>
                    </a:cubicBezTo>
                    <a:cubicBezTo>
                      <a:pt x="699" y="128"/>
                      <a:pt x="704" y="121"/>
                      <a:pt x="707" y="114"/>
                    </a:cubicBezTo>
                    <a:cubicBezTo>
                      <a:pt x="712" y="100"/>
                      <a:pt x="709" y="93"/>
                      <a:pt x="703" y="90"/>
                    </a:cubicBezTo>
                    <a:cubicBezTo>
                      <a:pt x="703" y="40"/>
                      <a:pt x="682" y="0"/>
                      <a:pt x="630" y="0"/>
                    </a:cubicBezTo>
                    <a:cubicBezTo>
                      <a:pt x="630" y="0"/>
                      <a:pt x="630" y="0"/>
                      <a:pt x="630" y="0"/>
                    </a:cubicBezTo>
                    <a:cubicBezTo>
                      <a:pt x="577" y="0"/>
                      <a:pt x="556" y="40"/>
                      <a:pt x="556" y="90"/>
                    </a:cubicBezTo>
                    <a:cubicBezTo>
                      <a:pt x="551" y="93"/>
                      <a:pt x="547" y="100"/>
                      <a:pt x="553" y="114"/>
                    </a:cubicBezTo>
                    <a:cubicBezTo>
                      <a:pt x="555" y="121"/>
                      <a:pt x="560" y="128"/>
                      <a:pt x="564" y="131"/>
                    </a:cubicBezTo>
                    <a:cubicBezTo>
                      <a:pt x="573" y="152"/>
                      <a:pt x="587" y="171"/>
                      <a:pt x="601" y="183"/>
                    </a:cubicBezTo>
                    <a:cubicBezTo>
                      <a:pt x="560" y="192"/>
                      <a:pt x="560" y="192"/>
                      <a:pt x="560" y="192"/>
                    </a:cubicBezTo>
                    <a:cubicBezTo>
                      <a:pt x="591" y="199"/>
                      <a:pt x="591" y="199"/>
                      <a:pt x="591" y="199"/>
                    </a:cubicBezTo>
                    <a:cubicBezTo>
                      <a:pt x="603" y="200"/>
                      <a:pt x="614" y="205"/>
                      <a:pt x="623" y="213"/>
                    </a:cubicBezTo>
                    <a:cubicBezTo>
                      <a:pt x="632" y="221"/>
                      <a:pt x="638" y="231"/>
                      <a:pt x="641" y="243"/>
                    </a:cubicBezTo>
                    <a:cubicBezTo>
                      <a:pt x="672" y="380"/>
                      <a:pt x="672" y="380"/>
                      <a:pt x="672" y="380"/>
                    </a:cubicBezTo>
                    <a:cubicBezTo>
                      <a:pt x="710" y="375"/>
                      <a:pt x="740" y="365"/>
                      <a:pt x="752" y="352"/>
                    </a:cubicBezTo>
                    <a:cubicBezTo>
                      <a:pt x="800" y="336"/>
                      <a:pt x="800" y="336"/>
                      <a:pt x="800" y="336"/>
                    </a:cubicBezTo>
                    <a:lnTo>
                      <a:pt x="775" y="22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28" name="Group 67"/>
            <p:cNvGrpSpPr>
              <a:grpSpLocks noChangeAspect="1"/>
            </p:cNvGrpSpPr>
            <p:nvPr/>
          </p:nvGrpSpPr>
          <p:grpSpPr bwMode="auto">
            <a:xfrm>
              <a:off x="4359088" y="2932702"/>
              <a:ext cx="2465869" cy="1824420"/>
              <a:chOff x="6149" y="2123"/>
              <a:chExt cx="765" cy="566"/>
            </a:xfrm>
            <a:solidFill>
              <a:schemeClr val="accent1"/>
            </a:solidFill>
          </p:grpSpPr>
          <p:sp>
            <p:nvSpPr>
              <p:cNvPr id="29" name="Freeform 68"/>
              <p:cNvSpPr>
                <a:spLocks/>
              </p:cNvSpPr>
              <p:nvPr/>
            </p:nvSpPr>
            <p:spPr bwMode="auto">
              <a:xfrm>
                <a:off x="6281" y="2401"/>
                <a:ext cx="501" cy="288"/>
              </a:xfrm>
              <a:custGeom>
                <a:avLst/>
                <a:gdLst>
                  <a:gd name="T0" fmla="*/ 485 w 524"/>
                  <a:gd name="T1" fmla="*/ 56 h 300"/>
                  <a:gd name="T2" fmla="*/ 473 w 524"/>
                  <a:gd name="T3" fmla="*/ 36 h 300"/>
                  <a:gd name="T4" fmla="*/ 450 w 524"/>
                  <a:gd name="T5" fmla="*/ 26 h 300"/>
                  <a:gd name="T6" fmla="*/ 318 w 524"/>
                  <a:gd name="T7" fmla="*/ 0 h 300"/>
                  <a:gd name="T8" fmla="*/ 356 w 524"/>
                  <a:gd name="T9" fmla="*/ 25 h 300"/>
                  <a:gd name="T10" fmla="*/ 296 w 524"/>
                  <a:gd name="T11" fmla="*/ 215 h 300"/>
                  <a:gd name="T12" fmla="*/ 262 w 524"/>
                  <a:gd name="T13" fmla="*/ 74 h 300"/>
                  <a:gd name="T14" fmla="*/ 228 w 524"/>
                  <a:gd name="T15" fmla="*/ 215 h 300"/>
                  <a:gd name="T16" fmla="*/ 168 w 524"/>
                  <a:gd name="T17" fmla="*/ 25 h 300"/>
                  <a:gd name="T18" fmla="*/ 206 w 524"/>
                  <a:gd name="T19" fmla="*/ 0 h 300"/>
                  <a:gd name="T20" fmla="*/ 74 w 524"/>
                  <a:gd name="T21" fmla="*/ 26 h 300"/>
                  <a:gd name="T22" fmla="*/ 51 w 524"/>
                  <a:gd name="T23" fmla="*/ 36 h 300"/>
                  <a:gd name="T24" fmla="*/ 39 w 524"/>
                  <a:gd name="T25" fmla="*/ 56 h 300"/>
                  <a:gd name="T26" fmla="*/ 0 w 524"/>
                  <a:gd name="T27" fmla="*/ 228 h 300"/>
                  <a:gd name="T28" fmla="*/ 73 w 524"/>
                  <a:gd name="T29" fmla="*/ 254 h 300"/>
                  <a:gd name="T30" fmla="*/ 249 w 524"/>
                  <a:gd name="T31" fmla="*/ 300 h 300"/>
                  <a:gd name="T32" fmla="*/ 262 w 524"/>
                  <a:gd name="T33" fmla="*/ 300 h 300"/>
                  <a:gd name="T34" fmla="*/ 275 w 524"/>
                  <a:gd name="T35" fmla="*/ 300 h 300"/>
                  <a:gd name="T36" fmla="*/ 451 w 524"/>
                  <a:gd name="T37" fmla="*/ 254 h 300"/>
                  <a:gd name="T38" fmla="*/ 524 w 524"/>
                  <a:gd name="T39" fmla="*/ 228 h 300"/>
                  <a:gd name="T40" fmla="*/ 485 w 524"/>
                  <a:gd name="T41" fmla="*/ 56 h 3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524" h="300">
                    <a:moveTo>
                      <a:pt x="485" y="56"/>
                    </a:moveTo>
                    <a:cubicBezTo>
                      <a:pt x="484" y="48"/>
                      <a:pt x="479" y="41"/>
                      <a:pt x="473" y="36"/>
                    </a:cubicBezTo>
                    <a:cubicBezTo>
                      <a:pt x="467" y="30"/>
                      <a:pt x="459" y="27"/>
                      <a:pt x="450" y="26"/>
                    </a:cubicBezTo>
                    <a:cubicBezTo>
                      <a:pt x="318" y="0"/>
                      <a:pt x="318" y="0"/>
                      <a:pt x="318" y="0"/>
                    </a:cubicBezTo>
                    <a:cubicBezTo>
                      <a:pt x="356" y="25"/>
                      <a:pt x="356" y="25"/>
                      <a:pt x="356" y="25"/>
                    </a:cubicBezTo>
                    <a:cubicBezTo>
                      <a:pt x="296" y="215"/>
                      <a:pt x="296" y="215"/>
                      <a:pt x="296" y="215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28" y="215"/>
                      <a:pt x="228" y="215"/>
                      <a:pt x="228" y="215"/>
                    </a:cubicBezTo>
                    <a:cubicBezTo>
                      <a:pt x="168" y="25"/>
                      <a:pt x="168" y="25"/>
                      <a:pt x="168" y="25"/>
                    </a:cubicBezTo>
                    <a:cubicBezTo>
                      <a:pt x="206" y="0"/>
                      <a:pt x="206" y="0"/>
                      <a:pt x="206" y="0"/>
                    </a:cubicBezTo>
                    <a:cubicBezTo>
                      <a:pt x="74" y="26"/>
                      <a:pt x="74" y="26"/>
                      <a:pt x="74" y="26"/>
                    </a:cubicBezTo>
                    <a:cubicBezTo>
                      <a:pt x="65" y="27"/>
                      <a:pt x="57" y="30"/>
                      <a:pt x="51" y="36"/>
                    </a:cubicBezTo>
                    <a:cubicBezTo>
                      <a:pt x="45" y="41"/>
                      <a:pt x="40" y="48"/>
                      <a:pt x="39" y="56"/>
                    </a:cubicBezTo>
                    <a:cubicBezTo>
                      <a:pt x="0" y="228"/>
                      <a:pt x="0" y="228"/>
                      <a:pt x="0" y="228"/>
                    </a:cubicBezTo>
                    <a:cubicBezTo>
                      <a:pt x="73" y="254"/>
                      <a:pt x="73" y="254"/>
                      <a:pt x="73" y="254"/>
                    </a:cubicBezTo>
                    <a:cubicBezTo>
                      <a:pt x="98" y="279"/>
                      <a:pt x="167" y="298"/>
                      <a:pt x="249" y="300"/>
                    </a:cubicBezTo>
                    <a:cubicBezTo>
                      <a:pt x="262" y="300"/>
                      <a:pt x="262" y="300"/>
                      <a:pt x="262" y="300"/>
                    </a:cubicBezTo>
                    <a:cubicBezTo>
                      <a:pt x="275" y="300"/>
                      <a:pt x="275" y="300"/>
                      <a:pt x="275" y="300"/>
                    </a:cubicBezTo>
                    <a:cubicBezTo>
                      <a:pt x="357" y="298"/>
                      <a:pt x="426" y="279"/>
                      <a:pt x="451" y="254"/>
                    </a:cubicBezTo>
                    <a:cubicBezTo>
                      <a:pt x="524" y="228"/>
                      <a:pt x="524" y="228"/>
                      <a:pt x="524" y="228"/>
                    </a:cubicBezTo>
                    <a:lnTo>
                      <a:pt x="485" y="5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0" name="Freeform 69"/>
              <p:cNvSpPr>
                <a:spLocks/>
              </p:cNvSpPr>
              <p:nvPr/>
            </p:nvSpPr>
            <p:spPr bwMode="auto">
              <a:xfrm>
                <a:off x="6503" y="2419"/>
                <a:ext cx="57" cy="53"/>
              </a:xfrm>
              <a:custGeom>
                <a:avLst/>
                <a:gdLst>
                  <a:gd name="T0" fmla="*/ 29 w 57"/>
                  <a:gd name="T1" fmla="*/ 0 h 53"/>
                  <a:gd name="T2" fmla="*/ 0 w 57"/>
                  <a:gd name="T3" fmla="*/ 11 h 53"/>
                  <a:gd name="T4" fmla="*/ 29 w 57"/>
                  <a:gd name="T5" fmla="*/ 53 h 53"/>
                  <a:gd name="T6" fmla="*/ 57 w 57"/>
                  <a:gd name="T7" fmla="*/ 11 h 53"/>
                  <a:gd name="T8" fmla="*/ 29 w 57"/>
                  <a:gd name="T9" fmla="*/ 0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7" h="53">
                    <a:moveTo>
                      <a:pt x="29" y="0"/>
                    </a:moveTo>
                    <a:lnTo>
                      <a:pt x="0" y="11"/>
                    </a:lnTo>
                    <a:lnTo>
                      <a:pt x="29" y="53"/>
                    </a:lnTo>
                    <a:lnTo>
                      <a:pt x="57" y="11"/>
                    </a:lnTo>
                    <a:lnTo>
                      <a:pt x="29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1" name="Freeform 70"/>
              <p:cNvSpPr>
                <a:spLocks/>
              </p:cNvSpPr>
              <p:nvPr/>
            </p:nvSpPr>
            <p:spPr bwMode="auto">
              <a:xfrm>
                <a:off x="6410" y="2123"/>
                <a:ext cx="243" cy="292"/>
              </a:xfrm>
              <a:custGeom>
                <a:avLst/>
                <a:gdLst>
                  <a:gd name="T0" fmla="*/ 240 w 254"/>
                  <a:gd name="T1" fmla="*/ 140 h 304"/>
                  <a:gd name="T2" fmla="*/ 127 w 254"/>
                  <a:gd name="T3" fmla="*/ 0 h 304"/>
                  <a:gd name="T4" fmla="*/ 14 w 254"/>
                  <a:gd name="T5" fmla="*/ 140 h 304"/>
                  <a:gd name="T6" fmla="*/ 8 w 254"/>
                  <a:gd name="T7" fmla="*/ 177 h 304"/>
                  <a:gd name="T8" fmla="*/ 26 w 254"/>
                  <a:gd name="T9" fmla="*/ 202 h 304"/>
                  <a:gd name="T10" fmla="*/ 127 w 254"/>
                  <a:gd name="T11" fmla="*/ 304 h 304"/>
                  <a:gd name="T12" fmla="*/ 228 w 254"/>
                  <a:gd name="T13" fmla="*/ 202 h 304"/>
                  <a:gd name="T14" fmla="*/ 246 w 254"/>
                  <a:gd name="T15" fmla="*/ 177 h 304"/>
                  <a:gd name="T16" fmla="*/ 240 w 254"/>
                  <a:gd name="T17" fmla="*/ 140 h 3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54" h="304">
                    <a:moveTo>
                      <a:pt x="240" y="140"/>
                    </a:moveTo>
                    <a:cubicBezTo>
                      <a:pt x="240" y="61"/>
                      <a:pt x="208" y="0"/>
                      <a:pt x="127" y="0"/>
                    </a:cubicBezTo>
                    <a:cubicBezTo>
                      <a:pt x="46" y="0"/>
                      <a:pt x="14" y="62"/>
                      <a:pt x="14" y="140"/>
                    </a:cubicBezTo>
                    <a:cubicBezTo>
                      <a:pt x="5" y="144"/>
                      <a:pt x="0" y="154"/>
                      <a:pt x="8" y="177"/>
                    </a:cubicBezTo>
                    <a:cubicBezTo>
                      <a:pt x="12" y="188"/>
                      <a:pt x="20" y="197"/>
                      <a:pt x="26" y="202"/>
                    </a:cubicBezTo>
                    <a:cubicBezTo>
                      <a:pt x="49" y="260"/>
                      <a:pt x="94" y="304"/>
                      <a:pt x="127" y="304"/>
                    </a:cubicBezTo>
                    <a:cubicBezTo>
                      <a:pt x="160" y="304"/>
                      <a:pt x="205" y="260"/>
                      <a:pt x="228" y="202"/>
                    </a:cubicBezTo>
                    <a:cubicBezTo>
                      <a:pt x="234" y="197"/>
                      <a:pt x="242" y="188"/>
                      <a:pt x="246" y="177"/>
                    </a:cubicBezTo>
                    <a:cubicBezTo>
                      <a:pt x="254" y="154"/>
                      <a:pt x="249" y="144"/>
                      <a:pt x="240" y="14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2" name="Freeform 71"/>
              <p:cNvSpPr>
                <a:spLocks noEditPoints="1"/>
              </p:cNvSpPr>
              <p:nvPr/>
            </p:nvSpPr>
            <p:spPr bwMode="auto">
              <a:xfrm>
                <a:off x="6149" y="2218"/>
                <a:ext cx="765" cy="365"/>
              </a:xfrm>
              <a:custGeom>
                <a:avLst/>
                <a:gdLst>
                  <a:gd name="T0" fmla="*/ 128 w 800"/>
                  <a:gd name="T1" fmla="*/ 380 h 380"/>
                  <a:gd name="T2" fmla="*/ 48 w 800"/>
                  <a:gd name="T3" fmla="*/ 352 h 380"/>
                  <a:gd name="T4" fmla="*/ 0 w 800"/>
                  <a:gd name="T5" fmla="*/ 336 h 380"/>
                  <a:gd name="T6" fmla="*/ 25 w 800"/>
                  <a:gd name="T7" fmla="*/ 224 h 380"/>
                  <a:gd name="T8" fmla="*/ 33 w 800"/>
                  <a:gd name="T9" fmla="*/ 211 h 380"/>
                  <a:gd name="T10" fmla="*/ 48 w 800"/>
                  <a:gd name="T11" fmla="*/ 204 h 380"/>
                  <a:gd name="T12" fmla="*/ 141 w 800"/>
                  <a:gd name="T13" fmla="*/ 183 h 380"/>
                  <a:gd name="T14" fmla="*/ 105 w 800"/>
                  <a:gd name="T15" fmla="*/ 131 h 380"/>
                  <a:gd name="T16" fmla="*/ 93 w 800"/>
                  <a:gd name="T17" fmla="*/ 114 h 380"/>
                  <a:gd name="T18" fmla="*/ 97 w 800"/>
                  <a:gd name="T19" fmla="*/ 90 h 380"/>
                  <a:gd name="T20" fmla="*/ 170 w 800"/>
                  <a:gd name="T21" fmla="*/ 0 h 380"/>
                  <a:gd name="T22" fmla="*/ 170 w 800"/>
                  <a:gd name="T23" fmla="*/ 0 h 380"/>
                  <a:gd name="T24" fmla="*/ 244 w 800"/>
                  <a:gd name="T25" fmla="*/ 90 h 380"/>
                  <a:gd name="T26" fmla="*/ 247 w 800"/>
                  <a:gd name="T27" fmla="*/ 114 h 380"/>
                  <a:gd name="T28" fmla="*/ 236 w 800"/>
                  <a:gd name="T29" fmla="*/ 131 h 380"/>
                  <a:gd name="T30" fmla="*/ 199 w 800"/>
                  <a:gd name="T31" fmla="*/ 183 h 380"/>
                  <a:gd name="T32" fmla="*/ 240 w 800"/>
                  <a:gd name="T33" fmla="*/ 192 h 380"/>
                  <a:gd name="T34" fmla="*/ 209 w 800"/>
                  <a:gd name="T35" fmla="*/ 199 h 380"/>
                  <a:gd name="T36" fmla="*/ 177 w 800"/>
                  <a:gd name="T37" fmla="*/ 213 h 380"/>
                  <a:gd name="T38" fmla="*/ 159 w 800"/>
                  <a:gd name="T39" fmla="*/ 243 h 380"/>
                  <a:gd name="T40" fmla="*/ 128 w 800"/>
                  <a:gd name="T41" fmla="*/ 380 h 380"/>
                  <a:gd name="T42" fmla="*/ 775 w 800"/>
                  <a:gd name="T43" fmla="*/ 224 h 380"/>
                  <a:gd name="T44" fmla="*/ 767 w 800"/>
                  <a:gd name="T45" fmla="*/ 211 h 380"/>
                  <a:gd name="T46" fmla="*/ 752 w 800"/>
                  <a:gd name="T47" fmla="*/ 204 h 380"/>
                  <a:gd name="T48" fmla="*/ 659 w 800"/>
                  <a:gd name="T49" fmla="*/ 183 h 380"/>
                  <a:gd name="T50" fmla="*/ 695 w 800"/>
                  <a:gd name="T51" fmla="*/ 131 h 380"/>
                  <a:gd name="T52" fmla="*/ 707 w 800"/>
                  <a:gd name="T53" fmla="*/ 114 h 380"/>
                  <a:gd name="T54" fmla="*/ 703 w 800"/>
                  <a:gd name="T55" fmla="*/ 90 h 380"/>
                  <a:gd name="T56" fmla="*/ 630 w 800"/>
                  <a:gd name="T57" fmla="*/ 0 h 380"/>
                  <a:gd name="T58" fmla="*/ 630 w 800"/>
                  <a:gd name="T59" fmla="*/ 0 h 380"/>
                  <a:gd name="T60" fmla="*/ 556 w 800"/>
                  <a:gd name="T61" fmla="*/ 90 h 380"/>
                  <a:gd name="T62" fmla="*/ 553 w 800"/>
                  <a:gd name="T63" fmla="*/ 114 h 380"/>
                  <a:gd name="T64" fmla="*/ 564 w 800"/>
                  <a:gd name="T65" fmla="*/ 131 h 380"/>
                  <a:gd name="T66" fmla="*/ 601 w 800"/>
                  <a:gd name="T67" fmla="*/ 183 h 380"/>
                  <a:gd name="T68" fmla="*/ 560 w 800"/>
                  <a:gd name="T69" fmla="*/ 192 h 380"/>
                  <a:gd name="T70" fmla="*/ 591 w 800"/>
                  <a:gd name="T71" fmla="*/ 199 h 380"/>
                  <a:gd name="T72" fmla="*/ 623 w 800"/>
                  <a:gd name="T73" fmla="*/ 213 h 380"/>
                  <a:gd name="T74" fmla="*/ 641 w 800"/>
                  <a:gd name="T75" fmla="*/ 243 h 380"/>
                  <a:gd name="T76" fmla="*/ 672 w 800"/>
                  <a:gd name="T77" fmla="*/ 380 h 380"/>
                  <a:gd name="T78" fmla="*/ 752 w 800"/>
                  <a:gd name="T79" fmla="*/ 352 h 380"/>
                  <a:gd name="T80" fmla="*/ 800 w 800"/>
                  <a:gd name="T81" fmla="*/ 336 h 380"/>
                  <a:gd name="T82" fmla="*/ 775 w 800"/>
                  <a:gd name="T83" fmla="*/ 224 h 3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800" h="380">
                    <a:moveTo>
                      <a:pt x="128" y="380"/>
                    </a:moveTo>
                    <a:cubicBezTo>
                      <a:pt x="90" y="375"/>
                      <a:pt x="60" y="365"/>
                      <a:pt x="48" y="352"/>
                    </a:cubicBezTo>
                    <a:cubicBezTo>
                      <a:pt x="0" y="336"/>
                      <a:pt x="0" y="336"/>
                      <a:pt x="0" y="336"/>
                    </a:cubicBezTo>
                    <a:cubicBezTo>
                      <a:pt x="25" y="224"/>
                      <a:pt x="25" y="224"/>
                      <a:pt x="25" y="224"/>
                    </a:cubicBezTo>
                    <a:cubicBezTo>
                      <a:pt x="27" y="219"/>
                      <a:pt x="29" y="215"/>
                      <a:pt x="33" y="211"/>
                    </a:cubicBezTo>
                    <a:cubicBezTo>
                      <a:pt x="38" y="207"/>
                      <a:pt x="43" y="205"/>
                      <a:pt x="48" y="204"/>
                    </a:cubicBezTo>
                    <a:cubicBezTo>
                      <a:pt x="141" y="183"/>
                      <a:pt x="141" y="183"/>
                      <a:pt x="141" y="183"/>
                    </a:cubicBezTo>
                    <a:cubicBezTo>
                      <a:pt x="127" y="171"/>
                      <a:pt x="113" y="152"/>
                      <a:pt x="105" y="131"/>
                    </a:cubicBezTo>
                    <a:cubicBezTo>
                      <a:pt x="101" y="128"/>
                      <a:pt x="96" y="122"/>
                      <a:pt x="93" y="114"/>
                    </a:cubicBezTo>
                    <a:cubicBezTo>
                      <a:pt x="88" y="100"/>
                      <a:pt x="91" y="93"/>
                      <a:pt x="97" y="90"/>
                    </a:cubicBezTo>
                    <a:cubicBezTo>
                      <a:pt x="97" y="40"/>
                      <a:pt x="118" y="0"/>
                      <a:pt x="170" y="0"/>
                    </a:cubicBezTo>
                    <a:cubicBezTo>
                      <a:pt x="170" y="0"/>
                      <a:pt x="170" y="0"/>
                      <a:pt x="170" y="0"/>
                    </a:cubicBezTo>
                    <a:cubicBezTo>
                      <a:pt x="223" y="0"/>
                      <a:pt x="244" y="40"/>
                      <a:pt x="244" y="90"/>
                    </a:cubicBezTo>
                    <a:cubicBezTo>
                      <a:pt x="249" y="93"/>
                      <a:pt x="253" y="100"/>
                      <a:pt x="247" y="114"/>
                    </a:cubicBezTo>
                    <a:cubicBezTo>
                      <a:pt x="245" y="122"/>
                      <a:pt x="240" y="128"/>
                      <a:pt x="236" y="131"/>
                    </a:cubicBezTo>
                    <a:cubicBezTo>
                      <a:pt x="227" y="152"/>
                      <a:pt x="213" y="171"/>
                      <a:pt x="199" y="183"/>
                    </a:cubicBezTo>
                    <a:cubicBezTo>
                      <a:pt x="240" y="192"/>
                      <a:pt x="240" y="192"/>
                      <a:pt x="240" y="192"/>
                    </a:cubicBezTo>
                    <a:cubicBezTo>
                      <a:pt x="209" y="199"/>
                      <a:pt x="209" y="199"/>
                      <a:pt x="209" y="199"/>
                    </a:cubicBezTo>
                    <a:cubicBezTo>
                      <a:pt x="197" y="200"/>
                      <a:pt x="186" y="205"/>
                      <a:pt x="177" y="213"/>
                    </a:cubicBezTo>
                    <a:cubicBezTo>
                      <a:pt x="168" y="221"/>
                      <a:pt x="162" y="231"/>
                      <a:pt x="159" y="243"/>
                    </a:cubicBezTo>
                    <a:lnTo>
                      <a:pt x="128" y="380"/>
                    </a:lnTo>
                    <a:close/>
                    <a:moveTo>
                      <a:pt x="775" y="224"/>
                    </a:moveTo>
                    <a:cubicBezTo>
                      <a:pt x="773" y="219"/>
                      <a:pt x="771" y="215"/>
                      <a:pt x="767" y="211"/>
                    </a:cubicBezTo>
                    <a:cubicBezTo>
                      <a:pt x="762" y="207"/>
                      <a:pt x="757" y="205"/>
                      <a:pt x="752" y="204"/>
                    </a:cubicBezTo>
                    <a:cubicBezTo>
                      <a:pt x="659" y="183"/>
                      <a:pt x="659" y="183"/>
                      <a:pt x="659" y="183"/>
                    </a:cubicBezTo>
                    <a:cubicBezTo>
                      <a:pt x="673" y="171"/>
                      <a:pt x="687" y="152"/>
                      <a:pt x="695" y="131"/>
                    </a:cubicBezTo>
                    <a:cubicBezTo>
                      <a:pt x="699" y="128"/>
                      <a:pt x="704" y="121"/>
                      <a:pt x="707" y="114"/>
                    </a:cubicBezTo>
                    <a:cubicBezTo>
                      <a:pt x="712" y="100"/>
                      <a:pt x="709" y="93"/>
                      <a:pt x="703" y="90"/>
                    </a:cubicBezTo>
                    <a:cubicBezTo>
                      <a:pt x="703" y="40"/>
                      <a:pt x="682" y="0"/>
                      <a:pt x="630" y="0"/>
                    </a:cubicBezTo>
                    <a:cubicBezTo>
                      <a:pt x="630" y="0"/>
                      <a:pt x="630" y="0"/>
                      <a:pt x="630" y="0"/>
                    </a:cubicBezTo>
                    <a:cubicBezTo>
                      <a:pt x="577" y="0"/>
                      <a:pt x="556" y="40"/>
                      <a:pt x="556" y="90"/>
                    </a:cubicBezTo>
                    <a:cubicBezTo>
                      <a:pt x="551" y="93"/>
                      <a:pt x="547" y="100"/>
                      <a:pt x="553" y="114"/>
                    </a:cubicBezTo>
                    <a:cubicBezTo>
                      <a:pt x="555" y="121"/>
                      <a:pt x="560" y="128"/>
                      <a:pt x="564" y="131"/>
                    </a:cubicBezTo>
                    <a:cubicBezTo>
                      <a:pt x="573" y="152"/>
                      <a:pt x="587" y="171"/>
                      <a:pt x="601" y="183"/>
                    </a:cubicBezTo>
                    <a:cubicBezTo>
                      <a:pt x="560" y="192"/>
                      <a:pt x="560" y="192"/>
                      <a:pt x="560" y="192"/>
                    </a:cubicBezTo>
                    <a:cubicBezTo>
                      <a:pt x="591" y="199"/>
                      <a:pt x="591" y="199"/>
                      <a:pt x="591" y="199"/>
                    </a:cubicBezTo>
                    <a:cubicBezTo>
                      <a:pt x="603" y="200"/>
                      <a:pt x="614" y="205"/>
                      <a:pt x="623" y="213"/>
                    </a:cubicBezTo>
                    <a:cubicBezTo>
                      <a:pt x="632" y="221"/>
                      <a:pt x="638" y="231"/>
                      <a:pt x="641" y="243"/>
                    </a:cubicBezTo>
                    <a:cubicBezTo>
                      <a:pt x="672" y="380"/>
                      <a:pt x="672" y="380"/>
                      <a:pt x="672" y="380"/>
                    </a:cubicBezTo>
                    <a:cubicBezTo>
                      <a:pt x="710" y="375"/>
                      <a:pt x="740" y="365"/>
                      <a:pt x="752" y="352"/>
                    </a:cubicBezTo>
                    <a:cubicBezTo>
                      <a:pt x="800" y="336"/>
                      <a:pt x="800" y="336"/>
                      <a:pt x="800" y="336"/>
                    </a:cubicBezTo>
                    <a:lnTo>
                      <a:pt x="775" y="22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cxnSp>
          <p:nvCxnSpPr>
            <p:cNvPr id="44" name="直接连接符 43"/>
            <p:cNvCxnSpPr/>
            <p:nvPr/>
          </p:nvCxnSpPr>
          <p:spPr>
            <a:xfrm>
              <a:off x="5033113" y="2708305"/>
              <a:ext cx="1136822" cy="0"/>
            </a:xfrm>
            <a:prstGeom prst="line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/>
            <p:cNvCxnSpPr/>
            <p:nvPr/>
          </p:nvCxnSpPr>
          <p:spPr>
            <a:xfrm>
              <a:off x="3022600" y="2708305"/>
              <a:ext cx="1136822" cy="0"/>
            </a:xfrm>
            <a:prstGeom prst="line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文本框 48"/>
            <p:cNvSpPr txBox="1"/>
            <p:nvPr/>
          </p:nvSpPr>
          <p:spPr>
            <a:xfrm>
              <a:off x="3222587" y="2338973"/>
              <a:ext cx="6848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2015</a:t>
              </a:r>
              <a:endParaRPr lang="zh-CN" altLang="en-US" dirty="0"/>
            </a:p>
          </p:txBody>
        </p:sp>
        <p:sp>
          <p:nvSpPr>
            <p:cNvPr id="50" name="文本框 49"/>
            <p:cNvSpPr txBox="1"/>
            <p:nvPr/>
          </p:nvSpPr>
          <p:spPr>
            <a:xfrm>
              <a:off x="5249620" y="2338973"/>
              <a:ext cx="7168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/>
                <a:t>2016</a:t>
              </a:r>
              <a:endParaRPr lang="zh-CN" altLang="en-US" b="1" dirty="0"/>
            </a:p>
          </p:txBody>
        </p:sp>
        <p:sp>
          <p:nvSpPr>
            <p:cNvPr id="53" name="文本框 52"/>
            <p:cNvSpPr txBox="1"/>
            <p:nvPr/>
          </p:nvSpPr>
          <p:spPr>
            <a:xfrm>
              <a:off x="2986143" y="3230017"/>
              <a:ext cx="1157689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600" b="1" dirty="0"/>
                <a:t>35</a:t>
              </a:r>
              <a:r>
                <a:rPr lang="en-US" altLang="zh-CN" b="1" dirty="0"/>
                <a:t>%</a:t>
              </a:r>
              <a:r>
                <a:rPr lang="zh-CN" altLang="en-US" sz="3600" b="1" dirty="0"/>
                <a:t>↑</a:t>
              </a:r>
            </a:p>
          </p:txBody>
        </p:sp>
      </p:grpSp>
      <p:grpSp>
        <p:nvGrpSpPr>
          <p:cNvPr id="35" name="组合 34"/>
          <p:cNvGrpSpPr/>
          <p:nvPr/>
        </p:nvGrpSpPr>
        <p:grpSpPr>
          <a:xfrm>
            <a:off x="7841693" y="2338973"/>
            <a:ext cx="3967223" cy="2439905"/>
            <a:chOff x="7841693" y="2338973"/>
            <a:chExt cx="3967223" cy="2439905"/>
          </a:xfrm>
        </p:grpSpPr>
        <p:grpSp>
          <p:nvGrpSpPr>
            <p:cNvPr id="5" name="Group 11"/>
            <p:cNvGrpSpPr>
              <a:grpSpLocks noChangeAspect="1"/>
            </p:cNvGrpSpPr>
            <p:nvPr/>
          </p:nvGrpSpPr>
          <p:grpSpPr bwMode="auto">
            <a:xfrm>
              <a:off x="7841693" y="3896163"/>
              <a:ext cx="1243260" cy="882715"/>
              <a:chOff x="1407" y="1098"/>
              <a:chExt cx="800" cy="568"/>
            </a:xfrm>
            <a:solidFill>
              <a:schemeClr val="accent4"/>
            </a:solidFill>
          </p:grpSpPr>
          <p:sp>
            <p:nvSpPr>
              <p:cNvPr id="6" name="Freeform 12"/>
              <p:cNvSpPr>
                <a:spLocks noEditPoints="1"/>
              </p:cNvSpPr>
              <p:nvPr/>
            </p:nvSpPr>
            <p:spPr bwMode="auto">
              <a:xfrm>
                <a:off x="1494" y="1098"/>
                <a:ext cx="626" cy="423"/>
              </a:xfrm>
              <a:custGeom>
                <a:avLst/>
                <a:gdLst>
                  <a:gd name="T0" fmla="*/ 621 w 628"/>
                  <a:gd name="T1" fmla="*/ 7 h 423"/>
                  <a:gd name="T2" fmla="*/ 605 w 628"/>
                  <a:gd name="T3" fmla="*/ 0 h 423"/>
                  <a:gd name="T4" fmla="*/ 23 w 628"/>
                  <a:gd name="T5" fmla="*/ 0 h 423"/>
                  <a:gd name="T6" fmla="*/ 7 w 628"/>
                  <a:gd name="T7" fmla="*/ 7 h 423"/>
                  <a:gd name="T8" fmla="*/ 0 w 628"/>
                  <a:gd name="T9" fmla="*/ 23 h 423"/>
                  <a:gd name="T10" fmla="*/ 0 w 628"/>
                  <a:gd name="T11" fmla="*/ 423 h 423"/>
                  <a:gd name="T12" fmla="*/ 628 w 628"/>
                  <a:gd name="T13" fmla="*/ 423 h 423"/>
                  <a:gd name="T14" fmla="*/ 628 w 628"/>
                  <a:gd name="T15" fmla="*/ 23 h 423"/>
                  <a:gd name="T16" fmla="*/ 621 w 628"/>
                  <a:gd name="T17" fmla="*/ 7 h 423"/>
                  <a:gd name="T18" fmla="*/ 314 w 628"/>
                  <a:gd name="T19" fmla="*/ 13 h 423"/>
                  <a:gd name="T20" fmla="*/ 321 w 628"/>
                  <a:gd name="T21" fmla="*/ 20 h 423"/>
                  <a:gd name="T22" fmla="*/ 314 w 628"/>
                  <a:gd name="T23" fmla="*/ 27 h 423"/>
                  <a:gd name="T24" fmla="*/ 307 w 628"/>
                  <a:gd name="T25" fmla="*/ 20 h 423"/>
                  <a:gd name="T26" fmla="*/ 314 w 628"/>
                  <a:gd name="T27" fmla="*/ 13 h 423"/>
                  <a:gd name="T28" fmla="*/ 587 w 628"/>
                  <a:gd name="T29" fmla="*/ 382 h 423"/>
                  <a:gd name="T30" fmla="*/ 41 w 628"/>
                  <a:gd name="T31" fmla="*/ 382 h 423"/>
                  <a:gd name="T32" fmla="*/ 41 w 628"/>
                  <a:gd name="T33" fmla="*/ 41 h 423"/>
                  <a:gd name="T34" fmla="*/ 587 w 628"/>
                  <a:gd name="T35" fmla="*/ 41 h 423"/>
                  <a:gd name="T36" fmla="*/ 587 w 628"/>
                  <a:gd name="T37" fmla="*/ 382 h 4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628" h="423">
                    <a:moveTo>
                      <a:pt x="621" y="7"/>
                    </a:moveTo>
                    <a:cubicBezTo>
                      <a:pt x="617" y="2"/>
                      <a:pt x="611" y="0"/>
                      <a:pt x="605" y="0"/>
                    </a:cubicBezTo>
                    <a:cubicBezTo>
                      <a:pt x="23" y="0"/>
                      <a:pt x="23" y="0"/>
                      <a:pt x="23" y="0"/>
                    </a:cubicBezTo>
                    <a:cubicBezTo>
                      <a:pt x="17" y="0"/>
                      <a:pt x="11" y="2"/>
                      <a:pt x="7" y="7"/>
                    </a:cubicBezTo>
                    <a:cubicBezTo>
                      <a:pt x="2" y="11"/>
                      <a:pt x="0" y="17"/>
                      <a:pt x="0" y="23"/>
                    </a:cubicBezTo>
                    <a:cubicBezTo>
                      <a:pt x="0" y="423"/>
                      <a:pt x="0" y="423"/>
                      <a:pt x="0" y="423"/>
                    </a:cubicBezTo>
                    <a:cubicBezTo>
                      <a:pt x="628" y="423"/>
                      <a:pt x="628" y="423"/>
                      <a:pt x="628" y="423"/>
                    </a:cubicBezTo>
                    <a:cubicBezTo>
                      <a:pt x="628" y="23"/>
                      <a:pt x="628" y="23"/>
                      <a:pt x="628" y="23"/>
                    </a:cubicBezTo>
                    <a:cubicBezTo>
                      <a:pt x="628" y="17"/>
                      <a:pt x="626" y="11"/>
                      <a:pt x="621" y="7"/>
                    </a:cubicBezTo>
                    <a:close/>
                    <a:moveTo>
                      <a:pt x="314" y="13"/>
                    </a:moveTo>
                    <a:cubicBezTo>
                      <a:pt x="318" y="13"/>
                      <a:pt x="321" y="16"/>
                      <a:pt x="321" y="20"/>
                    </a:cubicBezTo>
                    <a:cubicBezTo>
                      <a:pt x="321" y="24"/>
                      <a:pt x="318" y="27"/>
                      <a:pt x="314" y="27"/>
                    </a:cubicBezTo>
                    <a:cubicBezTo>
                      <a:pt x="310" y="27"/>
                      <a:pt x="307" y="24"/>
                      <a:pt x="307" y="20"/>
                    </a:cubicBezTo>
                    <a:cubicBezTo>
                      <a:pt x="307" y="16"/>
                      <a:pt x="310" y="13"/>
                      <a:pt x="314" y="13"/>
                    </a:cubicBezTo>
                    <a:close/>
                    <a:moveTo>
                      <a:pt x="587" y="382"/>
                    </a:moveTo>
                    <a:cubicBezTo>
                      <a:pt x="41" y="382"/>
                      <a:pt x="41" y="382"/>
                      <a:pt x="41" y="382"/>
                    </a:cubicBezTo>
                    <a:cubicBezTo>
                      <a:pt x="41" y="41"/>
                      <a:pt x="41" y="41"/>
                      <a:pt x="41" y="41"/>
                    </a:cubicBezTo>
                    <a:cubicBezTo>
                      <a:pt x="587" y="41"/>
                      <a:pt x="587" y="41"/>
                      <a:pt x="587" y="41"/>
                    </a:cubicBezTo>
                    <a:lnTo>
                      <a:pt x="587" y="38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" name="Freeform 13"/>
              <p:cNvSpPr>
                <a:spLocks noEditPoints="1"/>
              </p:cNvSpPr>
              <p:nvPr/>
            </p:nvSpPr>
            <p:spPr bwMode="auto">
              <a:xfrm>
                <a:off x="1407" y="1538"/>
                <a:ext cx="800" cy="97"/>
              </a:xfrm>
              <a:custGeom>
                <a:avLst/>
                <a:gdLst>
                  <a:gd name="T0" fmla="*/ 87 w 802"/>
                  <a:gd name="T1" fmla="*/ 0 h 97"/>
                  <a:gd name="T2" fmla="*/ 4 w 802"/>
                  <a:gd name="T3" fmla="*/ 83 h 97"/>
                  <a:gd name="T4" fmla="*/ 2 w 802"/>
                  <a:gd name="T5" fmla="*/ 92 h 97"/>
                  <a:gd name="T6" fmla="*/ 10 w 802"/>
                  <a:gd name="T7" fmla="*/ 97 h 97"/>
                  <a:gd name="T8" fmla="*/ 792 w 802"/>
                  <a:gd name="T9" fmla="*/ 97 h 97"/>
                  <a:gd name="T10" fmla="*/ 800 w 802"/>
                  <a:gd name="T11" fmla="*/ 92 h 97"/>
                  <a:gd name="T12" fmla="*/ 798 w 802"/>
                  <a:gd name="T13" fmla="*/ 83 h 97"/>
                  <a:gd name="T14" fmla="*/ 715 w 802"/>
                  <a:gd name="T15" fmla="*/ 0 h 97"/>
                  <a:gd name="T16" fmla="*/ 87 w 802"/>
                  <a:gd name="T17" fmla="*/ 0 h 97"/>
                  <a:gd name="T18" fmla="*/ 711 w 802"/>
                  <a:gd name="T19" fmla="*/ 47 h 97"/>
                  <a:gd name="T20" fmla="*/ 712 w 802"/>
                  <a:gd name="T21" fmla="*/ 54 h 97"/>
                  <a:gd name="T22" fmla="*/ 706 w 802"/>
                  <a:gd name="T23" fmla="*/ 58 h 97"/>
                  <a:gd name="T24" fmla="*/ 484 w 802"/>
                  <a:gd name="T25" fmla="*/ 58 h 97"/>
                  <a:gd name="T26" fmla="*/ 485 w 802"/>
                  <a:gd name="T27" fmla="*/ 64 h 97"/>
                  <a:gd name="T28" fmla="*/ 484 w 802"/>
                  <a:gd name="T29" fmla="*/ 67 h 97"/>
                  <a:gd name="T30" fmla="*/ 481 w 802"/>
                  <a:gd name="T31" fmla="*/ 69 h 97"/>
                  <a:gd name="T32" fmla="*/ 321 w 802"/>
                  <a:gd name="T33" fmla="*/ 69 h 97"/>
                  <a:gd name="T34" fmla="*/ 318 w 802"/>
                  <a:gd name="T35" fmla="*/ 67 h 97"/>
                  <a:gd name="T36" fmla="*/ 317 w 802"/>
                  <a:gd name="T37" fmla="*/ 64 h 97"/>
                  <a:gd name="T38" fmla="*/ 318 w 802"/>
                  <a:gd name="T39" fmla="*/ 58 h 97"/>
                  <a:gd name="T40" fmla="*/ 96 w 802"/>
                  <a:gd name="T41" fmla="*/ 58 h 97"/>
                  <a:gd name="T42" fmla="*/ 90 w 802"/>
                  <a:gd name="T43" fmla="*/ 54 h 97"/>
                  <a:gd name="T44" fmla="*/ 91 w 802"/>
                  <a:gd name="T45" fmla="*/ 47 h 97"/>
                  <a:gd name="T46" fmla="*/ 113 w 802"/>
                  <a:gd name="T47" fmla="*/ 20 h 97"/>
                  <a:gd name="T48" fmla="*/ 689 w 802"/>
                  <a:gd name="T49" fmla="*/ 20 h 97"/>
                  <a:gd name="T50" fmla="*/ 711 w 802"/>
                  <a:gd name="T51" fmla="*/ 47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802" h="97">
                    <a:moveTo>
                      <a:pt x="87" y="0"/>
                    </a:moveTo>
                    <a:cubicBezTo>
                      <a:pt x="4" y="83"/>
                      <a:pt x="4" y="83"/>
                      <a:pt x="4" y="83"/>
                    </a:cubicBezTo>
                    <a:cubicBezTo>
                      <a:pt x="1" y="85"/>
                      <a:pt x="0" y="89"/>
                      <a:pt x="2" y="92"/>
                    </a:cubicBezTo>
                    <a:cubicBezTo>
                      <a:pt x="3" y="95"/>
                      <a:pt x="6" y="97"/>
                      <a:pt x="10" y="97"/>
                    </a:cubicBezTo>
                    <a:cubicBezTo>
                      <a:pt x="792" y="97"/>
                      <a:pt x="792" y="97"/>
                      <a:pt x="792" y="97"/>
                    </a:cubicBezTo>
                    <a:cubicBezTo>
                      <a:pt x="796" y="97"/>
                      <a:pt x="799" y="95"/>
                      <a:pt x="800" y="92"/>
                    </a:cubicBezTo>
                    <a:cubicBezTo>
                      <a:pt x="802" y="89"/>
                      <a:pt x="801" y="85"/>
                      <a:pt x="798" y="83"/>
                    </a:cubicBezTo>
                    <a:cubicBezTo>
                      <a:pt x="715" y="0"/>
                      <a:pt x="715" y="0"/>
                      <a:pt x="715" y="0"/>
                    </a:cubicBezTo>
                    <a:lnTo>
                      <a:pt x="87" y="0"/>
                    </a:lnTo>
                    <a:close/>
                    <a:moveTo>
                      <a:pt x="711" y="47"/>
                    </a:moveTo>
                    <a:cubicBezTo>
                      <a:pt x="713" y="49"/>
                      <a:pt x="713" y="51"/>
                      <a:pt x="712" y="54"/>
                    </a:cubicBezTo>
                    <a:cubicBezTo>
                      <a:pt x="711" y="56"/>
                      <a:pt x="709" y="58"/>
                      <a:pt x="706" y="58"/>
                    </a:cubicBezTo>
                    <a:cubicBezTo>
                      <a:pt x="484" y="58"/>
                      <a:pt x="484" y="58"/>
                      <a:pt x="484" y="58"/>
                    </a:cubicBezTo>
                    <a:cubicBezTo>
                      <a:pt x="485" y="64"/>
                      <a:pt x="485" y="64"/>
                      <a:pt x="485" y="64"/>
                    </a:cubicBezTo>
                    <a:cubicBezTo>
                      <a:pt x="485" y="65"/>
                      <a:pt x="485" y="66"/>
                      <a:pt x="484" y="67"/>
                    </a:cubicBezTo>
                    <a:cubicBezTo>
                      <a:pt x="483" y="68"/>
                      <a:pt x="482" y="69"/>
                      <a:pt x="481" y="69"/>
                    </a:cubicBezTo>
                    <a:cubicBezTo>
                      <a:pt x="321" y="69"/>
                      <a:pt x="321" y="69"/>
                      <a:pt x="321" y="69"/>
                    </a:cubicBezTo>
                    <a:cubicBezTo>
                      <a:pt x="320" y="69"/>
                      <a:pt x="319" y="68"/>
                      <a:pt x="318" y="67"/>
                    </a:cubicBezTo>
                    <a:cubicBezTo>
                      <a:pt x="317" y="66"/>
                      <a:pt x="317" y="65"/>
                      <a:pt x="317" y="64"/>
                    </a:cubicBezTo>
                    <a:cubicBezTo>
                      <a:pt x="318" y="58"/>
                      <a:pt x="318" y="58"/>
                      <a:pt x="318" y="58"/>
                    </a:cubicBezTo>
                    <a:cubicBezTo>
                      <a:pt x="96" y="58"/>
                      <a:pt x="96" y="58"/>
                      <a:pt x="96" y="58"/>
                    </a:cubicBezTo>
                    <a:cubicBezTo>
                      <a:pt x="93" y="58"/>
                      <a:pt x="91" y="56"/>
                      <a:pt x="90" y="54"/>
                    </a:cubicBezTo>
                    <a:cubicBezTo>
                      <a:pt x="89" y="51"/>
                      <a:pt x="89" y="49"/>
                      <a:pt x="91" y="47"/>
                    </a:cubicBezTo>
                    <a:cubicBezTo>
                      <a:pt x="113" y="20"/>
                      <a:pt x="113" y="20"/>
                      <a:pt x="113" y="20"/>
                    </a:cubicBezTo>
                    <a:cubicBezTo>
                      <a:pt x="689" y="20"/>
                      <a:pt x="689" y="20"/>
                      <a:pt x="689" y="20"/>
                    </a:cubicBezTo>
                    <a:lnTo>
                      <a:pt x="711" y="4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" name="Freeform 14"/>
              <p:cNvSpPr>
                <a:spLocks noEditPoints="1"/>
              </p:cNvSpPr>
              <p:nvPr/>
            </p:nvSpPr>
            <p:spPr bwMode="auto">
              <a:xfrm>
                <a:off x="1408" y="1637"/>
                <a:ext cx="798" cy="29"/>
              </a:xfrm>
              <a:custGeom>
                <a:avLst/>
                <a:gdLst>
                  <a:gd name="T0" fmla="*/ 791 w 800"/>
                  <a:gd name="T1" fmla="*/ 3 h 29"/>
                  <a:gd name="T2" fmla="*/ 469 w 800"/>
                  <a:gd name="T3" fmla="*/ 3 h 29"/>
                  <a:gd name="T4" fmla="*/ 468 w 800"/>
                  <a:gd name="T5" fmla="*/ 6 h 29"/>
                  <a:gd name="T6" fmla="*/ 461 w 800"/>
                  <a:gd name="T7" fmla="*/ 9 h 29"/>
                  <a:gd name="T8" fmla="*/ 339 w 800"/>
                  <a:gd name="T9" fmla="*/ 9 h 29"/>
                  <a:gd name="T10" fmla="*/ 332 w 800"/>
                  <a:gd name="T11" fmla="*/ 6 h 29"/>
                  <a:gd name="T12" fmla="*/ 331 w 800"/>
                  <a:gd name="T13" fmla="*/ 3 h 29"/>
                  <a:gd name="T14" fmla="*/ 9 w 800"/>
                  <a:gd name="T15" fmla="*/ 3 h 29"/>
                  <a:gd name="T16" fmla="*/ 0 w 800"/>
                  <a:gd name="T17" fmla="*/ 0 h 29"/>
                  <a:gd name="T18" fmla="*/ 0 w 800"/>
                  <a:gd name="T19" fmla="*/ 9 h 29"/>
                  <a:gd name="T20" fmla="*/ 6 w 800"/>
                  <a:gd name="T21" fmla="*/ 23 h 29"/>
                  <a:gd name="T22" fmla="*/ 21 w 800"/>
                  <a:gd name="T23" fmla="*/ 29 h 29"/>
                  <a:gd name="T24" fmla="*/ 779 w 800"/>
                  <a:gd name="T25" fmla="*/ 29 h 29"/>
                  <a:gd name="T26" fmla="*/ 794 w 800"/>
                  <a:gd name="T27" fmla="*/ 23 h 29"/>
                  <a:gd name="T28" fmla="*/ 800 w 800"/>
                  <a:gd name="T29" fmla="*/ 9 h 29"/>
                  <a:gd name="T30" fmla="*/ 800 w 800"/>
                  <a:gd name="T31" fmla="*/ 0 h 29"/>
                  <a:gd name="T32" fmla="*/ 791 w 800"/>
                  <a:gd name="T33" fmla="*/ 3 h 29"/>
                  <a:gd name="T34" fmla="*/ 72 w 800"/>
                  <a:gd name="T35" fmla="*/ 21 h 29"/>
                  <a:gd name="T36" fmla="*/ 68 w 800"/>
                  <a:gd name="T37" fmla="*/ 16 h 29"/>
                  <a:gd name="T38" fmla="*/ 72 w 800"/>
                  <a:gd name="T39" fmla="*/ 12 h 29"/>
                  <a:gd name="T40" fmla="*/ 77 w 800"/>
                  <a:gd name="T41" fmla="*/ 16 h 29"/>
                  <a:gd name="T42" fmla="*/ 72 w 800"/>
                  <a:gd name="T43" fmla="*/ 21 h 29"/>
                  <a:gd name="T44" fmla="*/ 94 w 800"/>
                  <a:gd name="T45" fmla="*/ 21 h 29"/>
                  <a:gd name="T46" fmla="*/ 89 w 800"/>
                  <a:gd name="T47" fmla="*/ 16 h 29"/>
                  <a:gd name="T48" fmla="*/ 94 w 800"/>
                  <a:gd name="T49" fmla="*/ 12 h 29"/>
                  <a:gd name="T50" fmla="*/ 98 w 800"/>
                  <a:gd name="T51" fmla="*/ 16 h 29"/>
                  <a:gd name="T52" fmla="*/ 94 w 800"/>
                  <a:gd name="T53" fmla="*/ 21 h 29"/>
                  <a:gd name="T54" fmla="*/ 115 w 800"/>
                  <a:gd name="T55" fmla="*/ 21 h 29"/>
                  <a:gd name="T56" fmla="*/ 111 w 800"/>
                  <a:gd name="T57" fmla="*/ 16 h 29"/>
                  <a:gd name="T58" fmla="*/ 115 w 800"/>
                  <a:gd name="T59" fmla="*/ 12 h 29"/>
                  <a:gd name="T60" fmla="*/ 120 w 800"/>
                  <a:gd name="T61" fmla="*/ 16 h 29"/>
                  <a:gd name="T62" fmla="*/ 115 w 800"/>
                  <a:gd name="T63" fmla="*/ 21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800" h="29">
                    <a:moveTo>
                      <a:pt x="791" y="3"/>
                    </a:moveTo>
                    <a:cubicBezTo>
                      <a:pt x="469" y="3"/>
                      <a:pt x="469" y="3"/>
                      <a:pt x="469" y="3"/>
                    </a:cubicBezTo>
                    <a:cubicBezTo>
                      <a:pt x="469" y="4"/>
                      <a:pt x="468" y="5"/>
                      <a:pt x="468" y="6"/>
                    </a:cubicBezTo>
                    <a:cubicBezTo>
                      <a:pt x="466" y="8"/>
                      <a:pt x="463" y="9"/>
                      <a:pt x="461" y="9"/>
                    </a:cubicBezTo>
                    <a:cubicBezTo>
                      <a:pt x="339" y="9"/>
                      <a:pt x="339" y="9"/>
                      <a:pt x="339" y="9"/>
                    </a:cubicBezTo>
                    <a:cubicBezTo>
                      <a:pt x="337" y="9"/>
                      <a:pt x="334" y="8"/>
                      <a:pt x="332" y="6"/>
                    </a:cubicBezTo>
                    <a:cubicBezTo>
                      <a:pt x="332" y="5"/>
                      <a:pt x="331" y="4"/>
                      <a:pt x="331" y="3"/>
                    </a:cubicBezTo>
                    <a:cubicBezTo>
                      <a:pt x="9" y="3"/>
                      <a:pt x="9" y="3"/>
                      <a:pt x="9" y="3"/>
                    </a:cubicBezTo>
                    <a:cubicBezTo>
                      <a:pt x="5" y="3"/>
                      <a:pt x="2" y="2"/>
                      <a:pt x="0" y="0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0" y="14"/>
                      <a:pt x="2" y="19"/>
                      <a:pt x="6" y="23"/>
                    </a:cubicBezTo>
                    <a:cubicBezTo>
                      <a:pt x="10" y="27"/>
                      <a:pt x="15" y="29"/>
                      <a:pt x="21" y="29"/>
                    </a:cubicBezTo>
                    <a:cubicBezTo>
                      <a:pt x="779" y="29"/>
                      <a:pt x="779" y="29"/>
                      <a:pt x="779" y="29"/>
                    </a:cubicBezTo>
                    <a:cubicBezTo>
                      <a:pt x="785" y="29"/>
                      <a:pt x="790" y="27"/>
                      <a:pt x="794" y="23"/>
                    </a:cubicBezTo>
                    <a:cubicBezTo>
                      <a:pt x="798" y="19"/>
                      <a:pt x="800" y="14"/>
                      <a:pt x="800" y="9"/>
                    </a:cubicBezTo>
                    <a:cubicBezTo>
                      <a:pt x="800" y="0"/>
                      <a:pt x="800" y="0"/>
                      <a:pt x="800" y="0"/>
                    </a:cubicBezTo>
                    <a:cubicBezTo>
                      <a:pt x="798" y="2"/>
                      <a:pt x="795" y="3"/>
                      <a:pt x="791" y="3"/>
                    </a:cubicBezTo>
                    <a:close/>
                    <a:moveTo>
                      <a:pt x="72" y="21"/>
                    </a:moveTo>
                    <a:cubicBezTo>
                      <a:pt x="70" y="21"/>
                      <a:pt x="68" y="19"/>
                      <a:pt x="68" y="16"/>
                    </a:cubicBezTo>
                    <a:cubicBezTo>
                      <a:pt x="68" y="14"/>
                      <a:pt x="70" y="12"/>
                      <a:pt x="72" y="12"/>
                    </a:cubicBezTo>
                    <a:cubicBezTo>
                      <a:pt x="75" y="12"/>
                      <a:pt x="77" y="14"/>
                      <a:pt x="77" y="16"/>
                    </a:cubicBezTo>
                    <a:cubicBezTo>
                      <a:pt x="77" y="19"/>
                      <a:pt x="75" y="21"/>
                      <a:pt x="72" y="21"/>
                    </a:cubicBezTo>
                    <a:close/>
                    <a:moveTo>
                      <a:pt x="94" y="21"/>
                    </a:moveTo>
                    <a:cubicBezTo>
                      <a:pt x="91" y="21"/>
                      <a:pt x="89" y="19"/>
                      <a:pt x="89" y="16"/>
                    </a:cubicBezTo>
                    <a:cubicBezTo>
                      <a:pt x="89" y="14"/>
                      <a:pt x="91" y="12"/>
                      <a:pt x="94" y="12"/>
                    </a:cubicBezTo>
                    <a:cubicBezTo>
                      <a:pt x="96" y="12"/>
                      <a:pt x="98" y="14"/>
                      <a:pt x="98" y="16"/>
                    </a:cubicBezTo>
                    <a:cubicBezTo>
                      <a:pt x="98" y="19"/>
                      <a:pt x="96" y="21"/>
                      <a:pt x="94" y="21"/>
                    </a:cubicBezTo>
                    <a:close/>
                    <a:moveTo>
                      <a:pt x="115" y="21"/>
                    </a:moveTo>
                    <a:cubicBezTo>
                      <a:pt x="113" y="21"/>
                      <a:pt x="111" y="19"/>
                      <a:pt x="111" y="16"/>
                    </a:cubicBezTo>
                    <a:cubicBezTo>
                      <a:pt x="111" y="14"/>
                      <a:pt x="113" y="12"/>
                      <a:pt x="115" y="12"/>
                    </a:cubicBezTo>
                    <a:cubicBezTo>
                      <a:pt x="118" y="12"/>
                      <a:pt x="120" y="14"/>
                      <a:pt x="120" y="16"/>
                    </a:cubicBezTo>
                    <a:cubicBezTo>
                      <a:pt x="120" y="19"/>
                      <a:pt x="118" y="21"/>
                      <a:pt x="115" y="2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" name="Freeform 15"/>
              <p:cNvSpPr>
                <a:spLocks/>
              </p:cNvSpPr>
              <p:nvPr/>
            </p:nvSpPr>
            <p:spPr bwMode="auto">
              <a:xfrm>
                <a:off x="1624" y="1386"/>
                <a:ext cx="48" cy="56"/>
              </a:xfrm>
              <a:custGeom>
                <a:avLst/>
                <a:gdLst>
                  <a:gd name="T0" fmla="*/ 48 w 48"/>
                  <a:gd name="T1" fmla="*/ 56 h 56"/>
                  <a:gd name="T2" fmla="*/ 0 w 48"/>
                  <a:gd name="T3" fmla="*/ 56 h 56"/>
                  <a:gd name="T4" fmla="*/ 0 w 48"/>
                  <a:gd name="T5" fmla="*/ 5 h 56"/>
                  <a:gd name="T6" fmla="*/ 2 w 48"/>
                  <a:gd name="T7" fmla="*/ 2 h 56"/>
                  <a:gd name="T8" fmla="*/ 5 w 48"/>
                  <a:gd name="T9" fmla="*/ 0 h 56"/>
                  <a:gd name="T10" fmla="*/ 43 w 48"/>
                  <a:gd name="T11" fmla="*/ 0 h 56"/>
                  <a:gd name="T12" fmla="*/ 47 w 48"/>
                  <a:gd name="T13" fmla="*/ 2 h 56"/>
                  <a:gd name="T14" fmla="*/ 48 w 48"/>
                  <a:gd name="T15" fmla="*/ 5 h 56"/>
                  <a:gd name="T16" fmla="*/ 48 w 48"/>
                  <a:gd name="T17" fmla="*/ 56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8" h="56">
                    <a:moveTo>
                      <a:pt x="48" y="56"/>
                    </a:moveTo>
                    <a:cubicBezTo>
                      <a:pt x="0" y="56"/>
                      <a:pt x="0" y="56"/>
                      <a:pt x="0" y="56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4"/>
                      <a:pt x="1" y="3"/>
                      <a:pt x="2" y="2"/>
                    </a:cubicBezTo>
                    <a:cubicBezTo>
                      <a:pt x="3" y="1"/>
                      <a:pt x="4" y="0"/>
                      <a:pt x="5" y="0"/>
                    </a:cubicBezTo>
                    <a:cubicBezTo>
                      <a:pt x="43" y="0"/>
                      <a:pt x="43" y="0"/>
                      <a:pt x="43" y="0"/>
                    </a:cubicBezTo>
                    <a:cubicBezTo>
                      <a:pt x="44" y="0"/>
                      <a:pt x="46" y="1"/>
                      <a:pt x="47" y="2"/>
                    </a:cubicBezTo>
                    <a:cubicBezTo>
                      <a:pt x="48" y="3"/>
                      <a:pt x="48" y="4"/>
                      <a:pt x="48" y="5"/>
                    </a:cubicBezTo>
                    <a:cubicBezTo>
                      <a:pt x="48" y="56"/>
                      <a:pt x="48" y="56"/>
                      <a:pt x="48" y="5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" name="Freeform 16"/>
              <p:cNvSpPr>
                <a:spLocks/>
              </p:cNvSpPr>
              <p:nvPr/>
            </p:nvSpPr>
            <p:spPr bwMode="auto">
              <a:xfrm>
                <a:off x="1723" y="1314"/>
                <a:ext cx="47" cy="128"/>
              </a:xfrm>
              <a:custGeom>
                <a:avLst/>
                <a:gdLst>
                  <a:gd name="T0" fmla="*/ 47 w 47"/>
                  <a:gd name="T1" fmla="*/ 128 h 128"/>
                  <a:gd name="T2" fmla="*/ 0 w 47"/>
                  <a:gd name="T3" fmla="*/ 128 h 128"/>
                  <a:gd name="T4" fmla="*/ 0 w 47"/>
                  <a:gd name="T5" fmla="*/ 5 h 128"/>
                  <a:gd name="T6" fmla="*/ 1 w 47"/>
                  <a:gd name="T7" fmla="*/ 2 h 128"/>
                  <a:gd name="T8" fmla="*/ 5 w 47"/>
                  <a:gd name="T9" fmla="*/ 0 h 128"/>
                  <a:gd name="T10" fmla="*/ 42 w 47"/>
                  <a:gd name="T11" fmla="*/ 0 h 128"/>
                  <a:gd name="T12" fmla="*/ 46 w 47"/>
                  <a:gd name="T13" fmla="*/ 2 h 128"/>
                  <a:gd name="T14" fmla="*/ 47 w 47"/>
                  <a:gd name="T15" fmla="*/ 5 h 128"/>
                  <a:gd name="T16" fmla="*/ 47 w 47"/>
                  <a:gd name="T17" fmla="*/ 128 h 1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7" h="128">
                    <a:moveTo>
                      <a:pt x="47" y="128"/>
                    </a:moveTo>
                    <a:cubicBezTo>
                      <a:pt x="0" y="128"/>
                      <a:pt x="0" y="128"/>
                      <a:pt x="0" y="128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4"/>
                      <a:pt x="0" y="3"/>
                      <a:pt x="1" y="2"/>
                    </a:cubicBezTo>
                    <a:cubicBezTo>
                      <a:pt x="2" y="1"/>
                      <a:pt x="3" y="0"/>
                      <a:pt x="5" y="0"/>
                    </a:cubicBezTo>
                    <a:cubicBezTo>
                      <a:pt x="42" y="0"/>
                      <a:pt x="42" y="0"/>
                      <a:pt x="42" y="0"/>
                    </a:cubicBezTo>
                    <a:cubicBezTo>
                      <a:pt x="44" y="0"/>
                      <a:pt x="45" y="1"/>
                      <a:pt x="46" y="2"/>
                    </a:cubicBezTo>
                    <a:cubicBezTo>
                      <a:pt x="47" y="3"/>
                      <a:pt x="47" y="4"/>
                      <a:pt x="47" y="5"/>
                    </a:cubicBezTo>
                    <a:lnTo>
                      <a:pt x="47" y="12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" name="Freeform 17"/>
              <p:cNvSpPr>
                <a:spLocks/>
              </p:cNvSpPr>
              <p:nvPr/>
            </p:nvSpPr>
            <p:spPr bwMode="auto">
              <a:xfrm>
                <a:off x="1821" y="1353"/>
                <a:ext cx="48" cy="89"/>
              </a:xfrm>
              <a:custGeom>
                <a:avLst/>
                <a:gdLst>
                  <a:gd name="T0" fmla="*/ 48 w 48"/>
                  <a:gd name="T1" fmla="*/ 89 h 89"/>
                  <a:gd name="T2" fmla="*/ 0 w 48"/>
                  <a:gd name="T3" fmla="*/ 89 h 89"/>
                  <a:gd name="T4" fmla="*/ 0 w 48"/>
                  <a:gd name="T5" fmla="*/ 6 h 89"/>
                  <a:gd name="T6" fmla="*/ 1 w 48"/>
                  <a:gd name="T7" fmla="*/ 2 h 89"/>
                  <a:gd name="T8" fmla="*/ 5 w 48"/>
                  <a:gd name="T9" fmla="*/ 0 h 89"/>
                  <a:gd name="T10" fmla="*/ 43 w 48"/>
                  <a:gd name="T11" fmla="*/ 0 h 89"/>
                  <a:gd name="T12" fmla="*/ 46 w 48"/>
                  <a:gd name="T13" fmla="*/ 2 h 89"/>
                  <a:gd name="T14" fmla="*/ 48 w 48"/>
                  <a:gd name="T15" fmla="*/ 6 h 89"/>
                  <a:gd name="T16" fmla="*/ 48 w 48"/>
                  <a:gd name="T17" fmla="*/ 89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8" h="89">
                    <a:moveTo>
                      <a:pt x="48" y="89"/>
                    </a:moveTo>
                    <a:cubicBezTo>
                      <a:pt x="0" y="89"/>
                      <a:pt x="0" y="89"/>
                      <a:pt x="0" y="89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4"/>
                      <a:pt x="0" y="3"/>
                      <a:pt x="1" y="2"/>
                    </a:cubicBezTo>
                    <a:cubicBezTo>
                      <a:pt x="2" y="1"/>
                      <a:pt x="4" y="0"/>
                      <a:pt x="5" y="0"/>
                    </a:cubicBezTo>
                    <a:cubicBezTo>
                      <a:pt x="43" y="0"/>
                      <a:pt x="43" y="0"/>
                      <a:pt x="43" y="0"/>
                    </a:cubicBezTo>
                    <a:cubicBezTo>
                      <a:pt x="44" y="0"/>
                      <a:pt x="45" y="1"/>
                      <a:pt x="46" y="2"/>
                    </a:cubicBezTo>
                    <a:cubicBezTo>
                      <a:pt x="47" y="3"/>
                      <a:pt x="48" y="4"/>
                      <a:pt x="48" y="6"/>
                    </a:cubicBezTo>
                    <a:cubicBezTo>
                      <a:pt x="48" y="89"/>
                      <a:pt x="48" y="89"/>
                      <a:pt x="48" y="8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2" name="Freeform 18"/>
              <p:cNvSpPr>
                <a:spLocks/>
              </p:cNvSpPr>
              <p:nvPr/>
            </p:nvSpPr>
            <p:spPr bwMode="auto">
              <a:xfrm>
                <a:off x="1901" y="1205"/>
                <a:ext cx="84" cy="237"/>
              </a:xfrm>
              <a:custGeom>
                <a:avLst/>
                <a:gdLst>
                  <a:gd name="T0" fmla="*/ 79 w 84"/>
                  <a:gd name="T1" fmla="*/ 64 h 237"/>
                  <a:gd name="T2" fmla="*/ 84 w 84"/>
                  <a:gd name="T3" fmla="*/ 62 h 237"/>
                  <a:gd name="T4" fmla="*/ 83 w 84"/>
                  <a:gd name="T5" fmla="*/ 56 h 237"/>
                  <a:gd name="T6" fmla="*/ 46 w 84"/>
                  <a:gd name="T7" fmla="*/ 2 h 237"/>
                  <a:gd name="T8" fmla="*/ 42 w 84"/>
                  <a:gd name="T9" fmla="*/ 0 h 237"/>
                  <a:gd name="T10" fmla="*/ 38 w 84"/>
                  <a:gd name="T11" fmla="*/ 2 h 237"/>
                  <a:gd name="T12" fmla="*/ 1 w 84"/>
                  <a:gd name="T13" fmla="*/ 56 h 237"/>
                  <a:gd name="T14" fmla="*/ 1 w 84"/>
                  <a:gd name="T15" fmla="*/ 62 h 237"/>
                  <a:gd name="T16" fmla="*/ 5 w 84"/>
                  <a:gd name="T17" fmla="*/ 64 h 237"/>
                  <a:gd name="T18" fmla="*/ 18 w 84"/>
                  <a:gd name="T19" fmla="*/ 64 h 237"/>
                  <a:gd name="T20" fmla="*/ 18 w 84"/>
                  <a:gd name="T21" fmla="*/ 237 h 237"/>
                  <a:gd name="T22" fmla="*/ 66 w 84"/>
                  <a:gd name="T23" fmla="*/ 237 h 237"/>
                  <a:gd name="T24" fmla="*/ 66 w 84"/>
                  <a:gd name="T25" fmla="*/ 64 h 237"/>
                  <a:gd name="T26" fmla="*/ 79 w 84"/>
                  <a:gd name="T27" fmla="*/ 64 h 2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84" h="237">
                    <a:moveTo>
                      <a:pt x="79" y="64"/>
                    </a:moveTo>
                    <a:cubicBezTo>
                      <a:pt x="81" y="64"/>
                      <a:pt x="83" y="63"/>
                      <a:pt x="84" y="62"/>
                    </a:cubicBezTo>
                    <a:cubicBezTo>
                      <a:pt x="84" y="60"/>
                      <a:pt x="84" y="58"/>
                      <a:pt x="83" y="56"/>
                    </a:cubicBezTo>
                    <a:cubicBezTo>
                      <a:pt x="46" y="2"/>
                      <a:pt x="46" y="2"/>
                      <a:pt x="46" y="2"/>
                    </a:cubicBezTo>
                    <a:cubicBezTo>
                      <a:pt x="45" y="1"/>
                      <a:pt x="44" y="0"/>
                      <a:pt x="42" y="0"/>
                    </a:cubicBezTo>
                    <a:cubicBezTo>
                      <a:pt x="40" y="0"/>
                      <a:pt x="39" y="1"/>
                      <a:pt x="38" y="2"/>
                    </a:cubicBezTo>
                    <a:cubicBezTo>
                      <a:pt x="1" y="56"/>
                      <a:pt x="1" y="56"/>
                      <a:pt x="1" y="56"/>
                    </a:cubicBezTo>
                    <a:cubicBezTo>
                      <a:pt x="0" y="58"/>
                      <a:pt x="0" y="60"/>
                      <a:pt x="1" y="62"/>
                    </a:cubicBezTo>
                    <a:cubicBezTo>
                      <a:pt x="1" y="63"/>
                      <a:pt x="3" y="64"/>
                      <a:pt x="5" y="64"/>
                    </a:cubicBezTo>
                    <a:cubicBezTo>
                      <a:pt x="18" y="64"/>
                      <a:pt x="18" y="64"/>
                      <a:pt x="18" y="64"/>
                    </a:cubicBezTo>
                    <a:cubicBezTo>
                      <a:pt x="18" y="237"/>
                      <a:pt x="18" y="237"/>
                      <a:pt x="18" y="237"/>
                    </a:cubicBezTo>
                    <a:cubicBezTo>
                      <a:pt x="66" y="237"/>
                      <a:pt x="66" y="237"/>
                      <a:pt x="66" y="237"/>
                    </a:cubicBezTo>
                    <a:cubicBezTo>
                      <a:pt x="66" y="64"/>
                      <a:pt x="66" y="64"/>
                      <a:pt x="66" y="64"/>
                    </a:cubicBezTo>
                    <a:lnTo>
                      <a:pt x="79" y="6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3" name="Freeform 19"/>
              <p:cNvSpPr>
                <a:spLocks/>
              </p:cNvSpPr>
              <p:nvPr/>
            </p:nvSpPr>
            <p:spPr bwMode="auto">
              <a:xfrm>
                <a:off x="1552" y="1187"/>
                <a:ext cx="510" cy="276"/>
              </a:xfrm>
              <a:custGeom>
                <a:avLst/>
                <a:gdLst>
                  <a:gd name="T0" fmla="*/ 8 w 512"/>
                  <a:gd name="T1" fmla="*/ 268 h 276"/>
                  <a:gd name="T2" fmla="*/ 8 w 512"/>
                  <a:gd name="T3" fmla="*/ 4 h 276"/>
                  <a:gd name="T4" fmla="*/ 7 w 512"/>
                  <a:gd name="T5" fmla="*/ 1 h 276"/>
                  <a:gd name="T6" fmla="*/ 4 w 512"/>
                  <a:gd name="T7" fmla="*/ 0 h 276"/>
                  <a:gd name="T8" fmla="*/ 4 w 512"/>
                  <a:gd name="T9" fmla="*/ 0 h 276"/>
                  <a:gd name="T10" fmla="*/ 1 w 512"/>
                  <a:gd name="T11" fmla="*/ 1 h 276"/>
                  <a:gd name="T12" fmla="*/ 0 w 512"/>
                  <a:gd name="T13" fmla="*/ 4 h 276"/>
                  <a:gd name="T14" fmla="*/ 0 w 512"/>
                  <a:gd name="T15" fmla="*/ 276 h 276"/>
                  <a:gd name="T16" fmla="*/ 508 w 512"/>
                  <a:gd name="T17" fmla="*/ 276 h 276"/>
                  <a:gd name="T18" fmla="*/ 511 w 512"/>
                  <a:gd name="T19" fmla="*/ 275 h 276"/>
                  <a:gd name="T20" fmla="*/ 512 w 512"/>
                  <a:gd name="T21" fmla="*/ 272 h 276"/>
                  <a:gd name="T22" fmla="*/ 512 w 512"/>
                  <a:gd name="T23" fmla="*/ 272 h 276"/>
                  <a:gd name="T24" fmla="*/ 511 w 512"/>
                  <a:gd name="T25" fmla="*/ 269 h 276"/>
                  <a:gd name="T26" fmla="*/ 508 w 512"/>
                  <a:gd name="T27" fmla="*/ 268 h 276"/>
                  <a:gd name="T28" fmla="*/ 8 w 512"/>
                  <a:gd name="T29" fmla="*/ 268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12" h="276">
                    <a:moveTo>
                      <a:pt x="8" y="268"/>
                    </a:moveTo>
                    <a:cubicBezTo>
                      <a:pt x="8" y="4"/>
                      <a:pt x="8" y="4"/>
                      <a:pt x="8" y="4"/>
                    </a:cubicBezTo>
                    <a:cubicBezTo>
                      <a:pt x="8" y="3"/>
                      <a:pt x="8" y="2"/>
                      <a:pt x="7" y="1"/>
                    </a:cubicBezTo>
                    <a:cubicBezTo>
                      <a:pt x="6" y="1"/>
                      <a:pt x="5" y="0"/>
                      <a:pt x="4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3" y="0"/>
                      <a:pt x="2" y="1"/>
                      <a:pt x="1" y="1"/>
                    </a:cubicBezTo>
                    <a:cubicBezTo>
                      <a:pt x="0" y="2"/>
                      <a:pt x="0" y="3"/>
                      <a:pt x="0" y="4"/>
                    </a:cubicBezTo>
                    <a:cubicBezTo>
                      <a:pt x="0" y="276"/>
                      <a:pt x="0" y="276"/>
                      <a:pt x="0" y="276"/>
                    </a:cubicBezTo>
                    <a:cubicBezTo>
                      <a:pt x="508" y="276"/>
                      <a:pt x="508" y="276"/>
                      <a:pt x="508" y="276"/>
                    </a:cubicBezTo>
                    <a:cubicBezTo>
                      <a:pt x="509" y="276"/>
                      <a:pt x="510" y="276"/>
                      <a:pt x="511" y="275"/>
                    </a:cubicBezTo>
                    <a:cubicBezTo>
                      <a:pt x="512" y="274"/>
                      <a:pt x="512" y="273"/>
                      <a:pt x="512" y="272"/>
                    </a:cubicBezTo>
                    <a:cubicBezTo>
                      <a:pt x="512" y="272"/>
                      <a:pt x="512" y="272"/>
                      <a:pt x="512" y="272"/>
                    </a:cubicBezTo>
                    <a:cubicBezTo>
                      <a:pt x="512" y="271"/>
                      <a:pt x="512" y="270"/>
                      <a:pt x="511" y="269"/>
                    </a:cubicBezTo>
                    <a:cubicBezTo>
                      <a:pt x="510" y="268"/>
                      <a:pt x="509" y="268"/>
                      <a:pt x="508" y="268"/>
                    </a:cubicBezTo>
                    <a:cubicBezTo>
                      <a:pt x="8" y="268"/>
                      <a:pt x="8" y="268"/>
                      <a:pt x="8" y="26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9" name="Group 11"/>
            <p:cNvGrpSpPr>
              <a:grpSpLocks noChangeAspect="1"/>
            </p:cNvGrpSpPr>
            <p:nvPr/>
          </p:nvGrpSpPr>
          <p:grpSpPr bwMode="auto">
            <a:xfrm>
              <a:off x="9230226" y="2948007"/>
              <a:ext cx="2578690" cy="1830871"/>
              <a:chOff x="1407" y="1098"/>
              <a:chExt cx="800" cy="568"/>
            </a:xfrm>
            <a:solidFill>
              <a:schemeClr val="accent4"/>
            </a:solidFill>
          </p:grpSpPr>
          <p:sp>
            <p:nvSpPr>
              <p:cNvPr id="20" name="Freeform 12"/>
              <p:cNvSpPr>
                <a:spLocks noEditPoints="1"/>
              </p:cNvSpPr>
              <p:nvPr/>
            </p:nvSpPr>
            <p:spPr bwMode="auto">
              <a:xfrm>
                <a:off x="1494" y="1098"/>
                <a:ext cx="626" cy="423"/>
              </a:xfrm>
              <a:custGeom>
                <a:avLst/>
                <a:gdLst>
                  <a:gd name="T0" fmla="*/ 621 w 628"/>
                  <a:gd name="T1" fmla="*/ 7 h 423"/>
                  <a:gd name="T2" fmla="*/ 605 w 628"/>
                  <a:gd name="T3" fmla="*/ 0 h 423"/>
                  <a:gd name="T4" fmla="*/ 23 w 628"/>
                  <a:gd name="T5" fmla="*/ 0 h 423"/>
                  <a:gd name="T6" fmla="*/ 7 w 628"/>
                  <a:gd name="T7" fmla="*/ 7 h 423"/>
                  <a:gd name="T8" fmla="*/ 0 w 628"/>
                  <a:gd name="T9" fmla="*/ 23 h 423"/>
                  <a:gd name="T10" fmla="*/ 0 w 628"/>
                  <a:gd name="T11" fmla="*/ 423 h 423"/>
                  <a:gd name="T12" fmla="*/ 628 w 628"/>
                  <a:gd name="T13" fmla="*/ 423 h 423"/>
                  <a:gd name="T14" fmla="*/ 628 w 628"/>
                  <a:gd name="T15" fmla="*/ 23 h 423"/>
                  <a:gd name="T16" fmla="*/ 621 w 628"/>
                  <a:gd name="T17" fmla="*/ 7 h 423"/>
                  <a:gd name="T18" fmla="*/ 314 w 628"/>
                  <a:gd name="T19" fmla="*/ 13 h 423"/>
                  <a:gd name="T20" fmla="*/ 321 w 628"/>
                  <a:gd name="T21" fmla="*/ 20 h 423"/>
                  <a:gd name="T22" fmla="*/ 314 w 628"/>
                  <a:gd name="T23" fmla="*/ 27 h 423"/>
                  <a:gd name="T24" fmla="*/ 307 w 628"/>
                  <a:gd name="T25" fmla="*/ 20 h 423"/>
                  <a:gd name="T26" fmla="*/ 314 w 628"/>
                  <a:gd name="T27" fmla="*/ 13 h 423"/>
                  <a:gd name="T28" fmla="*/ 587 w 628"/>
                  <a:gd name="T29" fmla="*/ 382 h 423"/>
                  <a:gd name="T30" fmla="*/ 41 w 628"/>
                  <a:gd name="T31" fmla="*/ 382 h 423"/>
                  <a:gd name="T32" fmla="*/ 41 w 628"/>
                  <a:gd name="T33" fmla="*/ 41 h 423"/>
                  <a:gd name="T34" fmla="*/ 587 w 628"/>
                  <a:gd name="T35" fmla="*/ 41 h 423"/>
                  <a:gd name="T36" fmla="*/ 587 w 628"/>
                  <a:gd name="T37" fmla="*/ 382 h 4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628" h="423">
                    <a:moveTo>
                      <a:pt x="621" y="7"/>
                    </a:moveTo>
                    <a:cubicBezTo>
                      <a:pt x="617" y="2"/>
                      <a:pt x="611" y="0"/>
                      <a:pt x="605" y="0"/>
                    </a:cubicBezTo>
                    <a:cubicBezTo>
                      <a:pt x="23" y="0"/>
                      <a:pt x="23" y="0"/>
                      <a:pt x="23" y="0"/>
                    </a:cubicBezTo>
                    <a:cubicBezTo>
                      <a:pt x="17" y="0"/>
                      <a:pt x="11" y="2"/>
                      <a:pt x="7" y="7"/>
                    </a:cubicBezTo>
                    <a:cubicBezTo>
                      <a:pt x="2" y="11"/>
                      <a:pt x="0" y="17"/>
                      <a:pt x="0" y="23"/>
                    </a:cubicBezTo>
                    <a:cubicBezTo>
                      <a:pt x="0" y="423"/>
                      <a:pt x="0" y="423"/>
                      <a:pt x="0" y="423"/>
                    </a:cubicBezTo>
                    <a:cubicBezTo>
                      <a:pt x="628" y="423"/>
                      <a:pt x="628" y="423"/>
                      <a:pt x="628" y="423"/>
                    </a:cubicBezTo>
                    <a:cubicBezTo>
                      <a:pt x="628" y="23"/>
                      <a:pt x="628" y="23"/>
                      <a:pt x="628" y="23"/>
                    </a:cubicBezTo>
                    <a:cubicBezTo>
                      <a:pt x="628" y="17"/>
                      <a:pt x="626" y="11"/>
                      <a:pt x="621" y="7"/>
                    </a:cubicBezTo>
                    <a:close/>
                    <a:moveTo>
                      <a:pt x="314" y="13"/>
                    </a:moveTo>
                    <a:cubicBezTo>
                      <a:pt x="318" y="13"/>
                      <a:pt x="321" y="16"/>
                      <a:pt x="321" y="20"/>
                    </a:cubicBezTo>
                    <a:cubicBezTo>
                      <a:pt x="321" y="24"/>
                      <a:pt x="318" y="27"/>
                      <a:pt x="314" y="27"/>
                    </a:cubicBezTo>
                    <a:cubicBezTo>
                      <a:pt x="310" y="27"/>
                      <a:pt x="307" y="24"/>
                      <a:pt x="307" y="20"/>
                    </a:cubicBezTo>
                    <a:cubicBezTo>
                      <a:pt x="307" y="16"/>
                      <a:pt x="310" y="13"/>
                      <a:pt x="314" y="13"/>
                    </a:cubicBezTo>
                    <a:close/>
                    <a:moveTo>
                      <a:pt x="587" y="382"/>
                    </a:moveTo>
                    <a:cubicBezTo>
                      <a:pt x="41" y="382"/>
                      <a:pt x="41" y="382"/>
                      <a:pt x="41" y="382"/>
                    </a:cubicBezTo>
                    <a:cubicBezTo>
                      <a:pt x="41" y="41"/>
                      <a:pt x="41" y="41"/>
                      <a:pt x="41" y="41"/>
                    </a:cubicBezTo>
                    <a:cubicBezTo>
                      <a:pt x="587" y="41"/>
                      <a:pt x="587" y="41"/>
                      <a:pt x="587" y="41"/>
                    </a:cubicBezTo>
                    <a:lnTo>
                      <a:pt x="587" y="38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1" name="Freeform 13"/>
              <p:cNvSpPr>
                <a:spLocks noEditPoints="1"/>
              </p:cNvSpPr>
              <p:nvPr/>
            </p:nvSpPr>
            <p:spPr bwMode="auto">
              <a:xfrm>
                <a:off x="1407" y="1538"/>
                <a:ext cx="800" cy="97"/>
              </a:xfrm>
              <a:custGeom>
                <a:avLst/>
                <a:gdLst>
                  <a:gd name="T0" fmla="*/ 87 w 802"/>
                  <a:gd name="T1" fmla="*/ 0 h 97"/>
                  <a:gd name="T2" fmla="*/ 4 w 802"/>
                  <a:gd name="T3" fmla="*/ 83 h 97"/>
                  <a:gd name="T4" fmla="*/ 2 w 802"/>
                  <a:gd name="T5" fmla="*/ 92 h 97"/>
                  <a:gd name="T6" fmla="*/ 10 w 802"/>
                  <a:gd name="T7" fmla="*/ 97 h 97"/>
                  <a:gd name="T8" fmla="*/ 792 w 802"/>
                  <a:gd name="T9" fmla="*/ 97 h 97"/>
                  <a:gd name="T10" fmla="*/ 800 w 802"/>
                  <a:gd name="T11" fmla="*/ 92 h 97"/>
                  <a:gd name="T12" fmla="*/ 798 w 802"/>
                  <a:gd name="T13" fmla="*/ 83 h 97"/>
                  <a:gd name="T14" fmla="*/ 715 w 802"/>
                  <a:gd name="T15" fmla="*/ 0 h 97"/>
                  <a:gd name="T16" fmla="*/ 87 w 802"/>
                  <a:gd name="T17" fmla="*/ 0 h 97"/>
                  <a:gd name="T18" fmla="*/ 711 w 802"/>
                  <a:gd name="T19" fmla="*/ 47 h 97"/>
                  <a:gd name="T20" fmla="*/ 712 w 802"/>
                  <a:gd name="T21" fmla="*/ 54 h 97"/>
                  <a:gd name="T22" fmla="*/ 706 w 802"/>
                  <a:gd name="T23" fmla="*/ 58 h 97"/>
                  <a:gd name="T24" fmla="*/ 484 w 802"/>
                  <a:gd name="T25" fmla="*/ 58 h 97"/>
                  <a:gd name="T26" fmla="*/ 485 w 802"/>
                  <a:gd name="T27" fmla="*/ 64 h 97"/>
                  <a:gd name="T28" fmla="*/ 484 w 802"/>
                  <a:gd name="T29" fmla="*/ 67 h 97"/>
                  <a:gd name="T30" fmla="*/ 481 w 802"/>
                  <a:gd name="T31" fmla="*/ 69 h 97"/>
                  <a:gd name="T32" fmla="*/ 321 w 802"/>
                  <a:gd name="T33" fmla="*/ 69 h 97"/>
                  <a:gd name="T34" fmla="*/ 318 w 802"/>
                  <a:gd name="T35" fmla="*/ 67 h 97"/>
                  <a:gd name="T36" fmla="*/ 317 w 802"/>
                  <a:gd name="T37" fmla="*/ 64 h 97"/>
                  <a:gd name="T38" fmla="*/ 318 w 802"/>
                  <a:gd name="T39" fmla="*/ 58 h 97"/>
                  <a:gd name="T40" fmla="*/ 96 w 802"/>
                  <a:gd name="T41" fmla="*/ 58 h 97"/>
                  <a:gd name="T42" fmla="*/ 90 w 802"/>
                  <a:gd name="T43" fmla="*/ 54 h 97"/>
                  <a:gd name="T44" fmla="*/ 91 w 802"/>
                  <a:gd name="T45" fmla="*/ 47 h 97"/>
                  <a:gd name="T46" fmla="*/ 113 w 802"/>
                  <a:gd name="T47" fmla="*/ 20 h 97"/>
                  <a:gd name="T48" fmla="*/ 689 w 802"/>
                  <a:gd name="T49" fmla="*/ 20 h 97"/>
                  <a:gd name="T50" fmla="*/ 711 w 802"/>
                  <a:gd name="T51" fmla="*/ 47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802" h="97">
                    <a:moveTo>
                      <a:pt x="87" y="0"/>
                    </a:moveTo>
                    <a:cubicBezTo>
                      <a:pt x="4" y="83"/>
                      <a:pt x="4" y="83"/>
                      <a:pt x="4" y="83"/>
                    </a:cubicBezTo>
                    <a:cubicBezTo>
                      <a:pt x="1" y="85"/>
                      <a:pt x="0" y="89"/>
                      <a:pt x="2" y="92"/>
                    </a:cubicBezTo>
                    <a:cubicBezTo>
                      <a:pt x="3" y="95"/>
                      <a:pt x="6" y="97"/>
                      <a:pt x="10" y="97"/>
                    </a:cubicBezTo>
                    <a:cubicBezTo>
                      <a:pt x="792" y="97"/>
                      <a:pt x="792" y="97"/>
                      <a:pt x="792" y="97"/>
                    </a:cubicBezTo>
                    <a:cubicBezTo>
                      <a:pt x="796" y="97"/>
                      <a:pt x="799" y="95"/>
                      <a:pt x="800" y="92"/>
                    </a:cubicBezTo>
                    <a:cubicBezTo>
                      <a:pt x="802" y="89"/>
                      <a:pt x="801" y="85"/>
                      <a:pt x="798" y="83"/>
                    </a:cubicBezTo>
                    <a:cubicBezTo>
                      <a:pt x="715" y="0"/>
                      <a:pt x="715" y="0"/>
                      <a:pt x="715" y="0"/>
                    </a:cubicBezTo>
                    <a:lnTo>
                      <a:pt x="87" y="0"/>
                    </a:lnTo>
                    <a:close/>
                    <a:moveTo>
                      <a:pt x="711" y="47"/>
                    </a:moveTo>
                    <a:cubicBezTo>
                      <a:pt x="713" y="49"/>
                      <a:pt x="713" y="51"/>
                      <a:pt x="712" y="54"/>
                    </a:cubicBezTo>
                    <a:cubicBezTo>
                      <a:pt x="711" y="56"/>
                      <a:pt x="709" y="58"/>
                      <a:pt x="706" y="58"/>
                    </a:cubicBezTo>
                    <a:cubicBezTo>
                      <a:pt x="484" y="58"/>
                      <a:pt x="484" y="58"/>
                      <a:pt x="484" y="58"/>
                    </a:cubicBezTo>
                    <a:cubicBezTo>
                      <a:pt x="485" y="64"/>
                      <a:pt x="485" y="64"/>
                      <a:pt x="485" y="64"/>
                    </a:cubicBezTo>
                    <a:cubicBezTo>
                      <a:pt x="485" y="65"/>
                      <a:pt x="485" y="66"/>
                      <a:pt x="484" y="67"/>
                    </a:cubicBezTo>
                    <a:cubicBezTo>
                      <a:pt x="483" y="68"/>
                      <a:pt x="482" y="69"/>
                      <a:pt x="481" y="69"/>
                    </a:cubicBezTo>
                    <a:cubicBezTo>
                      <a:pt x="321" y="69"/>
                      <a:pt x="321" y="69"/>
                      <a:pt x="321" y="69"/>
                    </a:cubicBezTo>
                    <a:cubicBezTo>
                      <a:pt x="320" y="69"/>
                      <a:pt x="319" y="68"/>
                      <a:pt x="318" y="67"/>
                    </a:cubicBezTo>
                    <a:cubicBezTo>
                      <a:pt x="317" y="66"/>
                      <a:pt x="317" y="65"/>
                      <a:pt x="317" y="64"/>
                    </a:cubicBezTo>
                    <a:cubicBezTo>
                      <a:pt x="318" y="58"/>
                      <a:pt x="318" y="58"/>
                      <a:pt x="318" y="58"/>
                    </a:cubicBezTo>
                    <a:cubicBezTo>
                      <a:pt x="96" y="58"/>
                      <a:pt x="96" y="58"/>
                      <a:pt x="96" y="58"/>
                    </a:cubicBezTo>
                    <a:cubicBezTo>
                      <a:pt x="93" y="58"/>
                      <a:pt x="91" y="56"/>
                      <a:pt x="90" y="54"/>
                    </a:cubicBezTo>
                    <a:cubicBezTo>
                      <a:pt x="89" y="51"/>
                      <a:pt x="89" y="49"/>
                      <a:pt x="91" y="47"/>
                    </a:cubicBezTo>
                    <a:cubicBezTo>
                      <a:pt x="113" y="20"/>
                      <a:pt x="113" y="20"/>
                      <a:pt x="113" y="20"/>
                    </a:cubicBezTo>
                    <a:cubicBezTo>
                      <a:pt x="689" y="20"/>
                      <a:pt x="689" y="20"/>
                      <a:pt x="689" y="20"/>
                    </a:cubicBezTo>
                    <a:lnTo>
                      <a:pt x="711" y="4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2" name="Freeform 14"/>
              <p:cNvSpPr>
                <a:spLocks noEditPoints="1"/>
              </p:cNvSpPr>
              <p:nvPr/>
            </p:nvSpPr>
            <p:spPr bwMode="auto">
              <a:xfrm>
                <a:off x="1408" y="1637"/>
                <a:ext cx="798" cy="29"/>
              </a:xfrm>
              <a:custGeom>
                <a:avLst/>
                <a:gdLst>
                  <a:gd name="T0" fmla="*/ 791 w 800"/>
                  <a:gd name="T1" fmla="*/ 3 h 29"/>
                  <a:gd name="T2" fmla="*/ 469 w 800"/>
                  <a:gd name="T3" fmla="*/ 3 h 29"/>
                  <a:gd name="T4" fmla="*/ 468 w 800"/>
                  <a:gd name="T5" fmla="*/ 6 h 29"/>
                  <a:gd name="T6" fmla="*/ 461 w 800"/>
                  <a:gd name="T7" fmla="*/ 9 h 29"/>
                  <a:gd name="T8" fmla="*/ 339 w 800"/>
                  <a:gd name="T9" fmla="*/ 9 h 29"/>
                  <a:gd name="T10" fmla="*/ 332 w 800"/>
                  <a:gd name="T11" fmla="*/ 6 h 29"/>
                  <a:gd name="T12" fmla="*/ 331 w 800"/>
                  <a:gd name="T13" fmla="*/ 3 h 29"/>
                  <a:gd name="T14" fmla="*/ 9 w 800"/>
                  <a:gd name="T15" fmla="*/ 3 h 29"/>
                  <a:gd name="T16" fmla="*/ 0 w 800"/>
                  <a:gd name="T17" fmla="*/ 0 h 29"/>
                  <a:gd name="T18" fmla="*/ 0 w 800"/>
                  <a:gd name="T19" fmla="*/ 9 h 29"/>
                  <a:gd name="T20" fmla="*/ 6 w 800"/>
                  <a:gd name="T21" fmla="*/ 23 h 29"/>
                  <a:gd name="T22" fmla="*/ 21 w 800"/>
                  <a:gd name="T23" fmla="*/ 29 h 29"/>
                  <a:gd name="T24" fmla="*/ 779 w 800"/>
                  <a:gd name="T25" fmla="*/ 29 h 29"/>
                  <a:gd name="T26" fmla="*/ 794 w 800"/>
                  <a:gd name="T27" fmla="*/ 23 h 29"/>
                  <a:gd name="T28" fmla="*/ 800 w 800"/>
                  <a:gd name="T29" fmla="*/ 9 h 29"/>
                  <a:gd name="T30" fmla="*/ 800 w 800"/>
                  <a:gd name="T31" fmla="*/ 0 h 29"/>
                  <a:gd name="T32" fmla="*/ 791 w 800"/>
                  <a:gd name="T33" fmla="*/ 3 h 29"/>
                  <a:gd name="T34" fmla="*/ 72 w 800"/>
                  <a:gd name="T35" fmla="*/ 21 h 29"/>
                  <a:gd name="T36" fmla="*/ 68 w 800"/>
                  <a:gd name="T37" fmla="*/ 16 h 29"/>
                  <a:gd name="T38" fmla="*/ 72 w 800"/>
                  <a:gd name="T39" fmla="*/ 12 h 29"/>
                  <a:gd name="T40" fmla="*/ 77 w 800"/>
                  <a:gd name="T41" fmla="*/ 16 h 29"/>
                  <a:gd name="T42" fmla="*/ 72 w 800"/>
                  <a:gd name="T43" fmla="*/ 21 h 29"/>
                  <a:gd name="T44" fmla="*/ 94 w 800"/>
                  <a:gd name="T45" fmla="*/ 21 h 29"/>
                  <a:gd name="T46" fmla="*/ 89 w 800"/>
                  <a:gd name="T47" fmla="*/ 16 h 29"/>
                  <a:gd name="T48" fmla="*/ 94 w 800"/>
                  <a:gd name="T49" fmla="*/ 12 h 29"/>
                  <a:gd name="T50" fmla="*/ 98 w 800"/>
                  <a:gd name="T51" fmla="*/ 16 h 29"/>
                  <a:gd name="T52" fmla="*/ 94 w 800"/>
                  <a:gd name="T53" fmla="*/ 21 h 29"/>
                  <a:gd name="T54" fmla="*/ 115 w 800"/>
                  <a:gd name="T55" fmla="*/ 21 h 29"/>
                  <a:gd name="T56" fmla="*/ 111 w 800"/>
                  <a:gd name="T57" fmla="*/ 16 h 29"/>
                  <a:gd name="T58" fmla="*/ 115 w 800"/>
                  <a:gd name="T59" fmla="*/ 12 h 29"/>
                  <a:gd name="T60" fmla="*/ 120 w 800"/>
                  <a:gd name="T61" fmla="*/ 16 h 29"/>
                  <a:gd name="T62" fmla="*/ 115 w 800"/>
                  <a:gd name="T63" fmla="*/ 21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800" h="29">
                    <a:moveTo>
                      <a:pt x="791" y="3"/>
                    </a:moveTo>
                    <a:cubicBezTo>
                      <a:pt x="469" y="3"/>
                      <a:pt x="469" y="3"/>
                      <a:pt x="469" y="3"/>
                    </a:cubicBezTo>
                    <a:cubicBezTo>
                      <a:pt x="469" y="4"/>
                      <a:pt x="468" y="5"/>
                      <a:pt x="468" y="6"/>
                    </a:cubicBezTo>
                    <a:cubicBezTo>
                      <a:pt x="466" y="8"/>
                      <a:pt x="463" y="9"/>
                      <a:pt x="461" y="9"/>
                    </a:cubicBezTo>
                    <a:cubicBezTo>
                      <a:pt x="339" y="9"/>
                      <a:pt x="339" y="9"/>
                      <a:pt x="339" y="9"/>
                    </a:cubicBezTo>
                    <a:cubicBezTo>
                      <a:pt x="337" y="9"/>
                      <a:pt x="334" y="8"/>
                      <a:pt x="332" y="6"/>
                    </a:cubicBezTo>
                    <a:cubicBezTo>
                      <a:pt x="332" y="5"/>
                      <a:pt x="331" y="4"/>
                      <a:pt x="331" y="3"/>
                    </a:cubicBezTo>
                    <a:cubicBezTo>
                      <a:pt x="9" y="3"/>
                      <a:pt x="9" y="3"/>
                      <a:pt x="9" y="3"/>
                    </a:cubicBezTo>
                    <a:cubicBezTo>
                      <a:pt x="5" y="3"/>
                      <a:pt x="2" y="2"/>
                      <a:pt x="0" y="0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0" y="14"/>
                      <a:pt x="2" y="19"/>
                      <a:pt x="6" y="23"/>
                    </a:cubicBezTo>
                    <a:cubicBezTo>
                      <a:pt x="10" y="27"/>
                      <a:pt x="15" y="29"/>
                      <a:pt x="21" y="29"/>
                    </a:cubicBezTo>
                    <a:cubicBezTo>
                      <a:pt x="779" y="29"/>
                      <a:pt x="779" y="29"/>
                      <a:pt x="779" y="29"/>
                    </a:cubicBezTo>
                    <a:cubicBezTo>
                      <a:pt x="785" y="29"/>
                      <a:pt x="790" y="27"/>
                      <a:pt x="794" y="23"/>
                    </a:cubicBezTo>
                    <a:cubicBezTo>
                      <a:pt x="798" y="19"/>
                      <a:pt x="800" y="14"/>
                      <a:pt x="800" y="9"/>
                    </a:cubicBezTo>
                    <a:cubicBezTo>
                      <a:pt x="800" y="0"/>
                      <a:pt x="800" y="0"/>
                      <a:pt x="800" y="0"/>
                    </a:cubicBezTo>
                    <a:cubicBezTo>
                      <a:pt x="798" y="2"/>
                      <a:pt x="795" y="3"/>
                      <a:pt x="791" y="3"/>
                    </a:cubicBezTo>
                    <a:close/>
                    <a:moveTo>
                      <a:pt x="72" y="21"/>
                    </a:moveTo>
                    <a:cubicBezTo>
                      <a:pt x="70" y="21"/>
                      <a:pt x="68" y="19"/>
                      <a:pt x="68" y="16"/>
                    </a:cubicBezTo>
                    <a:cubicBezTo>
                      <a:pt x="68" y="14"/>
                      <a:pt x="70" y="12"/>
                      <a:pt x="72" y="12"/>
                    </a:cubicBezTo>
                    <a:cubicBezTo>
                      <a:pt x="75" y="12"/>
                      <a:pt x="77" y="14"/>
                      <a:pt x="77" y="16"/>
                    </a:cubicBezTo>
                    <a:cubicBezTo>
                      <a:pt x="77" y="19"/>
                      <a:pt x="75" y="21"/>
                      <a:pt x="72" y="21"/>
                    </a:cubicBezTo>
                    <a:close/>
                    <a:moveTo>
                      <a:pt x="94" y="21"/>
                    </a:moveTo>
                    <a:cubicBezTo>
                      <a:pt x="91" y="21"/>
                      <a:pt x="89" y="19"/>
                      <a:pt x="89" y="16"/>
                    </a:cubicBezTo>
                    <a:cubicBezTo>
                      <a:pt x="89" y="14"/>
                      <a:pt x="91" y="12"/>
                      <a:pt x="94" y="12"/>
                    </a:cubicBezTo>
                    <a:cubicBezTo>
                      <a:pt x="96" y="12"/>
                      <a:pt x="98" y="14"/>
                      <a:pt x="98" y="16"/>
                    </a:cubicBezTo>
                    <a:cubicBezTo>
                      <a:pt x="98" y="19"/>
                      <a:pt x="96" y="21"/>
                      <a:pt x="94" y="21"/>
                    </a:cubicBezTo>
                    <a:close/>
                    <a:moveTo>
                      <a:pt x="115" y="21"/>
                    </a:moveTo>
                    <a:cubicBezTo>
                      <a:pt x="113" y="21"/>
                      <a:pt x="111" y="19"/>
                      <a:pt x="111" y="16"/>
                    </a:cubicBezTo>
                    <a:cubicBezTo>
                      <a:pt x="111" y="14"/>
                      <a:pt x="113" y="12"/>
                      <a:pt x="115" y="12"/>
                    </a:cubicBezTo>
                    <a:cubicBezTo>
                      <a:pt x="118" y="12"/>
                      <a:pt x="120" y="14"/>
                      <a:pt x="120" y="16"/>
                    </a:cubicBezTo>
                    <a:cubicBezTo>
                      <a:pt x="120" y="19"/>
                      <a:pt x="118" y="21"/>
                      <a:pt x="115" y="2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3" name="Freeform 15"/>
              <p:cNvSpPr>
                <a:spLocks/>
              </p:cNvSpPr>
              <p:nvPr/>
            </p:nvSpPr>
            <p:spPr bwMode="auto">
              <a:xfrm>
                <a:off x="1624" y="1386"/>
                <a:ext cx="48" cy="56"/>
              </a:xfrm>
              <a:custGeom>
                <a:avLst/>
                <a:gdLst>
                  <a:gd name="T0" fmla="*/ 48 w 48"/>
                  <a:gd name="T1" fmla="*/ 56 h 56"/>
                  <a:gd name="T2" fmla="*/ 0 w 48"/>
                  <a:gd name="T3" fmla="*/ 56 h 56"/>
                  <a:gd name="T4" fmla="*/ 0 w 48"/>
                  <a:gd name="T5" fmla="*/ 5 h 56"/>
                  <a:gd name="T6" fmla="*/ 2 w 48"/>
                  <a:gd name="T7" fmla="*/ 2 h 56"/>
                  <a:gd name="T8" fmla="*/ 5 w 48"/>
                  <a:gd name="T9" fmla="*/ 0 h 56"/>
                  <a:gd name="T10" fmla="*/ 43 w 48"/>
                  <a:gd name="T11" fmla="*/ 0 h 56"/>
                  <a:gd name="T12" fmla="*/ 47 w 48"/>
                  <a:gd name="T13" fmla="*/ 2 h 56"/>
                  <a:gd name="T14" fmla="*/ 48 w 48"/>
                  <a:gd name="T15" fmla="*/ 5 h 56"/>
                  <a:gd name="T16" fmla="*/ 48 w 48"/>
                  <a:gd name="T17" fmla="*/ 56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8" h="56">
                    <a:moveTo>
                      <a:pt x="48" y="56"/>
                    </a:moveTo>
                    <a:cubicBezTo>
                      <a:pt x="0" y="56"/>
                      <a:pt x="0" y="56"/>
                      <a:pt x="0" y="56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4"/>
                      <a:pt x="1" y="3"/>
                      <a:pt x="2" y="2"/>
                    </a:cubicBezTo>
                    <a:cubicBezTo>
                      <a:pt x="3" y="1"/>
                      <a:pt x="4" y="0"/>
                      <a:pt x="5" y="0"/>
                    </a:cubicBezTo>
                    <a:cubicBezTo>
                      <a:pt x="43" y="0"/>
                      <a:pt x="43" y="0"/>
                      <a:pt x="43" y="0"/>
                    </a:cubicBezTo>
                    <a:cubicBezTo>
                      <a:pt x="44" y="0"/>
                      <a:pt x="46" y="1"/>
                      <a:pt x="47" y="2"/>
                    </a:cubicBezTo>
                    <a:cubicBezTo>
                      <a:pt x="48" y="3"/>
                      <a:pt x="48" y="4"/>
                      <a:pt x="48" y="5"/>
                    </a:cubicBezTo>
                    <a:cubicBezTo>
                      <a:pt x="48" y="56"/>
                      <a:pt x="48" y="56"/>
                      <a:pt x="48" y="5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4" name="Freeform 16"/>
              <p:cNvSpPr>
                <a:spLocks/>
              </p:cNvSpPr>
              <p:nvPr/>
            </p:nvSpPr>
            <p:spPr bwMode="auto">
              <a:xfrm>
                <a:off x="1723" y="1314"/>
                <a:ext cx="47" cy="128"/>
              </a:xfrm>
              <a:custGeom>
                <a:avLst/>
                <a:gdLst>
                  <a:gd name="T0" fmla="*/ 47 w 47"/>
                  <a:gd name="T1" fmla="*/ 128 h 128"/>
                  <a:gd name="T2" fmla="*/ 0 w 47"/>
                  <a:gd name="T3" fmla="*/ 128 h 128"/>
                  <a:gd name="T4" fmla="*/ 0 w 47"/>
                  <a:gd name="T5" fmla="*/ 5 h 128"/>
                  <a:gd name="T6" fmla="*/ 1 w 47"/>
                  <a:gd name="T7" fmla="*/ 2 h 128"/>
                  <a:gd name="T8" fmla="*/ 5 w 47"/>
                  <a:gd name="T9" fmla="*/ 0 h 128"/>
                  <a:gd name="T10" fmla="*/ 42 w 47"/>
                  <a:gd name="T11" fmla="*/ 0 h 128"/>
                  <a:gd name="T12" fmla="*/ 46 w 47"/>
                  <a:gd name="T13" fmla="*/ 2 h 128"/>
                  <a:gd name="T14" fmla="*/ 47 w 47"/>
                  <a:gd name="T15" fmla="*/ 5 h 128"/>
                  <a:gd name="T16" fmla="*/ 47 w 47"/>
                  <a:gd name="T17" fmla="*/ 128 h 1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7" h="128">
                    <a:moveTo>
                      <a:pt x="47" y="128"/>
                    </a:moveTo>
                    <a:cubicBezTo>
                      <a:pt x="0" y="128"/>
                      <a:pt x="0" y="128"/>
                      <a:pt x="0" y="128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4"/>
                      <a:pt x="0" y="3"/>
                      <a:pt x="1" y="2"/>
                    </a:cubicBezTo>
                    <a:cubicBezTo>
                      <a:pt x="2" y="1"/>
                      <a:pt x="3" y="0"/>
                      <a:pt x="5" y="0"/>
                    </a:cubicBezTo>
                    <a:cubicBezTo>
                      <a:pt x="42" y="0"/>
                      <a:pt x="42" y="0"/>
                      <a:pt x="42" y="0"/>
                    </a:cubicBezTo>
                    <a:cubicBezTo>
                      <a:pt x="44" y="0"/>
                      <a:pt x="45" y="1"/>
                      <a:pt x="46" y="2"/>
                    </a:cubicBezTo>
                    <a:cubicBezTo>
                      <a:pt x="47" y="3"/>
                      <a:pt x="47" y="4"/>
                      <a:pt x="47" y="5"/>
                    </a:cubicBezTo>
                    <a:lnTo>
                      <a:pt x="47" y="12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5" name="Freeform 17"/>
              <p:cNvSpPr>
                <a:spLocks/>
              </p:cNvSpPr>
              <p:nvPr/>
            </p:nvSpPr>
            <p:spPr bwMode="auto">
              <a:xfrm>
                <a:off x="1821" y="1353"/>
                <a:ext cx="48" cy="89"/>
              </a:xfrm>
              <a:custGeom>
                <a:avLst/>
                <a:gdLst>
                  <a:gd name="T0" fmla="*/ 48 w 48"/>
                  <a:gd name="T1" fmla="*/ 89 h 89"/>
                  <a:gd name="T2" fmla="*/ 0 w 48"/>
                  <a:gd name="T3" fmla="*/ 89 h 89"/>
                  <a:gd name="T4" fmla="*/ 0 w 48"/>
                  <a:gd name="T5" fmla="*/ 6 h 89"/>
                  <a:gd name="T6" fmla="*/ 1 w 48"/>
                  <a:gd name="T7" fmla="*/ 2 h 89"/>
                  <a:gd name="T8" fmla="*/ 5 w 48"/>
                  <a:gd name="T9" fmla="*/ 0 h 89"/>
                  <a:gd name="T10" fmla="*/ 43 w 48"/>
                  <a:gd name="T11" fmla="*/ 0 h 89"/>
                  <a:gd name="T12" fmla="*/ 46 w 48"/>
                  <a:gd name="T13" fmla="*/ 2 h 89"/>
                  <a:gd name="T14" fmla="*/ 48 w 48"/>
                  <a:gd name="T15" fmla="*/ 6 h 89"/>
                  <a:gd name="T16" fmla="*/ 48 w 48"/>
                  <a:gd name="T17" fmla="*/ 89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8" h="89">
                    <a:moveTo>
                      <a:pt x="48" y="89"/>
                    </a:moveTo>
                    <a:cubicBezTo>
                      <a:pt x="0" y="89"/>
                      <a:pt x="0" y="89"/>
                      <a:pt x="0" y="89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4"/>
                      <a:pt x="0" y="3"/>
                      <a:pt x="1" y="2"/>
                    </a:cubicBezTo>
                    <a:cubicBezTo>
                      <a:pt x="2" y="1"/>
                      <a:pt x="4" y="0"/>
                      <a:pt x="5" y="0"/>
                    </a:cubicBezTo>
                    <a:cubicBezTo>
                      <a:pt x="43" y="0"/>
                      <a:pt x="43" y="0"/>
                      <a:pt x="43" y="0"/>
                    </a:cubicBezTo>
                    <a:cubicBezTo>
                      <a:pt x="44" y="0"/>
                      <a:pt x="45" y="1"/>
                      <a:pt x="46" y="2"/>
                    </a:cubicBezTo>
                    <a:cubicBezTo>
                      <a:pt x="47" y="3"/>
                      <a:pt x="48" y="4"/>
                      <a:pt x="48" y="6"/>
                    </a:cubicBezTo>
                    <a:cubicBezTo>
                      <a:pt x="48" y="89"/>
                      <a:pt x="48" y="89"/>
                      <a:pt x="48" y="8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6" name="Freeform 18"/>
              <p:cNvSpPr>
                <a:spLocks/>
              </p:cNvSpPr>
              <p:nvPr/>
            </p:nvSpPr>
            <p:spPr bwMode="auto">
              <a:xfrm>
                <a:off x="1901" y="1205"/>
                <a:ext cx="84" cy="237"/>
              </a:xfrm>
              <a:custGeom>
                <a:avLst/>
                <a:gdLst>
                  <a:gd name="T0" fmla="*/ 79 w 84"/>
                  <a:gd name="T1" fmla="*/ 64 h 237"/>
                  <a:gd name="T2" fmla="*/ 84 w 84"/>
                  <a:gd name="T3" fmla="*/ 62 h 237"/>
                  <a:gd name="T4" fmla="*/ 83 w 84"/>
                  <a:gd name="T5" fmla="*/ 56 h 237"/>
                  <a:gd name="T6" fmla="*/ 46 w 84"/>
                  <a:gd name="T7" fmla="*/ 2 h 237"/>
                  <a:gd name="T8" fmla="*/ 42 w 84"/>
                  <a:gd name="T9" fmla="*/ 0 h 237"/>
                  <a:gd name="T10" fmla="*/ 38 w 84"/>
                  <a:gd name="T11" fmla="*/ 2 h 237"/>
                  <a:gd name="T12" fmla="*/ 1 w 84"/>
                  <a:gd name="T13" fmla="*/ 56 h 237"/>
                  <a:gd name="T14" fmla="*/ 1 w 84"/>
                  <a:gd name="T15" fmla="*/ 62 h 237"/>
                  <a:gd name="T16" fmla="*/ 5 w 84"/>
                  <a:gd name="T17" fmla="*/ 64 h 237"/>
                  <a:gd name="T18" fmla="*/ 18 w 84"/>
                  <a:gd name="T19" fmla="*/ 64 h 237"/>
                  <a:gd name="T20" fmla="*/ 18 w 84"/>
                  <a:gd name="T21" fmla="*/ 237 h 237"/>
                  <a:gd name="T22" fmla="*/ 66 w 84"/>
                  <a:gd name="T23" fmla="*/ 237 h 237"/>
                  <a:gd name="T24" fmla="*/ 66 w 84"/>
                  <a:gd name="T25" fmla="*/ 64 h 237"/>
                  <a:gd name="T26" fmla="*/ 79 w 84"/>
                  <a:gd name="T27" fmla="*/ 64 h 2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84" h="237">
                    <a:moveTo>
                      <a:pt x="79" y="64"/>
                    </a:moveTo>
                    <a:cubicBezTo>
                      <a:pt x="81" y="64"/>
                      <a:pt x="83" y="63"/>
                      <a:pt x="84" y="62"/>
                    </a:cubicBezTo>
                    <a:cubicBezTo>
                      <a:pt x="84" y="60"/>
                      <a:pt x="84" y="58"/>
                      <a:pt x="83" y="56"/>
                    </a:cubicBezTo>
                    <a:cubicBezTo>
                      <a:pt x="46" y="2"/>
                      <a:pt x="46" y="2"/>
                      <a:pt x="46" y="2"/>
                    </a:cubicBezTo>
                    <a:cubicBezTo>
                      <a:pt x="45" y="1"/>
                      <a:pt x="44" y="0"/>
                      <a:pt x="42" y="0"/>
                    </a:cubicBezTo>
                    <a:cubicBezTo>
                      <a:pt x="40" y="0"/>
                      <a:pt x="39" y="1"/>
                      <a:pt x="38" y="2"/>
                    </a:cubicBezTo>
                    <a:cubicBezTo>
                      <a:pt x="1" y="56"/>
                      <a:pt x="1" y="56"/>
                      <a:pt x="1" y="56"/>
                    </a:cubicBezTo>
                    <a:cubicBezTo>
                      <a:pt x="0" y="58"/>
                      <a:pt x="0" y="60"/>
                      <a:pt x="1" y="62"/>
                    </a:cubicBezTo>
                    <a:cubicBezTo>
                      <a:pt x="1" y="63"/>
                      <a:pt x="3" y="64"/>
                      <a:pt x="5" y="64"/>
                    </a:cubicBezTo>
                    <a:cubicBezTo>
                      <a:pt x="18" y="64"/>
                      <a:pt x="18" y="64"/>
                      <a:pt x="18" y="64"/>
                    </a:cubicBezTo>
                    <a:cubicBezTo>
                      <a:pt x="18" y="237"/>
                      <a:pt x="18" y="237"/>
                      <a:pt x="18" y="237"/>
                    </a:cubicBezTo>
                    <a:cubicBezTo>
                      <a:pt x="66" y="237"/>
                      <a:pt x="66" y="237"/>
                      <a:pt x="66" y="237"/>
                    </a:cubicBezTo>
                    <a:cubicBezTo>
                      <a:pt x="66" y="64"/>
                      <a:pt x="66" y="64"/>
                      <a:pt x="66" y="64"/>
                    </a:cubicBezTo>
                    <a:lnTo>
                      <a:pt x="79" y="6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7" name="Freeform 19"/>
              <p:cNvSpPr>
                <a:spLocks/>
              </p:cNvSpPr>
              <p:nvPr/>
            </p:nvSpPr>
            <p:spPr bwMode="auto">
              <a:xfrm>
                <a:off x="1552" y="1187"/>
                <a:ext cx="510" cy="276"/>
              </a:xfrm>
              <a:custGeom>
                <a:avLst/>
                <a:gdLst>
                  <a:gd name="T0" fmla="*/ 8 w 512"/>
                  <a:gd name="T1" fmla="*/ 268 h 276"/>
                  <a:gd name="T2" fmla="*/ 8 w 512"/>
                  <a:gd name="T3" fmla="*/ 4 h 276"/>
                  <a:gd name="T4" fmla="*/ 7 w 512"/>
                  <a:gd name="T5" fmla="*/ 1 h 276"/>
                  <a:gd name="T6" fmla="*/ 4 w 512"/>
                  <a:gd name="T7" fmla="*/ 0 h 276"/>
                  <a:gd name="T8" fmla="*/ 4 w 512"/>
                  <a:gd name="T9" fmla="*/ 0 h 276"/>
                  <a:gd name="T10" fmla="*/ 1 w 512"/>
                  <a:gd name="T11" fmla="*/ 1 h 276"/>
                  <a:gd name="T12" fmla="*/ 0 w 512"/>
                  <a:gd name="T13" fmla="*/ 4 h 276"/>
                  <a:gd name="T14" fmla="*/ 0 w 512"/>
                  <a:gd name="T15" fmla="*/ 276 h 276"/>
                  <a:gd name="T16" fmla="*/ 508 w 512"/>
                  <a:gd name="T17" fmla="*/ 276 h 276"/>
                  <a:gd name="T18" fmla="*/ 511 w 512"/>
                  <a:gd name="T19" fmla="*/ 275 h 276"/>
                  <a:gd name="T20" fmla="*/ 512 w 512"/>
                  <a:gd name="T21" fmla="*/ 272 h 276"/>
                  <a:gd name="T22" fmla="*/ 512 w 512"/>
                  <a:gd name="T23" fmla="*/ 272 h 276"/>
                  <a:gd name="T24" fmla="*/ 511 w 512"/>
                  <a:gd name="T25" fmla="*/ 269 h 276"/>
                  <a:gd name="T26" fmla="*/ 508 w 512"/>
                  <a:gd name="T27" fmla="*/ 268 h 276"/>
                  <a:gd name="T28" fmla="*/ 8 w 512"/>
                  <a:gd name="T29" fmla="*/ 268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12" h="276">
                    <a:moveTo>
                      <a:pt x="8" y="268"/>
                    </a:moveTo>
                    <a:cubicBezTo>
                      <a:pt x="8" y="4"/>
                      <a:pt x="8" y="4"/>
                      <a:pt x="8" y="4"/>
                    </a:cubicBezTo>
                    <a:cubicBezTo>
                      <a:pt x="8" y="3"/>
                      <a:pt x="8" y="2"/>
                      <a:pt x="7" y="1"/>
                    </a:cubicBezTo>
                    <a:cubicBezTo>
                      <a:pt x="6" y="1"/>
                      <a:pt x="5" y="0"/>
                      <a:pt x="4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3" y="0"/>
                      <a:pt x="2" y="1"/>
                      <a:pt x="1" y="1"/>
                    </a:cubicBezTo>
                    <a:cubicBezTo>
                      <a:pt x="0" y="2"/>
                      <a:pt x="0" y="3"/>
                      <a:pt x="0" y="4"/>
                    </a:cubicBezTo>
                    <a:cubicBezTo>
                      <a:pt x="0" y="276"/>
                      <a:pt x="0" y="276"/>
                      <a:pt x="0" y="276"/>
                    </a:cubicBezTo>
                    <a:cubicBezTo>
                      <a:pt x="508" y="276"/>
                      <a:pt x="508" y="276"/>
                      <a:pt x="508" y="276"/>
                    </a:cubicBezTo>
                    <a:cubicBezTo>
                      <a:pt x="509" y="276"/>
                      <a:pt x="510" y="276"/>
                      <a:pt x="511" y="275"/>
                    </a:cubicBezTo>
                    <a:cubicBezTo>
                      <a:pt x="512" y="274"/>
                      <a:pt x="512" y="273"/>
                      <a:pt x="512" y="272"/>
                    </a:cubicBezTo>
                    <a:cubicBezTo>
                      <a:pt x="512" y="272"/>
                      <a:pt x="512" y="272"/>
                      <a:pt x="512" y="272"/>
                    </a:cubicBezTo>
                    <a:cubicBezTo>
                      <a:pt x="512" y="271"/>
                      <a:pt x="512" y="270"/>
                      <a:pt x="511" y="269"/>
                    </a:cubicBezTo>
                    <a:cubicBezTo>
                      <a:pt x="510" y="268"/>
                      <a:pt x="509" y="268"/>
                      <a:pt x="508" y="268"/>
                    </a:cubicBezTo>
                    <a:cubicBezTo>
                      <a:pt x="8" y="268"/>
                      <a:pt x="8" y="268"/>
                      <a:pt x="8" y="26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cxnSp>
          <p:nvCxnSpPr>
            <p:cNvPr id="47" name="直接连接符 46"/>
            <p:cNvCxnSpPr/>
            <p:nvPr/>
          </p:nvCxnSpPr>
          <p:spPr>
            <a:xfrm>
              <a:off x="9883677" y="2708305"/>
              <a:ext cx="1136822" cy="0"/>
            </a:xfrm>
            <a:prstGeom prst="line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47"/>
            <p:cNvCxnSpPr/>
            <p:nvPr/>
          </p:nvCxnSpPr>
          <p:spPr>
            <a:xfrm>
              <a:off x="7873164" y="2708305"/>
              <a:ext cx="1136822" cy="0"/>
            </a:xfrm>
            <a:prstGeom prst="line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文本框 50"/>
            <p:cNvSpPr txBox="1"/>
            <p:nvPr/>
          </p:nvSpPr>
          <p:spPr>
            <a:xfrm>
              <a:off x="8110731" y="2338973"/>
              <a:ext cx="6848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2015</a:t>
              </a:r>
              <a:endParaRPr lang="zh-CN" altLang="en-US" dirty="0"/>
            </a:p>
          </p:txBody>
        </p:sp>
        <p:sp>
          <p:nvSpPr>
            <p:cNvPr id="52" name="文本框 51"/>
            <p:cNvSpPr txBox="1"/>
            <p:nvPr/>
          </p:nvSpPr>
          <p:spPr>
            <a:xfrm>
              <a:off x="10137764" y="2338973"/>
              <a:ext cx="7168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/>
                <a:t>2016</a:t>
              </a:r>
              <a:endParaRPr lang="zh-CN" altLang="en-US" b="1" dirty="0"/>
            </a:p>
          </p:txBody>
        </p:sp>
        <p:sp>
          <p:nvSpPr>
            <p:cNvPr id="54" name="文本框 53"/>
            <p:cNvSpPr txBox="1"/>
            <p:nvPr/>
          </p:nvSpPr>
          <p:spPr>
            <a:xfrm>
              <a:off x="7921732" y="3230017"/>
              <a:ext cx="1157689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600" b="1" dirty="0"/>
                <a:t>43</a:t>
              </a:r>
              <a:r>
                <a:rPr lang="en-US" altLang="zh-CN" b="1" dirty="0"/>
                <a:t>%</a:t>
              </a:r>
              <a:r>
                <a:rPr lang="zh-CN" altLang="en-US" sz="3600" b="1" dirty="0"/>
                <a:t>↑</a:t>
              </a:r>
            </a:p>
          </p:txBody>
        </p:sp>
      </p:grpSp>
      <p:cxnSp>
        <p:nvCxnSpPr>
          <p:cNvPr id="55" name="直接连接符 54"/>
          <p:cNvCxnSpPr/>
          <p:nvPr/>
        </p:nvCxnSpPr>
        <p:spPr>
          <a:xfrm>
            <a:off x="4304523" y="491067"/>
            <a:ext cx="332736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6" name="矩形 55"/>
          <p:cNvSpPr/>
          <p:nvPr/>
        </p:nvSpPr>
        <p:spPr>
          <a:xfrm>
            <a:off x="4216609" y="698450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609585"/>
            <a:r>
              <a:rPr lang="zh-CN" altLang="en-US" b="1" dirty="0">
                <a:ea typeface="微软雅黑" charset="0"/>
              </a:rPr>
              <a:t>点击此处添加标题</a:t>
            </a:r>
          </a:p>
        </p:txBody>
      </p:sp>
      <p:sp>
        <p:nvSpPr>
          <p:cNvPr id="57" name="矩形 56"/>
          <p:cNvSpPr/>
          <p:nvPr/>
        </p:nvSpPr>
        <p:spPr>
          <a:xfrm>
            <a:off x="4216608" y="1038671"/>
            <a:ext cx="7111511" cy="8125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609585">
              <a:lnSpc>
                <a:spcPct val="130000"/>
              </a:lnSpc>
            </a:pPr>
            <a:r>
              <a:rPr lang="zh-CN" altLang="en-US" sz="1200" dirty="0">
                <a:latin typeface="微软雅黑" charset="0"/>
                <a:ea typeface="微软雅黑" charset="0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200" dirty="0">
                <a:latin typeface="微软雅黑" charset="0"/>
                <a:ea typeface="微软雅黑" charset="0"/>
              </a:rPr>
              <a:t>8-14</a:t>
            </a:r>
            <a:r>
              <a:rPr lang="zh-CN" altLang="en-US" sz="1200" dirty="0">
                <a:latin typeface="微软雅黑" charset="0"/>
                <a:ea typeface="微软雅黑" charset="0"/>
              </a:rPr>
              <a:t>号字，</a:t>
            </a:r>
            <a:r>
              <a:rPr lang="en-US" altLang="zh-CN" sz="1200" dirty="0">
                <a:latin typeface="微软雅黑" charset="0"/>
                <a:ea typeface="微软雅黑" charset="0"/>
              </a:rPr>
              <a:t>1.3</a:t>
            </a:r>
            <a:r>
              <a:rPr lang="zh-CN" altLang="en-US" sz="1200" dirty="0">
                <a:latin typeface="微软雅黑" charset="0"/>
                <a:ea typeface="微软雅黑" charset="0"/>
              </a:rPr>
              <a:t>倍字间距。标题数字等都可以通过点击和重新输入进行更改，顶部“开始”面板中可以对字体、字号、颜色、行距等进行修改。</a:t>
            </a:r>
          </a:p>
        </p:txBody>
      </p:sp>
    </p:spTree>
    <p:extLst>
      <p:ext uri="{BB962C8B-B14F-4D97-AF65-F5344CB8AC3E}">
        <p14:creationId xmlns:p14="http://schemas.microsoft.com/office/powerpoint/2010/main" val="1883298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选题背景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Part One</a:t>
            </a:r>
            <a:endParaRPr lang="zh-CN" altLang="en-US" dirty="0"/>
          </a:p>
        </p:txBody>
      </p:sp>
      <p:pic>
        <p:nvPicPr>
          <p:cNvPr id="4" name="图片 3">
            <a:hlinkClick r:id="rId2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800" y="6334619"/>
            <a:ext cx="1828800" cy="241402"/>
          </a:xfrm>
          <a:prstGeom prst="rect">
            <a:avLst/>
          </a:prstGeom>
        </p:spPr>
      </p:pic>
      <p:cxnSp>
        <p:nvCxnSpPr>
          <p:cNvPr id="7" name="直接连接符 6"/>
          <p:cNvCxnSpPr/>
          <p:nvPr/>
        </p:nvCxnSpPr>
        <p:spPr>
          <a:xfrm>
            <a:off x="4309533" y="3175001"/>
            <a:ext cx="332736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5" name="组合 24"/>
          <p:cNvGrpSpPr/>
          <p:nvPr/>
        </p:nvGrpSpPr>
        <p:grpSpPr>
          <a:xfrm>
            <a:off x="4208910" y="3325438"/>
            <a:ext cx="3429412" cy="2542864"/>
            <a:chOff x="4208910" y="3325438"/>
            <a:chExt cx="3429412" cy="2542864"/>
          </a:xfrm>
        </p:grpSpPr>
        <p:sp>
          <p:nvSpPr>
            <p:cNvPr id="8" name="矩形 7"/>
            <p:cNvSpPr/>
            <p:nvPr/>
          </p:nvSpPr>
          <p:spPr>
            <a:xfrm>
              <a:off x="4208910" y="3325438"/>
              <a:ext cx="2031325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defTabSz="609585"/>
              <a:r>
                <a:rPr lang="zh-CN" altLang="en-US" b="1" dirty="0">
                  <a:ea typeface="微软雅黑" charset="0"/>
                </a:rPr>
                <a:t>点击此处添加标题</a:t>
              </a:r>
            </a:p>
          </p:txBody>
        </p:sp>
        <p:sp>
          <p:nvSpPr>
            <p:cNvPr id="9" name="矩形 8"/>
            <p:cNvSpPr/>
            <p:nvPr/>
          </p:nvSpPr>
          <p:spPr>
            <a:xfrm>
              <a:off x="4208910" y="3665659"/>
              <a:ext cx="3429412" cy="201285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 defTabSz="609585">
                <a:lnSpc>
                  <a:spcPct val="130000"/>
                </a:lnSpc>
              </a:pPr>
              <a:r>
                <a:rPr lang="zh-CN" altLang="en-US" sz="1200" dirty="0">
                  <a:latin typeface="微软雅黑" charset="0"/>
                  <a:ea typeface="微软雅黑" charset="0"/>
                </a:rPr>
                <a:t>标题数字等都可以通过点击和重新输入进行更改，顶部“开始”面板中可以对字体、字号、颜色、行距等进行修改。</a:t>
              </a:r>
              <a:endParaRPr lang="en-US" altLang="zh-CN" sz="1200" dirty="0">
                <a:latin typeface="微软雅黑" charset="0"/>
                <a:ea typeface="微软雅黑" charset="0"/>
              </a:endParaRPr>
            </a:p>
            <a:p>
              <a:pPr algn="just" defTabSz="609585">
                <a:lnSpc>
                  <a:spcPct val="130000"/>
                </a:lnSpc>
              </a:pPr>
              <a:endParaRPr lang="en-US" altLang="zh-CN" sz="1200" dirty="0">
                <a:latin typeface="微软雅黑" charset="0"/>
                <a:ea typeface="微软雅黑" charset="0"/>
              </a:endParaRPr>
            </a:p>
            <a:p>
              <a:pPr marL="171450" indent="-171450" algn="just" defTabSz="609585">
                <a:lnSpc>
                  <a:spcPct val="130000"/>
                </a:lnSpc>
                <a:buFont typeface="Arial" panose="020B0604020202020204" pitchFamily="34" charset="0"/>
                <a:buChar char="•"/>
              </a:pPr>
              <a:r>
                <a:rPr lang="zh-CN" altLang="en-US" sz="1200" dirty="0">
                  <a:latin typeface="微软雅黑" charset="0"/>
                  <a:ea typeface="微软雅黑" charset="0"/>
                </a:rPr>
                <a:t>点击此处添加正文</a:t>
              </a:r>
              <a:endParaRPr lang="en-US" altLang="zh-CN" sz="1200" dirty="0">
                <a:latin typeface="微软雅黑" charset="0"/>
                <a:ea typeface="微软雅黑" charset="0"/>
              </a:endParaRPr>
            </a:p>
            <a:p>
              <a:pPr marL="171450" indent="-171450" algn="just" defTabSz="609585">
                <a:lnSpc>
                  <a:spcPct val="130000"/>
                </a:lnSpc>
                <a:buFont typeface="Arial" panose="020B0604020202020204" pitchFamily="34" charset="0"/>
                <a:buChar char="•"/>
              </a:pPr>
              <a:r>
                <a:rPr lang="zh-CN" altLang="en-US" sz="1200" dirty="0">
                  <a:latin typeface="微软雅黑" charset="0"/>
                  <a:ea typeface="微软雅黑" charset="0"/>
                </a:rPr>
                <a:t>点击此处添加正文</a:t>
              </a:r>
              <a:endParaRPr lang="en-US" altLang="zh-CN" sz="1200" dirty="0">
                <a:latin typeface="微软雅黑" charset="0"/>
                <a:ea typeface="微软雅黑" charset="0"/>
              </a:endParaRPr>
            </a:p>
            <a:p>
              <a:pPr marL="171450" indent="-171450" algn="just" defTabSz="609585">
                <a:lnSpc>
                  <a:spcPct val="130000"/>
                </a:lnSpc>
                <a:buFont typeface="Arial" panose="020B0604020202020204" pitchFamily="34" charset="0"/>
                <a:buChar char="•"/>
              </a:pPr>
              <a:r>
                <a:rPr lang="zh-CN" altLang="en-US" sz="1200" dirty="0">
                  <a:latin typeface="微软雅黑" charset="0"/>
                  <a:ea typeface="微软雅黑" charset="0"/>
                </a:rPr>
                <a:t>点击此处添加正文</a:t>
              </a:r>
            </a:p>
            <a:p>
              <a:pPr marL="171450" indent="-171450" algn="just" defTabSz="609585">
                <a:lnSpc>
                  <a:spcPct val="130000"/>
                </a:lnSpc>
                <a:buFont typeface="Arial" panose="020B0604020202020204" pitchFamily="34" charset="0"/>
                <a:buChar char="•"/>
              </a:pPr>
              <a:r>
                <a:rPr lang="zh-CN" altLang="en-US" sz="1200" dirty="0">
                  <a:latin typeface="微软雅黑" charset="0"/>
                  <a:ea typeface="微软雅黑" charset="0"/>
                </a:rPr>
                <a:t>点击此处添加正文</a:t>
              </a:r>
            </a:p>
          </p:txBody>
        </p:sp>
        <p:cxnSp>
          <p:nvCxnSpPr>
            <p:cNvPr id="10" name="直接连接符 9"/>
            <p:cNvCxnSpPr/>
            <p:nvPr/>
          </p:nvCxnSpPr>
          <p:spPr>
            <a:xfrm>
              <a:off x="4309533" y="5868302"/>
              <a:ext cx="3327367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3" name="直接连接符 12"/>
          <p:cNvCxnSpPr/>
          <p:nvPr/>
        </p:nvCxnSpPr>
        <p:spPr>
          <a:xfrm>
            <a:off x="7947882" y="3175001"/>
            <a:ext cx="332736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3" name="组合 22"/>
          <p:cNvGrpSpPr/>
          <p:nvPr/>
        </p:nvGrpSpPr>
        <p:grpSpPr>
          <a:xfrm>
            <a:off x="7847259" y="3325438"/>
            <a:ext cx="3429412" cy="2542864"/>
            <a:chOff x="7847259" y="3325438"/>
            <a:chExt cx="3429412" cy="2542864"/>
          </a:xfrm>
        </p:grpSpPr>
        <p:sp>
          <p:nvSpPr>
            <p:cNvPr id="14" name="矩形 13"/>
            <p:cNvSpPr/>
            <p:nvPr/>
          </p:nvSpPr>
          <p:spPr>
            <a:xfrm>
              <a:off x="7847259" y="3325438"/>
              <a:ext cx="2031325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defTabSz="609585"/>
              <a:r>
                <a:rPr lang="zh-CN" altLang="en-US" b="1" dirty="0">
                  <a:ea typeface="微软雅黑" charset="0"/>
                </a:rPr>
                <a:t>点击此处添加标题</a:t>
              </a:r>
            </a:p>
          </p:txBody>
        </p:sp>
        <p:sp>
          <p:nvSpPr>
            <p:cNvPr id="15" name="矩形 14"/>
            <p:cNvSpPr/>
            <p:nvPr/>
          </p:nvSpPr>
          <p:spPr>
            <a:xfrm>
              <a:off x="7847259" y="3665659"/>
              <a:ext cx="3429412" cy="201285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 defTabSz="609585">
                <a:lnSpc>
                  <a:spcPct val="130000"/>
                </a:lnSpc>
              </a:pPr>
              <a:r>
                <a:rPr lang="zh-CN" altLang="en-US" sz="1200" dirty="0">
                  <a:latin typeface="微软雅黑" charset="0"/>
                  <a:ea typeface="微软雅黑" charset="0"/>
                </a:rPr>
                <a:t>标题数字等都可以通过点击和重新输入进行更改，顶部“开始”面板中可以对字体、字号、颜色、行距等进行修改。</a:t>
              </a:r>
              <a:endParaRPr lang="en-US" altLang="zh-CN" sz="1200" dirty="0">
                <a:latin typeface="微软雅黑" charset="0"/>
                <a:ea typeface="微软雅黑" charset="0"/>
              </a:endParaRPr>
            </a:p>
            <a:p>
              <a:pPr algn="just" defTabSz="609585">
                <a:lnSpc>
                  <a:spcPct val="130000"/>
                </a:lnSpc>
              </a:pPr>
              <a:endParaRPr lang="en-US" altLang="zh-CN" sz="1200" dirty="0">
                <a:latin typeface="微软雅黑" charset="0"/>
                <a:ea typeface="微软雅黑" charset="0"/>
              </a:endParaRPr>
            </a:p>
            <a:p>
              <a:pPr marL="171450" indent="-171450" algn="just" defTabSz="609585">
                <a:lnSpc>
                  <a:spcPct val="130000"/>
                </a:lnSpc>
                <a:buFont typeface="Arial" panose="020B0604020202020204" pitchFamily="34" charset="0"/>
                <a:buChar char="•"/>
              </a:pPr>
              <a:r>
                <a:rPr lang="zh-CN" altLang="en-US" sz="1200" dirty="0">
                  <a:latin typeface="微软雅黑" charset="0"/>
                  <a:ea typeface="微软雅黑" charset="0"/>
                </a:rPr>
                <a:t>点击此处添加正文</a:t>
              </a:r>
              <a:endParaRPr lang="en-US" altLang="zh-CN" sz="1200" dirty="0">
                <a:latin typeface="微软雅黑" charset="0"/>
                <a:ea typeface="微软雅黑" charset="0"/>
              </a:endParaRPr>
            </a:p>
            <a:p>
              <a:pPr marL="171450" indent="-171450" algn="just" defTabSz="609585">
                <a:lnSpc>
                  <a:spcPct val="130000"/>
                </a:lnSpc>
                <a:buFont typeface="Arial" panose="020B0604020202020204" pitchFamily="34" charset="0"/>
                <a:buChar char="•"/>
              </a:pPr>
              <a:r>
                <a:rPr lang="zh-CN" altLang="en-US" sz="1200" dirty="0">
                  <a:latin typeface="微软雅黑" charset="0"/>
                  <a:ea typeface="微软雅黑" charset="0"/>
                </a:rPr>
                <a:t>点击此处添加正文</a:t>
              </a:r>
              <a:endParaRPr lang="en-US" altLang="zh-CN" sz="1200" dirty="0">
                <a:latin typeface="微软雅黑" charset="0"/>
                <a:ea typeface="微软雅黑" charset="0"/>
              </a:endParaRPr>
            </a:p>
            <a:p>
              <a:pPr marL="171450" indent="-171450" algn="just" defTabSz="609585">
                <a:lnSpc>
                  <a:spcPct val="130000"/>
                </a:lnSpc>
                <a:buFont typeface="Arial" panose="020B0604020202020204" pitchFamily="34" charset="0"/>
                <a:buChar char="•"/>
              </a:pPr>
              <a:r>
                <a:rPr lang="zh-CN" altLang="en-US" sz="1200" dirty="0">
                  <a:latin typeface="微软雅黑" charset="0"/>
                  <a:ea typeface="微软雅黑" charset="0"/>
                </a:rPr>
                <a:t>点击此处添加正文</a:t>
              </a:r>
            </a:p>
            <a:p>
              <a:pPr marL="171450" indent="-171450" algn="just" defTabSz="609585">
                <a:lnSpc>
                  <a:spcPct val="130000"/>
                </a:lnSpc>
                <a:buFont typeface="Arial" panose="020B0604020202020204" pitchFamily="34" charset="0"/>
                <a:buChar char="•"/>
              </a:pPr>
              <a:r>
                <a:rPr lang="zh-CN" altLang="en-US" sz="1200" dirty="0">
                  <a:latin typeface="微软雅黑" charset="0"/>
                  <a:ea typeface="微软雅黑" charset="0"/>
                </a:rPr>
                <a:t>点击此处添加正文</a:t>
              </a:r>
            </a:p>
          </p:txBody>
        </p:sp>
        <p:cxnSp>
          <p:nvCxnSpPr>
            <p:cNvPr id="16" name="直接连接符 15"/>
            <p:cNvCxnSpPr/>
            <p:nvPr/>
          </p:nvCxnSpPr>
          <p:spPr>
            <a:xfrm>
              <a:off x="7947882" y="5868302"/>
              <a:ext cx="3327367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2" name="组合 21"/>
          <p:cNvGrpSpPr/>
          <p:nvPr/>
        </p:nvGrpSpPr>
        <p:grpSpPr>
          <a:xfrm>
            <a:off x="7847259" y="489552"/>
            <a:ext cx="3429412" cy="2495665"/>
            <a:chOff x="7847259" y="489552"/>
            <a:chExt cx="3429412" cy="2495665"/>
          </a:xfrm>
        </p:grpSpPr>
        <p:sp>
          <p:nvSpPr>
            <p:cNvPr id="11" name="矩形 10"/>
            <p:cNvSpPr/>
            <p:nvPr/>
          </p:nvSpPr>
          <p:spPr>
            <a:xfrm>
              <a:off x="7847259" y="632137"/>
              <a:ext cx="2031325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defTabSz="609585"/>
              <a:r>
                <a:rPr lang="zh-CN" altLang="en-US" b="1" dirty="0">
                  <a:ea typeface="微软雅黑" charset="0"/>
                </a:rPr>
                <a:t>点击此处添加标题</a:t>
              </a:r>
            </a:p>
          </p:txBody>
        </p:sp>
        <p:sp>
          <p:nvSpPr>
            <p:cNvPr id="12" name="矩形 11"/>
            <p:cNvSpPr/>
            <p:nvPr/>
          </p:nvSpPr>
          <p:spPr>
            <a:xfrm>
              <a:off x="7847259" y="972358"/>
              <a:ext cx="3429412" cy="201285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 defTabSz="609585">
                <a:lnSpc>
                  <a:spcPct val="130000"/>
                </a:lnSpc>
              </a:pPr>
              <a:r>
                <a:rPr lang="zh-CN" altLang="en-US" sz="1200" dirty="0">
                  <a:latin typeface="微软雅黑" charset="0"/>
                  <a:ea typeface="微软雅黑" charset="0"/>
                </a:rPr>
                <a:t>标题数字等都可以通过点击和重新输入进行更改，顶部“开始”面板中可以对字体、字号、颜色、行距等进行修改。</a:t>
              </a:r>
              <a:endParaRPr lang="en-US" altLang="zh-CN" sz="1200" dirty="0">
                <a:latin typeface="微软雅黑" charset="0"/>
                <a:ea typeface="微软雅黑" charset="0"/>
              </a:endParaRPr>
            </a:p>
            <a:p>
              <a:pPr algn="just" defTabSz="609585">
                <a:lnSpc>
                  <a:spcPct val="130000"/>
                </a:lnSpc>
              </a:pPr>
              <a:endParaRPr lang="en-US" altLang="zh-CN" sz="1200" dirty="0">
                <a:latin typeface="微软雅黑" charset="0"/>
                <a:ea typeface="微软雅黑" charset="0"/>
              </a:endParaRPr>
            </a:p>
            <a:p>
              <a:pPr marL="171450" indent="-171450" algn="just" defTabSz="609585">
                <a:lnSpc>
                  <a:spcPct val="130000"/>
                </a:lnSpc>
                <a:buFont typeface="Arial" panose="020B0604020202020204" pitchFamily="34" charset="0"/>
                <a:buChar char="•"/>
              </a:pPr>
              <a:r>
                <a:rPr lang="zh-CN" altLang="en-US" sz="1200" dirty="0">
                  <a:latin typeface="微软雅黑" charset="0"/>
                  <a:ea typeface="微软雅黑" charset="0"/>
                </a:rPr>
                <a:t>点击此处添加正文</a:t>
              </a:r>
              <a:endParaRPr lang="en-US" altLang="zh-CN" sz="1200" dirty="0">
                <a:latin typeface="微软雅黑" charset="0"/>
                <a:ea typeface="微软雅黑" charset="0"/>
              </a:endParaRPr>
            </a:p>
            <a:p>
              <a:pPr marL="171450" indent="-171450" algn="just" defTabSz="609585">
                <a:lnSpc>
                  <a:spcPct val="130000"/>
                </a:lnSpc>
                <a:buFont typeface="Arial" panose="020B0604020202020204" pitchFamily="34" charset="0"/>
                <a:buChar char="•"/>
              </a:pPr>
              <a:r>
                <a:rPr lang="zh-CN" altLang="en-US" sz="1200" dirty="0">
                  <a:latin typeface="微软雅黑" charset="0"/>
                  <a:ea typeface="微软雅黑" charset="0"/>
                </a:rPr>
                <a:t>点击此处添加正文</a:t>
              </a:r>
              <a:endParaRPr lang="en-US" altLang="zh-CN" sz="1200" dirty="0">
                <a:latin typeface="微软雅黑" charset="0"/>
                <a:ea typeface="微软雅黑" charset="0"/>
              </a:endParaRPr>
            </a:p>
            <a:p>
              <a:pPr marL="171450" indent="-171450" algn="just" defTabSz="609585">
                <a:lnSpc>
                  <a:spcPct val="130000"/>
                </a:lnSpc>
                <a:buFont typeface="Arial" panose="020B0604020202020204" pitchFamily="34" charset="0"/>
                <a:buChar char="•"/>
              </a:pPr>
              <a:r>
                <a:rPr lang="zh-CN" altLang="en-US" sz="1200" dirty="0">
                  <a:latin typeface="微软雅黑" charset="0"/>
                  <a:ea typeface="微软雅黑" charset="0"/>
                </a:rPr>
                <a:t>点击此处添加正文</a:t>
              </a:r>
            </a:p>
            <a:p>
              <a:pPr marL="171450" indent="-171450" algn="just" defTabSz="609585">
                <a:lnSpc>
                  <a:spcPct val="130000"/>
                </a:lnSpc>
                <a:buFont typeface="Arial" panose="020B0604020202020204" pitchFamily="34" charset="0"/>
                <a:buChar char="•"/>
              </a:pPr>
              <a:r>
                <a:rPr lang="zh-CN" altLang="en-US" sz="1200" dirty="0">
                  <a:latin typeface="微软雅黑" charset="0"/>
                  <a:ea typeface="微软雅黑" charset="0"/>
                </a:rPr>
                <a:t>点击此处添加正文</a:t>
              </a:r>
            </a:p>
          </p:txBody>
        </p:sp>
        <p:cxnSp>
          <p:nvCxnSpPr>
            <p:cNvPr id="17" name="直接连接符 16"/>
            <p:cNvCxnSpPr/>
            <p:nvPr/>
          </p:nvCxnSpPr>
          <p:spPr>
            <a:xfrm>
              <a:off x="7947882" y="489552"/>
              <a:ext cx="3327367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1" name="组合 20"/>
          <p:cNvGrpSpPr/>
          <p:nvPr/>
        </p:nvGrpSpPr>
        <p:grpSpPr>
          <a:xfrm>
            <a:off x="4208910" y="489552"/>
            <a:ext cx="3429412" cy="2495665"/>
            <a:chOff x="4208910" y="489552"/>
            <a:chExt cx="3429412" cy="2495665"/>
          </a:xfrm>
        </p:grpSpPr>
        <p:sp>
          <p:nvSpPr>
            <p:cNvPr id="5" name="矩形 4"/>
            <p:cNvSpPr/>
            <p:nvPr/>
          </p:nvSpPr>
          <p:spPr>
            <a:xfrm>
              <a:off x="4208910" y="632137"/>
              <a:ext cx="2031325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defTabSz="609585"/>
              <a:r>
                <a:rPr lang="zh-CN" altLang="en-US" b="1" dirty="0">
                  <a:ea typeface="微软雅黑" charset="0"/>
                </a:rPr>
                <a:t>点击此处添加标题</a:t>
              </a:r>
            </a:p>
          </p:txBody>
        </p:sp>
        <p:sp>
          <p:nvSpPr>
            <p:cNvPr id="6" name="矩形 5"/>
            <p:cNvSpPr/>
            <p:nvPr/>
          </p:nvSpPr>
          <p:spPr>
            <a:xfrm>
              <a:off x="4208910" y="972358"/>
              <a:ext cx="3429412" cy="201285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 defTabSz="609585">
                <a:lnSpc>
                  <a:spcPct val="130000"/>
                </a:lnSpc>
              </a:pPr>
              <a:r>
                <a:rPr lang="zh-CN" altLang="en-US" sz="1200" dirty="0">
                  <a:latin typeface="微软雅黑" charset="0"/>
                  <a:ea typeface="微软雅黑" charset="0"/>
                </a:rPr>
                <a:t>标题数字等都可以通过点击和重新输入进行更改，顶部“开始”面板中可以对字体、字号、颜色、行距等进行修改。</a:t>
              </a:r>
              <a:endParaRPr lang="en-US" altLang="zh-CN" sz="1200" dirty="0">
                <a:latin typeface="微软雅黑" charset="0"/>
                <a:ea typeface="微软雅黑" charset="0"/>
              </a:endParaRPr>
            </a:p>
            <a:p>
              <a:pPr algn="just" defTabSz="609585">
                <a:lnSpc>
                  <a:spcPct val="130000"/>
                </a:lnSpc>
              </a:pPr>
              <a:endParaRPr lang="en-US" altLang="zh-CN" sz="1200" dirty="0">
                <a:latin typeface="微软雅黑" charset="0"/>
                <a:ea typeface="微软雅黑" charset="0"/>
              </a:endParaRPr>
            </a:p>
            <a:p>
              <a:pPr marL="171450" indent="-171450" algn="just" defTabSz="609585">
                <a:lnSpc>
                  <a:spcPct val="130000"/>
                </a:lnSpc>
                <a:buFont typeface="Arial" panose="020B0604020202020204" pitchFamily="34" charset="0"/>
                <a:buChar char="•"/>
              </a:pPr>
              <a:r>
                <a:rPr lang="zh-CN" altLang="en-US" sz="1200" dirty="0">
                  <a:latin typeface="微软雅黑" charset="0"/>
                  <a:ea typeface="微软雅黑" charset="0"/>
                </a:rPr>
                <a:t>点击此处添加正文</a:t>
              </a:r>
              <a:endParaRPr lang="en-US" altLang="zh-CN" sz="1200" dirty="0">
                <a:latin typeface="微软雅黑" charset="0"/>
                <a:ea typeface="微软雅黑" charset="0"/>
              </a:endParaRPr>
            </a:p>
            <a:p>
              <a:pPr marL="171450" indent="-171450" algn="just" defTabSz="609585">
                <a:lnSpc>
                  <a:spcPct val="130000"/>
                </a:lnSpc>
                <a:buFont typeface="Arial" panose="020B0604020202020204" pitchFamily="34" charset="0"/>
                <a:buChar char="•"/>
              </a:pPr>
              <a:r>
                <a:rPr lang="zh-CN" altLang="en-US" sz="1200" dirty="0">
                  <a:latin typeface="微软雅黑" charset="0"/>
                  <a:ea typeface="微软雅黑" charset="0"/>
                </a:rPr>
                <a:t>点击此处添加正文</a:t>
              </a:r>
              <a:endParaRPr lang="en-US" altLang="zh-CN" sz="1200" dirty="0">
                <a:latin typeface="微软雅黑" charset="0"/>
                <a:ea typeface="微软雅黑" charset="0"/>
              </a:endParaRPr>
            </a:p>
            <a:p>
              <a:pPr marL="171450" indent="-171450" algn="just" defTabSz="609585">
                <a:lnSpc>
                  <a:spcPct val="130000"/>
                </a:lnSpc>
                <a:buFont typeface="Arial" panose="020B0604020202020204" pitchFamily="34" charset="0"/>
                <a:buChar char="•"/>
              </a:pPr>
              <a:r>
                <a:rPr lang="zh-CN" altLang="en-US" sz="1200" dirty="0">
                  <a:latin typeface="微软雅黑" charset="0"/>
                  <a:ea typeface="微软雅黑" charset="0"/>
                </a:rPr>
                <a:t>点击此处添加正文</a:t>
              </a:r>
            </a:p>
            <a:p>
              <a:pPr marL="171450" indent="-171450" algn="just" defTabSz="609585">
                <a:lnSpc>
                  <a:spcPct val="130000"/>
                </a:lnSpc>
                <a:buFont typeface="Arial" panose="020B0604020202020204" pitchFamily="34" charset="0"/>
                <a:buChar char="•"/>
              </a:pPr>
              <a:r>
                <a:rPr lang="zh-CN" altLang="en-US" sz="1200" dirty="0">
                  <a:latin typeface="微软雅黑" charset="0"/>
                  <a:ea typeface="微软雅黑" charset="0"/>
                </a:rPr>
                <a:t>点击此处添加正文</a:t>
              </a:r>
            </a:p>
          </p:txBody>
        </p:sp>
        <p:cxnSp>
          <p:nvCxnSpPr>
            <p:cNvPr id="18" name="直接连接符 17"/>
            <p:cNvCxnSpPr/>
            <p:nvPr/>
          </p:nvCxnSpPr>
          <p:spPr>
            <a:xfrm>
              <a:off x="4309533" y="489552"/>
              <a:ext cx="3327367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0402468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论文结构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Part Two</a:t>
            </a:r>
            <a:endParaRPr lang="zh-CN" altLang="en-US" dirty="0"/>
          </a:p>
          <a:p>
            <a:endParaRPr lang="zh-CN" altLang="en-US" dirty="0"/>
          </a:p>
        </p:txBody>
      </p:sp>
      <p:pic>
        <p:nvPicPr>
          <p:cNvPr id="4" name="图片 3">
            <a:hlinkClick r:id="rId2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1600" y="6300817"/>
            <a:ext cx="1828800" cy="243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0840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论文结构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Part Two</a:t>
            </a:r>
            <a:endParaRPr lang="zh-CN" altLang="en-US" dirty="0"/>
          </a:p>
        </p:txBody>
      </p:sp>
      <p:pic>
        <p:nvPicPr>
          <p:cNvPr id="4" name="图片 3">
            <a:hlinkClick r:id="rId3"/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800" y="6334619"/>
            <a:ext cx="1828800" cy="241402"/>
          </a:xfrm>
          <a:prstGeom prst="rect">
            <a:avLst/>
          </a:prstGeom>
        </p:spPr>
      </p:pic>
      <p:sp>
        <p:nvSpPr>
          <p:cNvPr id="52" name="矩形 51"/>
          <p:cNvSpPr/>
          <p:nvPr/>
        </p:nvSpPr>
        <p:spPr>
          <a:xfrm>
            <a:off x="1921333" y="4830130"/>
            <a:ext cx="1183950" cy="7225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609585">
              <a:lnSpc>
                <a:spcPct val="130000"/>
              </a:lnSpc>
            </a:pPr>
            <a:r>
              <a:rPr lang="zh-CN" altLang="en-US" sz="1050" dirty="0">
                <a:solidFill>
                  <a:schemeClr val="bg1"/>
                </a:solidFill>
                <a:latin typeface="微软雅黑" charset="0"/>
                <a:ea typeface="微软雅黑" charset="0"/>
              </a:rPr>
              <a:t>标题数字等都可以通过点击和重新输入进行更改。</a:t>
            </a:r>
            <a:endParaRPr lang="en-US" altLang="zh-CN" sz="1050" dirty="0">
              <a:solidFill>
                <a:schemeClr val="bg1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54" name="矩形 53"/>
          <p:cNvSpPr/>
          <p:nvPr/>
        </p:nvSpPr>
        <p:spPr>
          <a:xfrm>
            <a:off x="3443405" y="4830130"/>
            <a:ext cx="1183950" cy="7225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609585">
              <a:lnSpc>
                <a:spcPct val="130000"/>
              </a:lnSpc>
            </a:pPr>
            <a:r>
              <a:rPr lang="zh-CN" altLang="en-US" sz="1050" dirty="0">
                <a:solidFill>
                  <a:schemeClr val="bg1"/>
                </a:solidFill>
                <a:latin typeface="微软雅黑" charset="0"/>
                <a:ea typeface="微软雅黑" charset="0"/>
              </a:rPr>
              <a:t>标题数字等都可以通过点击和重新输入进行更改。</a:t>
            </a:r>
            <a:endParaRPr lang="en-US" altLang="zh-CN" sz="1050" dirty="0">
              <a:solidFill>
                <a:schemeClr val="bg1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55" name="矩形 54"/>
          <p:cNvSpPr/>
          <p:nvPr/>
        </p:nvSpPr>
        <p:spPr>
          <a:xfrm>
            <a:off x="5271549" y="4830130"/>
            <a:ext cx="1183950" cy="7225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609585">
              <a:lnSpc>
                <a:spcPct val="130000"/>
              </a:lnSpc>
            </a:pPr>
            <a:r>
              <a:rPr lang="zh-CN" altLang="en-US" sz="1050" dirty="0">
                <a:solidFill>
                  <a:schemeClr val="bg1"/>
                </a:solidFill>
                <a:latin typeface="微软雅黑" charset="0"/>
                <a:ea typeface="微软雅黑" charset="0"/>
              </a:rPr>
              <a:t>标题数字等都可以通过点击和重新输入进行更改。</a:t>
            </a:r>
            <a:endParaRPr lang="en-US" altLang="zh-CN" sz="1050" dirty="0">
              <a:solidFill>
                <a:schemeClr val="bg1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7308103" y="4830130"/>
            <a:ext cx="1183950" cy="7225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609585">
              <a:lnSpc>
                <a:spcPct val="130000"/>
              </a:lnSpc>
            </a:pPr>
            <a:r>
              <a:rPr lang="zh-CN" altLang="en-US" sz="1050" dirty="0">
                <a:solidFill>
                  <a:schemeClr val="bg1"/>
                </a:solidFill>
                <a:latin typeface="微软雅黑" charset="0"/>
                <a:ea typeface="微软雅黑" charset="0"/>
              </a:rPr>
              <a:t>标题数字等都可以通过点击和重新输入进行更改。</a:t>
            </a:r>
            <a:endParaRPr lang="en-US" altLang="zh-CN" sz="1050" dirty="0">
              <a:solidFill>
                <a:schemeClr val="bg1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9630066" y="4830130"/>
            <a:ext cx="1183950" cy="7225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609585">
              <a:lnSpc>
                <a:spcPct val="130000"/>
              </a:lnSpc>
            </a:pPr>
            <a:r>
              <a:rPr lang="zh-CN" altLang="en-US" sz="1050" dirty="0">
                <a:solidFill>
                  <a:schemeClr val="bg1"/>
                </a:solidFill>
                <a:latin typeface="微软雅黑" charset="0"/>
                <a:ea typeface="微软雅黑" charset="0"/>
              </a:rPr>
              <a:t>标题数字等都可以通过点击和重新输入进行更改。</a:t>
            </a:r>
            <a:endParaRPr lang="en-US" altLang="zh-CN" sz="1050" dirty="0">
              <a:solidFill>
                <a:schemeClr val="bg1"/>
              </a:solidFill>
              <a:latin typeface="微软雅黑" charset="0"/>
              <a:ea typeface="微软雅黑" charset="0"/>
            </a:endParaRPr>
          </a:p>
        </p:txBody>
      </p:sp>
      <p:grpSp>
        <p:nvGrpSpPr>
          <p:cNvPr id="17" name="组合 16"/>
          <p:cNvGrpSpPr/>
          <p:nvPr/>
        </p:nvGrpSpPr>
        <p:grpSpPr>
          <a:xfrm>
            <a:off x="1077020" y="2530549"/>
            <a:ext cx="1639155" cy="2897720"/>
            <a:chOff x="1077020" y="2530549"/>
            <a:chExt cx="1639155" cy="2897720"/>
          </a:xfrm>
        </p:grpSpPr>
        <p:sp>
          <p:nvSpPr>
            <p:cNvPr id="10" name="Oval 48"/>
            <p:cNvSpPr>
              <a:spLocks noChangeAspect="1"/>
            </p:cNvSpPr>
            <p:nvPr/>
          </p:nvSpPr>
          <p:spPr>
            <a:xfrm>
              <a:off x="1077020" y="2530549"/>
              <a:ext cx="1639155" cy="1639155"/>
            </a:xfrm>
            <a:prstGeom prst="ellipse">
              <a:avLst/>
            </a:prstGeom>
            <a:solidFill>
              <a:schemeClr val="accent1">
                <a:alpha val="91000"/>
              </a:schemeClr>
            </a:solidFill>
            <a:ln w="9525" cmpd="sng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/>
            </a:p>
          </p:txBody>
        </p:sp>
        <p:cxnSp>
          <p:nvCxnSpPr>
            <p:cNvPr id="45" name="Straight Arrow Connector 89"/>
            <p:cNvCxnSpPr/>
            <p:nvPr/>
          </p:nvCxnSpPr>
          <p:spPr>
            <a:xfrm flipH="1">
              <a:off x="1887245" y="4169704"/>
              <a:ext cx="9352" cy="1258565"/>
            </a:xfrm>
            <a:prstGeom prst="straightConnector1">
              <a:avLst/>
            </a:prstGeom>
            <a:ln w="9525" cmpd="sng">
              <a:solidFill>
                <a:schemeClr val="accent1"/>
              </a:solidFill>
              <a:tailEnd type="oval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文本框 57"/>
            <p:cNvSpPr txBox="1"/>
            <p:nvPr/>
          </p:nvSpPr>
          <p:spPr>
            <a:xfrm>
              <a:off x="1596140" y="2980030"/>
              <a:ext cx="582211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5400" b="1" dirty="0">
                  <a:solidFill>
                    <a:schemeClr val="bg1"/>
                  </a:solidFill>
                </a:rPr>
                <a:t>1</a:t>
              </a:r>
              <a:endParaRPr lang="zh-CN" altLang="en-US" sz="54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2391856" y="2354926"/>
            <a:ext cx="1990403" cy="3073344"/>
            <a:chOff x="2391856" y="2354926"/>
            <a:chExt cx="1990403" cy="3073344"/>
          </a:xfrm>
        </p:grpSpPr>
        <p:sp>
          <p:nvSpPr>
            <p:cNvPr id="11" name="Oval 51"/>
            <p:cNvSpPr>
              <a:spLocks noChangeAspect="1"/>
            </p:cNvSpPr>
            <p:nvPr/>
          </p:nvSpPr>
          <p:spPr>
            <a:xfrm>
              <a:off x="2391856" y="2354926"/>
              <a:ext cx="1990403" cy="1990401"/>
            </a:xfrm>
            <a:prstGeom prst="ellipse">
              <a:avLst/>
            </a:prstGeom>
            <a:solidFill>
              <a:schemeClr val="accent2">
                <a:alpha val="91000"/>
              </a:schemeClr>
            </a:solidFill>
            <a:ln w="9525" cmpd="sng">
              <a:solidFill>
                <a:schemeClr val="accent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/>
            </a:p>
          </p:txBody>
        </p:sp>
        <p:cxnSp>
          <p:nvCxnSpPr>
            <p:cNvPr id="43" name="Straight Arrow Connector 87"/>
            <p:cNvCxnSpPr/>
            <p:nvPr/>
          </p:nvCxnSpPr>
          <p:spPr>
            <a:xfrm>
              <a:off x="3387057" y="4345327"/>
              <a:ext cx="0" cy="1082943"/>
            </a:xfrm>
            <a:prstGeom prst="straightConnector1">
              <a:avLst/>
            </a:prstGeom>
            <a:ln w="9525" cmpd="sng">
              <a:tailEnd type="oval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文本框 58"/>
            <p:cNvSpPr txBox="1"/>
            <p:nvPr/>
          </p:nvSpPr>
          <p:spPr>
            <a:xfrm>
              <a:off x="3087869" y="2933864"/>
              <a:ext cx="627095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6000" b="1" dirty="0">
                  <a:solidFill>
                    <a:schemeClr val="bg1"/>
                  </a:solidFill>
                </a:rPr>
                <a:t>2</a:t>
              </a:r>
              <a:endParaRPr lang="zh-CN" altLang="en-US" sz="60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4007458" y="2179303"/>
            <a:ext cx="2341649" cy="3248966"/>
            <a:chOff x="4007458" y="2179303"/>
            <a:chExt cx="2341649" cy="3248966"/>
          </a:xfrm>
        </p:grpSpPr>
        <p:sp>
          <p:nvSpPr>
            <p:cNvPr id="12" name="Oval 56"/>
            <p:cNvSpPr>
              <a:spLocks noChangeAspect="1"/>
            </p:cNvSpPr>
            <p:nvPr/>
          </p:nvSpPr>
          <p:spPr>
            <a:xfrm>
              <a:off x="4007458" y="2179303"/>
              <a:ext cx="2341649" cy="2341649"/>
            </a:xfrm>
            <a:prstGeom prst="ellipse">
              <a:avLst/>
            </a:prstGeom>
            <a:solidFill>
              <a:schemeClr val="accent3">
                <a:alpha val="91000"/>
              </a:schemeClr>
            </a:solidFill>
            <a:ln w="9525" cmpd="sng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/>
            </a:p>
          </p:txBody>
        </p:sp>
        <p:cxnSp>
          <p:nvCxnSpPr>
            <p:cNvPr id="46" name="Straight Arrow Connector 90"/>
            <p:cNvCxnSpPr/>
            <p:nvPr/>
          </p:nvCxnSpPr>
          <p:spPr>
            <a:xfrm flipH="1">
              <a:off x="5178282" y="4520952"/>
              <a:ext cx="1" cy="907317"/>
            </a:xfrm>
            <a:prstGeom prst="straightConnector1">
              <a:avLst/>
            </a:prstGeom>
            <a:ln w="9525" cmpd="sng">
              <a:solidFill>
                <a:schemeClr val="accent3"/>
              </a:solidFill>
              <a:tailEnd type="oval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文本框 59"/>
            <p:cNvSpPr txBox="1"/>
            <p:nvPr/>
          </p:nvSpPr>
          <p:spPr>
            <a:xfrm>
              <a:off x="4841893" y="2887697"/>
              <a:ext cx="671979" cy="11079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6600" b="1" dirty="0">
                  <a:solidFill>
                    <a:schemeClr val="bg1"/>
                  </a:solidFill>
                </a:rPr>
                <a:t>3</a:t>
              </a:r>
              <a:endParaRPr lang="zh-CN" altLang="en-US" sz="66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5863524" y="2003678"/>
            <a:ext cx="2692897" cy="3424592"/>
            <a:chOff x="5863524" y="2003678"/>
            <a:chExt cx="2692897" cy="3424592"/>
          </a:xfrm>
        </p:grpSpPr>
        <p:sp>
          <p:nvSpPr>
            <p:cNvPr id="13" name="Oval 57"/>
            <p:cNvSpPr>
              <a:spLocks noChangeAspect="1"/>
            </p:cNvSpPr>
            <p:nvPr/>
          </p:nvSpPr>
          <p:spPr>
            <a:xfrm>
              <a:off x="5863524" y="2003678"/>
              <a:ext cx="2692897" cy="2692896"/>
            </a:xfrm>
            <a:prstGeom prst="ellipse">
              <a:avLst/>
            </a:prstGeom>
            <a:solidFill>
              <a:schemeClr val="accent4">
                <a:alpha val="91000"/>
              </a:schemeClr>
            </a:solidFill>
            <a:ln w="9525" cmpd="sng">
              <a:solidFill>
                <a:schemeClr val="accent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/>
            </a:p>
          </p:txBody>
        </p:sp>
        <p:cxnSp>
          <p:nvCxnSpPr>
            <p:cNvPr id="48" name="Straight Arrow Connector 92"/>
            <p:cNvCxnSpPr/>
            <p:nvPr/>
          </p:nvCxnSpPr>
          <p:spPr>
            <a:xfrm flipH="1">
              <a:off x="7209972" y="4696575"/>
              <a:ext cx="1" cy="731695"/>
            </a:xfrm>
            <a:prstGeom prst="straightConnector1">
              <a:avLst/>
            </a:prstGeom>
            <a:ln w="9525" cmpd="sng">
              <a:solidFill>
                <a:schemeClr val="accent4"/>
              </a:solidFill>
              <a:tailEnd type="oval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文本框 60"/>
            <p:cNvSpPr txBox="1"/>
            <p:nvPr/>
          </p:nvSpPr>
          <p:spPr>
            <a:xfrm>
              <a:off x="6852341" y="2841531"/>
              <a:ext cx="715260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7200" b="1" dirty="0">
                  <a:solidFill>
                    <a:schemeClr val="bg1"/>
                  </a:solidFill>
                </a:rPr>
                <a:t>4</a:t>
              </a:r>
              <a:endParaRPr lang="zh-CN" altLang="en-US" sz="72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8070836" y="1828054"/>
            <a:ext cx="3044145" cy="3600216"/>
            <a:chOff x="8070836" y="1828054"/>
            <a:chExt cx="3044145" cy="3600216"/>
          </a:xfrm>
        </p:grpSpPr>
        <p:sp>
          <p:nvSpPr>
            <p:cNvPr id="14" name="Oval 58"/>
            <p:cNvSpPr>
              <a:spLocks noChangeAspect="1"/>
            </p:cNvSpPr>
            <p:nvPr/>
          </p:nvSpPr>
          <p:spPr>
            <a:xfrm>
              <a:off x="8070836" y="1828054"/>
              <a:ext cx="3044145" cy="3044144"/>
            </a:xfrm>
            <a:prstGeom prst="ellipse">
              <a:avLst/>
            </a:prstGeom>
            <a:solidFill>
              <a:schemeClr val="accent5">
                <a:alpha val="91000"/>
              </a:schemeClr>
            </a:solidFill>
            <a:ln w="9525" cmpd="sng">
              <a:solidFill>
                <a:schemeClr val="accent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/>
            </a:p>
          </p:txBody>
        </p:sp>
        <p:cxnSp>
          <p:nvCxnSpPr>
            <p:cNvPr id="50" name="Straight Arrow Connector 94"/>
            <p:cNvCxnSpPr/>
            <p:nvPr/>
          </p:nvCxnSpPr>
          <p:spPr>
            <a:xfrm flipH="1">
              <a:off x="9592908" y="4872199"/>
              <a:ext cx="1" cy="556071"/>
            </a:xfrm>
            <a:prstGeom prst="straightConnector1">
              <a:avLst/>
            </a:prstGeom>
            <a:ln w="9525" cmpd="sng">
              <a:solidFill>
                <a:schemeClr val="accent5"/>
              </a:solidFill>
              <a:tailEnd type="oval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文本框 61"/>
            <p:cNvSpPr txBox="1"/>
            <p:nvPr/>
          </p:nvSpPr>
          <p:spPr>
            <a:xfrm>
              <a:off x="9205624" y="2779976"/>
              <a:ext cx="774571" cy="132343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8000" b="1" dirty="0">
                  <a:solidFill>
                    <a:schemeClr val="bg1"/>
                  </a:solidFill>
                </a:rPr>
                <a:t>5</a:t>
              </a:r>
              <a:endParaRPr lang="zh-CN" altLang="en-US" sz="8000" b="1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22762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论文结构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Part Two</a:t>
            </a:r>
            <a:endParaRPr lang="zh-CN" altLang="en-US" dirty="0"/>
          </a:p>
        </p:txBody>
      </p:sp>
      <p:pic>
        <p:nvPicPr>
          <p:cNvPr id="4" name="图片 3">
            <a:hlinkClick r:id="rId2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800" y="6334619"/>
            <a:ext cx="1828800" cy="241402"/>
          </a:xfrm>
          <a:prstGeom prst="rect">
            <a:avLst/>
          </a:prstGeom>
        </p:spPr>
      </p:pic>
      <p:cxnSp>
        <p:nvCxnSpPr>
          <p:cNvPr id="36" name="直接连接符 35"/>
          <p:cNvCxnSpPr/>
          <p:nvPr/>
        </p:nvCxnSpPr>
        <p:spPr>
          <a:xfrm>
            <a:off x="8372848" y="491067"/>
            <a:ext cx="332736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33" name="组合 32"/>
          <p:cNvGrpSpPr/>
          <p:nvPr/>
        </p:nvGrpSpPr>
        <p:grpSpPr>
          <a:xfrm>
            <a:off x="4231473" y="581360"/>
            <a:ext cx="3405427" cy="2010371"/>
            <a:chOff x="4231473" y="581360"/>
            <a:chExt cx="3405427" cy="2010371"/>
          </a:xfrm>
        </p:grpSpPr>
        <p:grpSp>
          <p:nvGrpSpPr>
            <p:cNvPr id="5" name="Group 11"/>
            <p:cNvGrpSpPr>
              <a:grpSpLocks noChangeAspect="1"/>
            </p:cNvGrpSpPr>
            <p:nvPr/>
          </p:nvGrpSpPr>
          <p:grpSpPr bwMode="auto">
            <a:xfrm>
              <a:off x="5702183" y="737518"/>
              <a:ext cx="1934717" cy="1373650"/>
              <a:chOff x="1407" y="1098"/>
              <a:chExt cx="800" cy="568"/>
            </a:xfrm>
            <a:solidFill>
              <a:schemeClr val="accent6"/>
            </a:solidFill>
          </p:grpSpPr>
          <p:sp>
            <p:nvSpPr>
              <p:cNvPr id="6" name="Freeform 12"/>
              <p:cNvSpPr>
                <a:spLocks noEditPoints="1"/>
              </p:cNvSpPr>
              <p:nvPr/>
            </p:nvSpPr>
            <p:spPr bwMode="auto">
              <a:xfrm>
                <a:off x="1494" y="1098"/>
                <a:ext cx="626" cy="423"/>
              </a:xfrm>
              <a:custGeom>
                <a:avLst/>
                <a:gdLst>
                  <a:gd name="T0" fmla="*/ 621 w 628"/>
                  <a:gd name="T1" fmla="*/ 7 h 423"/>
                  <a:gd name="T2" fmla="*/ 605 w 628"/>
                  <a:gd name="T3" fmla="*/ 0 h 423"/>
                  <a:gd name="T4" fmla="*/ 23 w 628"/>
                  <a:gd name="T5" fmla="*/ 0 h 423"/>
                  <a:gd name="T6" fmla="*/ 7 w 628"/>
                  <a:gd name="T7" fmla="*/ 7 h 423"/>
                  <a:gd name="T8" fmla="*/ 0 w 628"/>
                  <a:gd name="T9" fmla="*/ 23 h 423"/>
                  <a:gd name="T10" fmla="*/ 0 w 628"/>
                  <a:gd name="T11" fmla="*/ 423 h 423"/>
                  <a:gd name="T12" fmla="*/ 628 w 628"/>
                  <a:gd name="T13" fmla="*/ 423 h 423"/>
                  <a:gd name="T14" fmla="*/ 628 w 628"/>
                  <a:gd name="T15" fmla="*/ 23 h 423"/>
                  <a:gd name="T16" fmla="*/ 621 w 628"/>
                  <a:gd name="T17" fmla="*/ 7 h 423"/>
                  <a:gd name="T18" fmla="*/ 314 w 628"/>
                  <a:gd name="T19" fmla="*/ 13 h 423"/>
                  <a:gd name="T20" fmla="*/ 321 w 628"/>
                  <a:gd name="T21" fmla="*/ 20 h 423"/>
                  <a:gd name="T22" fmla="*/ 314 w 628"/>
                  <a:gd name="T23" fmla="*/ 27 h 423"/>
                  <a:gd name="T24" fmla="*/ 307 w 628"/>
                  <a:gd name="T25" fmla="*/ 20 h 423"/>
                  <a:gd name="T26" fmla="*/ 314 w 628"/>
                  <a:gd name="T27" fmla="*/ 13 h 423"/>
                  <a:gd name="T28" fmla="*/ 587 w 628"/>
                  <a:gd name="T29" fmla="*/ 382 h 423"/>
                  <a:gd name="T30" fmla="*/ 41 w 628"/>
                  <a:gd name="T31" fmla="*/ 382 h 423"/>
                  <a:gd name="T32" fmla="*/ 41 w 628"/>
                  <a:gd name="T33" fmla="*/ 41 h 423"/>
                  <a:gd name="T34" fmla="*/ 587 w 628"/>
                  <a:gd name="T35" fmla="*/ 41 h 423"/>
                  <a:gd name="T36" fmla="*/ 587 w 628"/>
                  <a:gd name="T37" fmla="*/ 382 h 4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628" h="423">
                    <a:moveTo>
                      <a:pt x="621" y="7"/>
                    </a:moveTo>
                    <a:cubicBezTo>
                      <a:pt x="617" y="2"/>
                      <a:pt x="611" y="0"/>
                      <a:pt x="605" y="0"/>
                    </a:cubicBezTo>
                    <a:cubicBezTo>
                      <a:pt x="23" y="0"/>
                      <a:pt x="23" y="0"/>
                      <a:pt x="23" y="0"/>
                    </a:cubicBezTo>
                    <a:cubicBezTo>
                      <a:pt x="17" y="0"/>
                      <a:pt x="11" y="2"/>
                      <a:pt x="7" y="7"/>
                    </a:cubicBezTo>
                    <a:cubicBezTo>
                      <a:pt x="2" y="11"/>
                      <a:pt x="0" y="17"/>
                      <a:pt x="0" y="23"/>
                    </a:cubicBezTo>
                    <a:cubicBezTo>
                      <a:pt x="0" y="423"/>
                      <a:pt x="0" y="423"/>
                      <a:pt x="0" y="423"/>
                    </a:cubicBezTo>
                    <a:cubicBezTo>
                      <a:pt x="628" y="423"/>
                      <a:pt x="628" y="423"/>
                      <a:pt x="628" y="423"/>
                    </a:cubicBezTo>
                    <a:cubicBezTo>
                      <a:pt x="628" y="23"/>
                      <a:pt x="628" y="23"/>
                      <a:pt x="628" y="23"/>
                    </a:cubicBezTo>
                    <a:cubicBezTo>
                      <a:pt x="628" y="17"/>
                      <a:pt x="626" y="11"/>
                      <a:pt x="621" y="7"/>
                    </a:cubicBezTo>
                    <a:close/>
                    <a:moveTo>
                      <a:pt x="314" y="13"/>
                    </a:moveTo>
                    <a:cubicBezTo>
                      <a:pt x="318" y="13"/>
                      <a:pt x="321" y="16"/>
                      <a:pt x="321" y="20"/>
                    </a:cubicBezTo>
                    <a:cubicBezTo>
                      <a:pt x="321" y="24"/>
                      <a:pt x="318" y="27"/>
                      <a:pt x="314" y="27"/>
                    </a:cubicBezTo>
                    <a:cubicBezTo>
                      <a:pt x="310" y="27"/>
                      <a:pt x="307" y="24"/>
                      <a:pt x="307" y="20"/>
                    </a:cubicBezTo>
                    <a:cubicBezTo>
                      <a:pt x="307" y="16"/>
                      <a:pt x="310" y="13"/>
                      <a:pt x="314" y="13"/>
                    </a:cubicBezTo>
                    <a:close/>
                    <a:moveTo>
                      <a:pt x="587" y="382"/>
                    </a:moveTo>
                    <a:cubicBezTo>
                      <a:pt x="41" y="382"/>
                      <a:pt x="41" y="382"/>
                      <a:pt x="41" y="382"/>
                    </a:cubicBezTo>
                    <a:cubicBezTo>
                      <a:pt x="41" y="41"/>
                      <a:pt x="41" y="41"/>
                      <a:pt x="41" y="41"/>
                    </a:cubicBezTo>
                    <a:cubicBezTo>
                      <a:pt x="587" y="41"/>
                      <a:pt x="587" y="41"/>
                      <a:pt x="587" y="41"/>
                    </a:cubicBezTo>
                    <a:lnTo>
                      <a:pt x="587" y="38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" name="Freeform 13"/>
              <p:cNvSpPr>
                <a:spLocks noEditPoints="1"/>
              </p:cNvSpPr>
              <p:nvPr/>
            </p:nvSpPr>
            <p:spPr bwMode="auto">
              <a:xfrm>
                <a:off x="1407" y="1538"/>
                <a:ext cx="800" cy="97"/>
              </a:xfrm>
              <a:custGeom>
                <a:avLst/>
                <a:gdLst>
                  <a:gd name="T0" fmla="*/ 87 w 802"/>
                  <a:gd name="T1" fmla="*/ 0 h 97"/>
                  <a:gd name="T2" fmla="*/ 4 w 802"/>
                  <a:gd name="T3" fmla="*/ 83 h 97"/>
                  <a:gd name="T4" fmla="*/ 2 w 802"/>
                  <a:gd name="T5" fmla="*/ 92 h 97"/>
                  <a:gd name="T6" fmla="*/ 10 w 802"/>
                  <a:gd name="T7" fmla="*/ 97 h 97"/>
                  <a:gd name="T8" fmla="*/ 792 w 802"/>
                  <a:gd name="T9" fmla="*/ 97 h 97"/>
                  <a:gd name="T10" fmla="*/ 800 w 802"/>
                  <a:gd name="T11" fmla="*/ 92 h 97"/>
                  <a:gd name="T12" fmla="*/ 798 w 802"/>
                  <a:gd name="T13" fmla="*/ 83 h 97"/>
                  <a:gd name="T14" fmla="*/ 715 w 802"/>
                  <a:gd name="T15" fmla="*/ 0 h 97"/>
                  <a:gd name="T16" fmla="*/ 87 w 802"/>
                  <a:gd name="T17" fmla="*/ 0 h 97"/>
                  <a:gd name="T18" fmla="*/ 711 w 802"/>
                  <a:gd name="T19" fmla="*/ 47 h 97"/>
                  <a:gd name="T20" fmla="*/ 712 w 802"/>
                  <a:gd name="T21" fmla="*/ 54 h 97"/>
                  <a:gd name="T22" fmla="*/ 706 w 802"/>
                  <a:gd name="T23" fmla="*/ 58 h 97"/>
                  <a:gd name="T24" fmla="*/ 484 w 802"/>
                  <a:gd name="T25" fmla="*/ 58 h 97"/>
                  <a:gd name="T26" fmla="*/ 485 w 802"/>
                  <a:gd name="T27" fmla="*/ 64 h 97"/>
                  <a:gd name="T28" fmla="*/ 484 w 802"/>
                  <a:gd name="T29" fmla="*/ 67 h 97"/>
                  <a:gd name="T30" fmla="*/ 481 w 802"/>
                  <a:gd name="T31" fmla="*/ 69 h 97"/>
                  <a:gd name="T32" fmla="*/ 321 w 802"/>
                  <a:gd name="T33" fmla="*/ 69 h 97"/>
                  <a:gd name="T34" fmla="*/ 318 w 802"/>
                  <a:gd name="T35" fmla="*/ 67 h 97"/>
                  <a:gd name="T36" fmla="*/ 317 w 802"/>
                  <a:gd name="T37" fmla="*/ 64 h 97"/>
                  <a:gd name="T38" fmla="*/ 318 w 802"/>
                  <a:gd name="T39" fmla="*/ 58 h 97"/>
                  <a:gd name="T40" fmla="*/ 96 w 802"/>
                  <a:gd name="T41" fmla="*/ 58 h 97"/>
                  <a:gd name="T42" fmla="*/ 90 w 802"/>
                  <a:gd name="T43" fmla="*/ 54 h 97"/>
                  <a:gd name="T44" fmla="*/ 91 w 802"/>
                  <a:gd name="T45" fmla="*/ 47 h 97"/>
                  <a:gd name="T46" fmla="*/ 113 w 802"/>
                  <a:gd name="T47" fmla="*/ 20 h 97"/>
                  <a:gd name="T48" fmla="*/ 689 w 802"/>
                  <a:gd name="T49" fmla="*/ 20 h 97"/>
                  <a:gd name="T50" fmla="*/ 711 w 802"/>
                  <a:gd name="T51" fmla="*/ 47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802" h="97">
                    <a:moveTo>
                      <a:pt x="87" y="0"/>
                    </a:moveTo>
                    <a:cubicBezTo>
                      <a:pt x="4" y="83"/>
                      <a:pt x="4" y="83"/>
                      <a:pt x="4" y="83"/>
                    </a:cubicBezTo>
                    <a:cubicBezTo>
                      <a:pt x="1" y="85"/>
                      <a:pt x="0" y="89"/>
                      <a:pt x="2" y="92"/>
                    </a:cubicBezTo>
                    <a:cubicBezTo>
                      <a:pt x="3" y="95"/>
                      <a:pt x="6" y="97"/>
                      <a:pt x="10" y="97"/>
                    </a:cubicBezTo>
                    <a:cubicBezTo>
                      <a:pt x="792" y="97"/>
                      <a:pt x="792" y="97"/>
                      <a:pt x="792" y="97"/>
                    </a:cubicBezTo>
                    <a:cubicBezTo>
                      <a:pt x="796" y="97"/>
                      <a:pt x="799" y="95"/>
                      <a:pt x="800" y="92"/>
                    </a:cubicBezTo>
                    <a:cubicBezTo>
                      <a:pt x="802" y="89"/>
                      <a:pt x="801" y="85"/>
                      <a:pt x="798" y="83"/>
                    </a:cubicBezTo>
                    <a:cubicBezTo>
                      <a:pt x="715" y="0"/>
                      <a:pt x="715" y="0"/>
                      <a:pt x="715" y="0"/>
                    </a:cubicBezTo>
                    <a:lnTo>
                      <a:pt x="87" y="0"/>
                    </a:lnTo>
                    <a:close/>
                    <a:moveTo>
                      <a:pt x="711" y="47"/>
                    </a:moveTo>
                    <a:cubicBezTo>
                      <a:pt x="713" y="49"/>
                      <a:pt x="713" y="51"/>
                      <a:pt x="712" y="54"/>
                    </a:cubicBezTo>
                    <a:cubicBezTo>
                      <a:pt x="711" y="56"/>
                      <a:pt x="709" y="58"/>
                      <a:pt x="706" y="58"/>
                    </a:cubicBezTo>
                    <a:cubicBezTo>
                      <a:pt x="484" y="58"/>
                      <a:pt x="484" y="58"/>
                      <a:pt x="484" y="58"/>
                    </a:cubicBezTo>
                    <a:cubicBezTo>
                      <a:pt x="485" y="64"/>
                      <a:pt x="485" y="64"/>
                      <a:pt x="485" y="64"/>
                    </a:cubicBezTo>
                    <a:cubicBezTo>
                      <a:pt x="485" y="65"/>
                      <a:pt x="485" y="66"/>
                      <a:pt x="484" y="67"/>
                    </a:cubicBezTo>
                    <a:cubicBezTo>
                      <a:pt x="483" y="68"/>
                      <a:pt x="482" y="69"/>
                      <a:pt x="481" y="69"/>
                    </a:cubicBezTo>
                    <a:cubicBezTo>
                      <a:pt x="321" y="69"/>
                      <a:pt x="321" y="69"/>
                      <a:pt x="321" y="69"/>
                    </a:cubicBezTo>
                    <a:cubicBezTo>
                      <a:pt x="320" y="69"/>
                      <a:pt x="319" y="68"/>
                      <a:pt x="318" y="67"/>
                    </a:cubicBezTo>
                    <a:cubicBezTo>
                      <a:pt x="317" y="66"/>
                      <a:pt x="317" y="65"/>
                      <a:pt x="317" y="64"/>
                    </a:cubicBezTo>
                    <a:cubicBezTo>
                      <a:pt x="318" y="58"/>
                      <a:pt x="318" y="58"/>
                      <a:pt x="318" y="58"/>
                    </a:cubicBezTo>
                    <a:cubicBezTo>
                      <a:pt x="96" y="58"/>
                      <a:pt x="96" y="58"/>
                      <a:pt x="96" y="58"/>
                    </a:cubicBezTo>
                    <a:cubicBezTo>
                      <a:pt x="93" y="58"/>
                      <a:pt x="91" y="56"/>
                      <a:pt x="90" y="54"/>
                    </a:cubicBezTo>
                    <a:cubicBezTo>
                      <a:pt x="89" y="51"/>
                      <a:pt x="89" y="49"/>
                      <a:pt x="91" y="47"/>
                    </a:cubicBezTo>
                    <a:cubicBezTo>
                      <a:pt x="113" y="20"/>
                      <a:pt x="113" y="20"/>
                      <a:pt x="113" y="20"/>
                    </a:cubicBezTo>
                    <a:cubicBezTo>
                      <a:pt x="689" y="20"/>
                      <a:pt x="689" y="20"/>
                      <a:pt x="689" y="20"/>
                    </a:cubicBezTo>
                    <a:lnTo>
                      <a:pt x="711" y="4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" name="Freeform 14"/>
              <p:cNvSpPr>
                <a:spLocks noEditPoints="1"/>
              </p:cNvSpPr>
              <p:nvPr/>
            </p:nvSpPr>
            <p:spPr bwMode="auto">
              <a:xfrm>
                <a:off x="1408" y="1637"/>
                <a:ext cx="798" cy="29"/>
              </a:xfrm>
              <a:custGeom>
                <a:avLst/>
                <a:gdLst>
                  <a:gd name="T0" fmla="*/ 791 w 800"/>
                  <a:gd name="T1" fmla="*/ 3 h 29"/>
                  <a:gd name="T2" fmla="*/ 469 w 800"/>
                  <a:gd name="T3" fmla="*/ 3 h 29"/>
                  <a:gd name="T4" fmla="*/ 468 w 800"/>
                  <a:gd name="T5" fmla="*/ 6 h 29"/>
                  <a:gd name="T6" fmla="*/ 461 w 800"/>
                  <a:gd name="T7" fmla="*/ 9 h 29"/>
                  <a:gd name="T8" fmla="*/ 339 w 800"/>
                  <a:gd name="T9" fmla="*/ 9 h 29"/>
                  <a:gd name="T10" fmla="*/ 332 w 800"/>
                  <a:gd name="T11" fmla="*/ 6 h 29"/>
                  <a:gd name="T12" fmla="*/ 331 w 800"/>
                  <a:gd name="T13" fmla="*/ 3 h 29"/>
                  <a:gd name="T14" fmla="*/ 9 w 800"/>
                  <a:gd name="T15" fmla="*/ 3 h 29"/>
                  <a:gd name="T16" fmla="*/ 0 w 800"/>
                  <a:gd name="T17" fmla="*/ 0 h 29"/>
                  <a:gd name="T18" fmla="*/ 0 w 800"/>
                  <a:gd name="T19" fmla="*/ 9 h 29"/>
                  <a:gd name="T20" fmla="*/ 6 w 800"/>
                  <a:gd name="T21" fmla="*/ 23 h 29"/>
                  <a:gd name="T22" fmla="*/ 21 w 800"/>
                  <a:gd name="T23" fmla="*/ 29 h 29"/>
                  <a:gd name="T24" fmla="*/ 779 w 800"/>
                  <a:gd name="T25" fmla="*/ 29 h 29"/>
                  <a:gd name="T26" fmla="*/ 794 w 800"/>
                  <a:gd name="T27" fmla="*/ 23 h 29"/>
                  <a:gd name="T28" fmla="*/ 800 w 800"/>
                  <a:gd name="T29" fmla="*/ 9 h 29"/>
                  <a:gd name="T30" fmla="*/ 800 w 800"/>
                  <a:gd name="T31" fmla="*/ 0 h 29"/>
                  <a:gd name="T32" fmla="*/ 791 w 800"/>
                  <a:gd name="T33" fmla="*/ 3 h 29"/>
                  <a:gd name="T34" fmla="*/ 72 w 800"/>
                  <a:gd name="T35" fmla="*/ 21 h 29"/>
                  <a:gd name="T36" fmla="*/ 68 w 800"/>
                  <a:gd name="T37" fmla="*/ 16 h 29"/>
                  <a:gd name="T38" fmla="*/ 72 w 800"/>
                  <a:gd name="T39" fmla="*/ 12 h 29"/>
                  <a:gd name="T40" fmla="*/ 77 w 800"/>
                  <a:gd name="T41" fmla="*/ 16 h 29"/>
                  <a:gd name="T42" fmla="*/ 72 w 800"/>
                  <a:gd name="T43" fmla="*/ 21 h 29"/>
                  <a:gd name="T44" fmla="*/ 94 w 800"/>
                  <a:gd name="T45" fmla="*/ 21 h 29"/>
                  <a:gd name="T46" fmla="*/ 89 w 800"/>
                  <a:gd name="T47" fmla="*/ 16 h 29"/>
                  <a:gd name="T48" fmla="*/ 94 w 800"/>
                  <a:gd name="T49" fmla="*/ 12 h 29"/>
                  <a:gd name="T50" fmla="*/ 98 w 800"/>
                  <a:gd name="T51" fmla="*/ 16 h 29"/>
                  <a:gd name="T52" fmla="*/ 94 w 800"/>
                  <a:gd name="T53" fmla="*/ 21 h 29"/>
                  <a:gd name="T54" fmla="*/ 115 w 800"/>
                  <a:gd name="T55" fmla="*/ 21 h 29"/>
                  <a:gd name="T56" fmla="*/ 111 w 800"/>
                  <a:gd name="T57" fmla="*/ 16 h 29"/>
                  <a:gd name="T58" fmla="*/ 115 w 800"/>
                  <a:gd name="T59" fmla="*/ 12 h 29"/>
                  <a:gd name="T60" fmla="*/ 120 w 800"/>
                  <a:gd name="T61" fmla="*/ 16 h 29"/>
                  <a:gd name="T62" fmla="*/ 115 w 800"/>
                  <a:gd name="T63" fmla="*/ 21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800" h="29">
                    <a:moveTo>
                      <a:pt x="791" y="3"/>
                    </a:moveTo>
                    <a:cubicBezTo>
                      <a:pt x="469" y="3"/>
                      <a:pt x="469" y="3"/>
                      <a:pt x="469" y="3"/>
                    </a:cubicBezTo>
                    <a:cubicBezTo>
                      <a:pt x="469" y="4"/>
                      <a:pt x="468" y="5"/>
                      <a:pt x="468" y="6"/>
                    </a:cubicBezTo>
                    <a:cubicBezTo>
                      <a:pt x="466" y="8"/>
                      <a:pt x="463" y="9"/>
                      <a:pt x="461" y="9"/>
                    </a:cubicBezTo>
                    <a:cubicBezTo>
                      <a:pt x="339" y="9"/>
                      <a:pt x="339" y="9"/>
                      <a:pt x="339" y="9"/>
                    </a:cubicBezTo>
                    <a:cubicBezTo>
                      <a:pt x="337" y="9"/>
                      <a:pt x="334" y="8"/>
                      <a:pt x="332" y="6"/>
                    </a:cubicBezTo>
                    <a:cubicBezTo>
                      <a:pt x="332" y="5"/>
                      <a:pt x="331" y="4"/>
                      <a:pt x="331" y="3"/>
                    </a:cubicBezTo>
                    <a:cubicBezTo>
                      <a:pt x="9" y="3"/>
                      <a:pt x="9" y="3"/>
                      <a:pt x="9" y="3"/>
                    </a:cubicBezTo>
                    <a:cubicBezTo>
                      <a:pt x="5" y="3"/>
                      <a:pt x="2" y="2"/>
                      <a:pt x="0" y="0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0" y="14"/>
                      <a:pt x="2" y="19"/>
                      <a:pt x="6" y="23"/>
                    </a:cubicBezTo>
                    <a:cubicBezTo>
                      <a:pt x="10" y="27"/>
                      <a:pt x="15" y="29"/>
                      <a:pt x="21" y="29"/>
                    </a:cubicBezTo>
                    <a:cubicBezTo>
                      <a:pt x="779" y="29"/>
                      <a:pt x="779" y="29"/>
                      <a:pt x="779" y="29"/>
                    </a:cubicBezTo>
                    <a:cubicBezTo>
                      <a:pt x="785" y="29"/>
                      <a:pt x="790" y="27"/>
                      <a:pt x="794" y="23"/>
                    </a:cubicBezTo>
                    <a:cubicBezTo>
                      <a:pt x="798" y="19"/>
                      <a:pt x="800" y="14"/>
                      <a:pt x="800" y="9"/>
                    </a:cubicBezTo>
                    <a:cubicBezTo>
                      <a:pt x="800" y="0"/>
                      <a:pt x="800" y="0"/>
                      <a:pt x="800" y="0"/>
                    </a:cubicBezTo>
                    <a:cubicBezTo>
                      <a:pt x="798" y="2"/>
                      <a:pt x="795" y="3"/>
                      <a:pt x="791" y="3"/>
                    </a:cubicBezTo>
                    <a:close/>
                    <a:moveTo>
                      <a:pt x="72" y="21"/>
                    </a:moveTo>
                    <a:cubicBezTo>
                      <a:pt x="70" y="21"/>
                      <a:pt x="68" y="19"/>
                      <a:pt x="68" y="16"/>
                    </a:cubicBezTo>
                    <a:cubicBezTo>
                      <a:pt x="68" y="14"/>
                      <a:pt x="70" y="12"/>
                      <a:pt x="72" y="12"/>
                    </a:cubicBezTo>
                    <a:cubicBezTo>
                      <a:pt x="75" y="12"/>
                      <a:pt x="77" y="14"/>
                      <a:pt x="77" y="16"/>
                    </a:cubicBezTo>
                    <a:cubicBezTo>
                      <a:pt x="77" y="19"/>
                      <a:pt x="75" y="21"/>
                      <a:pt x="72" y="21"/>
                    </a:cubicBezTo>
                    <a:close/>
                    <a:moveTo>
                      <a:pt x="94" y="21"/>
                    </a:moveTo>
                    <a:cubicBezTo>
                      <a:pt x="91" y="21"/>
                      <a:pt x="89" y="19"/>
                      <a:pt x="89" y="16"/>
                    </a:cubicBezTo>
                    <a:cubicBezTo>
                      <a:pt x="89" y="14"/>
                      <a:pt x="91" y="12"/>
                      <a:pt x="94" y="12"/>
                    </a:cubicBezTo>
                    <a:cubicBezTo>
                      <a:pt x="96" y="12"/>
                      <a:pt x="98" y="14"/>
                      <a:pt x="98" y="16"/>
                    </a:cubicBezTo>
                    <a:cubicBezTo>
                      <a:pt x="98" y="19"/>
                      <a:pt x="96" y="21"/>
                      <a:pt x="94" y="21"/>
                    </a:cubicBezTo>
                    <a:close/>
                    <a:moveTo>
                      <a:pt x="115" y="21"/>
                    </a:moveTo>
                    <a:cubicBezTo>
                      <a:pt x="113" y="21"/>
                      <a:pt x="111" y="19"/>
                      <a:pt x="111" y="16"/>
                    </a:cubicBezTo>
                    <a:cubicBezTo>
                      <a:pt x="111" y="14"/>
                      <a:pt x="113" y="12"/>
                      <a:pt x="115" y="12"/>
                    </a:cubicBezTo>
                    <a:cubicBezTo>
                      <a:pt x="118" y="12"/>
                      <a:pt x="120" y="14"/>
                      <a:pt x="120" y="16"/>
                    </a:cubicBezTo>
                    <a:cubicBezTo>
                      <a:pt x="120" y="19"/>
                      <a:pt x="118" y="21"/>
                      <a:pt x="115" y="2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" name="Freeform 15"/>
              <p:cNvSpPr>
                <a:spLocks/>
              </p:cNvSpPr>
              <p:nvPr/>
            </p:nvSpPr>
            <p:spPr bwMode="auto">
              <a:xfrm>
                <a:off x="1624" y="1386"/>
                <a:ext cx="48" cy="56"/>
              </a:xfrm>
              <a:custGeom>
                <a:avLst/>
                <a:gdLst>
                  <a:gd name="T0" fmla="*/ 48 w 48"/>
                  <a:gd name="T1" fmla="*/ 56 h 56"/>
                  <a:gd name="T2" fmla="*/ 0 w 48"/>
                  <a:gd name="T3" fmla="*/ 56 h 56"/>
                  <a:gd name="T4" fmla="*/ 0 w 48"/>
                  <a:gd name="T5" fmla="*/ 5 h 56"/>
                  <a:gd name="T6" fmla="*/ 2 w 48"/>
                  <a:gd name="T7" fmla="*/ 2 h 56"/>
                  <a:gd name="T8" fmla="*/ 5 w 48"/>
                  <a:gd name="T9" fmla="*/ 0 h 56"/>
                  <a:gd name="T10" fmla="*/ 43 w 48"/>
                  <a:gd name="T11" fmla="*/ 0 h 56"/>
                  <a:gd name="T12" fmla="*/ 47 w 48"/>
                  <a:gd name="T13" fmla="*/ 2 h 56"/>
                  <a:gd name="T14" fmla="*/ 48 w 48"/>
                  <a:gd name="T15" fmla="*/ 5 h 56"/>
                  <a:gd name="T16" fmla="*/ 48 w 48"/>
                  <a:gd name="T17" fmla="*/ 56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8" h="56">
                    <a:moveTo>
                      <a:pt x="48" y="56"/>
                    </a:moveTo>
                    <a:cubicBezTo>
                      <a:pt x="0" y="56"/>
                      <a:pt x="0" y="56"/>
                      <a:pt x="0" y="56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4"/>
                      <a:pt x="1" y="3"/>
                      <a:pt x="2" y="2"/>
                    </a:cubicBezTo>
                    <a:cubicBezTo>
                      <a:pt x="3" y="1"/>
                      <a:pt x="4" y="0"/>
                      <a:pt x="5" y="0"/>
                    </a:cubicBezTo>
                    <a:cubicBezTo>
                      <a:pt x="43" y="0"/>
                      <a:pt x="43" y="0"/>
                      <a:pt x="43" y="0"/>
                    </a:cubicBezTo>
                    <a:cubicBezTo>
                      <a:pt x="44" y="0"/>
                      <a:pt x="46" y="1"/>
                      <a:pt x="47" y="2"/>
                    </a:cubicBezTo>
                    <a:cubicBezTo>
                      <a:pt x="48" y="3"/>
                      <a:pt x="48" y="4"/>
                      <a:pt x="48" y="5"/>
                    </a:cubicBezTo>
                    <a:cubicBezTo>
                      <a:pt x="48" y="56"/>
                      <a:pt x="48" y="56"/>
                      <a:pt x="48" y="5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" name="Freeform 16"/>
              <p:cNvSpPr>
                <a:spLocks/>
              </p:cNvSpPr>
              <p:nvPr/>
            </p:nvSpPr>
            <p:spPr bwMode="auto">
              <a:xfrm>
                <a:off x="1723" y="1314"/>
                <a:ext cx="47" cy="128"/>
              </a:xfrm>
              <a:custGeom>
                <a:avLst/>
                <a:gdLst>
                  <a:gd name="T0" fmla="*/ 47 w 47"/>
                  <a:gd name="T1" fmla="*/ 128 h 128"/>
                  <a:gd name="T2" fmla="*/ 0 w 47"/>
                  <a:gd name="T3" fmla="*/ 128 h 128"/>
                  <a:gd name="T4" fmla="*/ 0 w 47"/>
                  <a:gd name="T5" fmla="*/ 5 h 128"/>
                  <a:gd name="T6" fmla="*/ 1 w 47"/>
                  <a:gd name="T7" fmla="*/ 2 h 128"/>
                  <a:gd name="T8" fmla="*/ 5 w 47"/>
                  <a:gd name="T9" fmla="*/ 0 h 128"/>
                  <a:gd name="T10" fmla="*/ 42 w 47"/>
                  <a:gd name="T11" fmla="*/ 0 h 128"/>
                  <a:gd name="T12" fmla="*/ 46 w 47"/>
                  <a:gd name="T13" fmla="*/ 2 h 128"/>
                  <a:gd name="T14" fmla="*/ 47 w 47"/>
                  <a:gd name="T15" fmla="*/ 5 h 128"/>
                  <a:gd name="T16" fmla="*/ 47 w 47"/>
                  <a:gd name="T17" fmla="*/ 128 h 1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7" h="128">
                    <a:moveTo>
                      <a:pt x="47" y="128"/>
                    </a:moveTo>
                    <a:cubicBezTo>
                      <a:pt x="0" y="128"/>
                      <a:pt x="0" y="128"/>
                      <a:pt x="0" y="128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4"/>
                      <a:pt x="0" y="3"/>
                      <a:pt x="1" y="2"/>
                    </a:cubicBezTo>
                    <a:cubicBezTo>
                      <a:pt x="2" y="1"/>
                      <a:pt x="3" y="0"/>
                      <a:pt x="5" y="0"/>
                    </a:cubicBezTo>
                    <a:cubicBezTo>
                      <a:pt x="42" y="0"/>
                      <a:pt x="42" y="0"/>
                      <a:pt x="42" y="0"/>
                    </a:cubicBezTo>
                    <a:cubicBezTo>
                      <a:pt x="44" y="0"/>
                      <a:pt x="45" y="1"/>
                      <a:pt x="46" y="2"/>
                    </a:cubicBezTo>
                    <a:cubicBezTo>
                      <a:pt x="47" y="3"/>
                      <a:pt x="47" y="4"/>
                      <a:pt x="47" y="5"/>
                    </a:cubicBezTo>
                    <a:lnTo>
                      <a:pt x="47" y="12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" name="Freeform 17"/>
              <p:cNvSpPr>
                <a:spLocks/>
              </p:cNvSpPr>
              <p:nvPr/>
            </p:nvSpPr>
            <p:spPr bwMode="auto">
              <a:xfrm>
                <a:off x="1821" y="1353"/>
                <a:ext cx="48" cy="89"/>
              </a:xfrm>
              <a:custGeom>
                <a:avLst/>
                <a:gdLst>
                  <a:gd name="T0" fmla="*/ 48 w 48"/>
                  <a:gd name="T1" fmla="*/ 89 h 89"/>
                  <a:gd name="T2" fmla="*/ 0 w 48"/>
                  <a:gd name="T3" fmla="*/ 89 h 89"/>
                  <a:gd name="T4" fmla="*/ 0 w 48"/>
                  <a:gd name="T5" fmla="*/ 6 h 89"/>
                  <a:gd name="T6" fmla="*/ 1 w 48"/>
                  <a:gd name="T7" fmla="*/ 2 h 89"/>
                  <a:gd name="T8" fmla="*/ 5 w 48"/>
                  <a:gd name="T9" fmla="*/ 0 h 89"/>
                  <a:gd name="T10" fmla="*/ 43 w 48"/>
                  <a:gd name="T11" fmla="*/ 0 h 89"/>
                  <a:gd name="T12" fmla="*/ 46 w 48"/>
                  <a:gd name="T13" fmla="*/ 2 h 89"/>
                  <a:gd name="T14" fmla="*/ 48 w 48"/>
                  <a:gd name="T15" fmla="*/ 6 h 89"/>
                  <a:gd name="T16" fmla="*/ 48 w 48"/>
                  <a:gd name="T17" fmla="*/ 89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8" h="89">
                    <a:moveTo>
                      <a:pt x="48" y="89"/>
                    </a:moveTo>
                    <a:cubicBezTo>
                      <a:pt x="0" y="89"/>
                      <a:pt x="0" y="89"/>
                      <a:pt x="0" y="89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4"/>
                      <a:pt x="0" y="3"/>
                      <a:pt x="1" y="2"/>
                    </a:cubicBezTo>
                    <a:cubicBezTo>
                      <a:pt x="2" y="1"/>
                      <a:pt x="4" y="0"/>
                      <a:pt x="5" y="0"/>
                    </a:cubicBezTo>
                    <a:cubicBezTo>
                      <a:pt x="43" y="0"/>
                      <a:pt x="43" y="0"/>
                      <a:pt x="43" y="0"/>
                    </a:cubicBezTo>
                    <a:cubicBezTo>
                      <a:pt x="44" y="0"/>
                      <a:pt x="45" y="1"/>
                      <a:pt x="46" y="2"/>
                    </a:cubicBezTo>
                    <a:cubicBezTo>
                      <a:pt x="47" y="3"/>
                      <a:pt x="48" y="4"/>
                      <a:pt x="48" y="6"/>
                    </a:cubicBezTo>
                    <a:cubicBezTo>
                      <a:pt x="48" y="89"/>
                      <a:pt x="48" y="89"/>
                      <a:pt x="48" y="8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2" name="Freeform 18"/>
              <p:cNvSpPr>
                <a:spLocks/>
              </p:cNvSpPr>
              <p:nvPr/>
            </p:nvSpPr>
            <p:spPr bwMode="auto">
              <a:xfrm>
                <a:off x="1901" y="1205"/>
                <a:ext cx="84" cy="237"/>
              </a:xfrm>
              <a:custGeom>
                <a:avLst/>
                <a:gdLst>
                  <a:gd name="T0" fmla="*/ 79 w 84"/>
                  <a:gd name="T1" fmla="*/ 64 h 237"/>
                  <a:gd name="T2" fmla="*/ 84 w 84"/>
                  <a:gd name="T3" fmla="*/ 62 h 237"/>
                  <a:gd name="T4" fmla="*/ 83 w 84"/>
                  <a:gd name="T5" fmla="*/ 56 h 237"/>
                  <a:gd name="T6" fmla="*/ 46 w 84"/>
                  <a:gd name="T7" fmla="*/ 2 h 237"/>
                  <a:gd name="T8" fmla="*/ 42 w 84"/>
                  <a:gd name="T9" fmla="*/ 0 h 237"/>
                  <a:gd name="T10" fmla="*/ 38 w 84"/>
                  <a:gd name="T11" fmla="*/ 2 h 237"/>
                  <a:gd name="T12" fmla="*/ 1 w 84"/>
                  <a:gd name="T13" fmla="*/ 56 h 237"/>
                  <a:gd name="T14" fmla="*/ 1 w 84"/>
                  <a:gd name="T15" fmla="*/ 62 h 237"/>
                  <a:gd name="T16" fmla="*/ 5 w 84"/>
                  <a:gd name="T17" fmla="*/ 64 h 237"/>
                  <a:gd name="T18" fmla="*/ 18 w 84"/>
                  <a:gd name="T19" fmla="*/ 64 h 237"/>
                  <a:gd name="T20" fmla="*/ 18 w 84"/>
                  <a:gd name="T21" fmla="*/ 237 h 237"/>
                  <a:gd name="T22" fmla="*/ 66 w 84"/>
                  <a:gd name="T23" fmla="*/ 237 h 237"/>
                  <a:gd name="T24" fmla="*/ 66 w 84"/>
                  <a:gd name="T25" fmla="*/ 64 h 237"/>
                  <a:gd name="T26" fmla="*/ 79 w 84"/>
                  <a:gd name="T27" fmla="*/ 64 h 2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84" h="237">
                    <a:moveTo>
                      <a:pt x="79" y="64"/>
                    </a:moveTo>
                    <a:cubicBezTo>
                      <a:pt x="81" y="64"/>
                      <a:pt x="83" y="63"/>
                      <a:pt x="84" y="62"/>
                    </a:cubicBezTo>
                    <a:cubicBezTo>
                      <a:pt x="84" y="60"/>
                      <a:pt x="84" y="58"/>
                      <a:pt x="83" y="56"/>
                    </a:cubicBezTo>
                    <a:cubicBezTo>
                      <a:pt x="46" y="2"/>
                      <a:pt x="46" y="2"/>
                      <a:pt x="46" y="2"/>
                    </a:cubicBezTo>
                    <a:cubicBezTo>
                      <a:pt x="45" y="1"/>
                      <a:pt x="44" y="0"/>
                      <a:pt x="42" y="0"/>
                    </a:cubicBezTo>
                    <a:cubicBezTo>
                      <a:pt x="40" y="0"/>
                      <a:pt x="39" y="1"/>
                      <a:pt x="38" y="2"/>
                    </a:cubicBezTo>
                    <a:cubicBezTo>
                      <a:pt x="1" y="56"/>
                      <a:pt x="1" y="56"/>
                      <a:pt x="1" y="56"/>
                    </a:cubicBezTo>
                    <a:cubicBezTo>
                      <a:pt x="0" y="58"/>
                      <a:pt x="0" y="60"/>
                      <a:pt x="1" y="62"/>
                    </a:cubicBezTo>
                    <a:cubicBezTo>
                      <a:pt x="1" y="63"/>
                      <a:pt x="3" y="64"/>
                      <a:pt x="5" y="64"/>
                    </a:cubicBezTo>
                    <a:cubicBezTo>
                      <a:pt x="18" y="64"/>
                      <a:pt x="18" y="64"/>
                      <a:pt x="18" y="64"/>
                    </a:cubicBezTo>
                    <a:cubicBezTo>
                      <a:pt x="18" y="237"/>
                      <a:pt x="18" y="237"/>
                      <a:pt x="18" y="237"/>
                    </a:cubicBezTo>
                    <a:cubicBezTo>
                      <a:pt x="66" y="237"/>
                      <a:pt x="66" y="237"/>
                      <a:pt x="66" y="237"/>
                    </a:cubicBezTo>
                    <a:cubicBezTo>
                      <a:pt x="66" y="64"/>
                      <a:pt x="66" y="64"/>
                      <a:pt x="66" y="64"/>
                    </a:cubicBezTo>
                    <a:lnTo>
                      <a:pt x="79" y="6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3" name="Freeform 19"/>
              <p:cNvSpPr>
                <a:spLocks/>
              </p:cNvSpPr>
              <p:nvPr/>
            </p:nvSpPr>
            <p:spPr bwMode="auto">
              <a:xfrm>
                <a:off x="1552" y="1187"/>
                <a:ext cx="510" cy="276"/>
              </a:xfrm>
              <a:custGeom>
                <a:avLst/>
                <a:gdLst>
                  <a:gd name="T0" fmla="*/ 8 w 512"/>
                  <a:gd name="T1" fmla="*/ 268 h 276"/>
                  <a:gd name="T2" fmla="*/ 8 w 512"/>
                  <a:gd name="T3" fmla="*/ 4 h 276"/>
                  <a:gd name="T4" fmla="*/ 7 w 512"/>
                  <a:gd name="T5" fmla="*/ 1 h 276"/>
                  <a:gd name="T6" fmla="*/ 4 w 512"/>
                  <a:gd name="T7" fmla="*/ 0 h 276"/>
                  <a:gd name="T8" fmla="*/ 4 w 512"/>
                  <a:gd name="T9" fmla="*/ 0 h 276"/>
                  <a:gd name="T10" fmla="*/ 1 w 512"/>
                  <a:gd name="T11" fmla="*/ 1 h 276"/>
                  <a:gd name="T12" fmla="*/ 0 w 512"/>
                  <a:gd name="T13" fmla="*/ 4 h 276"/>
                  <a:gd name="T14" fmla="*/ 0 w 512"/>
                  <a:gd name="T15" fmla="*/ 276 h 276"/>
                  <a:gd name="T16" fmla="*/ 508 w 512"/>
                  <a:gd name="T17" fmla="*/ 276 h 276"/>
                  <a:gd name="T18" fmla="*/ 511 w 512"/>
                  <a:gd name="T19" fmla="*/ 275 h 276"/>
                  <a:gd name="T20" fmla="*/ 512 w 512"/>
                  <a:gd name="T21" fmla="*/ 272 h 276"/>
                  <a:gd name="T22" fmla="*/ 512 w 512"/>
                  <a:gd name="T23" fmla="*/ 272 h 276"/>
                  <a:gd name="T24" fmla="*/ 511 w 512"/>
                  <a:gd name="T25" fmla="*/ 269 h 276"/>
                  <a:gd name="T26" fmla="*/ 508 w 512"/>
                  <a:gd name="T27" fmla="*/ 268 h 276"/>
                  <a:gd name="T28" fmla="*/ 8 w 512"/>
                  <a:gd name="T29" fmla="*/ 268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12" h="276">
                    <a:moveTo>
                      <a:pt x="8" y="268"/>
                    </a:moveTo>
                    <a:cubicBezTo>
                      <a:pt x="8" y="4"/>
                      <a:pt x="8" y="4"/>
                      <a:pt x="8" y="4"/>
                    </a:cubicBezTo>
                    <a:cubicBezTo>
                      <a:pt x="8" y="3"/>
                      <a:pt x="8" y="2"/>
                      <a:pt x="7" y="1"/>
                    </a:cubicBezTo>
                    <a:cubicBezTo>
                      <a:pt x="6" y="1"/>
                      <a:pt x="5" y="0"/>
                      <a:pt x="4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3" y="0"/>
                      <a:pt x="2" y="1"/>
                      <a:pt x="1" y="1"/>
                    </a:cubicBezTo>
                    <a:cubicBezTo>
                      <a:pt x="0" y="2"/>
                      <a:pt x="0" y="3"/>
                      <a:pt x="0" y="4"/>
                    </a:cubicBezTo>
                    <a:cubicBezTo>
                      <a:pt x="0" y="276"/>
                      <a:pt x="0" y="276"/>
                      <a:pt x="0" y="276"/>
                    </a:cubicBezTo>
                    <a:cubicBezTo>
                      <a:pt x="508" y="276"/>
                      <a:pt x="508" y="276"/>
                      <a:pt x="508" y="276"/>
                    </a:cubicBezTo>
                    <a:cubicBezTo>
                      <a:pt x="509" y="276"/>
                      <a:pt x="510" y="276"/>
                      <a:pt x="511" y="275"/>
                    </a:cubicBezTo>
                    <a:cubicBezTo>
                      <a:pt x="512" y="274"/>
                      <a:pt x="512" y="273"/>
                      <a:pt x="512" y="272"/>
                    </a:cubicBezTo>
                    <a:cubicBezTo>
                      <a:pt x="512" y="272"/>
                      <a:pt x="512" y="272"/>
                      <a:pt x="512" y="272"/>
                    </a:cubicBezTo>
                    <a:cubicBezTo>
                      <a:pt x="512" y="271"/>
                      <a:pt x="512" y="270"/>
                      <a:pt x="511" y="269"/>
                    </a:cubicBezTo>
                    <a:cubicBezTo>
                      <a:pt x="510" y="268"/>
                      <a:pt x="509" y="268"/>
                      <a:pt x="508" y="268"/>
                    </a:cubicBezTo>
                    <a:cubicBezTo>
                      <a:pt x="8" y="268"/>
                      <a:pt x="8" y="268"/>
                      <a:pt x="8" y="26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cxnSp>
          <p:nvCxnSpPr>
            <p:cNvPr id="34" name="直接连接符 33"/>
            <p:cNvCxnSpPr/>
            <p:nvPr/>
          </p:nvCxnSpPr>
          <p:spPr>
            <a:xfrm>
              <a:off x="4309533" y="2218267"/>
              <a:ext cx="3327367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9" name="矩形 38"/>
            <p:cNvSpPr/>
            <p:nvPr/>
          </p:nvSpPr>
          <p:spPr>
            <a:xfrm>
              <a:off x="5605575" y="2222399"/>
              <a:ext cx="2031325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defTabSz="609585"/>
              <a:r>
                <a:rPr lang="zh-CN" altLang="en-US" b="1" dirty="0">
                  <a:ea typeface="微软雅黑" charset="0"/>
                </a:rPr>
                <a:t>点击此处添加标题</a:t>
              </a:r>
            </a:p>
          </p:txBody>
        </p:sp>
        <p:sp>
          <p:nvSpPr>
            <p:cNvPr id="43" name="文本框 42"/>
            <p:cNvSpPr txBox="1"/>
            <p:nvPr/>
          </p:nvSpPr>
          <p:spPr>
            <a:xfrm>
              <a:off x="4231473" y="581360"/>
              <a:ext cx="2481770" cy="18620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500" b="1" dirty="0">
                  <a:solidFill>
                    <a:schemeClr val="tx2"/>
                  </a:solidFill>
                </a:rPr>
                <a:t>47</a:t>
              </a:r>
              <a:r>
                <a:rPr lang="en-US" altLang="zh-CN" sz="5400" b="1" dirty="0">
                  <a:solidFill>
                    <a:schemeClr val="tx2"/>
                  </a:solidFill>
                </a:rPr>
                <a:t>%</a:t>
              </a:r>
              <a:endParaRPr lang="zh-CN" altLang="en-US" sz="11500" b="1" dirty="0">
                <a:solidFill>
                  <a:schemeClr val="tx2"/>
                </a:solidFill>
              </a:endParaRPr>
            </a:p>
          </p:txBody>
        </p:sp>
      </p:grpSp>
      <p:grpSp>
        <p:nvGrpSpPr>
          <p:cNvPr id="47" name="组合 46"/>
          <p:cNvGrpSpPr/>
          <p:nvPr/>
        </p:nvGrpSpPr>
        <p:grpSpPr>
          <a:xfrm>
            <a:off x="8372848" y="581360"/>
            <a:ext cx="3367411" cy="2010371"/>
            <a:chOff x="8372848" y="581360"/>
            <a:chExt cx="3367411" cy="2010371"/>
          </a:xfrm>
        </p:grpSpPr>
        <p:grpSp>
          <p:nvGrpSpPr>
            <p:cNvPr id="14" name="Group 67"/>
            <p:cNvGrpSpPr>
              <a:grpSpLocks noChangeAspect="1"/>
            </p:cNvGrpSpPr>
            <p:nvPr/>
          </p:nvGrpSpPr>
          <p:grpSpPr bwMode="auto">
            <a:xfrm>
              <a:off x="9777336" y="739938"/>
              <a:ext cx="1850072" cy="1368811"/>
              <a:chOff x="6149" y="2123"/>
              <a:chExt cx="765" cy="566"/>
            </a:xfrm>
            <a:solidFill>
              <a:schemeClr val="accent6"/>
            </a:solidFill>
          </p:grpSpPr>
          <p:sp>
            <p:nvSpPr>
              <p:cNvPr id="15" name="Freeform 68"/>
              <p:cNvSpPr>
                <a:spLocks/>
              </p:cNvSpPr>
              <p:nvPr/>
            </p:nvSpPr>
            <p:spPr bwMode="auto">
              <a:xfrm>
                <a:off x="6281" y="2401"/>
                <a:ext cx="501" cy="288"/>
              </a:xfrm>
              <a:custGeom>
                <a:avLst/>
                <a:gdLst>
                  <a:gd name="T0" fmla="*/ 485 w 524"/>
                  <a:gd name="T1" fmla="*/ 56 h 300"/>
                  <a:gd name="T2" fmla="*/ 473 w 524"/>
                  <a:gd name="T3" fmla="*/ 36 h 300"/>
                  <a:gd name="T4" fmla="*/ 450 w 524"/>
                  <a:gd name="T5" fmla="*/ 26 h 300"/>
                  <a:gd name="T6" fmla="*/ 318 w 524"/>
                  <a:gd name="T7" fmla="*/ 0 h 300"/>
                  <a:gd name="T8" fmla="*/ 356 w 524"/>
                  <a:gd name="T9" fmla="*/ 25 h 300"/>
                  <a:gd name="T10" fmla="*/ 296 w 524"/>
                  <a:gd name="T11" fmla="*/ 215 h 300"/>
                  <a:gd name="T12" fmla="*/ 262 w 524"/>
                  <a:gd name="T13" fmla="*/ 74 h 300"/>
                  <a:gd name="T14" fmla="*/ 228 w 524"/>
                  <a:gd name="T15" fmla="*/ 215 h 300"/>
                  <a:gd name="T16" fmla="*/ 168 w 524"/>
                  <a:gd name="T17" fmla="*/ 25 h 300"/>
                  <a:gd name="T18" fmla="*/ 206 w 524"/>
                  <a:gd name="T19" fmla="*/ 0 h 300"/>
                  <a:gd name="T20" fmla="*/ 74 w 524"/>
                  <a:gd name="T21" fmla="*/ 26 h 300"/>
                  <a:gd name="T22" fmla="*/ 51 w 524"/>
                  <a:gd name="T23" fmla="*/ 36 h 300"/>
                  <a:gd name="T24" fmla="*/ 39 w 524"/>
                  <a:gd name="T25" fmla="*/ 56 h 300"/>
                  <a:gd name="T26" fmla="*/ 0 w 524"/>
                  <a:gd name="T27" fmla="*/ 228 h 300"/>
                  <a:gd name="T28" fmla="*/ 73 w 524"/>
                  <a:gd name="T29" fmla="*/ 254 h 300"/>
                  <a:gd name="T30" fmla="*/ 249 w 524"/>
                  <a:gd name="T31" fmla="*/ 300 h 300"/>
                  <a:gd name="T32" fmla="*/ 262 w 524"/>
                  <a:gd name="T33" fmla="*/ 300 h 300"/>
                  <a:gd name="T34" fmla="*/ 275 w 524"/>
                  <a:gd name="T35" fmla="*/ 300 h 300"/>
                  <a:gd name="T36" fmla="*/ 451 w 524"/>
                  <a:gd name="T37" fmla="*/ 254 h 300"/>
                  <a:gd name="T38" fmla="*/ 524 w 524"/>
                  <a:gd name="T39" fmla="*/ 228 h 300"/>
                  <a:gd name="T40" fmla="*/ 485 w 524"/>
                  <a:gd name="T41" fmla="*/ 56 h 3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524" h="300">
                    <a:moveTo>
                      <a:pt x="485" y="56"/>
                    </a:moveTo>
                    <a:cubicBezTo>
                      <a:pt x="484" y="48"/>
                      <a:pt x="479" y="41"/>
                      <a:pt x="473" y="36"/>
                    </a:cubicBezTo>
                    <a:cubicBezTo>
                      <a:pt x="467" y="30"/>
                      <a:pt x="459" y="27"/>
                      <a:pt x="450" y="26"/>
                    </a:cubicBezTo>
                    <a:cubicBezTo>
                      <a:pt x="318" y="0"/>
                      <a:pt x="318" y="0"/>
                      <a:pt x="318" y="0"/>
                    </a:cubicBezTo>
                    <a:cubicBezTo>
                      <a:pt x="356" y="25"/>
                      <a:pt x="356" y="25"/>
                      <a:pt x="356" y="25"/>
                    </a:cubicBezTo>
                    <a:cubicBezTo>
                      <a:pt x="296" y="215"/>
                      <a:pt x="296" y="215"/>
                      <a:pt x="296" y="215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28" y="215"/>
                      <a:pt x="228" y="215"/>
                      <a:pt x="228" y="215"/>
                    </a:cubicBezTo>
                    <a:cubicBezTo>
                      <a:pt x="168" y="25"/>
                      <a:pt x="168" y="25"/>
                      <a:pt x="168" y="25"/>
                    </a:cubicBezTo>
                    <a:cubicBezTo>
                      <a:pt x="206" y="0"/>
                      <a:pt x="206" y="0"/>
                      <a:pt x="206" y="0"/>
                    </a:cubicBezTo>
                    <a:cubicBezTo>
                      <a:pt x="74" y="26"/>
                      <a:pt x="74" y="26"/>
                      <a:pt x="74" y="26"/>
                    </a:cubicBezTo>
                    <a:cubicBezTo>
                      <a:pt x="65" y="27"/>
                      <a:pt x="57" y="30"/>
                      <a:pt x="51" y="36"/>
                    </a:cubicBezTo>
                    <a:cubicBezTo>
                      <a:pt x="45" y="41"/>
                      <a:pt x="40" y="48"/>
                      <a:pt x="39" y="56"/>
                    </a:cubicBezTo>
                    <a:cubicBezTo>
                      <a:pt x="0" y="228"/>
                      <a:pt x="0" y="228"/>
                      <a:pt x="0" y="228"/>
                    </a:cubicBezTo>
                    <a:cubicBezTo>
                      <a:pt x="73" y="254"/>
                      <a:pt x="73" y="254"/>
                      <a:pt x="73" y="254"/>
                    </a:cubicBezTo>
                    <a:cubicBezTo>
                      <a:pt x="98" y="279"/>
                      <a:pt x="167" y="298"/>
                      <a:pt x="249" y="300"/>
                    </a:cubicBezTo>
                    <a:cubicBezTo>
                      <a:pt x="262" y="300"/>
                      <a:pt x="262" y="300"/>
                      <a:pt x="262" y="300"/>
                    </a:cubicBezTo>
                    <a:cubicBezTo>
                      <a:pt x="275" y="300"/>
                      <a:pt x="275" y="300"/>
                      <a:pt x="275" y="300"/>
                    </a:cubicBezTo>
                    <a:cubicBezTo>
                      <a:pt x="357" y="298"/>
                      <a:pt x="426" y="279"/>
                      <a:pt x="451" y="254"/>
                    </a:cubicBezTo>
                    <a:cubicBezTo>
                      <a:pt x="524" y="228"/>
                      <a:pt x="524" y="228"/>
                      <a:pt x="524" y="228"/>
                    </a:cubicBezTo>
                    <a:lnTo>
                      <a:pt x="485" y="5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6" name="Freeform 69"/>
              <p:cNvSpPr>
                <a:spLocks/>
              </p:cNvSpPr>
              <p:nvPr/>
            </p:nvSpPr>
            <p:spPr bwMode="auto">
              <a:xfrm>
                <a:off x="6503" y="2419"/>
                <a:ext cx="57" cy="53"/>
              </a:xfrm>
              <a:custGeom>
                <a:avLst/>
                <a:gdLst>
                  <a:gd name="T0" fmla="*/ 29 w 57"/>
                  <a:gd name="T1" fmla="*/ 0 h 53"/>
                  <a:gd name="T2" fmla="*/ 0 w 57"/>
                  <a:gd name="T3" fmla="*/ 11 h 53"/>
                  <a:gd name="T4" fmla="*/ 29 w 57"/>
                  <a:gd name="T5" fmla="*/ 53 h 53"/>
                  <a:gd name="T6" fmla="*/ 57 w 57"/>
                  <a:gd name="T7" fmla="*/ 11 h 53"/>
                  <a:gd name="T8" fmla="*/ 29 w 57"/>
                  <a:gd name="T9" fmla="*/ 0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7" h="53">
                    <a:moveTo>
                      <a:pt x="29" y="0"/>
                    </a:moveTo>
                    <a:lnTo>
                      <a:pt x="0" y="11"/>
                    </a:lnTo>
                    <a:lnTo>
                      <a:pt x="29" y="53"/>
                    </a:lnTo>
                    <a:lnTo>
                      <a:pt x="57" y="11"/>
                    </a:lnTo>
                    <a:lnTo>
                      <a:pt x="29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7" name="Freeform 70"/>
              <p:cNvSpPr>
                <a:spLocks/>
              </p:cNvSpPr>
              <p:nvPr/>
            </p:nvSpPr>
            <p:spPr bwMode="auto">
              <a:xfrm>
                <a:off x="6410" y="2123"/>
                <a:ext cx="243" cy="292"/>
              </a:xfrm>
              <a:custGeom>
                <a:avLst/>
                <a:gdLst>
                  <a:gd name="T0" fmla="*/ 240 w 254"/>
                  <a:gd name="T1" fmla="*/ 140 h 304"/>
                  <a:gd name="T2" fmla="*/ 127 w 254"/>
                  <a:gd name="T3" fmla="*/ 0 h 304"/>
                  <a:gd name="T4" fmla="*/ 14 w 254"/>
                  <a:gd name="T5" fmla="*/ 140 h 304"/>
                  <a:gd name="T6" fmla="*/ 8 w 254"/>
                  <a:gd name="T7" fmla="*/ 177 h 304"/>
                  <a:gd name="T8" fmla="*/ 26 w 254"/>
                  <a:gd name="T9" fmla="*/ 202 h 304"/>
                  <a:gd name="T10" fmla="*/ 127 w 254"/>
                  <a:gd name="T11" fmla="*/ 304 h 304"/>
                  <a:gd name="T12" fmla="*/ 228 w 254"/>
                  <a:gd name="T13" fmla="*/ 202 h 304"/>
                  <a:gd name="T14" fmla="*/ 246 w 254"/>
                  <a:gd name="T15" fmla="*/ 177 h 304"/>
                  <a:gd name="T16" fmla="*/ 240 w 254"/>
                  <a:gd name="T17" fmla="*/ 140 h 3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54" h="304">
                    <a:moveTo>
                      <a:pt x="240" y="140"/>
                    </a:moveTo>
                    <a:cubicBezTo>
                      <a:pt x="240" y="61"/>
                      <a:pt x="208" y="0"/>
                      <a:pt x="127" y="0"/>
                    </a:cubicBezTo>
                    <a:cubicBezTo>
                      <a:pt x="46" y="0"/>
                      <a:pt x="14" y="62"/>
                      <a:pt x="14" y="140"/>
                    </a:cubicBezTo>
                    <a:cubicBezTo>
                      <a:pt x="5" y="144"/>
                      <a:pt x="0" y="154"/>
                      <a:pt x="8" y="177"/>
                    </a:cubicBezTo>
                    <a:cubicBezTo>
                      <a:pt x="12" y="188"/>
                      <a:pt x="20" y="197"/>
                      <a:pt x="26" y="202"/>
                    </a:cubicBezTo>
                    <a:cubicBezTo>
                      <a:pt x="49" y="260"/>
                      <a:pt x="94" y="304"/>
                      <a:pt x="127" y="304"/>
                    </a:cubicBezTo>
                    <a:cubicBezTo>
                      <a:pt x="160" y="304"/>
                      <a:pt x="205" y="260"/>
                      <a:pt x="228" y="202"/>
                    </a:cubicBezTo>
                    <a:cubicBezTo>
                      <a:pt x="234" y="197"/>
                      <a:pt x="242" y="188"/>
                      <a:pt x="246" y="177"/>
                    </a:cubicBezTo>
                    <a:cubicBezTo>
                      <a:pt x="254" y="154"/>
                      <a:pt x="249" y="144"/>
                      <a:pt x="240" y="14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8" name="Freeform 71"/>
              <p:cNvSpPr>
                <a:spLocks noEditPoints="1"/>
              </p:cNvSpPr>
              <p:nvPr/>
            </p:nvSpPr>
            <p:spPr bwMode="auto">
              <a:xfrm>
                <a:off x="6149" y="2218"/>
                <a:ext cx="765" cy="365"/>
              </a:xfrm>
              <a:custGeom>
                <a:avLst/>
                <a:gdLst>
                  <a:gd name="T0" fmla="*/ 128 w 800"/>
                  <a:gd name="T1" fmla="*/ 380 h 380"/>
                  <a:gd name="T2" fmla="*/ 48 w 800"/>
                  <a:gd name="T3" fmla="*/ 352 h 380"/>
                  <a:gd name="T4" fmla="*/ 0 w 800"/>
                  <a:gd name="T5" fmla="*/ 336 h 380"/>
                  <a:gd name="T6" fmla="*/ 25 w 800"/>
                  <a:gd name="T7" fmla="*/ 224 h 380"/>
                  <a:gd name="T8" fmla="*/ 33 w 800"/>
                  <a:gd name="T9" fmla="*/ 211 h 380"/>
                  <a:gd name="T10" fmla="*/ 48 w 800"/>
                  <a:gd name="T11" fmla="*/ 204 h 380"/>
                  <a:gd name="T12" fmla="*/ 141 w 800"/>
                  <a:gd name="T13" fmla="*/ 183 h 380"/>
                  <a:gd name="T14" fmla="*/ 105 w 800"/>
                  <a:gd name="T15" fmla="*/ 131 h 380"/>
                  <a:gd name="T16" fmla="*/ 93 w 800"/>
                  <a:gd name="T17" fmla="*/ 114 h 380"/>
                  <a:gd name="T18" fmla="*/ 97 w 800"/>
                  <a:gd name="T19" fmla="*/ 90 h 380"/>
                  <a:gd name="T20" fmla="*/ 170 w 800"/>
                  <a:gd name="T21" fmla="*/ 0 h 380"/>
                  <a:gd name="T22" fmla="*/ 170 w 800"/>
                  <a:gd name="T23" fmla="*/ 0 h 380"/>
                  <a:gd name="T24" fmla="*/ 244 w 800"/>
                  <a:gd name="T25" fmla="*/ 90 h 380"/>
                  <a:gd name="T26" fmla="*/ 247 w 800"/>
                  <a:gd name="T27" fmla="*/ 114 h 380"/>
                  <a:gd name="T28" fmla="*/ 236 w 800"/>
                  <a:gd name="T29" fmla="*/ 131 h 380"/>
                  <a:gd name="T30" fmla="*/ 199 w 800"/>
                  <a:gd name="T31" fmla="*/ 183 h 380"/>
                  <a:gd name="T32" fmla="*/ 240 w 800"/>
                  <a:gd name="T33" fmla="*/ 192 h 380"/>
                  <a:gd name="T34" fmla="*/ 209 w 800"/>
                  <a:gd name="T35" fmla="*/ 199 h 380"/>
                  <a:gd name="T36" fmla="*/ 177 w 800"/>
                  <a:gd name="T37" fmla="*/ 213 h 380"/>
                  <a:gd name="T38" fmla="*/ 159 w 800"/>
                  <a:gd name="T39" fmla="*/ 243 h 380"/>
                  <a:gd name="T40" fmla="*/ 128 w 800"/>
                  <a:gd name="T41" fmla="*/ 380 h 380"/>
                  <a:gd name="T42" fmla="*/ 775 w 800"/>
                  <a:gd name="T43" fmla="*/ 224 h 380"/>
                  <a:gd name="T44" fmla="*/ 767 w 800"/>
                  <a:gd name="T45" fmla="*/ 211 h 380"/>
                  <a:gd name="T46" fmla="*/ 752 w 800"/>
                  <a:gd name="T47" fmla="*/ 204 h 380"/>
                  <a:gd name="T48" fmla="*/ 659 w 800"/>
                  <a:gd name="T49" fmla="*/ 183 h 380"/>
                  <a:gd name="T50" fmla="*/ 695 w 800"/>
                  <a:gd name="T51" fmla="*/ 131 h 380"/>
                  <a:gd name="T52" fmla="*/ 707 w 800"/>
                  <a:gd name="T53" fmla="*/ 114 h 380"/>
                  <a:gd name="T54" fmla="*/ 703 w 800"/>
                  <a:gd name="T55" fmla="*/ 90 h 380"/>
                  <a:gd name="T56" fmla="*/ 630 w 800"/>
                  <a:gd name="T57" fmla="*/ 0 h 380"/>
                  <a:gd name="T58" fmla="*/ 630 w 800"/>
                  <a:gd name="T59" fmla="*/ 0 h 380"/>
                  <a:gd name="T60" fmla="*/ 556 w 800"/>
                  <a:gd name="T61" fmla="*/ 90 h 380"/>
                  <a:gd name="T62" fmla="*/ 553 w 800"/>
                  <a:gd name="T63" fmla="*/ 114 h 380"/>
                  <a:gd name="T64" fmla="*/ 564 w 800"/>
                  <a:gd name="T65" fmla="*/ 131 h 380"/>
                  <a:gd name="T66" fmla="*/ 601 w 800"/>
                  <a:gd name="T67" fmla="*/ 183 h 380"/>
                  <a:gd name="T68" fmla="*/ 560 w 800"/>
                  <a:gd name="T69" fmla="*/ 192 h 380"/>
                  <a:gd name="T70" fmla="*/ 591 w 800"/>
                  <a:gd name="T71" fmla="*/ 199 h 380"/>
                  <a:gd name="T72" fmla="*/ 623 w 800"/>
                  <a:gd name="T73" fmla="*/ 213 h 380"/>
                  <a:gd name="T74" fmla="*/ 641 w 800"/>
                  <a:gd name="T75" fmla="*/ 243 h 380"/>
                  <a:gd name="T76" fmla="*/ 672 w 800"/>
                  <a:gd name="T77" fmla="*/ 380 h 380"/>
                  <a:gd name="T78" fmla="*/ 752 w 800"/>
                  <a:gd name="T79" fmla="*/ 352 h 380"/>
                  <a:gd name="T80" fmla="*/ 800 w 800"/>
                  <a:gd name="T81" fmla="*/ 336 h 380"/>
                  <a:gd name="T82" fmla="*/ 775 w 800"/>
                  <a:gd name="T83" fmla="*/ 224 h 3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800" h="380">
                    <a:moveTo>
                      <a:pt x="128" y="380"/>
                    </a:moveTo>
                    <a:cubicBezTo>
                      <a:pt x="90" y="375"/>
                      <a:pt x="60" y="365"/>
                      <a:pt x="48" y="352"/>
                    </a:cubicBezTo>
                    <a:cubicBezTo>
                      <a:pt x="0" y="336"/>
                      <a:pt x="0" y="336"/>
                      <a:pt x="0" y="336"/>
                    </a:cubicBezTo>
                    <a:cubicBezTo>
                      <a:pt x="25" y="224"/>
                      <a:pt x="25" y="224"/>
                      <a:pt x="25" y="224"/>
                    </a:cubicBezTo>
                    <a:cubicBezTo>
                      <a:pt x="27" y="219"/>
                      <a:pt x="29" y="215"/>
                      <a:pt x="33" y="211"/>
                    </a:cubicBezTo>
                    <a:cubicBezTo>
                      <a:pt x="38" y="207"/>
                      <a:pt x="43" y="205"/>
                      <a:pt x="48" y="204"/>
                    </a:cubicBezTo>
                    <a:cubicBezTo>
                      <a:pt x="141" y="183"/>
                      <a:pt x="141" y="183"/>
                      <a:pt x="141" y="183"/>
                    </a:cubicBezTo>
                    <a:cubicBezTo>
                      <a:pt x="127" y="171"/>
                      <a:pt x="113" y="152"/>
                      <a:pt x="105" y="131"/>
                    </a:cubicBezTo>
                    <a:cubicBezTo>
                      <a:pt x="101" y="128"/>
                      <a:pt x="96" y="122"/>
                      <a:pt x="93" y="114"/>
                    </a:cubicBezTo>
                    <a:cubicBezTo>
                      <a:pt x="88" y="100"/>
                      <a:pt x="91" y="93"/>
                      <a:pt x="97" y="90"/>
                    </a:cubicBezTo>
                    <a:cubicBezTo>
                      <a:pt x="97" y="40"/>
                      <a:pt x="118" y="0"/>
                      <a:pt x="170" y="0"/>
                    </a:cubicBezTo>
                    <a:cubicBezTo>
                      <a:pt x="170" y="0"/>
                      <a:pt x="170" y="0"/>
                      <a:pt x="170" y="0"/>
                    </a:cubicBezTo>
                    <a:cubicBezTo>
                      <a:pt x="223" y="0"/>
                      <a:pt x="244" y="40"/>
                      <a:pt x="244" y="90"/>
                    </a:cubicBezTo>
                    <a:cubicBezTo>
                      <a:pt x="249" y="93"/>
                      <a:pt x="253" y="100"/>
                      <a:pt x="247" y="114"/>
                    </a:cubicBezTo>
                    <a:cubicBezTo>
                      <a:pt x="245" y="122"/>
                      <a:pt x="240" y="128"/>
                      <a:pt x="236" y="131"/>
                    </a:cubicBezTo>
                    <a:cubicBezTo>
                      <a:pt x="227" y="152"/>
                      <a:pt x="213" y="171"/>
                      <a:pt x="199" y="183"/>
                    </a:cubicBezTo>
                    <a:cubicBezTo>
                      <a:pt x="240" y="192"/>
                      <a:pt x="240" y="192"/>
                      <a:pt x="240" y="192"/>
                    </a:cubicBezTo>
                    <a:cubicBezTo>
                      <a:pt x="209" y="199"/>
                      <a:pt x="209" y="199"/>
                      <a:pt x="209" y="199"/>
                    </a:cubicBezTo>
                    <a:cubicBezTo>
                      <a:pt x="197" y="200"/>
                      <a:pt x="186" y="205"/>
                      <a:pt x="177" y="213"/>
                    </a:cubicBezTo>
                    <a:cubicBezTo>
                      <a:pt x="168" y="221"/>
                      <a:pt x="162" y="231"/>
                      <a:pt x="159" y="243"/>
                    </a:cubicBezTo>
                    <a:lnTo>
                      <a:pt x="128" y="380"/>
                    </a:lnTo>
                    <a:close/>
                    <a:moveTo>
                      <a:pt x="775" y="224"/>
                    </a:moveTo>
                    <a:cubicBezTo>
                      <a:pt x="773" y="219"/>
                      <a:pt x="771" y="215"/>
                      <a:pt x="767" y="211"/>
                    </a:cubicBezTo>
                    <a:cubicBezTo>
                      <a:pt x="762" y="207"/>
                      <a:pt x="757" y="205"/>
                      <a:pt x="752" y="204"/>
                    </a:cubicBezTo>
                    <a:cubicBezTo>
                      <a:pt x="659" y="183"/>
                      <a:pt x="659" y="183"/>
                      <a:pt x="659" y="183"/>
                    </a:cubicBezTo>
                    <a:cubicBezTo>
                      <a:pt x="673" y="171"/>
                      <a:pt x="687" y="152"/>
                      <a:pt x="695" y="131"/>
                    </a:cubicBezTo>
                    <a:cubicBezTo>
                      <a:pt x="699" y="128"/>
                      <a:pt x="704" y="121"/>
                      <a:pt x="707" y="114"/>
                    </a:cubicBezTo>
                    <a:cubicBezTo>
                      <a:pt x="712" y="100"/>
                      <a:pt x="709" y="93"/>
                      <a:pt x="703" y="90"/>
                    </a:cubicBezTo>
                    <a:cubicBezTo>
                      <a:pt x="703" y="40"/>
                      <a:pt x="682" y="0"/>
                      <a:pt x="630" y="0"/>
                    </a:cubicBezTo>
                    <a:cubicBezTo>
                      <a:pt x="630" y="0"/>
                      <a:pt x="630" y="0"/>
                      <a:pt x="630" y="0"/>
                    </a:cubicBezTo>
                    <a:cubicBezTo>
                      <a:pt x="577" y="0"/>
                      <a:pt x="556" y="40"/>
                      <a:pt x="556" y="90"/>
                    </a:cubicBezTo>
                    <a:cubicBezTo>
                      <a:pt x="551" y="93"/>
                      <a:pt x="547" y="100"/>
                      <a:pt x="553" y="114"/>
                    </a:cubicBezTo>
                    <a:cubicBezTo>
                      <a:pt x="555" y="121"/>
                      <a:pt x="560" y="128"/>
                      <a:pt x="564" y="131"/>
                    </a:cubicBezTo>
                    <a:cubicBezTo>
                      <a:pt x="573" y="152"/>
                      <a:pt x="587" y="171"/>
                      <a:pt x="601" y="183"/>
                    </a:cubicBezTo>
                    <a:cubicBezTo>
                      <a:pt x="560" y="192"/>
                      <a:pt x="560" y="192"/>
                      <a:pt x="560" y="192"/>
                    </a:cubicBezTo>
                    <a:cubicBezTo>
                      <a:pt x="591" y="199"/>
                      <a:pt x="591" y="199"/>
                      <a:pt x="591" y="199"/>
                    </a:cubicBezTo>
                    <a:cubicBezTo>
                      <a:pt x="603" y="200"/>
                      <a:pt x="614" y="205"/>
                      <a:pt x="623" y="213"/>
                    </a:cubicBezTo>
                    <a:cubicBezTo>
                      <a:pt x="632" y="221"/>
                      <a:pt x="638" y="231"/>
                      <a:pt x="641" y="243"/>
                    </a:cubicBezTo>
                    <a:cubicBezTo>
                      <a:pt x="672" y="380"/>
                      <a:pt x="672" y="380"/>
                      <a:pt x="672" y="380"/>
                    </a:cubicBezTo>
                    <a:cubicBezTo>
                      <a:pt x="710" y="375"/>
                      <a:pt x="740" y="365"/>
                      <a:pt x="752" y="352"/>
                    </a:cubicBezTo>
                    <a:cubicBezTo>
                      <a:pt x="800" y="336"/>
                      <a:pt x="800" y="336"/>
                      <a:pt x="800" y="336"/>
                    </a:cubicBezTo>
                    <a:lnTo>
                      <a:pt x="775" y="22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cxnSp>
          <p:nvCxnSpPr>
            <p:cNvPr id="35" name="直接连接符 34"/>
            <p:cNvCxnSpPr/>
            <p:nvPr/>
          </p:nvCxnSpPr>
          <p:spPr>
            <a:xfrm>
              <a:off x="8372848" y="2184401"/>
              <a:ext cx="3327367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0" name="矩形 39"/>
            <p:cNvSpPr/>
            <p:nvPr/>
          </p:nvSpPr>
          <p:spPr>
            <a:xfrm>
              <a:off x="9708934" y="2222399"/>
              <a:ext cx="2031325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defTabSz="609585"/>
              <a:r>
                <a:rPr lang="zh-CN" altLang="en-US" b="1" dirty="0">
                  <a:ea typeface="微软雅黑" charset="0"/>
                </a:rPr>
                <a:t>点击此处添加标题</a:t>
              </a:r>
            </a:p>
          </p:txBody>
        </p:sp>
        <p:sp>
          <p:nvSpPr>
            <p:cNvPr id="44" name="文本框 43"/>
            <p:cNvSpPr txBox="1"/>
            <p:nvPr/>
          </p:nvSpPr>
          <p:spPr>
            <a:xfrm>
              <a:off x="8454396" y="581360"/>
              <a:ext cx="2481770" cy="18620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500" b="1" dirty="0">
                  <a:solidFill>
                    <a:schemeClr val="tx2"/>
                  </a:solidFill>
                </a:rPr>
                <a:t>84</a:t>
              </a:r>
              <a:r>
                <a:rPr lang="en-US" altLang="zh-CN" sz="5400" b="1" dirty="0">
                  <a:solidFill>
                    <a:schemeClr val="tx2"/>
                  </a:solidFill>
                </a:rPr>
                <a:t>%</a:t>
              </a:r>
              <a:endParaRPr lang="zh-CN" altLang="en-US" sz="11500" b="1" dirty="0">
                <a:solidFill>
                  <a:schemeClr val="tx2"/>
                </a:solidFill>
              </a:endParaRPr>
            </a:p>
          </p:txBody>
        </p:sp>
      </p:grpSp>
      <p:grpSp>
        <p:nvGrpSpPr>
          <p:cNvPr id="53" name="组合 52"/>
          <p:cNvGrpSpPr/>
          <p:nvPr/>
        </p:nvGrpSpPr>
        <p:grpSpPr>
          <a:xfrm>
            <a:off x="4231473" y="2522809"/>
            <a:ext cx="3405427" cy="2044768"/>
            <a:chOff x="4231473" y="2522809"/>
            <a:chExt cx="3405427" cy="2044768"/>
          </a:xfrm>
        </p:grpSpPr>
        <p:grpSp>
          <p:nvGrpSpPr>
            <p:cNvPr id="19" name="Group 113"/>
            <p:cNvGrpSpPr>
              <a:grpSpLocks noChangeAspect="1"/>
            </p:cNvGrpSpPr>
            <p:nvPr/>
          </p:nvGrpSpPr>
          <p:grpSpPr bwMode="auto">
            <a:xfrm>
              <a:off x="5968207" y="2647526"/>
              <a:ext cx="1407505" cy="1366393"/>
              <a:chOff x="554" y="2103"/>
              <a:chExt cx="582" cy="565"/>
            </a:xfrm>
            <a:solidFill>
              <a:schemeClr val="accent6"/>
            </a:solidFill>
          </p:grpSpPr>
          <p:sp>
            <p:nvSpPr>
              <p:cNvPr id="20" name="Freeform 114"/>
              <p:cNvSpPr>
                <a:spLocks noEditPoints="1"/>
              </p:cNvSpPr>
              <p:nvPr/>
            </p:nvSpPr>
            <p:spPr bwMode="auto">
              <a:xfrm>
                <a:off x="555" y="2103"/>
                <a:ext cx="581" cy="242"/>
              </a:xfrm>
              <a:custGeom>
                <a:avLst/>
                <a:gdLst>
                  <a:gd name="T0" fmla="*/ 789 w 798"/>
                  <a:gd name="T1" fmla="*/ 297 h 333"/>
                  <a:gd name="T2" fmla="*/ 411 w 798"/>
                  <a:gd name="T3" fmla="*/ 5 h 333"/>
                  <a:gd name="T4" fmla="*/ 399 w 798"/>
                  <a:gd name="T5" fmla="*/ 0 h 333"/>
                  <a:gd name="T6" fmla="*/ 387 w 798"/>
                  <a:gd name="T7" fmla="*/ 5 h 333"/>
                  <a:gd name="T8" fmla="*/ 9 w 798"/>
                  <a:gd name="T9" fmla="*/ 297 h 333"/>
                  <a:gd name="T10" fmla="*/ 2 w 798"/>
                  <a:gd name="T11" fmla="*/ 319 h 333"/>
                  <a:gd name="T12" fmla="*/ 22 w 798"/>
                  <a:gd name="T13" fmla="*/ 333 h 333"/>
                  <a:gd name="T14" fmla="*/ 776 w 798"/>
                  <a:gd name="T15" fmla="*/ 333 h 333"/>
                  <a:gd name="T16" fmla="*/ 796 w 798"/>
                  <a:gd name="T17" fmla="*/ 319 h 333"/>
                  <a:gd name="T18" fmla="*/ 789 w 798"/>
                  <a:gd name="T19" fmla="*/ 297 h 333"/>
                  <a:gd name="T20" fmla="*/ 235 w 798"/>
                  <a:gd name="T21" fmla="*/ 240 h 333"/>
                  <a:gd name="T22" fmla="*/ 399 w 798"/>
                  <a:gd name="T23" fmla="*/ 113 h 333"/>
                  <a:gd name="T24" fmla="*/ 563 w 798"/>
                  <a:gd name="T25" fmla="*/ 240 h 333"/>
                  <a:gd name="T26" fmla="*/ 235 w 798"/>
                  <a:gd name="T27" fmla="*/ 240 h 3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798" h="333">
                    <a:moveTo>
                      <a:pt x="789" y="297"/>
                    </a:moveTo>
                    <a:cubicBezTo>
                      <a:pt x="411" y="5"/>
                      <a:pt x="411" y="5"/>
                      <a:pt x="411" y="5"/>
                    </a:cubicBezTo>
                    <a:cubicBezTo>
                      <a:pt x="408" y="2"/>
                      <a:pt x="404" y="0"/>
                      <a:pt x="399" y="0"/>
                    </a:cubicBezTo>
                    <a:cubicBezTo>
                      <a:pt x="394" y="0"/>
                      <a:pt x="390" y="2"/>
                      <a:pt x="387" y="5"/>
                    </a:cubicBezTo>
                    <a:cubicBezTo>
                      <a:pt x="9" y="297"/>
                      <a:pt x="9" y="297"/>
                      <a:pt x="9" y="297"/>
                    </a:cubicBezTo>
                    <a:cubicBezTo>
                      <a:pt x="3" y="302"/>
                      <a:pt x="0" y="311"/>
                      <a:pt x="2" y="319"/>
                    </a:cubicBezTo>
                    <a:cubicBezTo>
                      <a:pt x="5" y="328"/>
                      <a:pt x="13" y="333"/>
                      <a:pt x="22" y="333"/>
                    </a:cubicBezTo>
                    <a:cubicBezTo>
                      <a:pt x="776" y="333"/>
                      <a:pt x="776" y="333"/>
                      <a:pt x="776" y="333"/>
                    </a:cubicBezTo>
                    <a:cubicBezTo>
                      <a:pt x="785" y="333"/>
                      <a:pt x="793" y="328"/>
                      <a:pt x="796" y="319"/>
                    </a:cubicBezTo>
                    <a:cubicBezTo>
                      <a:pt x="798" y="311"/>
                      <a:pt x="795" y="302"/>
                      <a:pt x="789" y="297"/>
                    </a:cubicBezTo>
                    <a:close/>
                    <a:moveTo>
                      <a:pt x="235" y="240"/>
                    </a:moveTo>
                    <a:cubicBezTo>
                      <a:pt x="399" y="113"/>
                      <a:pt x="399" y="113"/>
                      <a:pt x="399" y="113"/>
                    </a:cubicBezTo>
                    <a:cubicBezTo>
                      <a:pt x="563" y="240"/>
                      <a:pt x="563" y="240"/>
                      <a:pt x="563" y="240"/>
                    </a:cubicBezTo>
                    <a:lnTo>
                      <a:pt x="235" y="24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1" name="Freeform 115"/>
              <p:cNvSpPr>
                <a:spLocks/>
              </p:cNvSpPr>
              <p:nvPr/>
            </p:nvSpPr>
            <p:spPr bwMode="auto">
              <a:xfrm>
                <a:off x="628" y="2365"/>
                <a:ext cx="115" cy="216"/>
              </a:xfrm>
              <a:custGeom>
                <a:avLst/>
                <a:gdLst>
                  <a:gd name="T0" fmla="*/ 152 w 158"/>
                  <a:gd name="T1" fmla="*/ 270 h 296"/>
                  <a:gd name="T2" fmla="*/ 131 w 158"/>
                  <a:gd name="T3" fmla="*/ 270 h 296"/>
                  <a:gd name="T4" fmla="*/ 131 w 158"/>
                  <a:gd name="T5" fmla="*/ 54 h 296"/>
                  <a:gd name="T6" fmla="*/ 158 w 158"/>
                  <a:gd name="T7" fmla="*/ 27 h 296"/>
                  <a:gd name="T8" fmla="*/ 131 w 158"/>
                  <a:gd name="T9" fmla="*/ 0 h 296"/>
                  <a:gd name="T10" fmla="*/ 27 w 158"/>
                  <a:gd name="T11" fmla="*/ 0 h 296"/>
                  <a:gd name="T12" fmla="*/ 0 w 158"/>
                  <a:gd name="T13" fmla="*/ 27 h 296"/>
                  <a:gd name="T14" fmla="*/ 27 w 158"/>
                  <a:gd name="T15" fmla="*/ 54 h 296"/>
                  <a:gd name="T16" fmla="*/ 27 w 158"/>
                  <a:gd name="T17" fmla="*/ 270 h 296"/>
                  <a:gd name="T18" fmla="*/ 6 w 158"/>
                  <a:gd name="T19" fmla="*/ 270 h 296"/>
                  <a:gd name="T20" fmla="*/ 0 w 158"/>
                  <a:gd name="T21" fmla="*/ 276 h 296"/>
                  <a:gd name="T22" fmla="*/ 0 w 158"/>
                  <a:gd name="T23" fmla="*/ 289 h 296"/>
                  <a:gd name="T24" fmla="*/ 6 w 158"/>
                  <a:gd name="T25" fmla="*/ 296 h 296"/>
                  <a:gd name="T26" fmla="*/ 152 w 158"/>
                  <a:gd name="T27" fmla="*/ 296 h 296"/>
                  <a:gd name="T28" fmla="*/ 158 w 158"/>
                  <a:gd name="T29" fmla="*/ 289 h 296"/>
                  <a:gd name="T30" fmla="*/ 158 w 158"/>
                  <a:gd name="T31" fmla="*/ 276 h 296"/>
                  <a:gd name="T32" fmla="*/ 152 w 158"/>
                  <a:gd name="T33" fmla="*/ 270 h 2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58" h="296">
                    <a:moveTo>
                      <a:pt x="152" y="270"/>
                    </a:moveTo>
                    <a:cubicBezTo>
                      <a:pt x="131" y="270"/>
                      <a:pt x="131" y="270"/>
                      <a:pt x="131" y="270"/>
                    </a:cubicBezTo>
                    <a:cubicBezTo>
                      <a:pt x="131" y="54"/>
                      <a:pt x="131" y="54"/>
                      <a:pt x="131" y="54"/>
                    </a:cubicBezTo>
                    <a:cubicBezTo>
                      <a:pt x="146" y="54"/>
                      <a:pt x="158" y="42"/>
                      <a:pt x="158" y="27"/>
                    </a:cubicBezTo>
                    <a:cubicBezTo>
                      <a:pt x="158" y="12"/>
                      <a:pt x="146" y="0"/>
                      <a:pt x="131" y="0"/>
                    </a:cubicBezTo>
                    <a:cubicBezTo>
                      <a:pt x="27" y="0"/>
                      <a:pt x="27" y="0"/>
                      <a:pt x="27" y="0"/>
                    </a:cubicBezTo>
                    <a:cubicBezTo>
                      <a:pt x="12" y="0"/>
                      <a:pt x="0" y="12"/>
                      <a:pt x="0" y="27"/>
                    </a:cubicBezTo>
                    <a:cubicBezTo>
                      <a:pt x="0" y="42"/>
                      <a:pt x="12" y="54"/>
                      <a:pt x="27" y="54"/>
                    </a:cubicBezTo>
                    <a:cubicBezTo>
                      <a:pt x="27" y="270"/>
                      <a:pt x="27" y="270"/>
                      <a:pt x="27" y="270"/>
                    </a:cubicBezTo>
                    <a:cubicBezTo>
                      <a:pt x="6" y="270"/>
                      <a:pt x="6" y="270"/>
                      <a:pt x="6" y="270"/>
                    </a:cubicBezTo>
                    <a:cubicBezTo>
                      <a:pt x="3" y="270"/>
                      <a:pt x="0" y="273"/>
                      <a:pt x="0" y="276"/>
                    </a:cubicBezTo>
                    <a:cubicBezTo>
                      <a:pt x="0" y="289"/>
                      <a:pt x="0" y="289"/>
                      <a:pt x="0" y="289"/>
                    </a:cubicBezTo>
                    <a:cubicBezTo>
                      <a:pt x="0" y="293"/>
                      <a:pt x="3" y="296"/>
                      <a:pt x="6" y="296"/>
                    </a:cubicBezTo>
                    <a:cubicBezTo>
                      <a:pt x="152" y="296"/>
                      <a:pt x="152" y="296"/>
                      <a:pt x="152" y="296"/>
                    </a:cubicBezTo>
                    <a:cubicBezTo>
                      <a:pt x="155" y="296"/>
                      <a:pt x="158" y="293"/>
                      <a:pt x="158" y="289"/>
                    </a:cubicBezTo>
                    <a:cubicBezTo>
                      <a:pt x="158" y="276"/>
                      <a:pt x="158" y="276"/>
                      <a:pt x="158" y="276"/>
                    </a:cubicBezTo>
                    <a:cubicBezTo>
                      <a:pt x="158" y="273"/>
                      <a:pt x="155" y="270"/>
                      <a:pt x="152" y="27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2" name="Freeform 116"/>
              <p:cNvSpPr>
                <a:spLocks/>
              </p:cNvSpPr>
              <p:nvPr/>
            </p:nvSpPr>
            <p:spPr bwMode="auto">
              <a:xfrm>
                <a:off x="788" y="2365"/>
                <a:ext cx="115" cy="216"/>
              </a:xfrm>
              <a:custGeom>
                <a:avLst/>
                <a:gdLst>
                  <a:gd name="T0" fmla="*/ 152 w 158"/>
                  <a:gd name="T1" fmla="*/ 270 h 296"/>
                  <a:gd name="T2" fmla="*/ 131 w 158"/>
                  <a:gd name="T3" fmla="*/ 270 h 296"/>
                  <a:gd name="T4" fmla="*/ 131 w 158"/>
                  <a:gd name="T5" fmla="*/ 54 h 296"/>
                  <a:gd name="T6" fmla="*/ 158 w 158"/>
                  <a:gd name="T7" fmla="*/ 27 h 296"/>
                  <a:gd name="T8" fmla="*/ 131 w 158"/>
                  <a:gd name="T9" fmla="*/ 0 h 296"/>
                  <a:gd name="T10" fmla="*/ 27 w 158"/>
                  <a:gd name="T11" fmla="*/ 0 h 296"/>
                  <a:gd name="T12" fmla="*/ 0 w 158"/>
                  <a:gd name="T13" fmla="*/ 27 h 296"/>
                  <a:gd name="T14" fmla="*/ 27 w 158"/>
                  <a:gd name="T15" fmla="*/ 54 h 296"/>
                  <a:gd name="T16" fmla="*/ 27 w 158"/>
                  <a:gd name="T17" fmla="*/ 270 h 296"/>
                  <a:gd name="T18" fmla="*/ 6 w 158"/>
                  <a:gd name="T19" fmla="*/ 270 h 296"/>
                  <a:gd name="T20" fmla="*/ 0 w 158"/>
                  <a:gd name="T21" fmla="*/ 276 h 296"/>
                  <a:gd name="T22" fmla="*/ 0 w 158"/>
                  <a:gd name="T23" fmla="*/ 289 h 296"/>
                  <a:gd name="T24" fmla="*/ 6 w 158"/>
                  <a:gd name="T25" fmla="*/ 296 h 296"/>
                  <a:gd name="T26" fmla="*/ 152 w 158"/>
                  <a:gd name="T27" fmla="*/ 296 h 296"/>
                  <a:gd name="T28" fmla="*/ 158 w 158"/>
                  <a:gd name="T29" fmla="*/ 289 h 296"/>
                  <a:gd name="T30" fmla="*/ 158 w 158"/>
                  <a:gd name="T31" fmla="*/ 276 h 296"/>
                  <a:gd name="T32" fmla="*/ 152 w 158"/>
                  <a:gd name="T33" fmla="*/ 270 h 2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58" h="296">
                    <a:moveTo>
                      <a:pt x="152" y="270"/>
                    </a:moveTo>
                    <a:cubicBezTo>
                      <a:pt x="131" y="270"/>
                      <a:pt x="131" y="270"/>
                      <a:pt x="131" y="270"/>
                    </a:cubicBezTo>
                    <a:cubicBezTo>
                      <a:pt x="131" y="54"/>
                      <a:pt x="131" y="54"/>
                      <a:pt x="131" y="54"/>
                    </a:cubicBezTo>
                    <a:cubicBezTo>
                      <a:pt x="146" y="54"/>
                      <a:pt x="158" y="42"/>
                      <a:pt x="158" y="27"/>
                    </a:cubicBezTo>
                    <a:cubicBezTo>
                      <a:pt x="158" y="12"/>
                      <a:pt x="146" y="0"/>
                      <a:pt x="131" y="0"/>
                    </a:cubicBezTo>
                    <a:cubicBezTo>
                      <a:pt x="27" y="0"/>
                      <a:pt x="27" y="0"/>
                      <a:pt x="27" y="0"/>
                    </a:cubicBezTo>
                    <a:cubicBezTo>
                      <a:pt x="12" y="0"/>
                      <a:pt x="0" y="12"/>
                      <a:pt x="0" y="27"/>
                    </a:cubicBezTo>
                    <a:cubicBezTo>
                      <a:pt x="0" y="42"/>
                      <a:pt x="12" y="54"/>
                      <a:pt x="27" y="54"/>
                    </a:cubicBezTo>
                    <a:cubicBezTo>
                      <a:pt x="27" y="270"/>
                      <a:pt x="27" y="270"/>
                      <a:pt x="27" y="270"/>
                    </a:cubicBezTo>
                    <a:cubicBezTo>
                      <a:pt x="6" y="270"/>
                      <a:pt x="6" y="270"/>
                      <a:pt x="6" y="270"/>
                    </a:cubicBezTo>
                    <a:cubicBezTo>
                      <a:pt x="3" y="270"/>
                      <a:pt x="0" y="273"/>
                      <a:pt x="0" y="276"/>
                    </a:cubicBezTo>
                    <a:cubicBezTo>
                      <a:pt x="0" y="289"/>
                      <a:pt x="0" y="289"/>
                      <a:pt x="0" y="289"/>
                    </a:cubicBezTo>
                    <a:cubicBezTo>
                      <a:pt x="0" y="293"/>
                      <a:pt x="3" y="296"/>
                      <a:pt x="6" y="296"/>
                    </a:cubicBezTo>
                    <a:cubicBezTo>
                      <a:pt x="152" y="296"/>
                      <a:pt x="152" y="296"/>
                      <a:pt x="152" y="296"/>
                    </a:cubicBezTo>
                    <a:cubicBezTo>
                      <a:pt x="155" y="296"/>
                      <a:pt x="158" y="293"/>
                      <a:pt x="158" y="289"/>
                    </a:cubicBezTo>
                    <a:cubicBezTo>
                      <a:pt x="158" y="276"/>
                      <a:pt x="158" y="276"/>
                      <a:pt x="158" y="276"/>
                    </a:cubicBezTo>
                    <a:cubicBezTo>
                      <a:pt x="158" y="273"/>
                      <a:pt x="155" y="270"/>
                      <a:pt x="152" y="27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3" name="Freeform 117"/>
              <p:cNvSpPr>
                <a:spLocks/>
              </p:cNvSpPr>
              <p:nvPr/>
            </p:nvSpPr>
            <p:spPr bwMode="auto">
              <a:xfrm>
                <a:off x="947" y="2365"/>
                <a:ext cx="115" cy="216"/>
              </a:xfrm>
              <a:custGeom>
                <a:avLst/>
                <a:gdLst>
                  <a:gd name="T0" fmla="*/ 152 w 158"/>
                  <a:gd name="T1" fmla="*/ 270 h 296"/>
                  <a:gd name="T2" fmla="*/ 131 w 158"/>
                  <a:gd name="T3" fmla="*/ 270 h 296"/>
                  <a:gd name="T4" fmla="*/ 131 w 158"/>
                  <a:gd name="T5" fmla="*/ 54 h 296"/>
                  <a:gd name="T6" fmla="*/ 158 w 158"/>
                  <a:gd name="T7" fmla="*/ 27 h 296"/>
                  <a:gd name="T8" fmla="*/ 131 w 158"/>
                  <a:gd name="T9" fmla="*/ 0 h 296"/>
                  <a:gd name="T10" fmla="*/ 27 w 158"/>
                  <a:gd name="T11" fmla="*/ 0 h 296"/>
                  <a:gd name="T12" fmla="*/ 0 w 158"/>
                  <a:gd name="T13" fmla="*/ 27 h 296"/>
                  <a:gd name="T14" fmla="*/ 27 w 158"/>
                  <a:gd name="T15" fmla="*/ 54 h 296"/>
                  <a:gd name="T16" fmla="*/ 27 w 158"/>
                  <a:gd name="T17" fmla="*/ 270 h 296"/>
                  <a:gd name="T18" fmla="*/ 6 w 158"/>
                  <a:gd name="T19" fmla="*/ 270 h 296"/>
                  <a:gd name="T20" fmla="*/ 0 w 158"/>
                  <a:gd name="T21" fmla="*/ 276 h 296"/>
                  <a:gd name="T22" fmla="*/ 0 w 158"/>
                  <a:gd name="T23" fmla="*/ 289 h 296"/>
                  <a:gd name="T24" fmla="*/ 6 w 158"/>
                  <a:gd name="T25" fmla="*/ 296 h 296"/>
                  <a:gd name="T26" fmla="*/ 152 w 158"/>
                  <a:gd name="T27" fmla="*/ 296 h 296"/>
                  <a:gd name="T28" fmla="*/ 158 w 158"/>
                  <a:gd name="T29" fmla="*/ 289 h 296"/>
                  <a:gd name="T30" fmla="*/ 158 w 158"/>
                  <a:gd name="T31" fmla="*/ 276 h 296"/>
                  <a:gd name="T32" fmla="*/ 152 w 158"/>
                  <a:gd name="T33" fmla="*/ 270 h 2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58" h="296">
                    <a:moveTo>
                      <a:pt x="152" y="270"/>
                    </a:moveTo>
                    <a:cubicBezTo>
                      <a:pt x="131" y="270"/>
                      <a:pt x="131" y="270"/>
                      <a:pt x="131" y="270"/>
                    </a:cubicBezTo>
                    <a:cubicBezTo>
                      <a:pt x="131" y="54"/>
                      <a:pt x="131" y="54"/>
                      <a:pt x="131" y="54"/>
                    </a:cubicBezTo>
                    <a:cubicBezTo>
                      <a:pt x="146" y="54"/>
                      <a:pt x="158" y="42"/>
                      <a:pt x="158" y="27"/>
                    </a:cubicBezTo>
                    <a:cubicBezTo>
                      <a:pt x="158" y="12"/>
                      <a:pt x="146" y="0"/>
                      <a:pt x="131" y="0"/>
                    </a:cubicBezTo>
                    <a:cubicBezTo>
                      <a:pt x="27" y="0"/>
                      <a:pt x="27" y="0"/>
                      <a:pt x="27" y="0"/>
                    </a:cubicBezTo>
                    <a:cubicBezTo>
                      <a:pt x="12" y="0"/>
                      <a:pt x="0" y="12"/>
                      <a:pt x="0" y="27"/>
                    </a:cubicBezTo>
                    <a:cubicBezTo>
                      <a:pt x="0" y="42"/>
                      <a:pt x="12" y="54"/>
                      <a:pt x="27" y="54"/>
                    </a:cubicBezTo>
                    <a:cubicBezTo>
                      <a:pt x="27" y="270"/>
                      <a:pt x="27" y="270"/>
                      <a:pt x="27" y="270"/>
                    </a:cubicBezTo>
                    <a:cubicBezTo>
                      <a:pt x="6" y="270"/>
                      <a:pt x="6" y="270"/>
                      <a:pt x="6" y="270"/>
                    </a:cubicBezTo>
                    <a:cubicBezTo>
                      <a:pt x="3" y="270"/>
                      <a:pt x="0" y="273"/>
                      <a:pt x="0" y="276"/>
                    </a:cubicBezTo>
                    <a:cubicBezTo>
                      <a:pt x="0" y="289"/>
                      <a:pt x="0" y="289"/>
                      <a:pt x="0" y="289"/>
                    </a:cubicBezTo>
                    <a:cubicBezTo>
                      <a:pt x="0" y="293"/>
                      <a:pt x="3" y="296"/>
                      <a:pt x="6" y="296"/>
                    </a:cubicBezTo>
                    <a:cubicBezTo>
                      <a:pt x="152" y="296"/>
                      <a:pt x="152" y="296"/>
                      <a:pt x="152" y="296"/>
                    </a:cubicBezTo>
                    <a:cubicBezTo>
                      <a:pt x="155" y="296"/>
                      <a:pt x="158" y="293"/>
                      <a:pt x="158" y="289"/>
                    </a:cubicBezTo>
                    <a:cubicBezTo>
                      <a:pt x="158" y="276"/>
                      <a:pt x="158" y="276"/>
                      <a:pt x="158" y="276"/>
                    </a:cubicBezTo>
                    <a:cubicBezTo>
                      <a:pt x="158" y="273"/>
                      <a:pt x="155" y="270"/>
                      <a:pt x="152" y="27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4" name="Freeform 118"/>
              <p:cNvSpPr>
                <a:spLocks/>
              </p:cNvSpPr>
              <p:nvPr/>
            </p:nvSpPr>
            <p:spPr bwMode="auto">
              <a:xfrm>
                <a:off x="554" y="2600"/>
                <a:ext cx="582" cy="68"/>
              </a:xfrm>
              <a:custGeom>
                <a:avLst/>
                <a:gdLst>
                  <a:gd name="T0" fmla="*/ 733 w 800"/>
                  <a:gd name="T1" fmla="*/ 47 h 94"/>
                  <a:gd name="T2" fmla="*/ 733 w 800"/>
                  <a:gd name="T3" fmla="*/ 14 h 94"/>
                  <a:gd name="T4" fmla="*/ 729 w 800"/>
                  <a:gd name="T5" fmla="*/ 4 h 94"/>
                  <a:gd name="T6" fmla="*/ 720 w 800"/>
                  <a:gd name="T7" fmla="*/ 0 h 94"/>
                  <a:gd name="T8" fmla="*/ 80 w 800"/>
                  <a:gd name="T9" fmla="*/ 0 h 94"/>
                  <a:gd name="T10" fmla="*/ 71 w 800"/>
                  <a:gd name="T11" fmla="*/ 4 h 94"/>
                  <a:gd name="T12" fmla="*/ 67 w 800"/>
                  <a:gd name="T13" fmla="*/ 14 h 94"/>
                  <a:gd name="T14" fmla="*/ 67 w 800"/>
                  <a:gd name="T15" fmla="*/ 47 h 94"/>
                  <a:gd name="T16" fmla="*/ 13 w 800"/>
                  <a:gd name="T17" fmla="*/ 47 h 94"/>
                  <a:gd name="T18" fmla="*/ 4 w 800"/>
                  <a:gd name="T19" fmla="*/ 51 h 94"/>
                  <a:gd name="T20" fmla="*/ 0 w 800"/>
                  <a:gd name="T21" fmla="*/ 60 h 94"/>
                  <a:gd name="T22" fmla="*/ 0 w 800"/>
                  <a:gd name="T23" fmla="*/ 94 h 94"/>
                  <a:gd name="T24" fmla="*/ 800 w 800"/>
                  <a:gd name="T25" fmla="*/ 94 h 94"/>
                  <a:gd name="T26" fmla="*/ 800 w 800"/>
                  <a:gd name="T27" fmla="*/ 60 h 94"/>
                  <a:gd name="T28" fmla="*/ 796 w 800"/>
                  <a:gd name="T29" fmla="*/ 51 h 94"/>
                  <a:gd name="T30" fmla="*/ 787 w 800"/>
                  <a:gd name="T31" fmla="*/ 47 h 94"/>
                  <a:gd name="T32" fmla="*/ 733 w 800"/>
                  <a:gd name="T33" fmla="*/ 47 h 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800" h="94">
                    <a:moveTo>
                      <a:pt x="733" y="47"/>
                    </a:moveTo>
                    <a:cubicBezTo>
                      <a:pt x="733" y="14"/>
                      <a:pt x="733" y="14"/>
                      <a:pt x="733" y="14"/>
                    </a:cubicBezTo>
                    <a:cubicBezTo>
                      <a:pt x="733" y="10"/>
                      <a:pt x="732" y="7"/>
                      <a:pt x="729" y="4"/>
                    </a:cubicBezTo>
                    <a:cubicBezTo>
                      <a:pt x="727" y="2"/>
                      <a:pt x="723" y="0"/>
                      <a:pt x="720" y="0"/>
                    </a:cubicBezTo>
                    <a:cubicBezTo>
                      <a:pt x="80" y="0"/>
                      <a:pt x="80" y="0"/>
                      <a:pt x="80" y="0"/>
                    </a:cubicBezTo>
                    <a:cubicBezTo>
                      <a:pt x="77" y="0"/>
                      <a:pt x="73" y="2"/>
                      <a:pt x="71" y="4"/>
                    </a:cubicBezTo>
                    <a:cubicBezTo>
                      <a:pt x="68" y="7"/>
                      <a:pt x="67" y="10"/>
                      <a:pt x="67" y="14"/>
                    </a:cubicBezTo>
                    <a:cubicBezTo>
                      <a:pt x="67" y="47"/>
                      <a:pt x="67" y="47"/>
                      <a:pt x="67" y="47"/>
                    </a:cubicBezTo>
                    <a:cubicBezTo>
                      <a:pt x="13" y="47"/>
                      <a:pt x="13" y="47"/>
                      <a:pt x="13" y="47"/>
                    </a:cubicBezTo>
                    <a:cubicBezTo>
                      <a:pt x="10" y="47"/>
                      <a:pt x="7" y="48"/>
                      <a:pt x="4" y="51"/>
                    </a:cubicBezTo>
                    <a:cubicBezTo>
                      <a:pt x="1" y="53"/>
                      <a:pt x="0" y="57"/>
                      <a:pt x="0" y="60"/>
                    </a:cubicBezTo>
                    <a:cubicBezTo>
                      <a:pt x="0" y="94"/>
                      <a:pt x="0" y="94"/>
                      <a:pt x="0" y="94"/>
                    </a:cubicBezTo>
                    <a:cubicBezTo>
                      <a:pt x="800" y="94"/>
                      <a:pt x="800" y="94"/>
                      <a:pt x="800" y="94"/>
                    </a:cubicBezTo>
                    <a:cubicBezTo>
                      <a:pt x="800" y="60"/>
                      <a:pt x="800" y="60"/>
                      <a:pt x="800" y="60"/>
                    </a:cubicBezTo>
                    <a:cubicBezTo>
                      <a:pt x="800" y="57"/>
                      <a:pt x="799" y="53"/>
                      <a:pt x="796" y="51"/>
                    </a:cubicBezTo>
                    <a:cubicBezTo>
                      <a:pt x="794" y="48"/>
                      <a:pt x="790" y="47"/>
                      <a:pt x="787" y="47"/>
                    </a:cubicBezTo>
                    <a:lnTo>
                      <a:pt x="733" y="4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cxnSp>
          <p:nvCxnSpPr>
            <p:cNvPr id="37" name="直接连接符 36"/>
            <p:cNvCxnSpPr/>
            <p:nvPr/>
          </p:nvCxnSpPr>
          <p:spPr>
            <a:xfrm>
              <a:off x="4309533" y="4157133"/>
              <a:ext cx="3327367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1" name="矩形 40"/>
            <p:cNvSpPr/>
            <p:nvPr/>
          </p:nvSpPr>
          <p:spPr>
            <a:xfrm>
              <a:off x="5605575" y="4198245"/>
              <a:ext cx="2031325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defTabSz="609585"/>
              <a:r>
                <a:rPr lang="zh-CN" altLang="en-US" b="1" dirty="0">
                  <a:ea typeface="微软雅黑" charset="0"/>
                </a:rPr>
                <a:t>点击此处添加标题</a:t>
              </a:r>
            </a:p>
          </p:txBody>
        </p:sp>
        <p:sp>
          <p:nvSpPr>
            <p:cNvPr id="45" name="文本框 44"/>
            <p:cNvSpPr txBox="1"/>
            <p:nvPr/>
          </p:nvSpPr>
          <p:spPr>
            <a:xfrm>
              <a:off x="4231473" y="2522809"/>
              <a:ext cx="2481770" cy="18620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500" b="1" dirty="0">
                  <a:solidFill>
                    <a:schemeClr val="tx2"/>
                  </a:solidFill>
                </a:rPr>
                <a:t>61</a:t>
              </a:r>
              <a:r>
                <a:rPr lang="en-US" altLang="zh-CN" sz="5400" b="1" dirty="0">
                  <a:solidFill>
                    <a:schemeClr val="tx2"/>
                  </a:solidFill>
                </a:rPr>
                <a:t>%</a:t>
              </a:r>
              <a:endParaRPr lang="zh-CN" altLang="en-US" sz="11500" b="1" dirty="0">
                <a:solidFill>
                  <a:schemeClr val="tx2"/>
                </a:solidFill>
              </a:endParaRPr>
            </a:p>
          </p:txBody>
        </p:sp>
      </p:grpSp>
      <p:grpSp>
        <p:nvGrpSpPr>
          <p:cNvPr id="52" name="组合 51"/>
          <p:cNvGrpSpPr/>
          <p:nvPr/>
        </p:nvGrpSpPr>
        <p:grpSpPr>
          <a:xfrm>
            <a:off x="8372848" y="2522809"/>
            <a:ext cx="3367411" cy="2044768"/>
            <a:chOff x="8372848" y="2522809"/>
            <a:chExt cx="3367411" cy="2044768"/>
          </a:xfrm>
        </p:grpSpPr>
        <p:grpSp>
          <p:nvGrpSpPr>
            <p:cNvPr id="25" name="Group 159"/>
            <p:cNvGrpSpPr>
              <a:grpSpLocks noChangeAspect="1"/>
            </p:cNvGrpSpPr>
            <p:nvPr/>
          </p:nvGrpSpPr>
          <p:grpSpPr bwMode="auto">
            <a:xfrm>
              <a:off x="10122417" y="2655990"/>
              <a:ext cx="1419598" cy="1373649"/>
              <a:chOff x="4535" y="2968"/>
              <a:chExt cx="587" cy="568"/>
            </a:xfrm>
            <a:solidFill>
              <a:schemeClr val="accent6"/>
            </a:solidFill>
          </p:grpSpPr>
          <p:sp>
            <p:nvSpPr>
              <p:cNvPr id="26" name="Freeform 160"/>
              <p:cNvSpPr>
                <a:spLocks/>
              </p:cNvSpPr>
              <p:nvPr/>
            </p:nvSpPr>
            <p:spPr bwMode="auto">
              <a:xfrm>
                <a:off x="4535" y="3250"/>
                <a:ext cx="498" cy="286"/>
              </a:xfrm>
              <a:custGeom>
                <a:avLst/>
                <a:gdLst>
                  <a:gd name="T0" fmla="*/ 628 w 679"/>
                  <a:gd name="T1" fmla="*/ 72 h 388"/>
                  <a:gd name="T2" fmla="*/ 612 w 679"/>
                  <a:gd name="T3" fmla="*/ 46 h 388"/>
                  <a:gd name="T4" fmla="*/ 583 w 679"/>
                  <a:gd name="T5" fmla="*/ 33 h 388"/>
                  <a:gd name="T6" fmla="*/ 412 w 679"/>
                  <a:gd name="T7" fmla="*/ 0 h 388"/>
                  <a:gd name="T8" fmla="*/ 461 w 679"/>
                  <a:gd name="T9" fmla="*/ 33 h 388"/>
                  <a:gd name="T10" fmla="*/ 383 w 679"/>
                  <a:gd name="T11" fmla="*/ 278 h 388"/>
                  <a:gd name="T12" fmla="*/ 339 w 679"/>
                  <a:gd name="T13" fmla="*/ 96 h 388"/>
                  <a:gd name="T14" fmla="*/ 295 w 679"/>
                  <a:gd name="T15" fmla="*/ 278 h 388"/>
                  <a:gd name="T16" fmla="*/ 217 w 679"/>
                  <a:gd name="T17" fmla="*/ 33 h 388"/>
                  <a:gd name="T18" fmla="*/ 267 w 679"/>
                  <a:gd name="T19" fmla="*/ 0 h 388"/>
                  <a:gd name="T20" fmla="*/ 96 w 679"/>
                  <a:gd name="T21" fmla="*/ 33 h 388"/>
                  <a:gd name="T22" fmla="*/ 67 w 679"/>
                  <a:gd name="T23" fmla="*/ 46 h 388"/>
                  <a:gd name="T24" fmla="*/ 51 w 679"/>
                  <a:gd name="T25" fmla="*/ 72 h 388"/>
                  <a:gd name="T26" fmla="*/ 0 w 679"/>
                  <a:gd name="T27" fmla="*/ 295 h 388"/>
                  <a:gd name="T28" fmla="*/ 96 w 679"/>
                  <a:gd name="T29" fmla="*/ 328 h 388"/>
                  <a:gd name="T30" fmla="*/ 323 w 679"/>
                  <a:gd name="T31" fmla="*/ 388 h 388"/>
                  <a:gd name="T32" fmla="*/ 339 w 679"/>
                  <a:gd name="T33" fmla="*/ 388 h 388"/>
                  <a:gd name="T34" fmla="*/ 356 w 679"/>
                  <a:gd name="T35" fmla="*/ 388 h 388"/>
                  <a:gd name="T36" fmla="*/ 583 w 679"/>
                  <a:gd name="T37" fmla="*/ 328 h 388"/>
                  <a:gd name="T38" fmla="*/ 679 w 679"/>
                  <a:gd name="T39" fmla="*/ 295 h 388"/>
                  <a:gd name="T40" fmla="*/ 628 w 679"/>
                  <a:gd name="T41" fmla="*/ 72 h 3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679" h="388">
                    <a:moveTo>
                      <a:pt x="628" y="72"/>
                    </a:moveTo>
                    <a:cubicBezTo>
                      <a:pt x="626" y="63"/>
                      <a:pt x="621" y="54"/>
                      <a:pt x="612" y="46"/>
                    </a:cubicBezTo>
                    <a:cubicBezTo>
                      <a:pt x="604" y="39"/>
                      <a:pt x="594" y="35"/>
                      <a:pt x="583" y="33"/>
                    </a:cubicBezTo>
                    <a:cubicBezTo>
                      <a:pt x="412" y="0"/>
                      <a:pt x="412" y="0"/>
                      <a:pt x="412" y="0"/>
                    </a:cubicBezTo>
                    <a:cubicBezTo>
                      <a:pt x="461" y="33"/>
                      <a:pt x="461" y="33"/>
                      <a:pt x="461" y="33"/>
                    </a:cubicBezTo>
                    <a:cubicBezTo>
                      <a:pt x="383" y="278"/>
                      <a:pt x="383" y="278"/>
                      <a:pt x="383" y="278"/>
                    </a:cubicBezTo>
                    <a:cubicBezTo>
                      <a:pt x="339" y="96"/>
                      <a:pt x="339" y="96"/>
                      <a:pt x="339" y="96"/>
                    </a:cubicBezTo>
                    <a:cubicBezTo>
                      <a:pt x="295" y="278"/>
                      <a:pt x="295" y="278"/>
                      <a:pt x="295" y="278"/>
                    </a:cubicBezTo>
                    <a:cubicBezTo>
                      <a:pt x="217" y="33"/>
                      <a:pt x="217" y="33"/>
                      <a:pt x="217" y="33"/>
                    </a:cubicBezTo>
                    <a:cubicBezTo>
                      <a:pt x="267" y="0"/>
                      <a:pt x="267" y="0"/>
                      <a:pt x="267" y="0"/>
                    </a:cubicBezTo>
                    <a:cubicBezTo>
                      <a:pt x="96" y="33"/>
                      <a:pt x="96" y="33"/>
                      <a:pt x="96" y="33"/>
                    </a:cubicBezTo>
                    <a:cubicBezTo>
                      <a:pt x="85" y="35"/>
                      <a:pt x="75" y="39"/>
                      <a:pt x="67" y="46"/>
                    </a:cubicBezTo>
                    <a:cubicBezTo>
                      <a:pt x="58" y="54"/>
                      <a:pt x="53" y="63"/>
                      <a:pt x="51" y="72"/>
                    </a:cubicBezTo>
                    <a:cubicBezTo>
                      <a:pt x="0" y="295"/>
                      <a:pt x="0" y="295"/>
                      <a:pt x="0" y="295"/>
                    </a:cubicBezTo>
                    <a:cubicBezTo>
                      <a:pt x="96" y="328"/>
                      <a:pt x="96" y="328"/>
                      <a:pt x="96" y="328"/>
                    </a:cubicBezTo>
                    <a:cubicBezTo>
                      <a:pt x="127" y="361"/>
                      <a:pt x="216" y="385"/>
                      <a:pt x="323" y="388"/>
                    </a:cubicBezTo>
                    <a:cubicBezTo>
                      <a:pt x="339" y="388"/>
                      <a:pt x="339" y="388"/>
                      <a:pt x="339" y="388"/>
                    </a:cubicBezTo>
                    <a:cubicBezTo>
                      <a:pt x="356" y="388"/>
                      <a:pt x="356" y="388"/>
                      <a:pt x="356" y="388"/>
                    </a:cubicBezTo>
                    <a:cubicBezTo>
                      <a:pt x="463" y="385"/>
                      <a:pt x="551" y="361"/>
                      <a:pt x="583" y="328"/>
                    </a:cubicBezTo>
                    <a:cubicBezTo>
                      <a:pt x="679" y="295"/>
                      <a:pt x="679" y="295"/>
                      <a:pt x="679" y="295"/>
                    </a:cubicBezTo>
                    <a:lnTo>
                      <a:pt x="628" y="7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7" name="Freeform 161"/>
              <p:cNvSpPr>
                <a:spLocks/>
              </p:cNvSpPr>
              <p:nvPr/>
            </p:nvSpPr>
            <p:spPr bwMode="auto">
              <a:xfrm>
                <a:off x="4755" y="3269"/>
                <a:ext cx="58" cy="52"/>
              </a:xfrm>
              <a:custGeom>
                <a:avLst/>
                <a:gdLst>
                  <a:gd name="T0" fmla="*/ 29 w 58"/>
                  <a:gd name="T1" fmla="*/ 0 h 52"/>
                  <a:gd name="T2" fmla="*/ 0 w 58"/>
                  <a:gd name="T3" fmla="*/ 10 h 52"/>
                  <a:gd name="T4" fmla="*/ 29 w 58"/>
                  <a:gd name="T5" fmla="*/ 52 h 52"/>
                  <a:gd name="T6" fmla="*/ 58 w 58"/>
                  <a:gd name="T7" fmla="*/ 10 h 52"/>
                  <a:gd name="T8" fmla="*/ 29 w 58"/>
                  <a:gd name="T9" fmla="*/ 0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8" h="52">
                    <a:moveTo>
                      <a:pt x="29" y="0"/>
                    </a:moveTo>
                    <a:lnTo>
                      <a:pt x="0" y="10"/>
                    </a:lnTo>
                    <a:lnTo>
                      <a:pt x="29" y="52"/>
                    </a:lnTo>
                    <a:lnTo>
                      <a:pt x="58" y="10"/>
                    </a:lnTo>
                    <a:lnTo>
                      <a:pt x="29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8" name="Freeform 162"/>
              <p:cNvSpPr>
                <a:spLocks/>
              </p:cNvSpPr>
              <p:nvPr/>
            </p:nvSpPr>
            <p:spPr bwMode="auto">
              <a:xfrm>
                <a:off x="4663" y="2975"/>
                <a:ext cx="242" cy="289"/>
              </a:xfrm>
              <a:custGeom>
                <a:avLst/>
                <a:gdLst>
                  <a:gd name="T0" fmla="*/ 311 w 329"/>
                  <a:gd name="T1" fmla="*/ 181 h 393"/>
                  <a:gd name="T2" fmla="*/ 164 w 329"/>
                  <a:gd name="T3" fmla="*/ 0 h 393"/>
                  <a:gd name="T4" fmla="*/ 18 w 329"/>
                  <a:gd name="T5" fmla="*/ 181 h 393"/>
                  <a:gd name="T6" fmla="*/ 11 w 329"/>
                  <a:gd name="T7" fmla="*/ 229 h 393"/>
                  <a:gd name="T8" fmla="*/ 34 w 329"/>
                  <a:gd name="T9" fmla="*/ 261 h 393"/>
                  <a:gd name="T10" fmla="*/ 164 w 329"/>
                  <a:gd name="T11" fmla="*/ 393 h 393"/>
                  <a:gd name="T12" fmla="*/ 295 w 329"/>
                  <a:gd name="T13" fmla="*/ 261 h 393"/>
                  <a:gd name="T14" fmla="*/ 318 w 329"/>
                  <a:gd name="T15" fmla="*/ 229 h 393"/>
                  <a:gd name="T16" fmla="*/ 311 w 329"/>
                  <a:gd name="T17" fmla="*/ 181 h 3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29" h="393">
                    <a:moveTo>
                      <a:pt x="311" y="181"/>
                    </a:moveTo>
                    <a:cubicBezTo>
                      <a:pt x="311" y="80"/>
                      <a:pt x="269" y="0"/>
                      <a:pt x="164" y="0"/>
                    </a:cubicBezTo>
                    <a:cubicBezTo>
                      <a:pt x="60" y="0"/>
                      <a:pt x="18" y="80"/>
                      <a:pt x="18" y="181"/>
                    </a:cubicBezTo>
                    <a:cubicBezTo>
                      <a:pt x="7" y="186"/>
                      <a:pt x="0" y="200"/>
                      <a:pt x="11" y="229"/>
                    </a:cubicBezTo>
                    <a:cubicBezTo>
                      <a:pt x="16" y="243"/>
                      <a:pt x="26" y="255"/>
                      <a:pt x="34" y="261"/>
                    </a:cubicBezTo>
                    <a:cubicBezTo>
                      <a:pt x="64" y="336"/>
                      <a:pt x="122" y="393"/>
                      <a:pt x="164" y="393"/>
                    </a:cubicBezTo>
                    <a:cubicBezTo>
                      <a:pt x="206" y="393"/>
                      <a:pt x="265" y="336"/>
                      <a:pt x="295" y="261"/>
                    </a:cubicBezTo>
                    <a:cubicBezTo>
                      <a:pt x="303" y="255"/>
                      <a:pt x="313" y="243"/>
                      <a:pt x="318" y="229"/>
                    </a:cubicBezTo>
                    <a:cubicBezTo>
                      <a:pt x="329" y="200"/>
                      <a:pt x="322" y="186"/>
                      <a:pt x="311" y="18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9" name="Freeform 163"/>
              <p:cNvSpPr>
                <a:spLocks/>
              </p:cNvSpPr>
              <p:nvPr/>
            </p:nvSpPr>
            <p:spPr bwMode="auto">
              <a:xfrm>
                <a:off x="4911" y="3078"/>
                <a:ext cx="56" cy="10"/>
              </a:xfrm>
              <a:custGeom>
                <a:avLst/>
                <a:gdLst>
                  <a:gd name="T0" fmla="*/ 77 w 77"/>
                  <a:gd name="T1" fmla="*/ 0 h 13"/>
                  <a:gd name="T2" fmla="*/ 0 w 77"/>
                  <a:gd name="T3" fmla="*/ 0 h 13"/>
                  <a:gd name="T4" fmla="*/ 1 w 77"/>
                  <a:gd name="T5" fmla="*/ 13 h 13"/>
                  <a:gd name="T6" fmla="*/ 77 w 77"/>
                  <a:gd name="T7" fmla="*/ 13 h 13"/>
                  <a:gd name="T8" fmla="*/ 77 w 77"/>
                  <a:gd name="T9" fmla="*/ 0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7" h="13">
                    <a:moveTo>
                      <a:pt x="77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4"/>
                      <a:pt x="1" y="9"/>
                      <a:pt x="1" y="13"/>
                    </a:cubicBezTo>
                    <a:cubicBezTo>
                      <a:pt x="77" y="13"/>
                      <a:pt x="77" y="13"/>
                      <a:pt x="77" y="13"/>
                    </a:cubicBezTo>
                    <a:cubicBezTo>
                      <a:pt x="77" y="0"/>
                      <a:pt x="77" y="0"/>
                      <a:pt x="77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0" name="Freeform 164"/>
              <p:cNvSpPr>
                <a:spLocks/>
              </p:cNvSpPr>
              <p:nvPr/>
            </p:nvSpPr>
            <p:spPr bwMode="auto">
              <a:xfrm>
                <a:off x="4904" y="3045"/>
                <a:ext cx="179" cy="9"/>
              </a:xfrm>
              <a:custGeom>
                <a:avLst/>
                <a:gdLst>
                  <a:gd name="T0" fmla="*/ 245 w 245"/>
                  <a:gd name="T1" fmla="*/ 0 h 13"/>
                  <a:gd name="T2" fmla="*/ 0 w 245"/>
                  <a:gd name="T3" fmla="*/ 0 h 13"/>
                  <a:gd name="T4" fmla="*/ 4 w 245"/>
                  <a:gd name="T5" fmla="*/ 13 h 13"/>
                  <a:gd name="T6" fmla="*/ 245 w 245"/>
                  <a:gd name="T7" fmla="*/ 13 h 13"/>
                  <a:gd name="T8" fmla="*/ 245 w 245"/>
                  <a:gd name="T9" fmla="*/ 0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45" h="13">
                    <a:moveTo>
                      <a:pt x="245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2" y="4"/>
                      <a:pt x="3" y="8"/>
                      <a:pt x="4" y="13"/>
                    </a:cubicBezTo>
                    <a:cubicBezTo>
                      <a:pt x="245" y="13"/>
                      <a:pt x="245" y="13"/>
                      <a:pt x="245" y="13"/>
                    </a:cubicBezTo>
                    <a:lnTo>
                      <a:pt x="245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1" name="Freeform 165"/>
              <p:cNvSpPr>
                <a:spLocks/>
              </p:cNvSpPr>
              <p:nvPr/>
            </p:nvSpPr>
            <p:spPr bwMode="auto">
              <a:xfrm>
                <a:off x="4846" y="2968"/>
                <a:ext cx="276" cy="279"/>
              </a:xfrm>
              <a:custGeom>
                <a:avLst/>
                <a:gdLst>
                  <a:gd name="T0" fmla="*/ 368 w 377"/>
                  <a:gd name="T1" fmla="*/ 9 h 379"/>
                  <a:gd name="T2" fmla="*/ 346 w 377"/>
                  <a:gd name="T3" fmla="*/ 0 h 379"/>
                  <a:gd name="T4" fmla="*/ 0 w 377"/>
                  <a:gd name="T5" fmla="*/ 0 h 379"/>
                  <a:gd name="T6" fmla="*/ 40 w 377"/>
                  <a:gd name="T7" fmla="*/ 32 h 379"/>
                  <a:gd name="T8" fmla="*/ 346 w 377"/>
                  <a:gd name="T9" fmla="*/ 32 h 379"/>
                  <a:gd name="T10" fmla="*/ 346 w 377"/>
                  <a:gd name="T11" fmla="*/ 252 h 379"/>
                  <a:gd name="T12" fmla="*/ 261 w 377"/>
                  <a:gd name="T13" fmla="*/ 252 h 379"/>
                  <a:gd name="T14" fmla="*/ 198 w 377"/>
                  <a:gd name="T15" fmla="*/ 315 h 379"/>
                  <a:gd name="T16" fmla="*/ 198 w 377"/>
                  <a:gd name="T17" fmla="*/ 252 h 379"/>
                  <a:gd name="T18" fmla="*/ 95 w 377"/>
                  <a:gd name="T19" fmla="*/ 252 h 379"/>
                  <a:gd name="T20" fmla="*/ 75 w 377"/>
                  <a:gd name="T21" fmla="*/ 283 h 379"/>
                  <a:gd name="T22" fmla="*/ 166 w 377"/>
                  <a:gd name="T23" fmla="*/ 283 h 379"/>
                  <a:gd name="T24" fmla="*/ 166 w 377"/>
                  <a:gd name="T25" fmla="*/ 370 h 379"/>
                  <a:gd name="T26" fmla="*/ 172 w 377"/>
                  <a:gd name="T27" fmla="*/ 378 h 379"/>
                  <a:gd name="T28" fmla="*/ 182 w 377"/>
                  <a:gd name="T29" fmla="*/ 376 h 379"/>
                  <a:gd name="T30" fmla="*/ 274 w 377"/>
                  <a:gd name="T31" fmla="*/ 283 h 379"/>
                  <a:gd name="T32" fmla="*/ 346 w 377"/>
                  <a:gd name="T33" fmla="*/ 283 h 379"/>
                  <a:gd name="T34" fmla="*/ 368 w 377"/>
                  <a:gd name="T35" fmla="*/ 274 h 379"/>
                  <a:gd name="T36" fmla="*/ 377 w 377"/>
                  <a:gd name="T37" fmla="*/ 252 h 379"/>
                  <a:gd name="T38" fmla="*/ 377 w 377"/>
                  <a:gd name="T39" fmla="*/ 32 h 379"/>
                  <a:gd name="T40" fmla="*/ 368 w 377"/>
                  <a:gd name="T41" fmla="*/ 9 h 3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77" h="379">
                    <a:moveTo>
                      <a:pt x="368" y="9"/>
                    </a:moveTo>
                    <a:cubicBezTo>
                      <a:pt x="362" y="3"/>
                      <a:pt x="354" y="0"/>
                      <a:pt x="346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5" y="8"/>
                      <a:pt x="29" y="19"/>
                      <a:pt x="40" y="32"/>
                    </a:cubicBezTo>
                    <a:cubicBezTo>
                      <a:pt x="346" y="32"/>
                      <a:pt x="346" y="32"/>
                      <a:pt x="346" y="32"/>
                    </a:cubicBezTo>
                    <a:cubicBezTo>
                      <a:pt x="346" y="252"/>
                      <a:pt x="346" y="252"/>
                      <a:pt x="346" y="252"/>
                    </a:cubicBezTo>
                    <a:cubicBezTo>
                      <a:pt x="261" y="252"/>
                      <a:pt x="261" y="252"/>
                      <a:pt x="261" y="252"/>
                    </a:cubicBezTo>
                    <a:cubicBezTo>
                      <a:pt x="198" y="315"/>
                      <a:pt x="198" y="315"/>
                      <a:pt x="198" y="315"/>
                    </a:cubicBezTo>
                    <a:cubicBezTo>
                      <a:pt x="198" y="252"/>
                      <a:pt x="198" y="252"/>
                      <a:pt x="198" y="252"/>
                    </a:cubicBezTo>
                    <a:cubicBezTo>
                      <a:pt x="95" y="252"/>
                      <a:pt x="95" y="252"/>
                      <a:pt x="95" y="252"/>
                    </a:cubicBezTo>
                    <a:cubicBezTo>
                      <a:pt x="90" y="263"/>
                      <a:pt x="83" y="274"/>
                      <a:pt x="75" y="283"/>
                    </a:cubicBezTo>
                    <a:cubicBezTo>
                      <a:pt x="166" y="283"/>
                      <a:pt x="166" y="283"/>
                      <a:pt x="166" y="283"/>
                    </a:cubicBezTo>
                    <a:cubicBezTo>
                      <a:pt x="166" y="370"/>
                      <a:pt x="166" y="370"/>
                      <a:pt x="166" y="370"/>
                    </a:cubicBezTo>
                    <a:cubicBezTo>
                      <a:pt x="166" y="373"/>
                      <a:pt x="168" y="376"/>
                      <a:pt x="172" y="378"/>
                    </a:cubicBezTo>
                    <a:cubicBezTo>
                      <a:pt x="175" y="379"/>
                      <a:pt x="179" y="378"/>
                      <a:pt x="182" y="376"/>
                    </a:cubicBezTo>
                    <a:cubicBezTo>
                      <a:pt x="274" y="283"/>
                      <a:pt x="274" y="283"/>
                      <a:pt x="274" y="283"/>
                    </a:cubicBezTo>
                    <a:cubicBezTo>
                      <a:pt x="346" y="283"/>
                      <a:pt x="346" y="283"/>
                      <a:pt x="346" y="283"/>
                    </a:cubicBezTo>
                    <a:cubicBezTo>
                      <a:pt x="354" y="283"/>
                      <a:pt x="362" y="280"/>
                      <a:pt x="368" y="274"/>
                    </a:cubicBezTo>
                    <a:cubicBezTo>
                      <a:pt x="374" y="268"/>
                      <a:pt x="377" y="260"/>
                      <a:pt x="377" y="252"/>
                    </a:cubicBezTo>
                    <a:cubicBezTo>
                      <a:pt x="377" y="32"/>
                      <a:pt x="377" y="32"/>
                      <a:pt x="377" y="32"/>
                    </a:cubicBezTo>
                    <a:cubicBezTo>
                      <a:pt x="377" y="24"/>
                      <a:pt x="374" y="16"/>
                      <a:pt x="368" y="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2" name="Freeform 166"/>
              <p:cNvSpPr>
                <a:spLocks/>
              </p:cNvSpPr>
              <p:nvPr/>
            </p:nvSpPr>
            <p:spPr bwMode="auto">
              <a:xfrm>
                <a:off x="4889" y="3010"/>
                <a:ext cx="194" cy="10"/>
              </a:xfrm>
              <a:custGeom>
                <a:avLst/>
                <a:gdLst>
                  <a:gd name="T0" fmla="*/ 265 w 265"/>
                  <a:gd name="T1" fmla="*/ 0 h 14"/>
                  <a:gd name="T2" fmla="*/ 0 w 265"/>
                  <a:gd name="T3" fmla="*/ 0 h 14"/>
                  <a:gd name="T4" fmla="*/ 8 w 265"/>
                  <a:gd name="T5" fmla="*/ 14 h 14"/>
                  <a:gd name="T6" fmla="*/ 265 w 265"/>
                  <a:gd name="T7" fmla="*/ 14 h 14"/>
                  <a:gd name="T8" fmla="*/ 265 w 265"/>
                  <a:gd name="T9" fmla="*/ 0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5" h="14">
                    <a:moveTo>
                      <a:pt x="265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3" y="4"/>
                      <a:pt x="5" y="9"/>
                      <a:pt x="8" y="14"/>
                    </a:cubicBezTo>
                    <a:cubicBezTo>
                      <a:pt x="265" y="14"/>
                      <a:pt x="265" y="14"/>
                      <a:pt x="265" y="14"/>
                    </a:cubicBezTo>
                    <a:lnTo>
                      <a:pt x="265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cxnSp>
          <p:nvCxnSpPr>
            <p:cNvPr id="38" name="直接连接符 37"/>
            <p:cNvCxnSpPr/>
            <p:nvPr/>
          </p:nvCxnSpPr>
          <p:spPr>
            <a:xfrm>
              <a:off x="8372848" y="4157133"/>
              <a:ext cx="3327367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2" name="矩形 41"/>
            <p:cNvSpPr/>
            <p:nvPr/>
          </p:nvSpPr>
          <p:spPr>
            <a:xfrm>
              <a:off x="9708934" y="4198245"/>
              <a:ext cx="2031325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defTabSz="609585"/>
              <a:r>
                <a:rPr lang="zh-CN" altLang="en-US" b="1" dirty="0">
                  <a:ea typeface="微软雅黑" charset="0"/>
                </a:rPr>
                <a:t>点击此处添加标题</a:t>
              </a:r>
            </a:p>
          </p:txBody>
        </p:sp>
        <p:sp>
          <p:nvSpPr>
            <p:cNvPr id="46" name="文本框 45"/>
            <p:cNvSpPr txBox="1"/>
            <p:nvPr/>
          </p:nvSpPr>
          <p:spPr>
            <a:xfrm>
              <a:off x="8454396" y="2522809"/>
              <a:ext cx="2481770" cy="18620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500" b="1" dirty="0">
                  <a:solidFill>
                    <a:schemeClr val="tx2"/>
                  </a:solidFill>
                </a:rPr>
                <a:t>29</a:t>
              </a:r>
              <a:r>
                <a:rPr lang="en-US" altLang="zh-CN" sz="5400" b="1" dirty="0">
                  <a:solidFill>
                    <a:schemeClr val="tx2"/>
                  </a:solidFill>
                </a:rPr>
                <a:t>%</a:t>
              </a:r>
              <a:endParaRPr lang="zh-CN" altLang="en-US" sz="11500" b="1" dirty="0">
                <a:solidFill>
                  <a:schemeClr val="tx2"/>
                </a:solidFill>
              </a:endParaRPr>
            </a:p>
          </p:txBody>
        </p:sp>
      </p:grpSp>
      <p:cxnSp>
        <p:nvCxnSpPr>
          <p:cNvPr id="48" name="直接连接符 47"/>
          <p:cNvCxnSpPr/>
          <p:nvPr/>
        </p:nvCxnSpPr>
        <p:spPr>
          <a:xfrm>
            <a:off x="7984067" y="491067"/>
            <a:ext cx="0" cy="601133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矩形 48"/>
          <p:cNvSpPr/>
          <p:nvPr/>
        </p:nvSpPr>
        <p:spPr>
          <a:xfrm>
            <a:off x="4208910" y="5449804"/>
            <a:ext cx="3429412" cy="10525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609585">
              <a:lnSpc>
                <a:spcPct val="130000"/>
              </a:lnSpc>
            </a:pPr>
            <a:r>
              <a:rPr lang="zh-CN" altLang="en-US" sz="1200" dirty="0">
                <a:latin typeface="微软雅黑" charset="0"/>
                <a:ea typeface="微软雅黑" charset="0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200" dirty="0">
                <a:latin typeface="微软雅黑" charset="0"/>
                <a:ea typeface="微软雅黑" charset="0"/>
              </a:rPr>
              <a:t>8-14</a:t>
            </a:r>
            <a:r>
              <a:rPr lang="zh-CN" altLang="en-US" sz="1200" dirty="0">
                <a:latin typeface="微软雅黑" charset="0"/>
                <a:ea typeface="微软雅黑" charset="0"/>
              </a:rPr>
              <a:t>号字，</a:t>
            </a:r>
            <a:r>
              <a:rPr lang="en-US" altLang="zh-CN" sz="1200" dirty="0">
                <a:latin typeface="微软雅黑" charset="0"/>
                <a:ea typeface="微软雅黑" charset="0"/>
              </a:rPr>
              <a:t>1.3</a:t>
            </a:r>
            <a:r>
              <a:rPr lang="zh-CN" altLang="en-US" sz="1200" dirty="0">
                <a:latin typeface="微软雅黑" charset="0"/>
                <a:ea typeface="微软雅黑" charset="0"/>
              </a:rPr>
              <a:t>倍字间距。</a:t>
            </a:r>
          </a:p>
        </p:txBody>
      </p:sp>
      <p:sp>
        <p:nvSpPr>
          <p:cNvPr id="50" name="矩形 49"/>
          <p:cNvSpPr/>
          <p:nvPr/>
        </p:nvSpPr>
        <p:spPr>
          <a:xfrm>
            <a:off x="8372848" y="5449804"/>
            <a:ext cx="3429412" cy="10525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609585">
              <a:lnSpc>
                <a:spcPct val="130000"/>
              </a:lnSpc>
            </a:pPr>
            <a:r>
              <a:rPr lang="zh-CN" altLang="en-US" sz="1200" dirty="0">
                <a:latin typeface="微软雅黑" charset="0"/>
                <a:ea typeface="微软雅黑" charset="0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200" dirty="0">
                <a:latin typeface="微软雅黑" charset="0"/>
                <a:ea typeface="微软雅黑" charset="0"/>
              </a:rPr>
              <a:t>8-14</a:t>
            </a:r>
            <a:r>
              <a:rPr lang="zh-CN" altLang="en-US" sz="1200" dirty="0">
                <a:latin typeface="微软雅黑" charset="0"/>
                <a:ea typeface="微软雅黑" charset="0"/>
              </a:rPr>
              <a:t>号字，</a:t>
            </a:r>
            <a:r>
              <a:rPr lang="en-US" altLang="zh-CN" sz="1200" dirty="0">
                <a:latin typeface="微软雅黑" charset="0"/>
                <a:ea typeface="微软雅黑" charset="0"/>
              </a:rPr>
              <a:t>1.3</a:t>
            </a:r>
            <a:r>
              <a:rPr lang="zh-CN" altLang="en-US" sz="1200" dirty="0">
                <a:latin typeface="微软雅黑" charset="0"/>
                <a:ea typeface="微软雅黑" charset="0"/>
              </a:rPr>
              <a:t>倍字间距。</a:t>
            </a:r>
          </a:p>
        </p:txBody>
      </p:sp>
      <p:cxnSp>
        <p:nvCxnSpPr>
          <p:cNvPr id="51" name="直接连接符 50"/>
          <p:cNvCxnSpPr/>
          <p:nvPr/>
        </p:nvCxnSpPr>
        <p:spPr>
          <a:xfrm>
            <a:off x="4304523" y="491067"/>
            <a:ext cx="332736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37524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论文结构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Part Two</a:t>
            </a:r>
            <a:endParaRPr lang="zh-CN" altLang="en-US" dirty="0"/>
          </a:p>
        </p:txBody>
      </p:sp>
      <p:pic>
        <p:nvPicPr>
          <p:cNvPr id="4" name="图片 3">
            <a:hlinkClick r:id="rId2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800" y="6334619"/>
            <a:ext cx="1828800" cy="241402"/>
          </a:xfrm>
          <a:prstGeom prst="rect">
            <a:avLst/>
          </a:prstGeom>
        </p:spPr>
      </p:pic>
      <p:cxnSp>
        <p:nvCxnSpPr>
          <p:cNvPr id="13" name="直接连接符 12"/>
          <p:cNvCxnSpPr/>
          <p:nvPr/>
        </p:nvCxnSpPr>
        <p:spPr>
          <a:xfrm>
            <a:off x="4304523" y="484717"/>
            <a:ext cx="687782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4304523" y="1896449"/>
            <a:ext cx="332736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矩形 15"/>
          <p:cNvSpPr/>
          <p:nvPr/>
        </p:nvSpPr>
        <p:spPr>
          <a:xfrm>
            <a:off x="4208910" y="640187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609585"/>
            <a:r>
              <a:rPr lang="zh-CN" altLang="en-US" b="1" dirty="0">
                <a:ea typeface="微软雅黑" charset="0"/>
              </a:rPr>
              <a:t>点击此处添加标题</a:t>
            </a:r>
          </a:p>
        </p:txBody>
      </p:sp>
      <p:sp>
        <p:nvSpPr>
          <p:cNvPr id="17" name="矩形 16"/>
          <p:cNvSpPr/>
          <p:nvPr/>
        </p:nvSpPr>
        <p:spPr>
          <a:xfrm>
            <a:off x="4208910" y="980408"/>
            <a:ext cx="3429412" cy="7891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609585">
              <a:lnSpc>
                <a:spcPct val="130000"/>
              </a:lnSpc>
            </a:pPr>
            <a:r>
              <a:rPr lang="zh-CN" altLang="en-US" sz="1200" dirty="0">
                <a:latin typeface="微软雅黑" charset="0"/>
                <a:ea typeface="微软雅黑" charset="0"/>
              </a:rPr>
              <a:t>标题数字等都可以通过点击和重新输入进行更改，顶部“开始”面板中可以对字体、字号、颜色、行距等进行修改。</a:t>
            </a:r>
            <a:endParaRPr lang="en-US" altLang="zh-CN" sz="1200" dirty="0">
              <a:latin typeface="微软雅黑" charset="0"/>
              <a:ea typeface="微软雅黑" charset="0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7902948" y="1896449"/>
            <a:ext cx="332736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矩形 17"/>
          <p:cNvSpPr/>
          <p:nvPr/>
        </p:nvSpPr>
        <p:spPr>
          <a:xfrm>
            <a:off x="7909379" y="640187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609585"/>
            <a:r>
              <a:rPr lang="zh-CN" altLang="en-US" b="1" dirty="0">
                <a:ea typeface="微软雅黑" charset="0"/>
              </a:rPr>
              <a:t>点击此处添加标题</a:t>
            </a:r>
          </a:p>
        </p:txBody>
      </p:sp>
      <p:sp>
        <p:nvSpPr>
          <p:cNvPr id="19" name="矩形 18"/>
          <p:cNvSpPr/>
          <p:nvPr/>
        </p:nvSpPr>
        <p:spPr>
          <a:xfrm>
            <a:off x="7909379" y="980408"/>
            <a:ext cx="3429412" cy="7891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609585">
              <a:lnSpc>
                <a:spcPct val="130000"/>
              </a:lnSpc>
            </a:pPr>
            <a:r>
              <a:rPr lang="zh-CN" altLang="en-US" sz="1200" dirty="0">
                <a:latin typeface="微软雅黑" charset="0"/>
                <a:ea typeface="微软雅黑" charset="0"/>
              </a:rPr>
              <a:t>标题数字等都可以通过点击和重新输入进行更改，顶部“开始”面板中可以对字体、字号、颜色、行距等进行</a:t>
            </a:r>
            <a:r>
              <a:rPr lang="zh-CN" altLang="en-US" sz="1200">
                <a:latin typeface="微软雅黑" charset="0"/>
                <a:ea typeface="微软雅黑" charset="0"/>
              </a:rPr>
              <a:t>修改。</a:t>
            </a:r>
            <a:endParaRPr lang="en-US" altLang="zh-CN" sz="1200" dirty="0">
              <a:latin typeface="微软雅黑" charset="0"/>
              <a:ea typeface="微软雅黑" charset="0"/>
            </a:endParaRPr>
          </a:p>
        </p:txBody>
      </p:sp>
      <p:pic>
        <p:nvPicPr>
          <p:cNvPr id="5" name="Picture 2" descr="http://dc.office.msn.com.cn/t/22/498DB2C9CE89F2A71311649C04613B5B.jpg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2510" t="5086" r="12510" b="17899"/>
          <a:stretch/>
        </p:blipFill>
        <p:spPr bwMode="auto">
          <a:xfrm>
            <a:off x="4304523" y="2091267"/>
            <a:ext cx="3327367" cy="19219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2" descr="http://dc.office.msn.com.cn/t/22/498DB2C9CE89F2A71311649C04613B5B.jpg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2510" t="5086" r="12510" b="17899"/>
          <a:stretch/>
        </p:blipFill>
        <p:spPr bwMode="auto">
          <a:xfrm>
            <a:off x="7909379" y="2091267"/>
            <a:ext cx="3327367" cy="19219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2" descr="http://dc.office.msn.com.cn/t/22/498DB2C9CE89F2A71311649C04613B5B.jpg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2510" t="5086" r="12510" b="17899"/>
          <a:stretch/>
        </p:blipFill>
        <p:spPr bwMode="auto">
          <a:xfrm>
            <a:off x="4304523" y="4116917"/>
            <a:ext cx="3327367" cy="19219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2" descr="http://dc.office.msn.com.cn/t/22/498DB2C9CE89F2A71311649C04613B5B.jpg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2510" t="5086" r="12510" b="17899"/>
          <a:stretch/>
        </p:blipFill>
        <p:spPr bwMode="auto">
          <a:xfrm>
            <a:off x="7909379" y="4116917"/>
            <a:ext cx="3327367" cy="19219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3" name="直接连接符 22"/>
          <p:cNvCxnSpPr/>
          <p:nvPr/>
        </p:nvCxnSpPr>
        <p:spPr>
          <a:xfrm>
            <a:off x="640573" y="2245699"/>
            <a:ext cx="1747027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矩形 24"/>
          <p:cNvSpPr/>
          <p:nvPr/>
        </p:nvSpPr>
        <p:spPr>
          <a:xfrm>
            <a:off x="558800" y="2291014"/>
            <a:ext cx="1885950" cy="12926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609585">
              <a:lnSpc>
                <a:spcPct val="130000"/>
              </a:lnSpc>
            </a:pPr>
            <a:r>
              <a:rPr lang="zh-CN" altLang="en-US" sz="1200" dirty="0">
                <a:latin typeface="微软雅黑" charset="0"/>
                <a:ea typeface="微软雅黑" charset="0"/>
              </a:rPr>
              <a:t>标题数字等都可以通过点击和重新输入进行更改，顶部“开始”面板中可以对字体、字号、颜色、行距等进行修改。</a:t>
            </a:r>
            <a:endParaRPr lang="en-US" altLang="zh-CN" sz="1200" dirty="0">
              <a:latin typeface="微软雅黑" charset="0"/>
              <a:ea typeface="微软雅黑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89554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研究方法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sz="2800" dirty="0"/>
              <a:t>Part Three</a:t>
            </a:r>
            <a:endParaRPr lang="zh-CN" altLang="en-US" sz="2800" dirty="0"/>
          </a:p>
        </p:txBody>
      </p:sp>
      <p:pic>
        <p:nvPicPr>
          <p:cNvPr id="4" name="图片 3">
            <a:hlinkClick r:id="rId2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1600" y="6300817"/>
            <a:ext cx="1828800" cy="243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8140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研究方法</a:t>
            </a:r>
          </a:p>
          <a:p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Part Three</a:t>
            </a:r>
            <a:endParaRPr lang="zh-CN" altLang="en-US" dirty="0"/>
          </a:p>
        </p:txBody>
      </p:sp>
      <p:pic>
        <p:nvPicPr>
          <p:cNvPr id="4" name="图片 3">
            <a:hlinkClick r:id="rId2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800" y="6334619"/>
            <a:ext cx="1828800" cy="241402"/>
          </a:xfrm>
          <a:prstGeom prst="rect">
            <a:avLst/>
          </a:prstGeom>
        </p:spPr>
      </p:pic>
      <p:graphicFrame>
        <p:nvGraphicFramePr>
          <p:cNvPr id="15" name="图表 14"/>
          <p:cNvGraphicFramePr/>
          <p:nvPr>
            <p:extLst>
              <p:ext uri="{D42A27DB-BD31-4B8C-83A1-F6EECF244321}">
                <p14:modId xmlns:p14="http://schemas.microsoft.com/office/powerpoint/2010/main" val="101080926"/>
              </p:ext>
            </p:extLst>
          </p:nvPr>
        </p:nvGraphicFramePr>
        <p:xfrm>
          <a:off x="558800" y="2269067"/>
          <a:ext cx="6395720" cy="370037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7" name="文本框 16"/>
          <p:cNvSpPr txBox="1"/>
          <p:nvPr/>
        </p:nvSpPr>
        <p:spPr>
          <a:xfrm>
            <a:off x="7165495" y="1976267"/>
            <a:ext cx="1781257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8800" dirty="0">
                <a:solidFill>
                  <a:schemeClr val="accent1"/>
                </a:solidFill>
                <a:ea typeface="Microsoft YaHei" charset="0"/>
                <a:cs typeface="Microsoft YaHei" charset="0"/>
              </a:rPr>
              <a:t>35</a:t>
            </a:r>
            <a:r>
              <a:rPr kumimoji="1" lang="en-US" altLang="zh-CN" sz="3600" dirty="0">
                <a:solidFill>
                  <a:schemeClr val="accent1"/>
                </a:solidFill>
                <a:ea typeface="Microsoft YaHei" charset="0"/>
                <a:cs typeface="Microsoft YaHei" charset="0"/>
              </a:rPr>
              <a:t>%</a:t>
            </a:r>
            <a:endParaRPr kumimoji="1" lang="zh-CN" altLang="en-US" sz="3600" dirty="0">
              <a:solidFill>
                <a:schemeClr val="accent1"/>
              </a:solidFill>
              <a:ea typeface="Microsoft YaHei" charset="0"/>
              <a:cs typeface="Microsoft YaHei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7209007" y="3682172"/>
            <a:ext cx="4412364" cy="16923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30000"/>
              </a:lnSpc>
            </a:pPr>
            <a:r>
              <a:rPr lang="zh-CN" altLang="en-US" sz="1333" dirty="0">
                <a:latin typeface="Microsoft YaHei" charset="0"/>
                <a:ea typeface="Microsoft YaHei" charset="0"/>
                <a:cs typeface="Microsoft YaHei" charset="0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333" dirty="0">
                <a:latin typeface="Microsoft YaHei" charset="0"/>
                <a:ea typeface="Microsoft YaHei" charset="0"/>
                <a:cs typeface="Microsoft YaHei" charset="0"/>
              </a:rPr>
              <a:t>8-10</a:t>
            </a:r>
            <a:r>
              <a:rPr lang="zh-CN" altLang="en-US" sz="1333" dirty="0">
                <a:latin typeface="Microsoft YaHei" charset="0"/>
                <a:ea typeface="Microsoft YaHei" charset="0"/>
                <a:cs typeface="Microsoft YaHei" charset="0"/>
              </a:rPr>
              <a:t>号字，</a:t>
            </a:r>
            <a:r>
              <a:rPr lang="en-US" altLang="zh-CN" sz="1333" dirty="0">
                <a:latin typeface="Microsoft YaHei" charset="0"/>
                <a:ea typeface="Microsoft YaHei" charset="0"/>
                <a:cs typeface="Microsoft YaHei" charset="0"/>
              </a:rPr>
              <a:t>1.3</a:t>
            </a:r>
            <a:r>
              <a:rPr lang="zh-CN" altLang="en-US" sz="1333" dirty="0">
                <a:latin typeface="Microsoft YaHei" charset="0"/>
                <a:ea typeface="Microsoft YaHei" charset="0"/>
                <a:cs typeface="Microsoft YaHei" charset="0"/>
              </a:rPr>
              <a:t>倍字间距。标题数字等都可以通过点击和重新输入进行更改，顶部“开始”面板中可以对字体、字号、颜色、行距等进行修改。建议正文</a:t>
            </a:r>
            <a:r>
              <a:rPr lang="en-US" altLang="zh-CN" sz="1333" dirty="0">
                <a:latin typeface="Microsoft YaHei" charset="0"/>
                <a:ea typeface="Microsoft YaHei" charset="0"/>
                <a:cs typeface="Microsoft YaHei" charset="0"/>
              </a:rPr>
              <a:t>8-10</a:t>
            </a:r>
            <a:r>
              <a:rPr lang="zh-CN" altLang="en-US" sz="1333" dirty="0">
                <a:latin typeface="Microsoft YaHei" charset="0"/>
                <a:ea typeface="Microsoft YaHei" charset="0"/>
                <a:cs typeface="Microsoft YaHei" charset="0"/>
              </a:rPr>
              <a:t>号字，</a:t>
            </a:r>
            <a:r>
              <a:rPr lang="en-US" altLang="zh-CN" sz="1333" dirty="0">
                <a:latin typeface="Microsoft YaHei" charset="0"/>
                <a:ea typeface="Microsoft YaHei" charset="0"/>
                <a:cs typeface="Microsoft YaHei" charset="0"/>
              </a:rPr>
              <a:t>1.3</a:t>
            </a:r>
            <a:r>
              <a:rPr lang="zh-CN" altLang="en-US" sz="1333" dirty="0">
                <a:latin typeface="Microsoft YaHei" charset="0"/>
                <a:ea typeface="Microsoft YaHei" charset="0"/>
                <a:cs typeface="Microsoft YaHei" charset="0"/>
              </a:rPr>
              <a:t>倍字间距。</a:t>
            </a:r>
          </a:p>
        </p:txBody>
      </p:sp>
      <p:sp>
        <p:nvSpPr>
          <p:cNvPr id="18" name="矩形 17"/>
          <p:cNvSpPr/>
          <p:nvPr/>
        </p:nvSpPr>
        <p:spPr>
          <a:xfrm>
            <a:off x="7209007" y="3249304"/>
            <a:ext cx="4123821" cy="5027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667" b="1" dirty="0">
                <a:solidFill>
                  <a:schemeClr val="accent1"/>
                </a:solidFill>
                <a:latin typeface="Microsoft YaHei" charset="0"/>
                <a:ea typeface="Microsoft YaHei" charset="0"/>
                <a:cs typeface="Microsoft YaHei" charset="0"/>
              </a:rPr>
              <a:t>ADD</a:t>
            </a:r>
            <a:r>
              <a:rPr lang="zh-CN" altLang="en-US" sz="2667" b="1" dirty="0">
                <a:solidFill>
                  <a:schemeClr val="accent1"/>
                </a:solidFill>
                <a:latin typeface="Microsoft YaHei" charset="0"/>
                <a:ea typeface="Microsoft YaHei" charset="0"/>
                <a:cs typeface="Microsoft YaHei" charset="0"/>
              </a:rPr>
              <a:t> </a:t>
            </a:r>
            <a:r>
              <a:rPr lang="en-US" altLang="zh-CN" sz="2667" b="1" dirty="0">
                <a:solidFill>
                  <a:schemeClr val="accent1"/>
                </a:solidFill>
                <a:latin typeface="Microsoft YaHei" charset="0"/>
                <a:ea typeface="Microsoft YaHei" charset="0"/>
                <a:cs typeface="Microsoft YaHei" charset="0"/>
              </a:rPr>
              <a:t>YOUR</a:t>
            </a:r>
            <a:r>
              <a:rPr lang="zh-CN" altLang="en-US" sz="2667" b="1" dirty="0">
                <a:solidFill>
                  <a:schemeClr val="accent1"/>
                </a:solidFill>
                <a:latin typeface="Microsoft YaHei" charset="0"/>
                <a:ea typeface="Microsoft YaHei" charset="0"/>
                <a:cs typeface="Microsoft YaHei" charset="0"/>
              </a:rPr>
              <a:t> </a:t>
            </a:r>
            <a:r>
              <a:rPr lang="en-US" altLang="zh-CN" sz="2667" b="1" dirty="0">
                <a:solidFill>
                  <a:schemeClr val="accent1"/>
                </a:solidFill>
                <a:latin typeface="Microsoft YaHei" charset="0"/>
                <a:ea typeface="Microsoft YaHei" charset="0"/>
                <a:cs typeface="Microsoft YaHei" charset="0"/>
              </a:rPr>
              <a:t>TITLE</a:t>
            </a:r>
            <a:r>
              <a:rPr lang="zh-CN" altLang="en-US" sz="2667" b="1" dirty="0">
                <a:solidFill>
                  <a:schemeClr val="accent1"/>
                </a:solidFill>
                <a:latin typeface="Microsoft YaHei" charset="0"/>
                <a:ea typeface="Microsoft YaHei" charset="0"/>
                <a:cs typeface="Microsoft YaHei" charset="0"/>
              </a:rPr>
              <a:t> </a:t>
            </a:r>
            <a:r>
              <a:rPr lang="en-US" altLang="zh-CN" sz="2667" b="1" dirty="0">
                <a:solidFill>
                  <a:schemeClr val="accent1"/>
                </a:solidFill>
                <a:latin typeface="Microsoft YaHei" charset="0"/>
                <a:ea typeface="Microsoft YaHei" charset="0"/>
                <a:cs typeface="Microsoft YaHei" charset="0"/>
              </a:rPr>
              <a:t>HERE</a:t>
            </a:r>
          </a:p>
        </p:txBody>
      </p:sp>
      <p:grpSp>
        <p:nvGrpSpPr>
          <p:cNvPr id="8" name="组合 7"/>
          <p:cNvGrpSpPr/>
          <p:nvPr/>
        </p:nvGrpSpPr>
        <p:grpSpPr>
          <a:xfrm>
            <a:off x="7374147" y="5513999"/>
            <a:ext cx="3849291" cy="338555"/>
            <a:chOff x="7374147" y="5513999"/>
            <a:chExt cx="3849291" cy="338555"/>
          </a:xfrm>
        </p:grpSpPr>
        <p:grpSp>
          <p:nvGrpSpPr>
            <p:cNvPr id="19" name="组 9"/>
            <p:cNvGrpSpPr/>
            <p:nvPr/>
          </p:nvGrpSpPr>
          <p:grpSpPr>
            <a:xfrm>
              <a:off x="8744047" y="5513999"/>
              <a:ext cx="1109489" cy="338555"/>
              <a:chOff x="735427" y="4103961"/>
              <a:chExt cx="832117" cy="253916"/>
            </a:xfrm>
          </p:grpSpPr>
          <p:sp>
            <p:nvSpPr>
              <p:cNvPr id="20" name="矩形 19"/>
              <p:cNvSpPr/>
              <p:nvPr/>
            </p:nvSpPr>
            <p:spPr>
              <a:xfrm>
                <a:off x="735427" y="4135494"/>
                <a:ext cx="190848" cy="190848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3200">
                  <a:latin typeface="Microsoft YaHei" charset="0"/>
                  <a:ea typeface="Microsoft YaHei" charset="0"/>
                  <a:cs typeface="Microsoft YaHei" charset="0"/>
                </a:endParaRPr>
              </a:p>
            </p:txBody>
          </p:sp>
          <p:sp>
            <p:nvSpPr>
              <p:cNvPr id="21" name="文本框 20"/>
              <p:cNvSpPr txBox="1"/>
              <p:nvPr/>
            </p:nvSpPr>
            <p:spPr>
              <a:xfrm>
                <a:off x="926276" y="4103961"/>
                <a:ext cx="641268" cy="253916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r>
                  <a:rPr kumimoji="1" lang="zh-CN" altLang="en-US" sz="1600" dirty="0">
                    <a:latin typeface="Microsoft YaHei" charset="0"/>
                    <a:ea typeface="Microsoft YaHei" charset="0"/>
                    <a:cs typeface="Microsoft YaHei" charset="0"/>
                  </a:rPr>
                  <a:t>系列</a:t>
                </a:r>
                <a:r>
                  <a:rPr kumimoji="1" lang="en-US" altLang="zh-CN" sz="1600" dirty="0">
                    <a:latin typeface="Microsoft YaHei" charset="0"/>
                    <a:ea typeface="Microsoft YaHei" charset="0"/>
                    <a:cs typeface="Microsoft YaHei" charset="0"/>
                  </a:rPr>
                  <a:t>2</a:t>
                </a:r>
                <a:endParaRPr kumimoji="1" lang="zh-CN" altLang="en-US" sz="1600" dirty="0">
                  <a:latin typeface="Microsoft YaHei" charset="0"/>
                  <a:ea typeface="Microsoft YaHei" charset="0"/>
                  <a:cs typeface="Microsoft YaHei" charset="0"/>
                </a:endParaRPr>
              </a:p>
            </p:txBody>
          </p:sp>
        </p:grpSp>
        <p:grpSp>
          <p:nvGrpSpPr>
            <p:cNvPr id="22" name="组 12"/>
            <p:cNvGrpSpPr/>
            <p:nvPr/>
          </p:nvGrpSpPr>
          <p:grpSpPr>
            <a:xfrm>
              <a:off x="7374147" y="5513999"/>
              <a:ext cx="1109489" cy="338555"/>
              <a:chOff x="735427" y="4103961"/>
              <a:chExt cx="832117" cy="253916"/>
            </a:xfrm>
          </p:grpSpPr>
          <p:sp>
            <p:nvSpPr>
              <p:cNvPr id="23" name="矩形 22"/>
              <p:cNvSpPr/>
              <p:nvPr/>
            </p:nvSpPr>
            <p:spPr>
              <a:xfrm>
                <a:off x="735427" y="4135494"/>
                <a:ext cx="190848" cy="190848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3200">
                  <a:latin typeface="Microsoft YaHei" charset="0"/>
                  <a:ea typeface="Microsoft YaHei" charset="0"/>
                  <a:cs typeface="Microsoft YaHei" charset="0"/>
                </a:endParaRPr>
              </a:p>
            </p:txBody>
          </p:sp>
          <p:sp>
            <p:nvSpPr>
              <p:cNvPr id="24" name="文本框 23"/>
              <p:cNvSpPr txBox="1"/>
              <p:nvPr/>
            </p:nvSpPr>
            <p:spPr>
              <a:xfrm>
                <a:off x="926276" y="4103961"/>
                <a:ext cx="641268" cy="253916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r>
                  <a:rPr kumimoji="1" lang="zh-CN" altLang="en-US" sz="1600" dirty="0">
                    <a:latin typeface="Microsoft YaHei" charset="0"/>
                    <a:ea typeface="Microsoft YaHei" charset="0"/>
                    <a:cs typeface="Microsoft YaHei" charset="0"/>
                  </a:rPr>
                  <a:t>系列</a:t>
                </a:r>
                <a:r>
                  <a:rPr kumimoji="1" lang="en-US" altLang="zh-CN" sz="1600" dirty="0">
                    <a:latin typeface="Microsoft YaHei" charset="0"/>
                    <a:ea typeface="Microsoft YaHei" charset="0"/>
                    <a:cs typeface="Microsoft YaHei" charset="0"/>
                  </a:rPr>
                  <a:t>1</a:t>
                </a:r>
                <a:endParaRPr kumimoji="1" lang="zh-CN" altLang="en-US" sz="1600" dirty="0">
                  <a:latin typeface="Microsoft YaHei" charset="0"/>
                  <a:ea typeface="Microsoft YaHei" charset="0"/>
                  <a:cs typeface="Microsoft YaHei" charset="0"/>
                </a:endParaRPr>
              </a:p>
            </p:txBody>
          </p:sp>
        </p:grpSp>
        <p:grpSp>
          <p:nvGrpSpPr>
            <p:cNvPr id="25" name="组 15"/>
            <p:cNvGrpSpPr/>
            <p:nvPr/>
          </p:nvGrpSpPr>
          <p:grpSpPr>
            <a:xfrm>
              <a:off x="10113949" y="5513999"/>
              <a:ext cx="1109489" cy="338555"/>
              <a:chOff x="735427" y="4103961"/>
              <a:chExt cx="832117" cy="253916"/>
            </a:xfrm>
          </p:grpSpPr>
          <p:sp>
            <p:nvSpPr>
              <p:cNvPr id="26" name="矩形 25"/>
              <p:cNvSpPr/>
              <p:nvPr/>
            </p:nvSpPr>
            <p:spPr>
              <a:xfrm>
                <a:off x="735427" y="4135494"/>
                <a:ext cx="190848" cy="190848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3200">
                  <a:latin typeface="Microsoft YaHei" charset="0"/>
                  <a:ea typeface="Microsoft YaHei" charset="0"/>
                  <a:cs typeface="Microsoft YaHei" charset="0"/>
                </a:endParaRPr>
              </a:p>
            </p:txBody>
          </p:sp>
          <p:sp>
            <p:nvSpPr>
              <p:cNvPr id="27" name="文本框 26"/>
              <p:cNvSpPr txBox="1"/>
              <p:nvPr/>
            </p:nvSpPr>
            <p:spPr>
              <a:xfrm>
                <a:off x="926276" y="4103961"/>
                <a:ext cx="641268" cy="253916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r>
                  <a:rPr kumimoji="1" lang="zh-CN" altLang="en-US" sz="1600" dirty="0">
                    <a:latin typeface="Microsoft YaHei" charset="0"/>
                    <a:ea typeface="Microsoft YaHei" charset="0"/>
                    <a:cs typeface="Microsoft YaHei" charset="0"/>
                  </a:rPr>
                  <a:t>系列</a:t>
                </a:r>
                <a:r>
                  <a:rPr kumimoji="1" lang="en-US" altLang="zh-CN" sz="1600" dirty="0">
                    <a:latin typeface="Microsoft YaHei" charset="0"/>
                    <a:ea typeface="Microsoft YaHei" charset="0"/>
                    <a:cs typeface="Microsoft YaHei" charset="0"/>
                  </a:rPr>
                  <a:t>3</a:t>
                </a:r>
                <a:endParaRPr kumimoji="1" lang="zh-CN" altLang="en-US" sz="1600" dirty="0">
                  <a:latin typeface="Microsoft YaHei" charset="0"/>
                  <a:ea typeface="Microsoft YaHei" charset="0"/>
                  <a:cs typeface="Microsoft YaHei" charset="0"/>
                </a:endParaRPr>
              </a:p>
            </p:txBody>
          </p:sp>
        </p:grpSp>
      </p:grpSp>
      <p:cxnSp>
        <p:nvCxnSpPr>
          <p:cNvPr id="30" name="直接连接符 29"/>
          <p:cNvCxnSpPr/>
          <p:nvPr/>
        </p:nvCxnSpPr>
        <p:spPr>
          <a:xfrm>
            <a:off x="4304523" y="484717"/>
            <a:ext cx="687782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>
            <a:off x="4304523" y="1896449"/>
            <a:ext cx="332736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矩形 30"/>
          <p:cNvSpPr/>
          <p:nvPr/>
        </p:nvSpPr>
        <p:spPr>
          <a:xfrm>
            <a:off x="4208910" y="640187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609585"/>
            <a:r>
              <a:rPr lang="zh-CN" altLang="en-US" b="1" dirty="0">
                <a:ea typeface="微软雅黑" charset="0"/>
              </a:rPr>
              <a:t>点击此处添加标题</a:t>
            </a:r>
          </a:p>
        </p:txBody>
      </p:sp>
      <p:sp>
        <p:nvSpPr>
          <p:cNvPr id="32" name="矩形 31"/>
          <p:cNvSpPr/>
          <p:nvPr/>
        </p:nvSpPr>
        <p:spPr>
          <a:xfrm>
            <a:off x="4208910" y="980408"/>
            <a:ext cx="3429412" cy="7891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609585">
              <a:lnSpc>
                <a:spcPct val="130000"/>
              </a:lnSpc>
            </a:pPr>
            <a:r>
              <a:rPr lang="zh-CN" altLang="en-US" sz="1200" dirty="0">
                <a:latin typeface="微软雅黑" charset="0"/>
                <a:ea typeface="微软雅黑" charset="0"/>
              </a:rPr>
              <a:t>标题数字等都可以通过点击和重新输入进行更改，顶部“开始”面板中可以对字体、字号、颜色、行距等进行修改。</a:t>
            </a:r>
            <a:endParaRPr lang="en-US" altLang="zh-CN" sz="1200" dirty="0">
              <a:latin typeface="微软雅黑" charset="0"/>
              <a:ea typeface="微软雅黑" charset="0"/>
            </a:endParaRPr>
          </a:p>
        </p:txBody>
      </p:sp>
      <p:cxnSp>
        <p:nvCxnSpPr>
          <p:cNvPr id="28" name="直接连接符 27"/>
          <p:cNvCxnSpPr/>
          <p:nvPr/>
        </p:nvCxnSpPr>
        <p:spPr>
          <a:xfrm>
            <a:off x="7902948" y="1896449"/>
            <a:ext cx="332736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矩形 32"/>
          <p:cNvSpPr/>
          <p:nvPr/>
        </p:nvSpPr>
        <p:spPr>
          <a:xfrm>
            <a:off x="7909379" y="640187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609585"/>
            <a:r>
              <a:rPr lang="zh-CN" altLang="en-US" b="1" dirty="0">
                <a:ea typeface="微软雅黑" charset="0"/>
              </a:rPr>
              <a:t>点击此处添加标题</a:t>
            </a:r>
          </a:p>
        </p:txBody>
      </p:sp>
      <p:sp>
        <p:nvSpPr>
          <p:cNvPr id="34" name="矩形 33"/>
          <p:cNvSpPr/>
          <p:nvPr/>
        </p:nvSpPr>
        <p:spPr>
          <a:xfrm>
            <a:off x="7909379" y="980408"/>
            <a:ext cx="3429412" cy="7891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609585">
              <a:lnSpc>
                <a:spcPct val="130000"/>
              </a:lnSpc>
            </a:pPr>
            <a:r>
              <a:rPr lang="zh-CN" altLang="en-US" sz="1200" dirty="0">
                <a:latin typeface="微软雅黑" charset="0"/>
                <a:ea typeface="微软雅黑" charset="0"/>
              </a:rPr>
              <a:t>标题数字等都可以通过点击和重新输入进行更改，顶部“开始”面板中可以对字体、字号、颜色、行距等进行</a:t>
            </a:r>
            <a:r>
              <a:rPr lang="zh-CN" altLang="en-US" sz="1200">
                <a:latin typeface="微软雅黑" charset="0"/>
                <a:ea typeface="微软雅黑" charset="0"/>
              </a:rPr>
              <a:t>修改。</a:t>
            </a:r>
            <a:endParaRPr lang="en-US" altLang="zh-CN" sz="1200" dirty="0">
              <a:latin typeface="微软雅黑" charset="0"/>
              <a:ea typeface="微软雅黑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02765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研究方法</a:t>
            </a:r>
          </a:p>
          <a:p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Part Three</a:t>
            </a:r>
            <a:endParaRPr lang="zh-CN" altLang="en-US" dirty="0"/>
          </a:p>
        </p:txBody>
      </p:sp>
      <p:pic>
        <p:nvPicPr>
          <p:cNvPr id="4" name="图片 3">
            <a:hlinkClick r:id="rId2"/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800" y="6334619"/>
            <a:ext cx="1828800" cy="241402"/>
          </a:xfrm>
          <a:prstGeom prst="rect">
            <a:avLst/>
          </a:prstGeom>
        </p:spPr>
      </p:pic>
      <p:graphicFrame>
        <p:nvGraphicFramePr>
          <p:cNvPr id="9" name="Chart Placeholder 1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9511537"/>
              </p:ext>
            </p:extLst>
          </p:nvPr>
        </p:nvGraphicFramePr>
        <p:xfrm>
          <a:off x="5377227" y="1826545"/>
          <a:ext cx="5080000" cy="45254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0" name="Freeform 14"/>
          <p:cNvSpPr/>
          <p:nvPr/>
        </p:nvSpPr>
        <p:spPr>
          <a:xfrm flipH="1" flipV="1">
            <a:off x="8459446" y="5019471"/>
            <a:ext cx="600287" cy="272627"/>
          </a:xfrm>
          <a:custGeom>
            <a:avLst/>
            <a:gdLst>
              <a:gd name="connsiteX0" fmla="*/ 670560 w 670560"/>
              <a:gd name="connsiteY0" fmla="*/ 304800 h 304800"/>
              <a:gd name="connsiteX1" fmla="*/ 345440 w 670560"/>
              <a:gd name="connsiteY1" fmla="*/ 0 h 304800"/>
              <a:gd name="connsiteX2" fmla="*/ 0 w 670560"/>
              <a:gd name="connsiteY2" fmla="*/ 0 h 304800"/>
              <a:gd name="connsiteX0" fmla="*/ 525915 w 525915"/>
              <a:gd name="connsiteY0" fmla="*/ 265258 h 265258"/>
              <a:gd name="connsiteX1" fmla="*/ 345440 w 525915"/>
              <a:gd name="connsiteY1" fmla="*/ 0 h 265258"/>
              <a:gd name="connsiteX2" fmla="*/ 0 w 525915"/>
              <a:gd name="connsiteY2" fmla="*/ 0 h 265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25915" h="265258">
                <a:moveTo>
                  <a:pt x="525915" y="265258"/>
                </a:moveTo>
                <a:lnTo>
                  <a:pt x="345440" y="0"/>
                </a:lnTo>
                <a:lnTo>
                  <a:pt x="0" y="0"/>
                </a:lnTo>
              </a:path>
            </a:pathLst>
          </a:custGeom>
          <a:noFill/>
          <a:ln w="3175">
            <a:solidFill>
              <a:schemeClr val="accent2"/>
            </a:solidFill>
            <a:tailEnd type="oval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Freeform 23"/>
          <p:cNvSpPr/>
          <p:nvPr/>
        </p:nvSpPr>
        <p:spPr>
          <a:xfrm flipV="1">
            <a:off x="6271306" y="4955639"/>
            <a:ext cx="927148" cy="336459"/>
          </a:xfrm>
          <a:custGeom>
            <a:avLst/>
            <a:gdLst>
              <a:gd name="connsiteX0" fmla="*/ 670560 w 670560"/>
              <a:gd name="connsiteY0" fmla="*/ 304800 h 304800"/>
              <a:gd name="connsiteX1" fmla="*/ 345440 w 670560"/>
              <a:gd name="connsiteY1" fmla="*/ 0 h 304800"/>
              <a:gd name="connsiteX2" fmla="*/ 0 w 670560"/>
              <a:gd name="connsiteY2" fmla="*/ 0 h 304800"/>
              <a:gd name="connsiteX0" fmla="*/ 552619 w 552619"/>
              <a:gd name="connsiteY0" fmla="*/ 255373 h 255373"/>
              <a:gd name="connsiteX1" fmla="*/ 345440 w 552619"/>
              <a:gd name="connsiteY1" fmla="*/ 0 h 255373"/>
              <a:gd name="connsiteX2" fmla="*/ 0 w 552619"/>
              <a:gd name="connsiteY2" fmla="*/ 0 h 2553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52619" h="255373">
                <a:moveTo>
                  <a:pt x="552619" y="255373"/>
                </a:moveTo>
                <a:lnTo>
                  <a:pt x="345440" y="0"/>
                </a:lnTo>
                <a:lnTo>
                  <a:pt x="0" y="0"/>
                </a:lnTo>
              </a:path>
            </a:pathLst>
          </a:custGeom>
          <a:noFill/>
          <a:ln w="3175">
            <a:solidFill>
              <a:schemeClr val="accent3"/>
            </a:solidFill>
            <a:tailEnd type="oval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8" name="Straight Connector 42"/>
          <p:cNvCxnSpPr/>
          <p:nvPr/>
        </p:nvCxnSpPr>
        <p:spPr>
          <a:xfrm flipH="1">
            <a:off x="6163349" y="4124578"/>
            <a:ext cx="603057" cy="0"/>
          </a:xfrm>
          <a:prstGeom prst="line">
            <a:avLst/>
          </a:prstGeom>
          <a:noFill/>
          <a:ln w="3175">
            <a:solidFill>
              <a:schemeClr val="accent4"/>
            </a:solidFill>
            <a:tailEnd type="oval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9" name="Freeform 35"/>
          <p:cNvSpPr/>
          <p:nvPr/>
        </p:nvSpPr>
        <p:spPr>
          <a:xfrm flipH="1">
            <a:off x="8425226" y="2460006"/>
            <a:ext cx="646007" cy="457323"/>
          </a:xfrm>
          <a:custGeom>
            <a:avLst/>
            <a:gdLst>
              <a:gd name="connsiteX0" fmla="*/ 670560 w 670560"/>
              <a:gd name="connsiteY0" fmla="*/ 304800 h 304800"/>
              <a:gd name="connsiteX1" fmla="*/ 345440 w 670560"/>
              <a:gd name="connsiteY1" fmla="*/ 0 h 304800"/>
              <a:gd name="connsiteX2" fmla="*/ 0 w 670560"/>
              <a:gd name="connsiteY2" fmla="*/ 0 h 304800"/>
              <a:gd name="connsiteX0" fmla="*/ 626054 w 626054"/>
              <a:gd name="connsiteY0" fmla="*/ 265258 h 265258"/>
              <a:gd name="connsiteX1" fmla="*/ 345440 w 626054"/>
              <a:gd name="connsiteY1" fmla="*/ 0 h 265258"/>
              <a:gd name="connsiteX2" fmla="*/ 0 w 626054"/>
              <a:gd name="connsiteY2" fmla="*/ 0 h 265258"/>
              <a:gd name="connsiteX0" fmla="*/ 626054 w 626054"/>
              <a:gd name="connsiteY0" fmla="*/ 278439 h 278439"/>
              <a:gd name="connsiteX1" fmla="*/ 345440 w 626054"/>
              <a:gd name="connsiteY1" fmla="*/ 0 h 278439"/>
              <a:gd name="connsiteX2" fmla="*/ 0 w 626054"/>
              <a:gd name="connsiteY2" fmla="*/ 0 h 278439"/>
              <a:gd name="connsiteX0" fmla="*/ 548910 w 548910"/>
              <a:gd name="connsiteY0" fmla="*/ 304800 h 304800"/>
              <a:gd name="connsiteX1" fmla="*/ 345440 w 548910"/>
              <a:gd name="connsiteY1" fmla="*/ 0 h 304800"/>
              <a:gd name="connsiteX2" fmla="*/ 0 w 548910"/>
              <a:gd name="connsiteY2" fmla="*/ 0 h 30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48910" h="304800">
                <a:moveTo>
                  <a:pt x="548910" y="304800"/>
                </a:moveTo>
                <a:lnTo>
                  <a:pt x="345440" y="0"/>
                </a:lnTo>
                <a:lnTo>
                  <a:pt x="0" y="0"/>
                </a:lnTo>
              </a:path>
            </a:pathLst>
          </a:custGeom>
          <a:noFill/>
          <a:ln w="3175">
            <a:solidFill>
              <a:schemeClr val="accent1"/>
            </a:solidFill>
            <a:tailEnd type="oval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0" name="Freeform 36"/>
          <p:cNvSpPr/>
          <p:nvPr/>
        </p:nvSpPr>
        <p:spPr>
          <a:xfrm>
            <a:off x="6271306" y="2460006"/>
            <a:ext cx="980259" cy="527415"/>
          </a:xfrm>
          <a:custGeom>
            <a:avLst/>
            <a:gdLst>
              <a:gd name="connsiteX0" fmla="*/ 670560 w 670560"/>
              <a:gd name="connsiteY0" fmla="*/ 304800 h 304800"/>
              <a:gd name="connsiteX1" fmla="*/ 345440 w 670560"/>
              <a:gd name="connsiteY1" fmla="*/ 0 h 304800"/>
              <a:gd name="connsiteX2" fmla="*/ 0 w 670560"/>
              <a:gd name="connsiteY2" fmla="*/ 0 h 304800"/>
              <a:gd name="connsiteX0" fmla="*/ 481054 w 481054"/>
              <a:gd name="connsiteY0" fmla="*/ 290855 h 290855"/>
              <a:gd name="connsiteX1" fmla="*/ 345440 w 481054"/>
              <a:gd name="connsiteY1" fmla="*/ 0 h 290855"/>
              <a:gd name="connsiteX2" fmla="*/ 0 w 481054"/>
              <a:gd name="connsiteY2" fmla="*/ 0 h 290855"/>
              <a:gd name="connsiteX0" fmla="*/ 435573 w 435573"/>
              <a:gd name="connsiteY0" fmla="*/ 192310 h 192310"/>
              <a:gd name="connsiteX1" fmla="*/ 345440 w 435573"/>
              <a:gd name="connsiteY1" fmla="*/ 0 h 192310"/>
              <a:gd name="connsiteX2" fmla="*/ 0 w 435573"/>
              <a:gd name="connsiteY2" fmla="*/ 0 h 192310"/>
              <a:gd name="connsiteX0" fmla="*/ 438683 w 438683"/>
              <a:gd name="connsiteY0" fmla="*/ 199747 h 199747"/>
              <a:gd name="connsiteX1" fmla="*/ 345440 w 438683"/>
              <a:gd name="connsiteY1" fmla="*/ 0 h 199747"/>
              <a:gd name="connsiteX2" fmla="*/ 0 w 438683"/>
              <a:gd name="connsiteY2" fmla="*/ 0 h 199747"/>
              <a:gd name="connsiteX0" fmla="*/ 482551 w 482551"/>
              <a:gd name="connsiteY0" fmla="*/ 226698 h 226698"/>
              <a:gd name="connsiteX1" fmla="*/ 345440 w 482551"/>
              <a:gd name="connsiteY1" fmla="*/ 0 h 226698"/>
              <a:gd name="connsiteX2" fmla="*/ 0 w 482551"/>
              <a:gd name="connsiteY2" fmla="*/ 0 h 2266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82551" h="226698">
                <a:moveTo>
                  <a:pt x="482551" y="226698"/>
                </a:moveTo>
                <a:lnTo>
                  <a:pt x="345440" y="0"/>
                </a:lnTo>
                <a:lnTo>
                  <a:pt x="0" y="0"/>
                </a:lnTo>
              </a:path>
            </a:pathLst>
          </a:custGeom>
          <a:noFill/>
          <a:ln w="3175">
            <a:solidFill>
              <a:schemeClr val="accent5"/>
            </a:solidFill>
            <a:tailEnd type="oval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31" name="组合 30"/>
          <p:cNvGrpSpPr/>
          <p:nvPr/>
        </p:nvGrpSpPr>
        <p:grpSpPr>
          <a:xfrm>
            <a:off x="9144740" y="2266104"/>
            <a:ext cx="1885950" cy="1154082"/>
            <a:chOff x="9144740" y="2266104"/>
            <a:chExt cx="1885950" cy="1154082"/>
          </a:xfrm>
        </p:grpSpPr>
        <p:sp>
          <p:nvSpPr>
            <p:cNvPr id="15" name="Rectangle 22"/>
            <p:cNvSpPr/>
            <p:nvPr/>
          </p:nvSpPr>
          <p:spPr>
            <a:xfrm>
              <a:off x="9260565" y="2266104"/>
              <a:ext cx="827150" cy="418576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lang="en-US" sz="3200" b="1" dirty="0">
                  <a:solidFill>
                    <a:schemeClr val="bg1"/>
                  </a:solidFill>
                  <a:ea typeface="Open Sans Extrabold" pitchFamily="34" charset="0"/>
                  <a:cs typeface="Open Sans Extrabold" pitchFamily="34" charset="0"/>
                </a:rPr>
                <a:t>35%</a:t>
              </a:r>
              <a:endParaRPr lang="en-US" b="1" dirty="0">
                <a:solidFill>
                  <a:schemeClr val="bg1"/>
                </a:solidFill>
                <a:ea typeface="Open Sans Extrabold" pitchFamily="34" charset="0"/>
                <a:cs typeface="Open Sans Extrabold" pitchFamily="34" charset="0"/>
              </a:endParaRPr>
            </a:p>
          </p:txBody>
        </p:sp>
        <p:cxnSp>
          <p:nvCxnSpPr>
            <p:cNvPr id="21" name="直接连接符 20"/>
            <p:cNvCxnSpPr/>
            <p:nvPr/>
          </p:nvCxnSpPr>
          <p:spPr>
            <a:xfrm>
              <a:off x="9226513" y="2721169"/>
              <a:ext cx="1747027" cy="0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2" name="矩形 21"/>
            <p:cNvSpPr/>
            <p:nvPr/>
          </p:nvSpPr>
          <p:spPr>
            <a:xfrm>
              <a:off x="9144740" y="2847722"/>
              <a:ext cx="1885950" cy="57246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 defTabSz="609585">
                <a:lnSpc>
                  <a:spcPct val="130000"/>
                </a:lnSpc>
              </a:pPr>
              <a:r>
                <a:rPr lang="zh-CN" altLang="en-US" sz="1200" dirty="0">
                  <a:solidFill>
                    <a:schemeClr val="bg1"/>
                  </a:solidFill>
                  <a:latin typeface="微软雅黑" charset="0"/>
                  <a:ea typeface="微软雅黑" charset="0"/>
                </a:rPr>
                <a:t>标题数字等都可以通过点击和重新输入进行更改。</a:t>
              </a:r>
              <a:endParaRPr lang="en-US" altLang="zh-CN" sz="1200" dirty="0">
                <a:solidFill>
                  <a:schemeClr val="bg1"/>
                </a:solidFill>
                <a:latin typeface="微软雅黑" charset="0"/>
                <a:ea typeface="微软雅黑" charset="0"/>
              </a:endParaRPr>
            </a:p>
          </p:txBody>
        </p:sp>
      </p:grpSp>
      <p:grpSp>
        <p:nvGrpSpPr>
          <p:cNvPr id="36" name="组合 35"/>
          <p:cNvGrpSpPr/>
          <p:nvPr/>
        </p:nvGrpSpPr>
        <p:grpSpPr>
          <a:xfrm>
            <a:off x="9144740" y="5082810"/>
            <a:ext cx="1885950" cy="1110753"/>
            <a:chOff x="9144740" y="5082810"/>
            <a:chExt cx="1885950" cy="1110753"/>
          </a:xfrm>
        </p:grpSpPr>
        <p:sp>
          <p:nvSpPr>
            <p:cNvPr id="14" name="Rectangle 21"/>
            <p:cNvSpPr/>
            <p:nvPr/>
          </p:nvSpPr>
          <p:spPr>
            <a:xfrm>
              <a:off x="9243229" y="5082810"/>
              <a:ext cx="827150" cy="418576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lang="en-US" sz="3200" b="1" dirty="0">
                  <a:solidFill>
                    <a:schemeClr val="bg1"/>
                  </a:solidFill>
                  <a:ea typeface="Open Sans Extrabold" pitchFamily="34" charset="0"/>
                  <a:cs typeface="Open Sans Extrabold" pitchFamily="34" charset="0"/>
                </a:rPr>
                <a:t>16%</a:t>
              </a:r>
              <a:endParaRPr lang="en-US" b="1" dirty="0">
                <a:solidFill>
                  <a:schemeClr val="bg1"/>
                </a:solidFill>
                <a:ea typeface="Open Sans Extrabold" pitchFamily="34" charset="0"/>
                <a:cs typeface="Open Sans Extrabold" pitchFamily="34" charset="0"/>
              </a:endParaRPr>
            </a:p>
          </p:txBody>
        </p:sp>
        <p:cxnSp>
          <p:nvCxnSpPr>
            <p:cNvPr id="23" name="直接连接符 22"/>
            <p:cNvCxnSpPr/>
            <p:nvPr/>
          </p:nvCxnSpPr>
          <p:spPr>
            <a:xfrm>
              <a:off x="9226513" y="5494546"/>
              <a:ext cx="1747027" cy="0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4" name="矩形 23"/>
            <p:cNvSpPr/>
            <p:nvPr/>
          </p:nvSpPr>
          <p:spPr>
            <a:xfrm>
              <a:off x="9144740" y="5621099"/>
              <a:ext cx="1885950" cy="57246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 defTabSz="609585">
                <a:lnSpc>
                  <a:spcPct val="130000"/>
                </a:lnSpc>
              </a:pPr>
              <a:r>
                <a:rPr lang="zh-CN" altLang="en-US" sz="1200" dirty="0">
                  <a:solidFill>
                    <a:schemeClr val="bg1"/>
                  </a:solidFill>
                  <a:latin typeface="微软雅黑" charset="0"/>
                  <a:ea typeface="微软雅黑" charset="0"/>
                </a:rPr>
                <a:t>标题数字等都可以通过点击和重新输入进行更改。</a:t>
              </a:r>
              <a:endParaRPr lang="en-US" altLang="zh-CN" sz="1200" dirty="0">
                <a:solidFill>
                  <a:schemeClr val="bg1"/>
                </a:solidFill>
                <a:latin typeface="微软雅黑" charset="0"/>
                <a:ea typeface="微软雅黑" charset="0"/>
              </a:endParaRP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4182484" y="5082810"/>
            <a:ext cx="1892307" cy="1110753"/>
            <a:chOff x="4182484" y="5082810"/>
            <a:chExt cx="1892307" cy="1110753"/>
          </a:xfrm>
        </p:grpSpPr>
        <p:sp>
          <p:nvSpPr>
            <p:cNvPr id="13" name="Rectangle 20"/>
            <p:cNvSpPr/>
            <p:nvPr/>
          </p:nvSpPr>
          <p:spPr>
            <a:xfrm>
              <a:off x="5247641" y="5082810"/>
              <a:ext cx="827150" cy="418576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pPr algn="r">
                <a:lnSpc>
                  <a:spcPct val="85000"/>
                </a:lnSpc>
              </a:pPr>
              <a:r>
                <a:rPr lang="en-US" sz="3200" b="1" dirty="0">
                  <a:solidFill>
                    <a:schemeClr val="bg1"/>
                  </a:solidFill>
                  <a:ea typeface="Open Sans Extrabold" pitchFamily="34" charset="0"/>
                  <a:cs typeface="Open Sans Extrabold" pitchFamily="34" charset="0"/>
                </a:rPr>
                <a:t>21%</a:t>
              </a:r>
              <a:endParaRPr lang="en-US" b="1" dirty="0">
                <a:solidFill>
                  <a:schemeClr val="bg1"/>
                </a:solidFill>
                <a:ea typeface="Open Sans Extrabold" pitchFamily="34" charset="0"/>
                <a:cs typeface="Open Sans Extrabold" pitchFamily="34" charset="0"/>
              </a:endParaRPr>
            </a:p>
          </p:txBody>
        </p:sp>
        <p:cxnSp>
          <p:nvCxnSpPr>
            <p:cNvPr id="25" name="直接连接符 24"/>
            <p:cNvCxnSpPr/>
            <p:nvPr/>
          </p:nvCxnSpPr>
          <p:spPr>
            <a:xfrm>
              <a:off x="4264257" y="5501386"/>
              <a:ext cx="1747027" cy="0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6" name="矩形 25"/>
            <p:cNvSpPr/>
            <p:nvPr/>
          </p:nvSpPr>
          <p:spPr>
            <a:xfrm>
              <a:off x="4182484" y="5621099"/>
              <a:ext cx="1885950" cy="57246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 defTabSz="609585">
                <a:lnSpc>
                  <a:spcPct val="130000"/>
                </a:lnSpc>
              </a:pPr>
              <a:r>
                <a:rPr lang="zh-CN" altLang="en-US" sz="1200" dirty="0">
                  <a:solidFill>
                    <a:schemeClr val="bg1"/>
                  </a:solidFill>
                  <a:latin typeface="微软雅黑" charset="0"/>
                  <a:ea typeface="微软雅黑" charset="0"/>
                </a:rPr>
                <a:t>标题数字等都可以通过点击和重新输入进行更改。</a:t>
              </a:r>
              <a:endParaRPr lang="en-US" altLang="zh-CN" sz="1200" dirty="0">
                <a:solidFill>
                  <a:schemeClr val="bg1"/>
                </a:solidFill>
                <a:latin typeface="微软雅黑" charset="0"/>
                <a:ea typeface="微软雅黑" charset="0"/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4182484" y="3923334"/>
            <a:ext cx="1885950" cy="1175413"/>
            <a:chOff x="4182484" y="3923334"/>
            <a:chExt cx="1885950" cy="1175413"/>
          </a:xfrm>
        </p:grpSpPr>
        <p:sp>
          <p:nvSpPr>
            <p:cNvPr id="12" name="Rectangle 19"/>
            <p:cNvSpPr/>
            <p:nvPr/>
          </p:nvSpPr>
          <p:spPr>
            <a:xfrm>
              <a:off x="5184134" y="3923334"/>
              <a:ext cx="827150" cy="418576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pPr algn="r">
                <a:lnSpc>
                  <a:spcPct val="85000"/>
                </a:lnSpc>
              </a:pPr>
              <a:r>
                <a:rPr lang="en-US" sz="3200" b="1" dirty="0">
                  <a:solidFill>
                    <a:schemeClr val="bg1"/>
                  </a:solidFill>
                  <a:ea typeface="Open Sans Extrabold" pitchFamily="34" charset="0"/>
                  <a:cs typeface="Open Sans Extrabold" pitchFamily="34" charset="0"/>
                </a:rPr>
                <a:t>19%</a:t>
              </a:r>
              <a:endParaRPr lang="en-US" b="1" dirty="0">
                <a:solidFill>
                  <a:schemeClr val="bg1"/>
                </a:solidFill>
                <a:ea typeface="Open Sans Extrabold" pitchFamily="34" charset="0"/>
                <a:cs typeface="Open Sans Extrabold" pitchFamily="34" charset="0"/>
              </a:endParaRPr>
            </a:p>
          </p:txBody>
        </p:sp>
        <p:cxnSp>
          <p:nvCxnSpPr>
            <p:cNvPr id="27" name="直接连接符 26"/>
            <p:cNvCxnSpPr/>
            <p:nvPr/>
          </p:nvCxnSpPr>
          <p:spPr>
            <a:xfrm>
              <a:off x="4264257" y="4399730"/>
              <a:ext cx="1747027" cy="0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8" name="矩形 27"/>
            <p:cNvSpPr/>
            <p:nvPr/>
          </p:nvSpPr>
          <p:spPr>
            <a:xfrm>
              <a:off x="4182484" y="4526283"/>
              <a:ext cx="1885950" cy="57246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 defTabSz="609585">
                <a:lnSpc>
                  <a:spcPct val="130000"/>
                </a:lnSpc>
              </a:pPr>
              <a:r>
                <a:rPr lang="zh-CN" altLang="en-US" sz="1200" dirty="0">
                  <a:solidFill>
                    <a:schemeClr val="bg1"/>
                  </a:solidFill>
                  <a:latin typeface="微软雅黑" charset="0"/>
                  <a:ea typeface="微软雅黑" charset="0"/>
                </a:rPr>
                <a:t>标题数字等都可以通过点击和重新输入进行更改。</a:t>
              </a:r>
              <a:endParaRPr lang="en-US" altLang="zh-CN" sz="1200" dirty="0">
                <a:solidFill>
                  <a:schemeClr val="bg1"/>
                </a:solidFill>
                <a:latin typeface="微软雅黑" charset="0"/>
                <a:ea typeface="微软雅黑" charset="0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4182484" y="2259332"/>
            <a:ext cx="1892307" cy="1160854"/>
            <a:chOff x="4182484" y="2259332"/>
            <a:chExt cx="1892307" cy="1160854"/>
          </a:xfrm>
        </p:grpSpPr>
        <p:sp>
          <p:nvSpPr>
            <p:cNvPr id="11" name="Rectangle 34"/>
            <p:cNvSpPr/>
            <p:nvPr/>
          </p:nvSpPr>
          <p:spPr>
            <a:xfrm>
              <a:off x="5247641" y="2259332"/>
              <a:ext cx="827150" cy="418576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pPr algn="r">
                <a:lnSpc>
                  <a:spcPct val="85000"/>
                </a:lnSpc>
              </a:pPr>
              <a:r>
                <a:rPr lang="en-US" sz="3200" b="1" dirty="0">
                  <a:solidFill>
                    <a:schemeClr val="bg1"/>
                  </a:solidFill>
                  <a:ea typeface="Open Sans Extrabold" pitchFamily="34" charset="0"/>
                  <a:cs typeface="Open Sans Extrabold" pitchFamily="34" charset="0"/>
                </a:rPr>
                <a:t>23%</a:t>
              </a:r>
              <a:endParaRPr lang="en-US" b="1" dirty="0">
                <a:solidFill>
                  <a:schemeClr val="bg1"/>
                </a:solidFill>
                <a:ea typeface="Open Sans Extrabold" pitchFamily="34" charset="0"/>
                <a:cs typeface="Open Sans Extrabold" pitchFamily="34" charset="0"/>
              </a:endParaRPr>
            </a:p>
          </p:txBody>
        </p:sp>
        <p:cxnSp>
          <p:nvCxnSpPr>
            <p:cNvPr id="29" name="直接连接符 28"/>
            <p:cNvCxnSpPr/>
            <p:nvPr/>
          </p:nvCxnSpPr>
          <p:spPr>
            <a:xfrm>
              <a:off x="4264257" y="2721169"/>
              <a:ext cx="1747027" cy="0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0" name="矩形 29"/>
            <p:cNvSpPr/>
            <p:nvPr/>
          </p:nvSpPr>
          <p:spPr>
            <a:xfrm>
              <a:off x="4182484" y="2847722"/>
              <a:ext cx="1885950" cy="57246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 defTabSz="609585">
                <a:lnSpc>
                  <a:spcPct val="130000"/>
                </a:lnSpc>
              </a:pPr>
              <a:r>
                <a:rPr lang="zh-CN" altLang="en-US" sz="1200" dirty="0">
                  <a:solidFill>
                    <a:schemeClr val="bg1"/>
                  </a:solidFill>
                  <a:latin typeface="微软雅黑" charset="0"/>
                  <a:ea typeface="微软雅黑" charset="0"/>
                </a:rPr>
                <a:t>标题数字等都可以通过点击和重新输入进行更改。</a:t>
              </a:r>
              <a:endParaRPr lang="en-US" altLang="zh-CN" sz="1200" dirty="0">
                <a:solidFill>
                  <a:schemeClr val="bg1"/>
                </a:solidFill>
                <a:latin typeface="微软雅黑" charset="0"/>
                <a:ea typeface="微软雅黑" charset="0"/>
              </a:endParaRPr>
            </a:p>
          </p:txBody>
        </p:sp>
      </p:grpSp>
      <p:cxnSp>
        <p:nvCxnSpPr>
          <p:cNvPr id="33" name="直接连接符 32"/>
          <p:cNvCxnSpPr/>
          <p:nvPr/>
        </p:nvCxnSpPr>
        <p:spPr>
          <a:xfrm>
            <a:off x="4304523" y="484717"/>
            <a:ext cx="6877827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5" name="组合 4"/>
          <p:cNvGrpSpPr/>
          <p:nvPr/>
        </p:nvGrpSpPr>
        <p:grpSpPr>
          <a:xfrm>
            <a:off x="4208910" y="640187"/>
            <a:ext cx="3429412" cy="1256262"/>
            <a:chOff x="4208910" y="640187"/>
            <a:chExt cx="3429412" cy="1256262"/>
          </a:xfrm>
        </p:grpSpPr>
        <p:cxnSp>
          <p:nvCxnSpPr>
            <p:cNvPr id="32" name="直接连接符 31"/>
            <p:cNvCxnSpPr/>
            <p:nvPr/>
          </p:nvCxnSpPr>
          <p:spPr>
            <a:xfrm>
              <a:off x="4304523" y="1896449"/>
              <a:ext cx="3327367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4" name="矩形 33"/>
            <p:cNvSpPr/>
            <p:nvPr/>
          </p:nvSpPr>
          <p:spPr>
            <a:xfrm>
              <a:off x="4208910" y="640187"/>
              <a:ext cx="2031325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defTabSz="609585"/>
              <a:r>
                <a:rPr lang="zh-CN" altLang="en-US" b="1" dirty="0">
                  <a:solidFill>
                    <a:schemeClr val="bg1"/>
                  </a:solidFill>
                  <a:ea typeface="微软雅黑" charset="0"/>
                </a:rPr>
                <a:t>点击此处添加标题</a:t>
              </a:r>
            </a:p>
          </p:txBody>
        </p:sp>
        <p:sp>
          <p:nvSpPr>
            <p:cNvPr id="35" name="矩形 34"/>
            <p:cNvSpPr/>
            <p:nvPr/>
          </p:nvSpPr>
          <p:spPr>
            <a:xfrm>
              <a:off x="4208910" y="980408"/>
              <a:ext cx="3429412" cy="8125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 defTabSz="609585">
                <a:lnSpc>
                  <a:spcPct val="130000"/>
                </a:lnSpc>
              </a:pPr>
              <a:r>
                <a:rPr lang="zh-CN" altLang="en-US" sz="1200" dirty="0">
                  <a:solidFill>
                    <a:schemeClr val="bg1"/>
                  </a:solidFill>
                  <a:latin typeface="微软雅黑" charset="0"/>
                  <a:ea typeface="微软雅黑" charset="0"/>
                </a:rPr>
                <a:t>标题数字等都可以通过点击和重新输入进行更改，顶部“开始”面板中可以对字体、字号、颜色、行距等进行修改。</a:t>
              </a:r>
              <a:endParaRPr lang="en-US" altLang="zh-CN" sz="1200" dirty="0">
                <a:solidFill>
                  <a:schemeClr val="bg1"/>
                </a:solidFill>
                <a:latin typeface="微软雅黑" charset="0"/>
                <a:ea typeface="微软雅黑" charset="0"/>
              </a:endParaRPr>
            </a:p>
          </p:txBody>
        </p:sp>
      </p:grpSp>
      <p:cxnSp>
        <p:nvCxnSpPr>
          <p:cNvPr id="38" name="直接连接符 37"/>
          <p:cNvCxnSpPr/>
          <p:nvPr/>
        </p:nvCxnSpPr>
        <p:spPr>
          <a:xfrm>
            <a:off x="640573" y="2245699"/>
            <a:ext cx="1747027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9" name="矩形 38"/>
          <p:cNvSpPr/>
          <p:nvPr/>
        </p:nvSpPr>
        <p:spPr>
          <a:xfrm>
            <a:off x="558800" y="2291014"/>
            <a:ext cx="1885950" cy="1292662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just" defTabSz="609585">
              <a:lnSpc>
                <a:spcPct val="130000"/>
              </a:lnSpc>
            </a:pPr>
            <a:r>
              <a:rPr lang="zh-CN" altLang="en-US" sz="1200" dirty="0">
                <a:solidFill>
                  <a:schemeClr val="bg1"/>
                </a:solidFill>
                <a:latin typeface="微软雅黑" charset="0"/>
                <a:ea typeface="微软雅黑" charset="0"/>
              </a:rPr>
              <a:t>标题数字等都可以通过点击和重新输入进行更改，顶部“开始”面板中可以对字体、字号、颜色、行距等进行修改。</a:t>
            </a:r>
            <a:endParaRPr lang="en-US" altLang="zh-CN" sz="1200" dirty="0">
              <a:solidFill>
                <a:schemeClr val="bg1"/>
              </a:solidFill>
              <a:latin typeface="微软雅黑" charset="0"/>
              <a:ea typeface="微软雅黑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3002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研究方法</a:t>
            </a:r>
          </a:p>
          <a:p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Part Three</a:t>
            </a:r>
            <a:endParaRPr lang="zh-CN" altLang="en-US" dirty="0"/>
          </a:p>
        </p:txBody>
      </p:sp>
      <p:pic>
        <p:nvPicPr>
          <p:cNvPr id="5" name="图片 4">
            <a:hlinkClick r:id="rId2"/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800" y="6334619"/>
            <a:ext cx="1828800" cy="241402"/>
          </a:xfrm>
          <a:prstGeom prst="rect">
            <a:avLst/>
          </a:prstGeom>
        </p:spPr>
      </p:pic>
      <p:cxnSp>
        <p:nvCxnSpPr>
          <p:cNvPr id="42" name="直接连接符 41"/>
          <p:cNvCxnSpPr/>
          <p:nvPr/>
        </p:nvCxnSpPr>
        <p:spPr>
          <a:xfrm>
            <a:off x="8068687" y="1848051"/>
            <a:ext cx="313627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/>
          <p:cNvCxnSpPr/>
          <p:nvPr/>
        </p:nvCxnSpPr>
        <p:spPr>
          <a:xfrm>
            <a:off x="8068687" y="3429000"/>
            <a:ext cx="313627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/>
          <p:cNvCxnSpPr/>
          <p:nvPr/>
        </p:nvCxnSpPr>
        <p:spPr>
          <a:xfrm>
            <a:off x="8068687" y="4911291"/>
            <a:ext cx="313627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组合 3"/>
          <p:cNvGrpSpPr/>
          <p:nvPr/>
        </p:nvGrpSpPr>
        <p:grpSpPr>
          <a:xfrm>
            <a:off x="8067133" y="613904"/>
            <a:ext cx="3137828" cy="893043"/>
            <a:chOff x="8527991" y="613904"/>
            <a:chExt cx="3137828" cy="893043"/>
          </a:xfrm>
        </p:grpSpPr>
        <p:grpSp>
          <p:nvGrpSpPr>
            <p:cNvPr id="6" name="Group 11"/>
            <p:cNvGrpSpPr>
              <a:grpSpLocks noChangeAspect="1"/>
            </p:cNvGrpSpPr>
            <p:nvPr/>
          </p:nvGrpSpPr>
          <p:grpSpPr bwMode="auto">
            <a:xfrm>
              <a:off x="8527991" y="613904"/>
              <a:ext cx="1243260" cy="882715"/>
              <a:chOff x="1407" y="1098"/>
              <a:chExt cx="800" cy="568"/>
            </a:xfrm>
            <a:solidFill>
              <a:schemeClr val="tx2"/>
            </a:solidFill>
          </p:grpSpPr>
          <p:sp>
            <p:nvSpPr>
              <p:cNvPr id="7" name="Freeform 12"/>
              <p:cNvSpPr>
                <a:spLocks noEditPoints="1"/>
              </p:cNvSpPr>
              <p:nvPr/>
            </p:nvSpPr>
            <p:spPr bwMode="auto">
              <a:xfrm>
                <a:off x="1494" y="1098"/>
                <a:ext cx="626" cy="423"/>
              </a:xfrm>
              <a:custGeom>
                <a:avLst/>
                <a:gdLst>
                  <a:gd name="T0" fmla="*/ 621 w 628"/>
                  <a:gd name="T1" fmla="*/ 7 h 423"/>
                  <a:gd name="T2" fmla="*/ 605 w 628"/>
                  <a:gd name="T3" fmla="*/ 0 h 423"/>
                  <a:gd name="T4" fmla="*/ 23 w 628"/>
                  <a:gd name="T5" fmla="*/ 0 h 423"/>
                  <a:gd name="T6" fmla="*/ 7 w 628"/>
                  <a:gd name="T7" fmla="*/ 7 h 423"/>
                  <a:gd name="T8" fmla="*/ 0 w 628"/>
                  <a:gd name="T9" fmla="*/ 23 h 423"/>
                  <a:gd name="T10" fmla="*/ 0 w 628"/>
                  <a:gd name="T11" fmla="*/ 423 h 423"/>
                  <a:gd name="T12" fmla="*/ 628 w 628"/>
                  <a:gd name="T13" fmla="*/ 423 h 423"/>
                  <a:gd name="T14" fmla="*/ 628 w 628"/>
                  <a:gd name="T15" fmla="*/ 23 h 423"/>
                  <a:gd name="T16" fmla="*/ 621 w 628"/>
                  <a:gd name="T17" fmla="*/ 7 h 423"/>
                  <a:gd name="T18" fmla="*/ 314 w 628"/>
                  <a:gd name="T19" fmla="*/ 13 h 423"/>
                  <a:gd name="T20" fmla="*/ 321 w 628"/>
                  <a:gd name="T21" fmla="*/ 20 h 423"/>
                  <a:gd name="T22" fmla="*/ 314 w 628"/>
                  <a:gd name="T23" fmla="*/ 27 h 423"/>
                  <a:gd name="T24" fmla="*/ 307 w 628"/>
                  <a:gd name="T25" fmla="*/ 20 h 423"/>
                  <a:gd name="T26" fmla="*/ 314 w 628"/>
                  <a:gd name="T27" fmla="*/ 13 h 423"/>
                  <a:gd name="T28" fmla="*/ 587 w 628"/>
                  <a:gd name="T29" fmla="*/ 382 h 423"/>
                  <a:gd name="T30" fmla="*/ 41 w 628"/>
                  <a:gd name="T31" fmla="*/ 382 h 423"/>
                  <a:gd name="T32" fmla="*/ 41 w 628"/>
                  <a:gd name="T33" fmla="*/ 41 h 423"/>
                  <a:gd name="T34" fmla="*/ 587 w 628"/>
                  <a:gd name="T35" fmla="*/ 41 h 423"/>
                  <a:gd name="T36" fmla="*/ 587 w 628"/>
                  <a:gd name="T37" fmla="*/ 382 h 4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628" h="423">
                    <a:moveTo>
                      <a:pt x="621" y="7"/>
                    </a:moveTo>
                    <a:cubicBezTo>
                      <a:pt x="617" y="2"/>
                      <a:pt x="611" y="0"/>
                      <a:pt x="605" y="0"/>
                    </a:cubicBezTo>
                    <a:cubicBezTo>
                      <a:pt x="23" y="0"/>
                      <a:pt x="23" y="0"/>
                      <a:pt x="23" y="0"/>
                    </a:cubicBezTo>
                    <a:cubicBezTo>
                      <a:pt x="17" y="0"/>
                      <a:pt x="11" y="2"/>
                      <a:pt x="7" y="7"/>
                    </a:cubicBezTo>
                    <a:cubicBezTo>
                      <a:pt x="2" y="11"/>
                      <a:pt x="0" y="17"/>
                      <a:pt x="0" y="23"/>
                    </a:cubicBezTo>
                    <a:cubicBezTo>
                      <a:pt x="0" y="423"/>
                      <a:pt x="0" y="423"/>
                      <a:pt x="0" y="423"/>
                    </a:cubicBezTo>
                    <a:cubicBezTo>
                      <a:pt x="628" y="423"/>
                      <a:pt x="628" y="423"/>
                      <a:pt x="628" y="423"/>
                    </a:cubicBezTo>
                    <a:cubicBezTo>
                      <a:pt x="628" y="23"/>
                      <a:pt x="628" y="23"/>
                      <a:pt x="628" y="23"/>
                    </a:cubicBezTo>
                    <a:cubicBezTo>
                      <a:pt x="628" y="17"/>
                      <a:pt x="626" y="11"/>
                      <a:pt x="621" y="7"/>
                    </a:cubicBezTo>
                    <a:close/>
                    <a:moveTo>
                      <a:pt x="314" y="13"/>
                    </a:moveTo>
                    <a:cubicBezTo>
                      <a:pt x="318" y="13"/>
                      <a:pt x="321" y="16"/>
                      <a:pt x="321" y="20"/>
                    </a:cubicBezTo>
                    <a:cubicBezTo>
                      <a:pt x="321" y="24"/>
                      <a:pt x="318" y="27"/>
                      <a:pt x="314" y="27"/>
                    </a:cubicBezTo>
                    <a:cubicBezTo>
                      <a:pt x="310" y="27"/>
                      <a:pt x="307" y="24"/>
                      <a:pt x="307" y="20"/>
                    </a:cubicBezTo>
                    <a:cubicBezTo>
                      <a:pt x="307" y="16"/>
                      <a:pt x="310" y="13"/>
                      <a:pt x="314" y="13"/>
                    </a:cubicBezTo>
                    <a:close/>
                    <a:moveTo>
                      <a:pt x="587" y="382"/>
                    </a:moveTo>
                    <a:cubicBezTo>
                      <a:pt x="41" y="382"/>
                      <a:pt x="41" y="382"/>
                      <a:pt x="41" y="382"/>
                    </a:cubicBezTo>
                    <a:cubicBezTo>
                      <a:pt x="41" y="41"/>
                      <a:pt x="41" y="41"/>
                      <a:pt x="41" y="41"/>
                    </a:cubicBezTo>
                    <a:cubicBezTo>
                      <a:pt x="587" y="41"/>
                      <a:pt x="587" y="41"/>
                      <a:pt x="587" y="41"/>
                    </a:cubicBezTo>
                    <a:lnTo>
                      <a:pt x="587" y="38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" name="Freeform 13"/>
              <p:cNvSpPr>
                <a:spLocks noEditPoints="1"/>
              </p:cNvSpPr>
              <p:nvPr/>
            </p:nvSpPr>
            <p:spPr bwMode="auto">
              <a:xfrm>
                <a:off x="1407" y="1538"/>
                <a:ext cx="800" cy="97"/>
              </a:xfrm>
              <a:custGeom>
                <a:avLst/>
                <a:gdLst>
                  <a:gd name="T0" fmla="*/ 87 w 802"/>
                  <a:gd name="T1" fmla="*/ 0 h 97"/>
                  <a:gd name="T2" fmla="*/ 4 w 802"/>
                  <a:gd name="T3" fmla="*/ 83 h 97"/>
                  <a:gd name="T4" fmla="*/ 2 w 802"/>
                  <a:gd name="T5" fmla="*/ 92 h 97"/>
                  <a:gd name="T6" fmla="*/ 10 w 802"/>
                  <a:gd name="T7" fmla="*/ 97 h 97"/>
                  <a:gd name="T8" fmla="*/ 792 w 802"/>
                  <a:gd name="T9" fmla="*/ 97 h 97"/>
                  <a:gd name="T10" fmla="*/ 800 w 802"/>
                  <a:gd name="T11" fmla="*/ 92 h 97"/>
                  <a:gd name="T12" fmla="*/ 798 w 802"/>
                  <a:gd name="T13" fmla="*/ 83 h 97"/>
                  <a:gd name="T14" fmla="*/ 715 w 802"/>
                  <a:gd name="T15" fmla="*/ 0 h 97"/>
                  <a:gd name="T16" fmla="*/ 87 w 802"/>
                  <a:gd name="T17" fmla="*/ 0 h 97"/>
                  <a:gd name="T18" fmla="*/ 711 w 802"/>
                  <a:gd name="T19" fmla="*/ 47 h 97"/>
                  <a:gd name="T20" fmla="*/ 712 w 802"/>
                  <a:gd name="T21" fmla="*/ 54 h 97"/>
                  <a:gd name="T22" fmla="*/ 706 w 802"/>
                  <a:gd name="T23" fmla="*/ 58 h 97"/>
                  <a:gd name="T24" fmla="*/ 484 w 802"/>
                  <a:gd name="T25" fmla="*/ 58 h 97"/>
                  <a:gd name="T26" fmla="*/ 485 w 802"/>
                  <a:gd name="T27" fmla="*/ 64 h 97"/>
                  <a:gd name="T28" fmla="*/ 484 w 802"/>
                  <a:gd name="T29" fmla="*/ 67 h 97"/>
                  <a:gd name="T30" fmla="*/ 481 w 802"/>
                  <a:gd name="T31" fmla="*/ 69 h 97"/>
                  <a:gd name="T32" fmla="*/ 321 w 802"/>
                  <a:gd name="T33" fmla="*/ 69 h 97"/>
                  <a:gd name="T34" fmla="*/ 318 w 802"/>
                  <a:gd name="T35" fmla="*/ 67 h 97"/>
                  <a:gd name="T36" fmla="*/ 317 w 802"/>
                  <a:gd name="T37" fmla="*/ 64 h 97"/>
                  <a:gd name="T38" fmla="*/ 318 w 802"/>
                  <a:gd name="T39" fmla="*/ 58 h 97"/>
                  <a:gd name="T40" fmla="*/ 96 w 802"/>
                  <a:gd name="T41" fmla="*/ 58 h 97"/>
                  <a:gd name="T42" fmla="*/ 90 w 802"/>
                  <a:gd name="T43" fmla="*/ 54 h 97"/>
                  <a:gd name="T44" fmla="*/ 91 w 802"/>
                  <a:gd name="T45" fmla="*/ 47 h 97"/>
                  <a:gd name="T46" fmla="*/ 113 w 802"/>
                  <a:gd name="T47" fmla="*/ 20 h 97"/>
                  <a:gd name="T48" fmla="*/ 689 w 802"/>
                  <a:gd name="T49" fmla="*/ 20 h 97"/>
                  <a:gd name="T50" fmla="*/ 711 w 802"/>
                  <a:gd name="T51" fmla="*/ 47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802" h="97">
                    <a:moveTo>
                      <a:pt x="87" y="0"/>
                    </a:moveTo>
                    <a:cubicBezTo>
                      <a:pt x="4" y="83"/>
                      <a:pt x="4" y="83"/>
                      <a:pt x="4" y="83"/>
                    </a:cubicBezTo>
                    <a:cubicBezTo>
                      <a:pt x="1" y="85"/>
                      <a:pt x="0" y="89"/>
                      <a:pt x="2" y="92"/>
                    </a:cubicBezTo>
                    <a:cubicBezTo>
                      <a:pt x="3" y="95"/>
                      <a:pt x="6" y="97"/>
                      <a:pt x="10" y="97"/>
                    </a:cubicBezTo>
                    <a:cubicBezTo>
                      <a:pt x="792" y="97"/>
                      <a:pt x="792" y="97"/>
                      <a:pt x="792" y="97"/>
                    </a:cubicBezTo>
                    <a:cubicBezTo>
                      <a:pt x="796" y="97"/>
                      <a:pt x="799" y="95"/>
                      <a:pt x="800" y="92"/>
                    </a:cubicBezTo>
                    <a:cubicBezTo>
                      <a:pt x="802" y="89"/>
                      <a:pt x="801" y="85"/>
                      <a:pt x="798" y="83"/>
                    </a:cubicBezTo>
                    <a:cubicBezTo>
                      <a:pt x="715" y="0"/>
                      <a:pt x="715" y="0"/>
                      <a:pt x="715" y="0"/>
                    </a:cubicBezTo>
                    <a:lnTo>
                      <a:pt x="87" y="0"/>
                    </a:lnTo>
                    <a:close/>
                    <a:moveTo>
                      <a:pt x="711" y="47"/>
                    </a:moveTo>
                    <a:cubicBezTo>
                      <a:pt x="713" y="49"/>
                      <a:pt x="713" y="51"/>
                      <a:pt x="712" y="54"/>
                    </a:cubicBezTo>
                    <a:cubicBezTo>
                      <a:pt x="711" y="56"/>
                      <a:pt x="709" y="58"/>
                      <a:pt x="706" y="58"/>
                    </a:cubicBezTo>
                    <a:cubicBezTo>
                      <a:pt x="484" y="58"/>
                      <a:pt x="484" y="58"/>
                      <a:pt x="484" y="58"/>
                    </a:cubicBezTo>
                    <a:cubicBezTo>
                      <a:pt x="485" y="64"/>
                      <a:pt x="485" y="64"/>
                      <a:pt x="485" y="64"/>
                    </a:cubicBezTo>
                    <a:cubicBezTo>
                      <a:pt x="485" y="65"/>
                      <a:pt x="485" y="66"/>
                      <a:pt x="484" y="67"/>
                    </a:cubicBezTo>
                    <a:cubicBezTo>
                      <a:pt x="483" y="68"/>
                      <a:pt x="482" y="69"/>
                      <a:pt x="481" y="69"/>
                    </a:cubicBezTo>
                    <a:cubicBezTo>
                      <a:pt x="321" y="69"/>
                      <a:pt x="321" y="69"/>
                      <a:pt x="321" y="69"/>
                    </a:cubicBezTo>
                    <a:cubicBezTo>
                      <a:pt x="320" y="69"/>
                      <a:pt x="319" y="68"/>
                      <a:pt x="318" y="67"/>
                    </a:cubicBezTo>
                    <a:cubicBezTo>
                      <a:pt x="317" y="66"/>
                      <a:pt x="317" y="65"/>
                      <a:pt x="317" y="64"/>
                    </a:cubicBezTo>
                    <a:cubicBezTo>
                      <a:pt x="318" y="58"/>
                      <a:pt x="318" y="58"/>
                      <a:pt x="318" y="58"/>
                    </a:cubicBezTo>
                    <a:cubicBezTo>
                      <a:pt x="96" y="58"/>
                      <a:pt x="96" y="58"/>
                      <a:pt x="96" y="58"/>
                    </a:cubicBezTo>
                    <a:cubicBezTo>
                      <a:pt x="93" y="58"/>
                      <a:pt x="91" y="56"/>
                      <a:pt x="90" y="54"/>
                    </a:cubicBezTo>
                    <a:cubicBezTo>
                      <a:pt x="89" y="51"/>
                      <a:pt x="89" y="49"/>
                      <a:pt x="91" y="47"/>
                    </a:cubicBezTo>
                    <a:cubicBezTo>
                      <a:pt x="113" y="20"/>
                      <a:pt x="113" y="20"/>
                      <a:pt x="113" y="20"/>
                    </a:cubicBezTo>
                    <a:cubicBezTo>
                      <a:pt x="689" y="20"/>
                      <a:pt x="689" y="20"/>
                      <a:pt x="689" y="20"/>
                    </a:cubicBezTo>
                    <a:lnTo>
                      <a:pt x="711" y="4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" name="Freeform 14"/>
              <p:cNvSpPr>
                <a:spLocks noEditPoints="1"/>
              </p:cNvSpPr>
              <p:nvPr/>
            </p:nvSpPr>
            <p:spPr bwMode="auto">
              <a:xfrm>
                <a:off x="1408" y="1637"/>
                <a:ext cx="798" cy="29"/>
              </a:xfrm>
              <a:custGeom>
                <a:avLst/>
                <a:gdLst>
                  <a:gd name="T0" fmla="*/ 791 w 800"/>
                  <a:gd name="T1" fmla="*/ 3 h 29"/>
                  <a:gd name="T2" fmla="*/ 469 w 800"/>
                  <a:gd name="T3" fmla="*/ 3 h 29"/>
                  <a:gd name="T4" fmla="*/ 468 w 800"/>
                  <a:gd name="T5" fmla="*/ 6 h 29"/>
                  <a:gd name="T6" fmla="*/ 461 w 800"/>
                  <a:gd name="T7" fmla="*/ 9 h 29"/>
                  <a:gd name="T8" fmla="*/ 339 w 800"/>
                  <a:gd name="T9" fmla="*/ 9 h 29"/>
                  <a:gd name="T10" fmla="*/ 332 w 800"/>
                  <a:gd name="T11" fmla="*/ 6 h 29"/>
                  <a:gd name="T12" fmla="*/ 331 w 800"/>
                  <a:gd name="T13" fmla="*/ 3 h 29"/>
                  <a:gd name="T14" fmla="*/ 9 w 800"/>
                  <a:gd name="T15" fmla="*/ 3 h 29"/>
                  <a:gd name="T16" fmla="*/ 0 w 800"/>
                  <a:gd name="T17" fmla="*/ 0 h 29"/>
                  <a:gd name="T18" fmla="*/ 0 w 800"/>
                  <a:gd name="T19" fmla="*/ 9 h 29"/>
                  <a:gd name="T20" fmla="*/ 6 w 800"/>
                  <a:gd name="T21" fmla="*/ 23 h 29"/>
                  <a:gd name="T22" fmla="*/ 21 w 800"/>
                  <a:gd name="T23" fmla="*/ 29 h 29"/>
                  <a:gd name="T24" fmla="*/ 779 w 800"/>
                  <a:gd name="T25" fmla="*/ 29 h 29"/>
                  <a:gd name="T26" fmla="*/ 794 w 800"/>
                  <a:gd name="T27" fmla="*/ 23 h 29"/>
                  <a:gd name="T28" fmla="*/ 800 w 800"/>
                  <a:gd name="T29" fmla="*/ 9 h 29"/>
                  <a:gd name="T30" fmla="*/ 800 w 800"/>
                  <a:gd name="T31" fmla="*/ 0 h 29"/>
                  <a:gd name="T32" fmla="*/ 791 w 800"/>
                  <a:gd name="T33" fmla="*/ 3 h 29"/>
                  <a:gd name="T34" fmla="*/ 72 w 800"/>
                  <a:gd name="T35" fmla="*/ 21 h 29"/>
                  <a:gd name="T36" fmla="*/ 68 w 800"/>
                  <a:gd name="T37" fmla="*/ 16 h 29"/>
                  <a:gd name="T38" fmla="*/ 72 w 800"/>
                  <a:gd name="T39" fmla="*/ 12 h 29"/>
                  <a:gd name="T40" fmla="*/ 77 w 800"/>
                  <a:gd name="T41" fmla="*/ 16 h 29"/>
                  <a:gd name="T42" fmla="*/ 72 w 800"/>
                  <a:gd name="T43" fmla="*/ 21 h 29"/>
                  <a:gd name="T44" fmla="*/ 94 w 800"/>
                  <a:gd name="T45" fmla="*/ 21 h 29"/>
                  <a:gd name="T46" fmla="*/ 89 w 800"/>
                  <a:gd name="T47" fmla="*/ 16 h 29"/>
                  <a:gd name="T48" fmla="*/ 94 w 800"/>
                  <a:gd name="T49" fmla="*/ 12 h 29"/>
                  <a:gd name="T50" fmla="*/ 98 w 800"/>
                  <a:gd name="T51" fmla="*/ 16 h 29"/>
                  <a:gd name="T52" fmla="*/ 94 w 800"/>
                  <a:gd name="T53" fmla="*/ 21 h 29"/>
                  <a:gd name="T54" fmla="*/ 115 w 800"/>
                  <a:gd name="T55" fmla="*/ 21 h 29"/>
                  <a:gd name="T56" fmla="*/ 111 w 800"/>
                  <a:gd name="T57" fmla="*/ 16 h 29"/>
                  <a:gd name="T58" fmla="*/ 115 w 800"/>
                  <a:gd name="T59" fmla="*/ 12 h 29"/>
                  <a:gd name="T60" fmla="*/ 120 w 800"/>
                  <a:gd name="T61" fmla="*/ 16 h 29"/>
                  <a:gd name="T62" fmla="*/ 115 w 800"/>
                  <a:gd name="T63" fmla="*/ 21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800" h="29">
                    <a:moveTo>
                      <a:pt x="791" y="3"/>
                    </a:moveTo>
                    <a:cubicBezTo>
                      <a:pt x="469" y="3"/>
                      <a:pt x="469" y="3"/>
                      <a:pt x="469" y="3"/>
                    </a:cubicBezTo>
                    <a:cubicBezTo>
                      <a:pt x="469" y="4"/>
                      <a:pt x="468" y="5"/>
                      <a:pt x="468" y="6"/>
                    </a:cubicBezTo>
                    <a:cubicBezTo>
                      <a:pt x="466" y="8"/>
                      <a:pt x="463" y="9"/>
                      <a:pt x="461" y="9"/>
                    </a:cubicBezTo>
                    <a:cubicBezTo>
                      <a:pt x="339" y="9"/>
                      <a:pt x="339" y="9"/>
                      <a:pt x="339" y="9"/>
                    </a:cubicBezTo>
                    <a:cubicBezTo>
                      <a:pt x="337" y="9"/>
                      <a:pt x="334" y="8"/>
                      <a:pt x="332" y="6"/>
                    </a:cubicBezTo>
                    <a:cubicBezTo>
                      <a:pt x="332" y="5"/>
                      <a:pt x="331" y="4"/>
                      <a:pt x="331" y="3"/>
                    </a:cubicBezTo>
                    <a:cubicBezTo>
                      <a:pt x="9" y="3"/>
                      <a:pt x="9" y="3"/>
                      <a:pt x="9" y="3"/>
                    </a:cubicBezTo>
                    <a:cubicBezTo>
                      <a:pt x="5" y="3"/>
                      <a:pt x="2" y="2"/>
                      <a:pt x="0" y="0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0" y="14"/>
                      <a:pt x="2" y="19"/>
                      <a:pt x="6" y="23"/>
                    </a:cubicBezTo>
                    <a:cubicBezTo>
                      <a:pt x="10" y="27"/>
                      <a:pt x="15" y="29"/>
                      <a:pt x="21" y="29"/>
                    </a:cubicBezTo>
                    <a:cubicBezTo>
                      <a:pt x="779" y="29"/>
                      <a:pt x="779" y="29"/>
                      <a:pt x="779" y="29"/>
                    </a:cubicBezTo>
                    <a:cubicBezTo>
                      <a:pt x="785" y="29"/>
                      <a:pt x="790" y="27"/>
                      <a:pt x="794" y="23"/>
                    </a:cubicBezTo>
                    <a:cubicBezTo>
                      <a:pt x="798" y="19"/>
                      <a:pt x="800" y="14"/>
                      <a:pt x="800" y="9"/>
                    </a:cubicBezTo>
                    <a:cubicBezTo>
                      <a:pt x="800" y="0"/>
                      <a:pt x="800" y="0"/>
                      <a:pt x="800" y="0"/>
                    </a:cubicBezTo>
                    <a:cubicBezTo>
                      <a:pt x="798" y="2"/>
                      <a:pt x="795" y="3"/>
                      <a:pt x="791" y="3"/>
                    </a:cubicBezTo>
                    <a:close/>
                    <a:moveTo>
                      <a:pt x="72" y="21"/>
                    </a:moveTo>
                    <a:cubicBezTo>
                      <a:pt x="70" y="21"/>
                      <a:pt x="68" y="19"/>
                      <a:pt x="68" y="16"/>
                    </a:cubicBezTo>
                    <a:cubicBezTo>
                      <a:pt x="68" y="14"/>
                      <a:pt x="70" y="12"/>
                      <a:pt x="72" y="12"/>
                    </a:cubicBezTo>
                    <a:cubicBezTo>
                      <a:pt x="75" y="12"/>
                      <a:pt x="77" y="14"/>
                      <a:pt x="77" y="16"/>
                    </a:cubicBezTo>
                    <a:cubicBezTo>
                      <a:pt x="77" y="19"/>
                      <a:pt x="75" y="21"/>
                      <a:pt x="72" y="21"/>
                    </a:cubicBezTo>
                    <a:close/>
                    <a:moveTo>
                      <a:pt x="94" y="21"/>
                    </a:moveTo>
                    <a:cubicBezTo>
                      <a:pt x="91" y="21"/>
                      <a:pt x="89" y="19"/>
                      <a:pt x="89" y="16"/>
                    </a:cubicBezTo>
                    <a:cubicBezTo>
                      <a:pt x="89" y="14"/>
                      <a:pt x="91" y="12"/>
                      <a:pt x="94" y="12"/>
                    </a:cubicBezTo>
                    <a:cubicBezTo>
                      <a:pt x="96" y="12"/>
                      <a:pt x="98" y="14"/>
                      <a:pt x="98" y="16"/>
                    </a:cubicBezTo>
                    <a:cubicBezTo>
                      <a:pt x="98" y="19"/>
                      <a:pt x="96" y="21"/>
                      <a:pt x="94" y="21"/>
                    </a:cubicBezTo>
                    <a:close/>
                    <a:moveTo>
                      <a:pt x="115" y="21"/>
                    </a:moveTo>
                    <a:cubicBezTo>
                      <a:pt x="113" y="21"/>
                      <a:pt x="111" y="19"/>
                      <a:pt x="111" y="16"/>
                    </a:cubicBezTo>
                    <a:cubicBezTo>
                      <a:pt x="111" y="14"/>
                      <a:pt x="113" y="12"/>
                      <a:pt x="115" y="12"/>
                    </a:cubicBezTo>
                    <a:cubicBezTo>
                      <a:pt x="118" y="12"/>
                      <a:pt x="120" y="14"/>
                      <a:pt x="120" y="16"/>
                    </a:cubicBezTo>
                    <a:cubicBezTo>
                      <a:pt x="120" y="19"/>
                      <a:pt x="118" y="21"/>
                      <a:pt x="115" y="2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" name="Freeform 15"/>
              <p:cNvSpPr>
                <a:spLocks/>
              </p:cNvSpPr>
              <p:nvPr/>
            </p:nvSpPr>
            <p:spPr bwMode="auto">
              <a:xfrm>
                <a:off x="1624" y="1386"/>
                <a:ext cx="48" cy="56"/>
              </a:xfrm>
              <a:custGeom>
                <a:avLst/>
                <a:gdLst>
                  <a:gd name="T0" fmla="*/ 48 w 48"/>
                  <a:gd name="T1" fmla="*/ 56 h 56"/>
                  <a:gd name="T2" fmla="*/ 0 w 48"/>
                  <a:gd name="T3" fmla="*/ 56 h 56"/>
                  <a:gd name="T4" fmla="*/ 0 w 48"/>
                  <a:gd name="T5" fmla="*/ 5 h 56"/>
                  <a:gd name="T6" fmla="*/ 2 w 48"/>
                  <a:gd name="T7" fmla="*/ 2 h 56"/>
                  <a:gd name="T8" fmla="*/ 5 w 48"/>
                  <a:gd name="T9" fmla="*/ 0 h 56"/>
                  <a:gd name="T10" fmla="*/ 43 w 48"/>
                  <a:gd name="T11" fmla="*/ 0 h 56"/>
                  <a:gd name="T12" fmla="*/ 47 w 48"/>
                  <a:gd name="T13" fmla="*/ 2 h 56"/>
                  <a:gd name="T14" fmla="*/ 48 w 48"/>
                  <a:gd name="T15" fmla="*/ 5 h 56"/>
                  <a:gd name="T16" fmla="*/ 48 w 48"/>
                  <a:gd name="T17" fmla="*/ 56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8" h="56">
                    <a:moveTo>
                      <a:pt x="48" y="56"/>
                    </a:moveTo>
                    <a:cubicBezTo>
                      <a:pt x="0" y="56"/>
                      <a:pt x="0" y="56"/>
                      <a:pt x="0" y="56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4"/>
                      <a:pt x="1" y="3"/>
                      <a:pt x="2" y="2"/>
                    </a:cubicBezTo>
                    <a:cubicBezTo>
                      <a:pt x="3" y="1"/>
                      <a:pt x="4" y="0"/>
                      <a:pt x="5" y="0"/>
                    </a:cubicBezTo>
                    <a:cubicBezTo>
                      <a:pt x="43" y="0"/>
                      <a:pt x="43" y="0"/>
                      <a:pt x="43" y="0"/>
                    </a:cubicBezTo>
                    <a:cubicBezTo>
                      <a:pt x="44" y="0"/>
                      <a:pt x="46" y="1"/>
                      <a:pt x="47" y="2"/>
                    </a:cubicBezTo>
                    <a:cubicBezTo>
                      <a:pt x="48" y="3"/>
                      <a:pt x="48" y="4"/>
                      <a:pt x="48" y="5"/>
                    </a:cubicBezTo>
                    <a:cubicBezTo>
                      <a:pt x="48" y="56"/>
                      <a:pt x="48" y="56"/>
                      <a:pt x="48" y="5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" name="Freeform 16"/>
              <p:cNvSpPr>
                <a:spLocks/>
              </p:cNvSpPr>
              <p:nvPr/>
            </p:nvSpPr>
            <p:spPr bwMode="auto">
              <a:xfrm>
                <a:off x="1723" y="1314"/>
                <a:ext cx="47" cy="128"/>
              </a:xfrm>
              <a:custGeom>
                <a:avLst/>
                <a:gdLst>
                  <a:gd name="T0" fmla="*/ 47 w 47"/>
                  <a:gd name="T1" fmla="*/ 128 h 128"/>
                  <a:gd name="T2" fmla="*/ 0 w 47"/>
                  <a:gd name="T3" fmla="*/ 128 h 128"/>
                  <a:gd name="T4" fmla="*/ 0 w 47"/>
                  <a:gd name="T5" fmla="*/ 5 h 128"/>
                  <a:gd name="T6" fmla="*/ 1 w 47"/>
                  <a:gd name="T7" fmla="*/ 2 h 128"/>
                  <a:gd name="T8" fmla="*/ 5 w 47"/>
                  <a:gd name="T9" fmla="*/ 0 h 128"/>
                  <a:gd name="T10" fmla="*/ 42 w 47"/>
                  <a:gd name="T11" fmla="*/ 0 h 128"/>
                  <a:gd name="T12" fmla="*/ 46 w 47"/>
                  <a:gd name="T13" fmla="*/ 2 h 128"/>
                  <a:gd name="T14" fmla="*/ 47 w 47"/>
                  <a:gd name="T15" fmla="*/ 5 h 128"/>
                  <a:gd name="T16" fmla="*/ 47 w 47"/>
                  <a:gd name="T17" fmla="*/ 128 h 1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7" h="128">
                    <a:moveTo>
                      <a:pt x="47" y="128"/>
                    </a:moveTo>
                    <a:cubicBezTo>
                      <a:pt x="0" y="128"/>
                      <a:pt x="0" y="128"/>
                      <a:pt x="0" y="128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4"/>
                      <a:pt x="0" y="3"/>
                      <a:pt x="1" y="2"/>
                    </a:cubicBezTo>
                    <a:cubicBezTo>
                      <a:pt x="2" y="1"/>
                      <a:pt x="3" y="0"/>
                      <a:pt x="5" y="0"/>
                    </a:cubicBezTo>
                    <a:cubicBezTo>
                      <a:pt x="42" y="0"/>
                      <a:pt x="42" y="0"/>
                      <a:pt x="42" y="0"/>
                    </a:cubicBezTo>
                    <a:cubicBezTo>
                      <a:pt x="44" y="0"/>
                      <a:pt x="45" y="1"/>
                      <a:pt x="46" y="2"/>
                    </a:cubicBezTo>
                    <a:cubicBezTo>
                      <a:pt x="47" y="3"/>
                      <a:pt x="47" y="4"/>
                      <a:pt x="47" y="5"/>
                    </a:cubicBezTo>
                    <a:lnTo>
                      <a:pt x="47" y="12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2" name="Freeform 17"/>
              <p:cNvSpPr>
                <a:spLocks/>
              </p:cNvSpPr>
              <p:nvPr/>
            </p:nvSpPr>
            <p:spPr bwMode="auto">
              <a:xfrm>
                <a:off x="1821" y="1353"/>
                <a:ext cx="48" cy="89"/>
              </a:xfrm>
              <a:custGeom>
                <a:avLst/>
                <a:gdLst>
                  <a:gd name="T0" fmla="*/ 48 w 48"/>
                  <a:gd name="T1" fmla="*/ 89 h 89"/>
                  <a:gd name="T2" fmla="*/ 0 w 48"/>
                  <a:gd name="T3" fmla="*/ 89 h 89"/>
                  <a:gd name="T4" fmla="*/ 0 w 48"/>
                  <a:gd name="T5" fmla="*/ 6 h 89"/>
                  <a:gd name="T6" fmla="*/ 1 w 48"/>
                  <a:gd name="T7" fmla="*/ 2 h 89"/>
                  <a:gd name="T8" fmla="*/ 5 w 48"/>
                  <a:gd name="T9" fmla="*/ 0 h 89"/>
                  <a:gd name="T10" fmla="*/ 43 w 48"/>
                  <a:gd name="T11" fmla="*/ 0 h 89"/>
                  <a:gd name="T12" fmla="*/ 46 w 48"/>
                  <a:gd name="T13" fmla="*/ 2 h 89"/>
                  <a:gd name="T14" fmla="*/ 48 w 48"/>
                  <a:gd name="T15" fmla="*/ 6 h 89"/>
                  <a:gd name="T16" fmla="*/ 48 w 48"/>
                  <a:gd name="T17" fmla="*/ 89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8" h="89">
                    <a:moveTo>
                      <a:pt x="48" y="89"/>
                    </a:moveTo>
                    <a:cubicBezTo>
                      <a:pt x="0" y="89"/>
                      <a:pt x="0" y="89"/>
                      <a:pt x="0" y="89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4"/>
                      <a:pt x="0" y="3"/>
                      <a:pt x="1" y="2"/>
                    </a:cubicBezTo>
                    <a:cubicBezTo>
                      <a:pt x="2" y="1"/>
                      <a:pt x="4" y="0"/>
                      <a:pt x="5" y="0"/>
                    </a:cubicBezTo>
                    <a:cubicBezTo>
                      <a:pt x="43" y="0"/>
                      <a:pt x="43" y="0"/>
                      <a:pt x="43" y="0"/>
                    </a:cubicBezTo>
                    <a:cubicBezTo>
                      <a:pt x="44" y="0"/>
                      <a:pt x="45" y="1"/>
                      <a:pt x="46" y="2"/>
                    </a:cubicBezTo>
                    <a:cubicBezTo>
                      <a:pt x="47" y="3"/>
                      <a:pt x="48" y="4"/>
                      <a:pt x="48" y="6"/>
                    </a:cubicBezTo>
                    <a:cubicBezTo>
                      <a:pt x="48" y="89"/>
                      <a:pt x="48" y="89"/>
                      <a:pt x="48" y="8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3" name="Freeform 18"/>
              <p:cNvSpPr>
                <a:spLocks/>
              </p:cNvSpPr>
              <p:nvPr/>
            </p:nvSpPr>
            <p:spPr bwMode="auto">
              <a:xfrm>
                <a:off x="1901" y="1205"/>
                <a:ext cx="84" cy="237"/>
              </a:xfrm>
              <a:custGeom>
                <a:avLst/>
                <a:gdLst>
                  <a:gd name="T0" fmla="*/ 79 w 84"/>
                  <a:gd name="T1" fmla="*/ 64 h 237"/>
                  <a:gd name="T2" fmla="*/ 84 w 84"/>
                  <a:gd name="T3" fmla="*/ 62 h 237"/>
                  <a:gd name="T4" fmla="*/ 83 w 84"/>
                  <a:gd name="T5" fmla="*/ 56 h 237"/>
                  <a:gd name="T6" fmla="*/ 46 w 84"/>
                  <a:gd name="T7" fmla="*/ 2 h 237"/>
                  <a:gd name="T8" fmla="*/ 42 w 84"/>
                  <a:gd name="T9" fmla="*/ 0 h 237"/>
                  <a:gd name="T10" fmla="*/ 38 w 84"/>
                  <a:gd name="T11" fmla="*/ 2 h 237"/>
                  <a:gd name="T12" fmla="*/ 1 w 84"/>
                  <a:gd name="T13" fmla="*/ 56 h 237"/>
                  <a:gd name="T14" fmla="*/ 1 w 84"/>
                  <a:gd name="T15" fmla="*/ 62 h 237"/>
                  <a:gd name="T16" fmla="*/ 5 w 84"/>
                  <a:gd name="T17" fmla="*/ 64 h 237"/>
                  <a:gd name="T18" fmla="*/ 18 w 84"/>
                  <a:gd name="T19" fmla="*/ 64 h 237"/>
                  <a:gd name="T20" fmla="*/ 18 w 84"/>
                  <a:gd name="T21" fmla="*/ 237 h 237"/>
                  <a:gd name="T22" fmla="*/ 66 w 84"/>
                  <a:gd name="T23" fmla="*/ 237 h 237"/>
                  <a:gd name="T24" fmla="*/ 66 w 84"/>
                  <a:gd name="T25" fmla="*/ 64 h 237"/>
                  <a:gd name="T26" fmla="*/ 79 w 84"/>
                  <a:gd name="T27" fmla="*/ 64 h 2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84" h="237">
                    <a:moveTo>
                      <a:pt x="79" y="64"/>
                    </a:moveTo>
                    <a:cubicBezTo>
                      <a:pt x="81" y="64"/>
                      <a:pt x="83" y="63"/>
                      <a:pt x="84" y="62"/>
                    </a:cubicBezTo>
                    <a:cubicBezTo>
                      <a:pt x="84" y="60"/>
                      <a:pt x="84" y="58"/>
                      <a:pt x="83" y="56"/>
                    </a:cubicBezTo>
                    <a:cubicBezTo>
                      <a:pt x="46" y="2"/>
                      <a:pt x="46" y="2"/>
                      <a:pt x="46" y="2"/>
                    </a:cubicBezTo>
                    <a:cubicBezTo>
                      <a:pt x="45" y="1"/>
                      <a:pt x="44" y="0"/>
                      <a:pt x="42" y="0"/>
                    </a:cubicBezTo>
                    <a:cubicBezTo>
                      <a:pt x="40" y="0"/>
                      <a:pt x="39" y="1"/>
                      <a:pt x="38" y="2"/>
                    </a:cubicBezTo>
                    <a:cubicBezTo>
                      <a:pt x="1" y="56"/>
                      <a:pt x="1" y="56"/>
                      <a:pt x="1" y="56"/>
                    </a:cubicBezTo>
                    <a:cubicBezTo>
                      <a:pt x="0" y="58"/>
                      <a:pt x="0" y="60"/>
                      <a:pt x="1" y="62"/>
                    </a:cubicBezTo>
                    <a:cubicBezTo>
                      <a:pt x="1" y="63"/>
                      <a:pt x="3" y="64"/>
                      <a:pt x="5" y="64"/>
                    </a:cubicBezTo>
                    <a:cubicBezTo>
                      <a:pt x="18" y="64"/>
                      <a:pt x="18" y="64"/>
                      <a:pt x="18" y="64"/>
                    </a:cubicBezTo>
                    <a:cubicBezTo>
                      <a:pt x="18" y="237"/>
                      <a:pt x="18" y="237"/>
                      <a:pt x="18" y="237"/>
                    </a:cubicBezTo>
                    <a:cubicBezTo>
                      <a:pt x="66" y="237"/>
                      <a:pt x="66" y="237"/>
                      <a:pt x="66" y="237"/>
                    </a:cubicBezTo>
                    <a:cubicBezTo>
                      <a:pt x="66" y="64"/>
                      <a:pt x="66" y="64"/>
                      <a:pt x="66" y="64"/>
                    </a:cubicBezTo>
                    <a:lnTo>
                      <a:pt x="79" y="6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" name="Freeform 19"/>
              <p:cNvSpPr>
                <a:spLocks/>
              </p:cNvSpPr>
              <p:nvPr/>
            </p:nvSpPr>
            <p:spPr bwMode="auto">
              <a:xfrm>
                <a:off x="1552" y="1187"/>
                <a:ext cx="510" cy="276"/>
              </a:xfrm>
              <a:custGeom>
                <a:avLst/>
                <a:gdLst>
                  <a:gd name="T0" fmla="*/ 8 w 512"/>
                  <a:gd name="T1" fmla="*/ 268 h 276"/>
                  <a:gd name="T2" fmla="*/ 8 w 512"/>
                  <a:gd name="T3" fmla="*/ 4 h 276"/>
                  <a:gd name="T4" fmla="*/ 7 w 512"/>
                  <a:gd name="T5" fmla="*/ 1 h 276"/>
                  <a:gd name="T6" fmla="*/ 4 w 512"/>
                  <a:gd name="T7" fmla="*/ 0 h 276"/>
                  <a:gd name="T8" fmla="*/ 4 w 512"/>
                  <a:gd name="T9" fmla="*/ 0 h 276"/>
                  <a:gd name="T10" fmla="*/ 1 w 512"/>
                  <a:gd name="T11" fmla="*/ 1 h 276"/>
                  <a:gd name="T12" fmla="*/ 0 w 512"/>
                  <a:gd name="T13" fmla="*/ 4 h 276"/>
                  <a:gd name="T14" fmla="*/ 0 w 512"/>
                  <a:gd name="T15" fmla="*/ 276 h 276"/>
                  <a:gd name="T16" fmla="*/ 508 w 512"/>
                  <a:gd name="T17" fmla="*/ 276 h 276"/>
                  <a:gd name="T18" fmla="*/ 511 w 512"/>
                  <a:gd name="T19" fmla="*/ 275 h 276"/>
                  <a:gd name="T20" fmla="*/ 512 w 512"/>
                  <a:gd name="T21" fmla="*/ 272 h 276"/>
                  <a:gd name="T22" fmla="*/ 512 w 512"/>
                  <a:gd name="T23" fmla="*/ 272 h 276"/>
                  <a:gd name="T24" fmla="*/ 511 w 512"/>
                  <a:gd name="T25" fmla="*/ 269 h 276"/>
                  <a:gd name="T26" fmla="*/ 508 w 512"/>
                  <a:gd name="T27" fmla="*/ 268 h 276"/>
                  <a:gd name="T28" fmla="*/ 8 w 512"/>
                  <a:gd name="T29" fmla="*/ 268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12" h="276">
                    <a:moveTo>
                      <a:pt x="8" y="268"/>
                    </a:moveTo>
                    <a:cubicBezTo>
                      <a:pt x="8" y="4"/>
                      <a:pt x="8" y="4"/>
                      <a:pt x="8" y="4"/>
                    </a:cubicBezTo>
                    <a:cubicBezTo>
                      <a:pt x="8" y="3"/>
                      <a:pt x="8" y="2"/>
                      <a:pt x="7" y="1"/>
                    </a:cubicBezTo>
                    <a:cubicBezTo>
                      <a:pt x="6" y="1"/>
                      <a:pt x="5" y="0"/>
                      <a:pt x="4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3" y="0"/>
                      <a:pt x="2" y="1"/>
                      <a:pt x="1" y="1"/>
                    </a:cubicBezTo>
                    <a:cubicBezTo>
                      <a:pt x="0" y="2"/>
                      <a:pt x="0" y="3"/>
                      <a:pt x="0" y="4"/>
                    </a:cubicBezTo>
                    <a:cubicBezTo>
                      <a:pt x="0" y="276"/>
                      <a:pt x="0" y="276"/>
                      <a:pt x="0" y="276"/>
                    </a:cubicBezTo>
                    <a:cubicBezTo>
                      <a:pt x="508" y="276"/>
                      <a:pt x="508" y="276"/>
                      <a:pt x="508" y="276"/>
                    </a:cubicBezTo>
                    <a:cubicBezTo>
                      <a:pt x="509" y="276"/>
                      <a:pt x="510" y="276"/>
                      <a:pt x="511" y="275"/>
                    </a:cubicBezTo>
                    <a:cubicBezTo>
                      <a:pt x="512" y="274"/>
                      <a:pt x="512" y="273"/>
                      <a:pt x="512" y="272"/>
                    </a:cubicBezTo>
                    <a:cubicBezTo>
                      <a:pt x="512" y="272"/>
                      <a:pt x="512" y="272"/>
                      <a:pt x="512" y="272"/>
                    </a:cubicBezTo>
                    <a:cubicBezTo>
                      <a:pt x="512" y="271"/>
                      <a:pt x="512" y="270"/>
                      <a:pt x="511" y="269"/>
                    </a:cubicBezTo>
                    <a:cubicBezTo>
                      <a:pt x="510" y="268"/>
                      <a:pt x="509" y="268"/>
                      <a:pt x="508" y="268"/>
                    </a:cubicBezTo>
                    <a:cubicBezTo>
                      <a:pt x="8" y="268"/>
                      <a:pt x="8" y="268"/>
                      <a:pt x="8" y="26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45" name="矩形 44"/>
            <p:cNvSpPr/>
            <p:nvPr/>
          </p:nvSpPr>
          <p:spPr>
            <a:xfrm>
              <a:off x="9769698" y="614395"/>
              <a:ext cx="1896121" cy="89255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 defTabSz="609585">
                <a:lnSpc>
                  <a:spcPct val="130000"/>
                </a:lnSpc>
              </a:pPr>
              <a:r>
                <a:rPr lang="zh-CN" altLang="en-US" sz="1000" dirty="0">
                  <a:latin typeface="微软雅黑" charset="0"/>
                  <a:ea typeface="微软雅黑" charset="0"/>
                </a:rPr>
                <a:t>标题数字等都可以通过点击和重新输入进行更改，顶部“开始”面板中可以对字体、字号、颜色、行距等进行修改。</a:t>
              </a:r>
            </a:p>
          </p:txBody>
        </p:sp>
      </p:grpSp>
      <p:grpSp>
        <p:nvGrpSpPr>
          <p:cNvPr id="49" name="组合 48"/>
          <p:cNvGrpSpPr/>
          <p:nvPr/>
        </p:nvGrpSpPr>
        <p:grpSpPr>
          <a:xfrm>
            <a:off x="8067133" y="2163571"/>
            <a:ext cx="3137828" cy="892552"/>
            <a:chOff x="8527991" y="2163571"/>
            <a:chExt cx="3137828" cy="892552"/>
          </a:xfrm>
        </p:grpSpPr>
        <p:grpSp>
          <p:nvGrpSpPr>
            <p:cNvPr id="15" name="Group 11"/>
            <p:cNvGrpSpPr>
              <a:grpSpLocks noChangeAspect="1"/>
            </p:cNvGrpSpPr>
            <p:nvPr/>
          </p:nvGrpSpPr>
          <p:grpSpPr bwMode="auto">
            <a:xfrm>
              <a:off x="8527991" y="2163571"/>
              <a:ext cx="1243260" cy="882715"/>
              <a:chOff x="1407" y="1098"/>
              <a:chExt cx="800" cy="568"/>
            </a:xfrm>
            <a:solidFill>
              <a:schemeClr val="tx2"/>
            </a:solidFill>
          </p:grpSpPr>
          <p:sp>
            <p:nvSpPr>
              <p:cNvPr id="16" name="Freeform 12"/>
              <p:cNvSpPr>
                <a:spLocks noEditPoints="1"/>
              </p:cNvSpPr>
              <p:nvPr/>
            </p:nvSpPr>
            <p:spPr bwMode="auto">
              <a:xfrm>
                <a:off x="1494" y="1098"/>
                <a:ext cx="626" cy="423"/>
              </a:xfrm>
              <a:custGeom>
                <a:avLst/>
                <a:gdLst>
                  <a:gd name="T0" fmla="*/ 621 w 628"/>
                  <a:gd name="T1" fmla="*/ 7 h 423"/>
                  <a:gd name="T2" fmla="*/ 605 w 628"/>
                  <a:gd name="T3" fmla="*/ 0 h 423"/>
                  <a:gd name="T4" fmla="*/ 23 w 628"/>
                  <a:gd name="T5" fmla="*/ 0 h 423"/>
                  <a:gd name="T6" fmla="*/ 7 w 628"/>
                  <a:gd name="T7" fmla="*/ 7 h 423"/>
                  <a:gd name="T8" fmla="*/ 0 w 628"/>
                  <a:gd name="T9" fmla="*/ 23 h 423"/>
                  <a:gd name="T10" fmla="*/ 0 w 628"/>
                  <a:gd name="T11" fmla="*/ 423 h 423"/>
                  <a:gd name="T12" fmla="*/ 628 w 628"/>
                  <a:gd name="T13" fmla="*/ 423 h 423"/>
                  <a:gd name="T14" fmla="*/ 628 w 628"/>
                  <a:gd name="T15" fmla="*/ 23 h 423"/>
                  <a:gd name="T16" fmla="*/ 621 w 628"/>
                  <a:gd name="T17" fmla="*/ 7 h 423"/>
                  <a:gd name="T18" fmla="*/ 314 w 628"/>
                  <a:gd name="T19" fmla="*/ 13 h 423"/>
                  <a:gd name="T20" fmla="*/ 321 w 628"/>
                  <a:gd name="T21" fmla="*/ 20 h 423"/>
                  <a:gd name="T22" fmla="*/ 314 w 628"/>
                  <a:gd name="T23" fmla="*/ 27 h 423"/>
                  <a:gd name="T24" fmla="*/ 307 w 628"/>
                  <a:gd name="T25" fmla="*/ 20 h 423"/>
                  <a:gd name="T26" fmla="*/ 314 w 628"/>
                  <a:gd name="T27" fmla="*/ 13 h 423"/>
                  <a:gd name="T28" fmla="*/ 587 w 628"/>
                  <a:gd name="T29" fmla="*/ 382 h 423"/>
                  <a:gd name="T30" fmla="*/ 41 w 628"/>
                  <a:gd name="T31" fmla="*/ 382 h 423"/>
                  <a:gd name="T32" fmla="*/ 41 w 628"/>
                  <a:gd name="T33" fmla="*/ 41 h 423"/>
                  <a:gd name="T34" fmla="*/ 587 w 628"/>
                  <a:gd name="T35" fmla="*/ 41 h 423"/>
                  <a:gd name="T36" fmla="*/ 587 w 628"/>
                  <a:gd name="T37" fmla="*/ 382 h 4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628" h="423">
                    <a:moveTo>
                      <a:pt x="621" y="7"/>
                    </a:moveTo>
                    <a:cubicBezTo>
                      <a:pt x="617" y="2"/>
                      <a:pt x="611" y="0"/>
                      <a:pt x="605" y="0"/>
                    </a:cubicBezTo>
                    <a:cubicBezTo>
                      <a:pt x="23" y="0"/>
                      <a:pt x="23" y="0"/>
                      <a:pt x="23" y="0"/>
                    </a:cubicBezTo>
                    <a:cubicBezTo>
                      <a:pt x="17" y="0"/>
                      <a:pt x="11" y="2"/>
                      <a:pt x="7" y="7"/>
                    </a:cubicBezTo>
                    <a:cubicBezTo>
                      <a:pt x="2" y="11"/>
                      <a:pt x="0" y="17"/>
                      <a:pt x="0" y="23"/>
                    </a:cubicBezTo>
                    <a:cubicBezTo>
                      <a:pt x="0" y="423"/>
                      <a:pt x="0" y="423"/>
                      <a:pt x="0" y="423"/>
                    </a:cubicBezTo>
                    <a:cubicBezTo>
                      <a:pt x="628" y="423"/>
                      <a:pt x="628" y="423"/>
                      <a:pt x="628" y="423"/>
                    </a:cubicBezTo>
                    <a:cubicBezTo>
                      <a:pt x="628" y="23"/>
                      <a:pt x="628" y="23"/>
                      <a:pt x="628" y="23"/>
                    </a:cubicBezTo>
                    <a:cubicBezTo>
                      <a:pt x="628" y="17"/>
                      <a:pt x="626" y="11"/>
                      <a:pt x="621" y="7"/>
                    </a:cubicBezTo>
                    <a:close/>
                    <a:moveTo>
                      <a:pt x="314" y="13"/>
                    </a:moveTo>
                    <a:cubicBezTo>
                      <a:pt x="318" y="13"/>
                      <a:pt x="321" y="16"/>
                      <a:pt x="321" y="20"/>
                    </a:cubicBezTo>
                    <a:cubicBezTo>
                      <a:pt x="321" y="24"/>
                      <a:pt x="318" y="27"/>
                      <a:pt x="314" y="27"/>
                    </a:cubicBezTo>
                    <a:cubicBezTo>
                      <a:pt x="310" y="27"/>
                      <a:pt x="307" y="24"/>
                      <a:pt x="307" y="20"/>
                    </a:cubicBezTo>
                    <a:cubicBezTo>
                      <a:pt x="307" y="16"/>
                      <a:pt x="310" y="13"/>
                      <a:pt x="314" y="13"/>
                    </a:cubicBezTo>
                    <a:close/>
                    <a:moveTo>
                      <a:pt x="587" y="382"/>
                    </a:moveTo>
                    <a:cubicBezTo>
                      <a:pt x="41" y="382"/>
                      <a:pt x="41" y="382"/>
                      <a:pt x="41" y="382"/>
                    </a:cubicBezTo>
                    <a:cubicBezTo>
                      <a:pt x="41" y="41"/>
                      <a:pt x="41" y="41"/>
                      <a:pt x="41" y="41"/>
                    </a:cubicBezTo>
                    <a:cubicBezTo>
                      <a:pt x="587" y="41"/>
                      <a:pt x="587" y="41"/>
                      <a:pt x="587" y="41"/>
                    </a:cubicBezTo>
                    <a:lnTo>
                      <a:pt x="587" y="38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7" name="Freeform 13"/>
              <p:cNvSpPr>
                <a:spLocks noEditPoints="1"/>
              </p:cNvSpPr>
              <p:nvPr/>
            </p:nvSpPr>
            <p:spPr bwMode="auto">
              <a:xfrm>
                <a:off x="1407" y="1538"/>
                <a:ext cx="800" cy="97"/>
              </a:xfrm>
              <a:custGeom>
                <a:avLst/>
                <a:gdLst>
                  <a:gd name="T0" fmla="*/ 87 w 802"/>
                  <a:gd name="T1" fmla="*/ 0 h 97"/>
                  <a:gd name="T2" fmla="*/ 4 w 802"/>
                  <a:gd name="T3" fmla="*/ 83 h 97"/>
                  <a:gd name="T4" fmla="*/ 2 w 802"/>
                  <a:gd name="T5" fmla="*/ 92 h 97"/>
                  <a:gd name="T6" fmla="*/ 10 w 802"/>
                  <a:gd name="T7" fmla="*/ 97 h 97"/>
                  <a:gd name="T8" fmla="*/ 792 w 802"/>
                  <a:gd name="T9" fmla="*/ 97 h 97"/>
                  <a:gd name="T10" fmla="*/ 800 w 802"/>
                  <a:gd name="T11" fmla="*/ 92 h 97"/>
                  <a:gd name="T12" fmla="*/ 798 w 802"/>
                  <a:gd name="T13" fmla="*/ 83 h 97"/>
                  <a:gd name="T14" fmla="*/ 715 w 802"/>
                  <a:gd name="T15" fmla="*/ 0 h 97"/>
                  <a:gd name="T16" fmla="*/ 87 w 802"/>
                  <a:gd name="T17" fmla="*/ 0 h 97"/>
                  <a:gd name="T18" fmla="*/ 711 w 802"/>
                  <a:gd name="T19" fmla="*/ 47 h 97"/>
                  <a:gd name="T20" fmla="*/ 712 w 802"/>
                  <a:gd name="T21" fmla="*/ 54 h 97"/>
                  <a:gd name="T22" fmla="*/ 706 w 802"/>
                  <a:gd name="T23" fmla="*/ 58 h 97"/>
                  <a:gd name="T24" fmla="*/ 484 w 802"/>
                  <a:gd name="T25" fmla="*/ 58 h 97"/>
                  <a:gd name="T26" fmla="*/ 485 w 802"/>
                  <a:gd name="T27" fmla="*/ 64 h 97"/>
                  <a:gd name="T28" fmla="*/ 484 w 802"/>
                  <a:gd name="T29" fmla="*/ 67 h 97"/>
                  <a:gd name="T30" fmla="*/ 481 w 802"/>
                  <a:gd name="T31" fmla="*/ 69 h 97"/>
                  <a:gd name="T32" fmla="*/ 321 w 802"/>
                  <a:gd name="T33" fmla="*/ 69 h 97"/>
                  <a:gd name="T34" fmla="*/ 318 w 802"/>
                  <a:gd name="T35" fmla="*/ 67 h 97"/>
                  <a:gd name="T36" fmla="*/ 317 w 802"/>
                  <a:gd name="T37" fmla="*/ 64 h 97"/>
                  <a:gd name="T38" fmla="*/ 318 w 802"/>
                  <a:gd name="T39" fmla="*/ 58 h 97"/>
                  <a:gd name="T40" fmla="*/ 96 w 802"/>
                  <a:gd name="T41" fmla="*/ 58 h 97"/>
                  <a:gd name="T42" fmla="*/ 90 w 802"/>
                  <a:gd name="T43" fmla="*/ 54 h 97"/>
                  <a:gd name="T44" fmla="*/ 91 w 802"/>
                  <a:gd name="T45" fmla="*/ 47 h 97"/>
                  <a:gd name="T46" fmla="*/ 113 w 802"/>
                  <a:gd name="T47" fmla="*/ 20 h 97"/>
                  <a:gd name="T48" fmla="*/ 689 w 802"/>
                  <a:gd name="T49" fmla="*/ 20 h 97"/>
                  <a:gd name="T50" fmla="*/ 711 w 802"/>
                  <a:gd name="T51" fmla="*/ 47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802" h="97">
                    <a:moveTo>
                      <a:pt x="87" y="0"/>
                    </a:moveTo>
                    <a:cubicBezTo>
                      <a:pt x="4" y="83"/>
                      <a:pt x="4" y="83"/>
                      <a:pt x="4" y="83"/>
                    </a:cubicBezTo>
                    <a:cubicBezTo>
                      <a:pt x="1" y="85"/>
                      <a:pt x="0" y="89"/>
                      <a:pt x="2" y="92"/>
                    </a:cubicBezTo>
                    <a:cubicBezTo>
                      <a:pt x="3" y="95"/>
                      <a:pt x="6" y="97"/>
                      <a:pt x="10" y="97"/>
                    </a:cubicBezTo>
                    <a:cubicBezTo>
                      <a:pt x="792" y="97"/>
                      <a:pt x="792" y="97"/>
                      <a:pt x="792" y="97"/>
                    </a:cubicBezTo>
                    <a:cubicBezTo>
                      <a:pt x="796" y="97"/>
                      <a:pt x="799" y="95"/>
                      <a:pt x="800" y="92"/>
                    </a:cubicBezTo>
                    <a:cubicBezTo>
                      <a:pt x="802" y="89"/>
                      <a:pt x="801" y="85"/>
                      <a:pt x="798" y="83"/>
                    </a:cubicBezTo>
                    <a:cubicBezTo>
                      <a:pt x="715" y="0"/>
                      <a:pt x="715" y="0"/>
                      <a:pt x="715" y="0"/>
                    </a:cubicBezTo>
                    <a:lnTo>
                      <a:pt x="87" y="0"/>
                    </a:lnTo>
                    <a:close/>
                    <a:moveTo>
                      <a:pt x="711" y="47"/>
                    </a:moveTo>
                    <a:cubicBezTo>
                      <a:pt x="713" y="49"/>
                      <a:pt x="713" y="51"/>
                      <a:pt x="712" y="54"/>
                    </a:cubicBezTo>
                    <a:cubicBezTo>
                      <a:pt x="711" y="56"/>
                      <a:pt x="709" y="58"/>
                      <a:pt x="706" y="58"/>
                    </a:cubicBezTo>
                    <a:cubicBezTo>
                      <a:pt x="484" y="58"/>
                      <a:pt x="484" y="58"/>
                      <a:pt x="484" y="58"/>
                    </a:cubicBezTo>
                    <a:cubicBezTo>
                      <a:pt x="485" y="64"/>
                      <a:pt x="485" y="64"/>
                      <a:pt x="485" y="64"/>
                    </a:cubicBezTo>
                    <a:cubicBezTo>
                      <a:pt x="485" y="65"/>
                      <a:pt x="485" y="66"/>
                      <a:pt x="484" y="67"/>
                    </a:cubicBezTo>
                    <a:cubicBezTo>
                      <a:pt x="483" y="68"/>
                      <a:pt x="482" y="69"/>
                      <a:pt x="481" y="69"/>
                    </a:cubicBezTo>
                    <a:cubicBezTo>
                      <a:pt x="321" y="69"/>
                      <a:pt x="321" y="69"/>
                      <a:pt x="321" y="69"/>
                    </a:cubicBezTo>
                    <a:cubicBezTo>
                      <a:pt x="320" y="69"/>
                      <a:pt x="319" y="68"/>
                      <a:pt x="318" y="67"/>
                    </a:cubicBezTo>
                    <a:cubicBezTo>
                      <a:pt x="317" y="66"/>
                      <a:pt x="317" y="65"/>
                      <a:pt x="317" y="64"/>
                    </a:cubicBezTo>
                    <a:cubicBezTo>
                      <a:pt x="318" y="58"/>
                      <a:pt x="318" y="58"/>
                      <a:pt x="318" y="58"/>
                    </a:cubicBezTo>
                    <a:cubicBezTo>
                      <a:pt x="96" y="58"/>
                      <a:pt x="96" y="58"/>
                      <a:pt x="96" y="58"/>
                    </a:cubicBezTo>
                    <a:cubicBezTo>
                      <a:pt x="93" y="58"/>
                      <a:pt x="91" y="56"/>
                      <a:pt x="90" y="54"/>
                    </a:cubicBezTo>
                    <a:cubicBezTo>
                      <a:pt x="89" y="51"/>
                      <a:pt x="89" y="49"/>
                      <a:pt x="91" y="47"/>
                    </a:cubicBezTo>
                    <a:cubicBezTo>
                      <a:pt x="113" y="20"/>
                      <a:pt x="113" y="20"/>
                      <a:pt x="113" y="20"/>
                    </a:cubicBezTo>
                    <a:cubicBezTo>
                      <a:pt x="689" y="20"/>
                      <a:pt x="689" y="20"/>
                      <a:pt x="689" y="20"/>
                    </a:cubicBezTo>
                    <a:lnTo>
                      <a:pt x="711" y="4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8" name="Freeform 14"/>
              <p:cNvSpPr>
                <a:spLocks noEditPoints="1"/>
              </p:cNvSpPr>
              <p:nvPr/>
            </p:nvSpPr>
            <p:spPr bwMode="auto">
              <a:xfrm>
                <a:off x="1408" y="1637"/>
                <a:ext cx="798" cy="29"/>
              </a:xfrm>
              <a:custGeom>
                <a:avLst/>
                <a:gdLst>
                  <a:gd name="T0" fmla="*/ 791 w 800"/>
                  <a:gd name="T1" fmla="*/ 3 h 29"/>
                  <a:gd name="T2" fmla="*/ 469 w 800"/>
                  <a:gd name="T3" fmla="*/ 3 h 29"/>
                  <a:gd name="T4" fmla="*/ 468 w 800"/>
                  <a:gd name="T5" fmla="*/ 6 h 29"/>
                  <a:gd name="T6" fmla="*/ 461 w 800"/>
                  <a:gd name="T7" fmla="*/ 9 h 29"/>
                  <a:gd name="T8" fmla="*/ 339 w 800"/>
                  <a:gd name="T9" fmla="*/ 9 h 29"/>
                  <a:gd name="T10" fmla="*/ 332 w 800"/>
                  <a:gd name="T11" fmla="*/ 6 h 29"/>
                  <a:gd name="T12" fmla="*/ 331 w 800"/>
                  <a:gd name="T13" fmla="*/ 3 h 29"/>
                  <a:gd name="T14" fmla="*/ 9 w 800"/>
                  <a:gd name="T15" fmla="*/ 3 h 29"/>
                  <a:gd name="T16" fmla="*/ 0 w 800"/>
                  <a:gd name="T17" fmla="*/ 0 h 29"/>
                  <a:gd name="T18" fmla="*/ 0 w 800"/>
                  <a:gd name="T19" fmla="*/ 9 h 29"/>
                  <a:gd name="T20" fmla="*/ 6 w 800"/>
                  <a:gd name="T21" fmla="*/ 23 h 29"/>
                  <a:gd name="T22" fmla="*/ 21 w 800"/>
                  <a:gd name="T23" fmla="*/ 29 h 29"/>
                  <a:gd name="T24" fmla="*/ 779 w 800"/>
                  <a:gd name="T25" fmla="*/ 29 h 29"/>
                  <a:gd name="T26" fmla="*/ 794 w 800"/>
                  <a:gd name="T27" fmla="*/ 23 h 29"/>
                  <a:gd name="T28" fmla="*/ 800 w 800"/>
                  <a:gd name="T29" fmla="*/ 9 h 29"/>
                  <a:gd name="T30" fmla="*/ 800 w 800"/>
                  <a:gd name="T31" fmla="*/ 0 h 29"/>
                  <a:gd name="T32" fmla="*/ 791 w 800"/>
                  <a:gd name="T33" fmla="*/ 3 h 29"/>
                  <a:gd name="T34" fmla="*/ 72 w 800"/>
                  <a:gd name="T35" fmla="*/ 21 h 29"/>
                  <a:gd name="T36" fmla="*/ 68 w 800"/>
                  <a:gd name="T37" fmla="*/ 16 h 29"/>
                  <a:gd name="T38" fmla="*/ 72 w 800"/>
                  <a:gd name="T39" fmla="*/ 12 h 29"/>
                  <a:gd name="T40" fmla="*/ 77 w 800"/>
                  <a:gd name="T41" fmla="*/ 16 h 29"/>
                  <a:gd name="T42" fmla="*/ 72 w 800"/>
                  <a:gd name="T43" fmla="*/ 21 h 29"/>
                  <a:gd name="T44" fmla="*/ 94 w 800"/>
                  <a:gd name="T45" fmla="*/ 21 h 29"/>
                  <a:gd name="T46" fmla="*/ 89 w 800"/>
                  <a:gd name="T47" fmla="*/ 16 h 29"/>
                  <a:gd name="T48" fmla="*/ 94 w 800"/>
                  <a:gd name="T49" fmla="*/ 12 h 29"/>
                  <a:gd name="T50" fmla="*/ 98 w 800"/>
                  <a:gd name="T51" fmla="*/ 16 h 29"/>
                  <a:gd name="T52" fmla="*/ 94 w 800"/>
                  <a:gd name="T53" fmla="*/ 21 h 29"/>
                  <a:gd name="T54" fmla="*/ 115 w 800"/>
                  <a:gd name="T55" fmla="*/ 21 h 29"/>
                  <a:gd name="T56" fmla="*/ 111 w 800"/>
                  <a:gd name="T57" fmla="*/ 16 h 29"/>
                  <a:gd name="T58" fmla="*/ 115 w 800"/>
                  <a:gd name="T59" fmla="*/ 12 h 29"/>
                  <a:gd name="T60" fmla="*/ 120 w 800"/>
                  <a:gd name="T61" fmla="*/ 16 h 29"/>
                  <a:gd name="T62" fmla="*/ 115 w 800"/>
                  <a:gd name="T63" fmla="*/ 21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800" h="29">
                    <a:moveTo>
                      <a:pt x="791" y="3"/>
                    </a:moveTo>
                    <a:cubicBezTo>
                      <a:pt x="469" y="3"/>
                      <a:pt x="469" y="3"/>
                      <a:pt x="469" y="3"/>
                    </a:cubicBezTo>
                    <a:cubicBezTo>
                      <a:pt x="469" y="4"/>
                      <a:pt x="468" y="5"/>
                      <a:pt x="468" y="6"/>
                    </a:cubicBezTo>
                    <a:cubicBezTo>
                      <a:pt x="466" y="8"/>
                      <a:pt x="463" y="9"/>
                      <a:pt x="461" y="9"/>
                    </a:cubicBezTo>
                    <a:cubicBezTo>
                      <a:pt x="339" y="9"/>
                      <a:pt x="339" y="9"/>
                      <a:pt x="339" y="9"/>
                    </a:cubicBezTo>
                    <a:cubicBezTo>
                      <a:pt x="337" y="9"/>
                      <a:pt x="334" y="8"/>
                      <a:pt x="332" y="6"/>
                    </a:cubicBezTo>
                    <a:cubicBezTo>
                      <a:pt x="332" y="5"/>
                      <a:pt x="331" y="4"/>
                      <a:pt x="331" y="3"/>
                    </a:cubicBezTo>
                    <a:cubicBezTo>
                      <a:pt x="9" y="3"/>
                      <a:pt x="9" y="3"/>
                      <a:pt x="9" y="3"/>
                    </a:cubicBezTo>
                    <a:cubicBezTo>
                      <a:pt x="5" y="3"/>
                      <a:pt x="2" y="2"/>
                      <a:pt x="0" y="0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0" y="14"/>
                      <a:pt x="2" y="19"/>
                      <a:pt x="6" y="23"/>
                    </a:cubicBezTo>
                    <a:cubicBezTo>
                      <a:pt x="10" y="27"/>
                      <a:pt x="15" y="29"/>
                      <a:pt x="21" y="29"/>
                    </a:cubicBezTo>
                    <a:cubicBezTo>
                      <a:pt x="779" y="29"/>
                      <a:pt x="779" y="29"/>
                      <a:pt x="779" y="29"/>
                    </a:cubicBezTo>
                    <a:cubicBezTo>
                      <a:pt x="785" y="29"/>
                      <a:pt x="790" y="27"/>
                      <a:pt x="794" y="23"/>
                    </a:cubicBezTo>
                    <a:cubicBezTo>
                      <a:pt x="798" y="19"/>
                      <a:pt x="800" y="14"/>
                      <a:pt x="800" y="9"/>
                    </a:cubicBezTo>
                    <a:cubicBezTo>
                      <a:pt x="800" y="0"/>
                      <a:pt x="800" y="0"/>
                      <a:pt x="800" y="0"/>
                    </a:cubicBezTo>
                    <a:cubicBezTo>
                      <a:pt x="798" y="2"/>
                      <a:pt x="795" y="3"/>
                      <a:pt x="791" y="3"/>
                    </a:cubicBezTo>
                    <a:close/>
                    <a:moveTo>
                      <a:pt x="72" y="21"/>
                    </a:moveTo>
                    <a:cubicBezTo>
                      <a:pt x="70" y="21"/>
                      <a:pt x="68" y="19"/>
                      <a:pt x="68" y="16"/>
                    </a:cubicBezTo>
                    <a:cubicBezTo>
                      <a:pt x="68" y="14"/>
                      <a:pt x="70" y="12"/>
                      <a:pt x="72" y="12"/>
                    </a:cubicBezTo>
                    <a:cubicBezTo>
                      <a:pt x="75" y="12"/>
                      <a:pt x="77" y="14"/>
                      <a:pt x="77" y="16"/>
                    </a:cubicBezTo>
                    <a:cubicBezTo>
                      <a:pt x="77" y="19"/>
                      <a:pt x="75" y="21"/>
                      <a:pt x="72" y="21"/>
                    </a:cubicBezTo>
                    <a:close/>
                    <a:moveTo>
                      <a:pt x="94" y="21"/>
                    </a:moveTo>
                    <a:cubicBezTo>
                      <a:pt x="91" y="21"/>
                      <a:pt x="89" y="19"/>
                      <a:pt x="89" y="16"/>
                    </a:cubicBezTo>
                    <a:cubicBezTo>
                      <a:pt x="89" y="14"/>
                      <a:pt x="91" y="12"/>
                      <a:pt x="94" y="12"/>
                    </a:cubicBezTo>
                    <a:cubicBezTo>
                      <a:pt x="96" y="12"/>
                      <a:pt x="98" y="14"/>
                      <a:pt x="98" y="16"/>
                    </a:cubicBezTo>
                    <a:cubicBezTo>
                      <a:pt x="98" y="19"/>
                      <a:pt x="96" y="21"/>
                      <a:pt x="94" y="21"/>
                    </a:cubicBezTo>
                    <a:close/>
                    <a:moveTo>
                      <a:pt x="115" y="21"/>
                    </a:moveTo>
                    <a:cubicBezTo>
                      <a:pt x="113" y="21"/>
                      <a:pt x="111" y="19"/>
                      <a:pt x="111" y="16"/>
                    </a:cubicBezTo>
                    <a:cubicBezTo>
                      <a:pt x="111" y="14"/>
                      <a:pt x="113" y="12"/>
                      <a:pt x="115" y="12"/>
                    </a:cubicBezTo>
                    <a:cubicBezTo>
                      <a:pt x="118" y="12"/>
                      <a:pt x="120" y="14"/>
                      <a:pt x="120" y="16"/>
                    </a:cubicBezTo>
                    <a:cubicBezTo>
                      <a:pt x="120" y="19"/>
                      <a:pt x="118" y="21"/>
                      <a:pt x="115" y="2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9" name="Freeform 15"/>
              <p:cNvSpPr>
                <a:spLocks/>
              </p:cNvSpPr>
              <p:nvPr/>
            </p:nvSpPr>
            <p:spPr bwMode="auto">
              <a:xfrm>
                <a:off x="1624" y="1386"/>
                <a:ext cx="48" cy="56"/>
              </a:xfrm>
              <a:custGeom>
                <a:avLst/>
                <a:gdLst>
                  <a:gd name="T0" fmla="*/ 48 w 48"/>
                  <a:gd name="T1" fmla="*/ 56 h 56"/>
                  <a:gd name="T2" fmla="*/ 0 w 48"/>
                  <a:gd name="T3" fmla="*/ 56 h 56"/>
                  <a:gd name="T4" fmla="*/ 0 w 48"/>
                  <a:gd name="T5" fmla="*/ 5 h 56"/>
                  <a:gd name="T6" fmla="*/ 2 w 48"/>
                  <a:gd name="T7" fmla="*/ 2 h 56"/>
                  <a:gd name="T8" fmla="*/ 5 w 48"/>
                  <a:gd name="T9" fmla="*/ 0 h 56"/>
                  <a:gd name="T10" fmla="*/ 43 w 48"/>
                  <a:gd name="T11" fmla="*/ 0 h 56"/>
                  <a:gd name="T12" fmla="*/ 47 w 48"/>
                  <a:gd name="T13" fmla="*/ 2 h 56"/>
                  <a:gd name="T14" fmla="*/ 48 w 48"/>
                  <a:gd name="T15" fmla="*/ 5 h 56"/>
                  <a:gd name="T16" fmla="*/ 48 w 48"/>
                  <a:gd name="T17" fmla="*/ 56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8" h="56">
                    <a:moveTo>
                      <a:pt x="48" y="56"/>
                    </a:moveTo>
                    <a:cubicBezTo>
                      <a:pt x="0" y="56"/>
                      <a:pt x="0" y="56"/>
                      <a:pt x="0" y="56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4"/>
                      <a:pt x="1" y="3"/>
                      <a:pt x="2" y="2"/>
                    </a:cubicBezTo>
                    <a:cubicBezTo>
                      <a:pt x="3" y="1"/>
                      <a:pt x="4" y="0"/>
                      <a:pt x="5" y="0"/>
                    </a:cubicBezTo>
                    <a:cubicBezTo>
                      <a:pt x="43" y="0"/>
                      <a:pt x="43" y="0"/>
                      <a:pt x="43" y="0"/>
                    </a:cubicBezTo>
                    <a:cubicBezTo>
                      <a:pt x="44" y="0"/>
                      <a:pt x="46" y="1"/>
                      <a:pt x="47" y="2"/>
                    </a:cubicBezTo>
                    <a:cubicBezTo>
                      <a:pt x="48" y="3"/>
                      <a:pt x="48" y="4"/>
                      <a:pt x="48" y="5"/>
                    </a:cubicBezTo>
                    <a:cubicBezTo>
                      <a:pt x="48" y="56"/>
                      <a:pt x="48" y="56"/>
                      <a:pt x="48" y="5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0" name="Freeform 16"/>
              <p:cNvSpPr>
                <a:spLocks/>
              </p:cNvSpPr>
              <p:nvPr/>
            </p:nvSpPr>
            <p:spPr bwMode="auto">
              <a:xfrm>
                <a:off x="1723" y="1314"/>
                <a:ext cx="47" cy="128"/>
              </a:xfrm>
              <a:custGeom>
                <a:avLst/>
                <a:gdLst>
                  <a:gd name="T0" fmla="*/ 47 w 47"/>
                  <a:gd name="T1" fmla="*/ 128 h 128"/>
                  <a:gd name="T2" fmla="*/ 0 w 47"/>
                  <a:gd name="T3" fmla="*/ 128 h 128"/>
                  <a:gd name="T4" fmla="*/ 0 w 47"/>
                  <a:gd name="T5" fmla="*/ 5 h 128"/>
                  <a:gd name="T6" fmla="*/ 1 w 47"/>
                  <a:gd name="T7" fmla="*/ 2 h 128"/>
                  <a:gd name="T8" fmla="*/ 5 w 47"/>
                  <a:gd name="T9" fmla="*/ 0 h 128"/>
                  <a:gd name="T10" fmla="*/ 42 w 47"/>
                  <a:gd name="T11" fmla="*/ 0 h 128"/>
                  <a:gd name="T12" fmla="*/ 46 w 47"/>
                  <a:gd name="T13" fmla="*/ 2 h 128"/>
                  <a:gd name="T14" fmla="*/ 47 w 47"/>
                  <a:gd name="T15" fmla="*/ 5 h 128"/>
                  <a:gd name="T16" fmla="*/ 47 w 47"/>
                  <a:gd name="T17" fmla="*/ 128 h 1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7" h="128">
                    <a:moveTo>
                      <a:pt x="47" y="128"/>
                    </a:moveTo>
                    <a:cubicBezTo>
                      <a:pt x="0" y="128"/>
                      <a:pt x="0" y="128"/>
                      <a:pt x="0" y="128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4"/>
                      <a:pt x="0" y="3"/>
                      <a:pt x="1" y="2"/>
                    </a:cubicBezTo>
                    <a:cubicBezTo>
                      <a:pt x="2" y="1"/>
                      <a:pt x="3" y="0"/>
                      <a:pt x="5" y="0"/>
                    </a:cubicBezTo>
                    <a:cubicBezTo>
                      <a:pt x="42" y="0"/>
                      <a:pt x="42" y="0"/>
                      <a:pt x="42" y="0"/>
                    </a:cubicBezTo>
                    <a:cubicBezTo>
                      <a:pt x="44" y="0"/>
                      <a:pt x="45" y="1"/>
                      <a:pt x="46" y="2"/>
                    </a:cubicBezTo>
                    <a:cubicBezTo>
                      <a:pt x="47" y="3"/>
                      <a:pt x="47" y="4"/>
                      <a:pt x="47" y="5"/>
                    </a:cubicBezTo>
                    <a:lnTo>
                      <a:pt x="47" y="12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1" name="Freeform 17"/>
              <p:cNvSpPr>
                <a:spLocks/>
              </p:cNvSpPr>
              <p:nvPr/>
            </p:nvSpPr>
            <p:spPr bwMode="auto">
              <a:xfrm>
                <a:off x="1821" y="1353"/>
                <a:ext cx="48" cy="89"/>
              </a:xfrm>
              <a:custGeom>
                <a:avLst/>
                <a:gdLst>
                  <a:gd name="T0" fmla="*/ 48 w 48"/>
                  <a:gd name="T1" fmla="*/ 89 h 89"/>
                  <a:gd name="T2" fmla="*/ 0 w 48"/>
                  <a:gd name="T3" fmla="*/ 89 h 89"/>
                  <a:gd name="T4" fmla="*/ 0 w 48"/>
                  <a:gd name="T5" fmla="*/ 6 h 89"/>
                  <a:gd name="T6" fmla="*/ 1 w 48"/>
                  <a:gd name="T7" fmla="*/ 2 h 89"/>
                  <a:gd name="T8" fmla="*/ 5 w 48"/>
                  <a:gd name="T9" fmla="*/ 0 h 89"/>
                  <a:gd name="T10" fmla="*/ 43 w 48"/>
                  <a:gd name="T11" fmla="*/ 0 h 89"/>
                  <a:gd name="T12" fmla="*/ 46 w 48"/>
                  <a:gd name="T13" fmla="*/ 2 h 89"/>
                  <a:gd name="T14" fmla="*/ 48 w 48"/>
                  <a:gd name="T15" fmla="*/ 6 h 89"/>
                  <a:gd name="T16" fmla="*/ 48 w 48"/>
                  <a:gd name="T17" fmla="*/ 89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8" h="89">
                    <a:moveTo>
                      <a:pt x="48" y="89"/>
                    </a:moveTo>
                    <a:cubicBezTo>
                      <a:pt x="0" y="89"/>
                      <a:pt x="0" y="89"/>
                      <a:pt x="0" y="89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4"/>
                      <a:pt x="0" y="3"/>
                      <a:pt x="1" y="2"/>
                    </a:cubicBezTo>
                    <a:cubicBezTo>
                      <a:pt x="2" y="1"/>
                      <a:pt x="4" y="0"/>
                      <a:pt x="5" y="0"/>
                    </a:cubicBezTo>
                    <a:cubicBezTo>
                      <a:pt x="43" y="0"/>
                      <a:pt x="43" y="0"/>
                      <a:pt x="43" y="0"/>
                    </a:cubicBezTo>
                    <a:cubicBezTo>
                      <a:pt x="44" y="0"/>
                      <a:pt x="45" y="1"/>
                      <a:pt x="46" y="2"/>
                    </a:cubicBezTo>
                    <a:cubicBezTo>
                      <a:pt x="47" y="3"/>
                      <a:pt x="48" y="4"/>
                      <a:pt x="48" y="6"/>
                    </a:cubicBezTo>
                    <a:cubicBezTo>
                      <a:pt x="48" y="89"/>
                      <a:pt x="48" y="89"/>
                      <a:pt x="48" y="8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2" name="Freeform 18"/>
              <p:cNvSpPr>
                <a:spLocks/>
              </p:cNvSpPr>
              <p:nvPr/>
            </p:nvSpPr>
            <p:spPr bwMode="auto">
              <a:xfrm>
                <a:off x="1901" y="1205"/>
                <a:ext cx="84" cy="237"/>
              </a:xfrm>
              <a:custGeom>
                <a:avLst/>
                <a:gdLst>
                  <a:gd name="T0" fmla="*/ 79 w 84"/>
                  <a:gd name="T1" fmla="*/ 64 h 237"/>
                  <a:gd name="T2" fmla="*/ 84 w 84"/>
                  <a:gd name="T3" fmla="*/ 62 h 237"/>
                  <a:gd name="T4" fmla="*/ 83 w 84"/>
                  <a:gd name="T5" fmla="*/ 56 h 237"/>
                  <a:gd name="T6" fmla="*/ 46 w 84"/>
                  <a:gd name="T7" fmla="*/ 2 h 237"/>
                  <a:gd name="T8" fmla="*/ 42 w 84"/>
                  <a:gd name="T9" fmla="*/ 0 h 237"/>
                  <a:gd name="T10" fmla="*/ 38 w 84"/>
                  <a:gd name="T11" fmla="*/ 2 h 237"/>
                  <a:gd name="T12" fmla="*/ 1 w 84"/>
                  <a:gd name="T13" fmla="*/ 56 h 237"/>
                  <a:gd name="T14" fmla="*/ 1 w 84"/>
                  <a:gd name="T15" fmla="*/ 62 h 237"/>
                  <a:gd name="T16" fmla="*/ 5 w 84"/>
                  <a:gd name="T17" fmla="*/ 64 h 237"/>
                  <a:gd name="T18" fmla="*/ 18 w 84"/>
                  <a:gd name="T19" fmla="*/ 64 h 237"/>
                  <a:gd name="T20" fmla="*/ 18 w 84"/>
                  <a:gd name="T21" fmla="*/ 237 h 237"/>
                  <a:gd name="T22" fmla="*/ 66 w 84"/>
                  <a:gd name="T23" fmla="*/ 237 h 237"/>
                  <a:gd name="T24" fmla="*/ 66 w 84"/>
                  <a:gd name="T25" fmla="*/ 64 h 237"/>
                  <a:gd name="T26" fmla="*/ 79 w 84"/>
                  <a:gd name="T27" fmla="*/ 64 h 2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84" h="237">
                    <a:moveTo>
                      <a:pt x="79" y="64"/>
                    </a:moveTo>
                    <a:cubicBezTo>
                      <a:pt x="81" y="64"/>
                      <a:pt x="83" y="63"/>
                      <a:pt x="84" y="62"/>
                    </a:cubicBezTo>
                    <a:cubicBezTo>
                      <a:pt x="84" y="60"/>
                      <a:pt x="84" y="58"/>
                      <a:pt x="83" y="56"/>
                    </a:cubicBezTo>
                    <a:cubicBezTo>
                      <a:pt x="46" y="2"/>
                      <a:pt x="46" y="2"/>
                      <a:pt x="46" y="2"/>
                    </a:cubicBezTo>
                    <a:cubicBezTo>
                      <a:pt x="45" y="1"/>
                      <a:pt x="44" y="0"/>
                      <a:pt x="42" y="0"/>
                    </a:cubicBezTo>
                    <a:cubicBezTo>
                      <a:pt x="40" y="0"/>
                      <a:pt x="39" y="1"/>
                      <a:pt x="38" y="2"/>
                    </a:cubicBezTo>
                    <a:cubicBezTo>
                      <a:pt x="1" y="56"/>
                      <a:pt x="1" y="56"/>
                      <a:pt x="1" y="56"/>
                    </a:cubicBezTo>
                    <a:cubicBezTo>
                      <a:pt x="0" y="58"/>
                      <a:pt x="0" y="60"/>
                      <a:pt x="1" y="62"/>
                    </a:cubicBezTo>
                    <a:cubicBezTo>
                      <a:pt x="1" y="63"/>
                      <a:pt x="3" y="64"/>
                      <a:pt x="5" y="64"/>
                    </a:cubicBezTo>
                    <a:cubicBezTo>
                      <a:pt x="18" y="64"/>
                      <a:pt x="18" y="64"/>
                      <a:pt x="18" y="64"/>
                    </a:cubicBezTo>
                    <a:cubicBezTo>
                      <a:pt x="18" y="237"/>
                      <a:pt x="18" y="237"/>
                      <a:pt x="18" y="237"/>
                    </a:cubicBezTo>
                    <a:cubicBezTo>
                      <a:pt x="66" y="237"/>
                      <a:pt x="66" y="237"/>
                      <a:pt x="66" y="237"/>
                    </a:cubicBezTo>
                    <a:cubicBezTo>
                      <a:pt x="66" y="64"/>
                      <a:pt x="66" y="64"/>
                      <a:pt x="66" y="64"/>
                    </a:cubicBezTo>
                    <a:lnTo>
                      <a:pt x="79" y="6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3" name="Freeform 19"/>
              <p:cNvSpPr>
                <a:spLocks/>
              </p:cNvSpPr>
              <p:nvPr/>
            </p:nvSpPr>
            <p:spPr bwMode="auto">
              <a:xfrm>
                <a:off x="1552" y="1187"/>
                <a:ext cx="510" cy="276"/>
              </a:xfrm>
              <a:custGeom>
                <a:avLst/>
                <a:gdLst>
                  <a:gd name="T0" fmla="*/ 8 w 512"/>
                  <a:gd name="T1" fmla="*/ 268 h 276"/>
                  <a:gd name="T2" fmla="*/ 8 w 512"/>
                  <a:gd name="T3" fmla="*/ 4 h 276"/>
                  <a:gd name="T4" fmla="*/ 7 w 512"/>
                  <a:gd name="T5" fmla="*/ 1 h 276"/>
                  <a:gd name="T6" fmla="*/ 4 w 512"/>
                  <a:gd name="T7" fmla="*/ 0 h 276"/>
                  <a:gd name="T8" fmla="*/ 4 w 512"/>
                  <a:gd name="T9" fmla="*/ 0 h 276"/>
                  <a:gd name="T10" fmla="*/ 1 w 512"/>
                  <a:gd name="T11" fmla="*/ 1 h 276"/>
                  <a:gd name="T12" fmla="*/ 0 w 512"/>
                  <a:gd name="T13" fmla="*/ 4 h 276"/>
                  <a:gd name="T14" fmla="*/ 0 w 512"/>
                  <a:gd name="T15" fmla="*/ 276 h 276"/>
                  <a:gd name="T16" fmla="*/ 508 w 512"/>
                  <a:gd name="T17" fmla="*/ 276 h 276"/>
                  <a:gd name="T18" fmla="*/ 511 w 512"/>
                  <a:gd name="T19" fmla="*/ 275 h 276"/>
                  <a:gd name="T20" fmla="*/ 512 w 512"/>
                  <a:gd name="T21" fmla="*/ 272 h 276"/>
                  <a:gd name="T22" fmla="*/ 512 w 512"/>
                  <a:gd name="T23" fmla="*/ 272 h 276"/>
                  <a:gd name="T24" fmla="*/ 511 w 512"/>
                  <a:gd name="T25" fmla="*/ 269 h 276"/>
                  <a:gd name="T26" fmla="*/ 508 w 512"/>
                  <a:gd name="T27" fmla="*/ 268 h 276"/>
                  <a:gd name="T28" fmla="*/ 8 w 512"/>
                  <a:gd name="T29" fmla="*/ 268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12" h="276">
                    <a:moveTo>
                      <a:pt x="8" y="268"/>
                    </a:moveTo>
                    <a:cubicBezTo>
                      <a:pt x="8" y="4"/>
                      <a:pt x="8" y="4"/>
                      <a:pt x="8" y="4"/>
                    </a:cubicBezTo>
                    <a:cubicBezTo>
                      <a:pt x="8" y="3"/>
                      <a:pt x="8" y="2"/>
                      <a:pt x="7" y="1"/>
                    </a:cubicBezTo>
                    <a:cubicBezTo>
                      <a:pt x="6" y="1"/>
                      <a:pt x="5" y="0"/>
                      <a:pt x="4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3" y="0"/>
                      <a:pt x="2" y="1"/>
                      <a:pt x="1" y="1"/>
                    </a:cubicBezTo>
                    <a:cubicBezTo>
                      <a:pt x="0" y="2"/>
                      <a:pt x="0" y="3"/>
                      <a:pt x="0" y="4"/>
                    </a:cubicBezTo>
                    <a:cubicBezTo>
                      <a:pt x="0" y="276"/>
                      <a:pt x="0" y="276"/>
                      <a:pt x="0" y="276"/>
                    </a:cubicBezTo>
                    <a:cubicBezTo>
                      <a:pt x="508" y="276"/>
                      <a:pt x="508" y="276"/>
                      <a:pt x="508" y="276"/>
                    </a:cubicBezTo>
                    <a:cubicBezTo>
                      <a:pt x="509" y="276"/>
                      <a:pt x="510" y="276"/>
                      <a:pt x="511" y="275"/>
                    </a:cubicBezTo>
                    <a:cubicBezTo>
                      <a:pt x="512" y="274"/>
                      <a:pt x="512" y="273"/>
                      <a:pt x="512" y="272"/>
                    </a:cubicBezTo>
                    <a:cubicBezTo>
                      <a:pt x="512" y="272"/>
                      <a:pt x="512" y="272"/>
                      <a:pt x="512" y="272"/>
                    </a:cubicBezTo>
                    <a:cubicBezTo>
                      <a:pt x="512" y="271"/>
                      <a:pt x="512" y="270"/>
                      <a:pt x="511" y="269"/>
                    </a:cubicBezTo>
                    <a:cubicBezTo>
                      <a:pt x="510" y="268"/>
                      <a:pt x="509" y="268"/>
                      <a:pt x="508" y="268"/>
                    </a:cubicBezTo>
                    <a:cubicBezTo>
                      <a:pt x="8" y="268"/>
                      <a:pt x="8" y="268"/>
                      <a:pt x="8" y="26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46" name="矩形 45"/>
            <p:cNvSpPr/>
            <p:nvPr/>
          </p:nvSpPr>
          <p:spPr>
            <a:xfrm>
              <a:off x="9769698" y="2163571"/>
              <a:ext cx="1896121" cy="89255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 defTabSz="609585">
                <a:lnSpc>
                  <a:spcPct val="130000"/>
                </a:lnSpc>
              </a:pPr>
              <a:r>
                <a:rPr lang="zh-CN" altLang="en-US" sz="1000" dirty="0">
                  <a:latin typeface="微软雅黑" charset="0"/>
                  <a:ea typeface="微软雅黑" charset="0"/>
                </a:rPr>
                <a:t>标题数字等都可以通过点击和重新输入进行更改，顶部“开始”面板中可以对字体、字号、颜色、行距等进行修改。</a:t>
              </a:r>
            </a:p>
          </p:txBody>
        </p:sp>
      </p:grpSp>
      <p:grpSp>
        <p:nvGrpSpPr>
          <p:cNvPr id="50" name="组合 49"/>
          <p:cNvGrpSpPr/>
          <p:nvPr/>
        </p:nvGrpSpPr>
        <p:grpSpPr>
          <a:xfrm>
            <a:off x="8067133" y="3713238"/>
            <a:ext cx="3137828" cy="901344"/>
            <a:chOff x="8527991" y="3713238"/>
            <a:chExt cx="3137828" cy="901344"/>
          </a:xfrm>
        </p:grpSpPr>
        <p:grpSp>
          <p:nvGrpSpPr>
            <p:cNvPr id="24" name="Group 11"/>
            <p:cNvGrpSpPr>
              <a:grpSpLocks noChangeAspect="1"/>
            </p:cNvGrpSpPr>
            <p:nvPr/>
          </p:nvGrpSpPr>
          <p:grpSpPr bwMode="auto">
            <a:xfrm>
              <a:off x="8527991" y="3713238"/>
              <a:ext cx="1243260" cy="882715"/>
              <a:chOff x="1407" y="1098"/>
              <a:chExt cx="800" cy="568"/>
            </a:xfrm>
            <a:solidFill>
              <a:schemeClr val="tx2"/>
            </a:solidFill>
          </p:grpSpPr>
          <p:sp>
            <p:nvSpPr>
              <p:cNvPr id="25" name="Freeform 12"/>
              <p:cNvSpPr>
                <a:spLocks noEditPoints="1"/>
              </p:cNvSpPr>
              <p:nvPr/>
            </p:nvSpPr>
            <p:spPr bwMode="auto">
              <a:xfrm>
                <a:off x="1494" y="1098"/>
                <a:ext cx="626" cy="423"/>
              </a:xfrm>
              <a:custGeom>
                <a:avLst/>
                <a:gdLst>
                  <a:gd name="T0" fmla="*/ 621 w 628"/>
                  <a:gd name="T1" fmla="*/ 7 h 423"/>
                  <a:gd name="T2" fmla="*/ 605 w 628"/>
                  <a:gd name="T3" fmla="*/ 0 h 423"/>
                  <a:gd name="T4" fmla="*/ 23 w 628"/>
                  <a:gd name="T5" fmla="*/ 0 h 423"/>
                  <a:gd name="T6" fmla="*/ 7 w 628"/>
                  <a:gd name="T7" fmla="*/ 7 h 423"/>
                  <a:gd name="T8" fmla="*/ 0 w 628"/>
                  <a:gd name="T9" fmla="*/ 23 h 423"/>
                  <a:gd name="T10" fmla="*/ 0 w 628"/>
                  <a:gd name="T11" fmla="*/ 423 h 423"/>
                  <a:gd name="T12" fmla="*/ 628 w 628"/>
                  <a:gd name="T13" fmla="*/ 423 h 423"/>
                  <a:gd name="T14" fmla="*/ 628 w 628"/>
                  <a:gd name="T15" fmla="*/ 23 h 423"/>
                  <a:gd name="T16" fmla="*/ 621 w 628"/>
                  <a:gd name="T17" fmla="*/ 7 h 423"/>
                  <a:gd name="T18" fmla="*/ 314 w 628"/>
                  <a:gd name="T19" fmla="*/ 13 h 423"/>
                  <a:gd name="T20" fmla="*/ 321 w 628"/>
                  <a:gd name="T21" fmla="*/ 20 h 423"/>
                  <a:gd name="T22" fmla="*/ 314 w 628"/>
                  <a:gd name="T23" fmla="*/ 27 h 423"/>
                  <a:gd name="T24" fmla="*/ 307 w 628"/>
                  <a:gd name="T25" fmla="*/ 20 h 423"/>
                  <a:gd name="T26" fmla="*/ 314 w 628"/>
                  <a:gd name="T27" fmla="*/ 13 h 423"/>
                  <a:gd name="T28" fmla="*/ 587 w 628"/>
                  <a:gd name="T29" fmla="*/ 382 h 423"/>
                  <a:gd name="T30" fmla="*/ 41 w 628"/>
                  <a:gd name="T31" fmla="*/ 382 h 423"/>
                  <a:gd name="T32" fmla="*/ 41 w 628"/>
                  <a:gd name="T33" fmla="*/ 41 h 423"/>
                  <a:gd name="T34" fmla="*/ 587 w 628"/>
                  <a:gd name="T35" fmla="*/ 41 h 423"/>
                  <a:gd name="T36" fmla="*/ 587 w 628"/>
                  <a:gd name="T37" fmla="*/ 382 h 4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628" h="423">
                    <a:moveTo>
                      <a:pt x="621" y="7"/>
                    </a:moveTo>
                    <a:cubicBezTo>
                      <a:pt x="617" y="2"/>
                      <a:pt x="611" y="0"/>
                      <a:pt x="605" y="0"/>
                    </a:cubicBezTo>
                    <a:cubicBezTo>
                      <a:pt x="23" y="0"/>
                      <a:pt x="23" y="0"/>
                      <a:pt x="23" y="0"/>
                    </a:cubicBezTo>
                    <a:cubicBezTo>
                      <a:pt x="17" y="0"/>
                      <a:pt x="11" y="2"/>
                      <a:pt x="7" y="7"/>
                    </a:cubicBezTo>
                    <a:cubicBezTo>
                      <a:pt x="2" y="11"/>
                      <a:pt x="0" y="17"/>
                      <a:pt x="0" y="23"/>
                    </a:cubicBezTo>
                    <a:cubicBezTo>
                      <a:pt x="0" y="423"/>
                      <a:pt x="0" y="423"/>
                      <a:pt x="0" y="423"/>
                    </a:cubicBezTo>
                    <a:cubicBezTo>
                      <a:pt x="628" y="423"/>
                      <a:pt x="628" y="423"/>
                      <a:pt x="628" y="423"/>
                    </a:cubicBezTo>
                    <a:cubicBezTo>
                      <a:pt x="628" y="23"/>
                      <a:pt x="628" y="23"/>
                      <a:pt x="628" y="23"/>
                    </a:cubicBezTo>
                    <a:cubicBezTo>
                      <a:pt x="628" y="17"/>
                      <a:pt x="626" y="11"/>
                      <a:pt x="621" y="7"/>
                    </a:cubicBezTo>
                    <a:close/>
                    <a:moveTo>
                      <a:pt x="314" y="13"/>
                    </a:moveTo>
                    <a:cubicBezTo>
                      <a:pt x="318" y="13"/>
                      <a:pt x="321" y="16"/>
                      <a:pt x="321" y="20"/>
                    </a:cubicBezTo>
                    <a:cubicBezTo>
                      <a:pt x="321" y="24"/>
                      <a:pt x="318" y="27"/>
                      <a:pt x="314" y="27"/>
                    </a:cubicBezTo>
                    <a:cubicBezTo>
                      <a:pt x="310" y="27"/>
                      <a:pt x="307" y="24"/>
                      <a:pt x="307" y="20"/>
                    </a:cubicBezTo>
                    <a:cubicBezTo>
                      <a:pt x="307" y="16"/>
                      <a:pt x="310" y="13"/>
                      <a:pt x="314" y="13"/>
                    </a:cubicBezTo>
                    <a:close/>
                    <a:moveTo>
                      <a:pt x="587" y="382"/>
                    </a:moveTo>
                    <a:cubicBezTo>
                      <a:pt x="41" y="382"/>
                      <a:pt x="41" y="382"/>
                      <a:pt x="41" y="382"/>
                    </a:cubicBezTo>
                    <a:cubicBezTo>
                      <a:pt x="41" y="41"/>
                      <a:pt x="41" y="41"/>
                      <a:pt x="41" y="41"/>
                    </a:cubicBezTo>
                    <a:cubicBezTo>
                      <a:pt x="587" y="41"/>
                      <a:pt x="587" y="41"/>
                      <a:pt x="587" y="41"/>
                    </a:cubicBezTo>
                    <a:lnTo>
                      <a:pt x="587" y="38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6" name="Freeform 13"/>
              <p:cNvSpPr>
                <a:spLocks noEditPoints="1"/>
              </p:cNvSpPr>
              <p:nvPr/>
            </p:nvSpPr>
            <p:spPr bwMode="auto">
              <a:xfrm>
                <a:off x="1407" y="1538"/>
                <a:ext cx="800" cy="97"/>
              </a:xfrm>
              <a:custGeom>
                <a:avLst/>
                <a:gdLst>
                  <a:gd name="T0" fmla="*/ 87 w 802"/>
                  <a:gd name="T1" fmla="*/ 0 h 97"/>
                  <a:gd name="T2" fmla="*/ 4 w 802"/>
                  <a:gd name="T3" fmla="*/ 83 h 97"/>
                  <a:gd name="T4" fmla="*/ 2 w 802"/>
                  <a:gd name="T5" fmla="*/ 92 h 97"/>
                  <a:gd name="T6" fmla="*/ 10 w 802"/>
                  <a:gd name="T7" fmla="*/ 97 h 97"/>
                  <a:gd name="T8" fmla="*/ 792 w 802"/>
                  <a:gd name="T9" fmla="*/ 97 h 97"/>
                  <a:gd name="T10" fmla="*/ 800 w 802"/>
                  <a:gd name="T11" fmla="*/ 92 h 97"/>
                  <a:gd name="T12" fmla="*/ 798 w 802"/>
                  <a:gd name="T13" fmla="*/ 83 h 97"/>
                  <a:gd name="T14" fmla="*/ 715 w 802"/>
                  <a:gd name="T15" fmla="*/ 0 h 97"/>
                  <a:gd name="T16" fmla="*/ 87 w 802"/>
                  <a:gd name="T17" fmla="*/ 0 h 97"/>
                  <a:gd name="T18" fmla="*/ 711 w 802"/>
                  <a:gd name="T19" fmla="*/ 47 h 97"/>
                  <a:gd name="T20" fmla="*/ 712 w 802"/>
                  <a:gd name="T21" fmla="*/ 54 h 97"/>
                  <a:gd name="T22" fmla="*/ 706 w 802"/>
                  <a:gd name="T23" fmla="*/ 58 h 97"/>
                  <a:gd name="T24" fmla="*/ 484 w 802"/>
                  <a:gd name="T25" fmla="*/ 58 h 97"/>
                  <a:gd name="T26" fmla="*/ 485 w 802"/>
                  <a:gd name="T27" fmla="*/ 64 h 97"/>
                  <a:gd name="T28" fmla="*/ 484 w 802"/>
                  <a:gd name="T29" fmla="*/ 67 h 97"/>
                  <a:gd name="T30" fmla="*/ 481 w 802"/>
                  <a:gd name="T31" fmla="*/ 69 h 97"/>
                  <a:gd name="T32" fmla="*/ 321 w 802"/>
                  <a:gd name="T33" fmla="*/ 69 h 97"/>
                  <a:gd name="T34" fmla="*/ 318 w 802"/>
                  <a:gd name="T35" fmla="*/ 67 h 97"/>
                  <a:gd name="T36" fmla="*/ 317 w 802"/>
                  <a:gd name="T37" fmla="*/ 64 h 97"/>
                  <a:gd name="T38" fmla="*/ 318 w 802"/>
                  <a:gd name="T39" fmla="*/ 58 h 97"/>
                  <a:gd name="T40" fmla="*/ 96 w 802"/>
                  <a:gd name="T41" fmla="*/ 58 h 97"/>
                  <a:gd name="T42" fmla="*/ 90 w 802"/>
                  <a:gd name="T43" fmla="*/ 54 h 97"/>
                  <a:gd name="T44" fmla="*/ 91 w 802"/>
                  <a:gd name="T45" fmla="*/ 47 h 97"/>
                  <a:gd name="T46" fmla="*/ 113 w 802"/>
                  <a:gd name="T47" fmla="*/ 20 h 97"/>
                  <a:gd name="T48" fmla="*/ 689 w 802"/>
                  <a:gd name="T49" fmla="*/ 20 h 97"/>
                  <a:gd name="T50" fmla="*/ 711 w 802"/>
                  <a:gd name="T51" fmla="*/ 47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802" h="97">
                    <a:moveTo>
                      <a:pt x="87" y="0"/>
                    </a:moveTo>
                    <a:cubicBezTo>
                      <a:pt x="4" y="83"/>
                      <a:pt x="4" y="83"/>
                      <a:pt x="4" y="83"/>
                    </a:cubicBezTo>
                    <a:cubicBezTo>
                      <a:pt x="1" y="85"/>
                      <a:pt x="0" y="89"/>
                      <a:pt x="2" y="92"/>
                    </a:cubicBezTo>
                    <a:cubicBezTo>
                      <a:pt x="3" y="95"/>
                      <a:pt x="6" y="97"/>
                      <a:pt x="10" y="97"/>
                    </a:cubicBezTo>
                    <a:cubicBezTo>
                      <a:pt x="792" y="97"/>
                      <a:pt x="792" y="97"/>
                      <a:pt x="792" y="97"/>
                    </a:cubicBezTo>
                    <a:cubicBezTo>
                      <a:pt x="796" y="97"/>
                      <a:pt x="799" y="95"/>
                      <a:pt x="800" y="92"/>
                    </a:cubicBezTo>
                    <a:cubicBezTo>
                      <a:pt x="802" y="89"/>
                      <a:pt x="801" y="85"/>
                      <a:pt x="798" y="83"/>
                    </a:cubicBezTo>
                    <a:cubicBezTo>
                      <a:pt x="715" y="0"/>
                      <a:pt x="715" y="0"/>
                      <a:pt x="715" y="0"/>
                    </a:cubicBezTo>
                    <a:lnTo>
                      <a:pt x="87" y="0"/>
                    </a:lnTo>
                    <a:close/>
                    <a:moveTo>
                      <a:pt x="711" y="47"/>
                    </a:moveTo>
                    <a:cubicBezTo>
                      <a:pt x="713" y="49"/>
                      <a:pt x="713" y="51"/>
                      <a:pt x="712" y="54"/>
                    </a:cubicBezTo>
                    <a:cubicBezTo>
                      <a:pt x="711" y="56"/>
                      <a:pt x="709" y="58"/>
                      <a:pt x="706" y="58"/>
                    </a:cubicBezTo>
                    <a:cubicBezTo>
                      <a:pt x="484" y="58"/>
                      <a:pt x="484" y="58"/>
                      <a:pt x="484" y="58"/>
                    </a:cubicBezTo>
                    <a:cubicBezTo>
                      <a:pt x="485" y="64"/>
                      <a:pt x="485" y="64"/>
                      <a:pt x="485" y="64"/>
                    </a:cubicBezTo>
                    <a:cubicBezTo>
                      <a:pt x="485" y="65"/>
                      <a:pt x="485" y="66"/>
                      <a:pt x="484" y="67"/>
                    </a:cubicBezTo>
                    <a:cubicBezTo>
                      <a:pt x="483" y="68"/>
                      <a:pt x="482" y="69"/>
                      <a:pt x="481" y="69"/>
                    </a:cubicBezTo>
                    <a:cubicBezTo>
                      <a:pt x="321" y="69"/>
                      <a:pt x="321" y="69"/>
                      <a:pt x="321" y="69"/>
                    </a:cubicBezTo>
                    <a:cubicBezTo>
                      <a:pt x="320" y="69"/>
                      <a:pt x="319" y="68"/>
                      <a:pt x="318" y="67"/>
                    </a:cubicBezTo>
                    <a:cubicBezTo>
                      <a:pt x="317" y="66"/>
                      <a:pt x="317" y="65"/>
                      <a:pt x="317" y="64"/>
                    </a:cubicBezTo>
                    <a:cubicBezTo>
                      <a:pt x="318" y="58"/>
                      <a:pt x="318" y="58"/>
                      <a:pt x="318" y="58"/>
                    </a:cubicBezTo>
                    <a:cubicBezTo>
                      <a:pt x="96" y="58"/>
                      <a:pt x="96" y="58"/>
                      <a:pt x="96" y="58"/>
                    </a:cubicBezTo>
                    <a:cubicBezTo>
                      <a:pt x="93" y="58"/>
                      <a:pt x="91" y="56"/>
                      <a:pt x="90" y="54"/>
                    </a:cubicBezTo>
                    <a:cubicBezTo>
                      <a:pt x="89" y="51"/>
                      <a:pt x="89" y="49"/>
                      <a:pt x="91" y="47"/>
                    </a:cubicBezTo>
                    <a:cubicBezTo>
                      <a:pt x="113" y="20"/>
                      <a:pt x="113" y="20"/>
                      <a:pt x="113" y="20"/>
                    </a:cubicBezTo>
                    <a:cubicBezTo>
                      <a:pt x="689" y="20"/>
                      <a:pt x="689" y="20"/>
                      <a:pt x="689" y="20"/>
                    </a:cubicBezTo>
                    <a:lnTo>
                      <a:pt x="711" y="4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7" name="Freeform 14"/>
              <p:cNvSpPr>
                <a:spLocks noEditPoints="1"/>
              </p:cNvSpPr>
              <p:nvPr/>
            </p:nvSpPr>
            <p:spPr bwMode="auto">
              <a:xfrm>
                <a:off x="1408" y="1637"/>
                <a:ext cx="798" cy="29"/>
              </a:xfrm>
              <a:custGeom>
                <a:avLst/>
                <a:gdLst>
                  <a:gd name="T0" fmla="*/ 791 w 800"/>
                  <a:gd name="T1" fmla="*/ 3 h 29"/>
                  <a:gd name="T2" fmla="*/ 469 w 800"/>
                  <a:gd name="T3" fmla="*/ 3 h 29"/>
                  <a:gd name="T4" fmla="*/ 468 w 800"/>
                  <a:gd name="T5" fmla="*/ 6 h 29"/>
                  <a:gd name="T6" fmla="*/ 461 w 800"/>
                  <a:gd name="T7" fmla="*/ 9 h 29"/>
                  <a:gd name="T8" fmla="*/ 339 w 800"/>
                  <a:gd name="T9" fmla="*/ 9 h 29"/>
                  <a:gd name="T10" fmla="*/ 332 w 800"/>
                  <a:gd name="T11" fmla="*/ 6 h 29"/>
                  <a:gd name="T12" fmla="*/ 331 w 800"/>
                  <a:gd name="T13" fmla="*/ 3 h 29"/>
                  <a:gd name="T14" fmla="*/ 9 w 800"/>
                  <a:gd name="T15" fmla="*/ 3 h 29"/>
                  <a:gd name="T16" fmla="*/ 0 w 800"/>
                  <a:gd name="T17" fmla="*/ 0 h 29"/>
                  <a:gd name="T18" fmla="*/ 0 w 800"/>
                  <a:gd name="T19" fmla="*/ 9 h 29"/>
                  <a:gd name="T20" fmla="*/ 6 w 800"/>
                  <a:gd name="T21" fmla="*/ 23 h 29"/>
                  <a:gd name="T22" fmla="*/ 21 w 800"/>
                  <a:gd name="T23" fmla="*/ 29 h 29"/>
                  <a:gd name="T24" fmla="*/ 779 w 800"/>
                  <a:gd name="T25" fmla="*/ 29 h 29"/>
                  <a:gd name="T26" fmla="*/ 794 w 800"/>
                  <a:gd name="T27" fmla="*/ 23 h 29"/>
                  <a:gd name="T28" fmla="*/ 800 w 800"/>
                  <a:gd name="T29" fmla="*/ 9 h 29"/>
                  <a:gd name="T30" fmla="*/ 800 w 800"/>
                  <a:gd name="T31" fmla="*/ 0 h 29"/>
                  <a:gd name="T32" fmla="*/ 791 w 800"/>
                  <a:gd name="T33" fmla="*/ 3 h 29"/>
                  <a:gd name="T34" fmla="*/ 72 w 800"/>
                  <a:gd name="T35" fmla="*/ 21 h 29"/>
                  <a:gd name="T36" fmla="*/ 68 w 800"/>
                  <a:gd name="T37" fmla="*/ 16 h 29"/>
                  <a:gd name="T38" fmla="*/ 72 w 800"/>
                  <a:gd name="T39" fmla="*/ 12 h 29"/>
                  <a:gd name="T40" fmla="*/ 77 w 800"/>
                  <a:gd name="T41" fmla="*/ 16 h 29"/>
                  <a:gd name="T42" fmla="*/ 72 w 800"/>
                  <a:gd name="T43" fmla="*/ 21 h 29"/>
                  <a:gd name="T44" fmla="*/ 94 w 800"/>
                  <a:gd name="T45" fmla="*/ 21 h 29"/>
                  <a:gd name="T46" fmla="*/ 89 w 800"/>
                  <a:gd name="T47" fmla="*/ 16 h 29"/>
                  <a:gd name="T48" fmla="*/ 94 w 800"/>
                  <a:gd name="T49" fmla="*/ 12 h 29"/>
                  <a:gd name="T50" fmla="*/ 98 w 800"/>
                  <a:gd name="T51" fmla="*/ 16 h 29"/>
                  <a:gd name="T52" fmla="*/ 94 w 800"/>
                  <a:gd name="T53" fmla="*/ 21 h 29"/>
                  <a:gd name="T54" fmla="*/ 115 w 800"/>
                  <a:gd name="T55" fmla="*/ 21 h 29"/>
                  <a:gd name="T56" fmla="*/ 111 w 800"/>
                  <a:gd name="T57" fmla="*/ 16 h 29"/>
                  <a:gd name="T58" fmla="*/ 115 w 800"/>
                  <a:gd name="T59" fmla="*/ 12 h 29"/>
                  <a:gd name="T60" fmla="*/ 120 w 800"/>
                  <a:gd name="T61" fmla="*/ 16 h 29"/>
                  <a:gd name="T62" fmla="*/ 115 w 800"/>
                  <a:gd name="T63" fmla="*/ 21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800" h="29">
                    <a:moveTo>
                      <a:pt x="791" y="3"/>
                    </a:moveTo>
                    <a:cubicBezTo>
                      <a:pt x="469" y="3"/>
                      <a:pt x="469" y="3"/>
                      <a:pt x="469" y="3"/>
                    </a:cubicBezTo>
                    <a:cubicBezTo>
                      <a:pt x="469" y="4"/>
                      <a:pt x="468" y="5"/>
                      <a:pt x="468" y="6"/>
                    </a:cubicBezTo>
                    <a:cubicBezTo>
                      <a:pt x="466" y="8"/>
                      <a:pt x="463" y="9"/>
                      <a:pt x="461" y="9"/>
                    </a:cubicBezTo>
                    <a:cubicBezTo>
                      <a:pt x="339" y="9"/>
                      <a:pt x="339" y="9"/>
                      <a:pt x="339" y="9"/>
                    </a:cubicBezTo>
                    <a:cubicBezTo>
                      <a:pt x="337" y="9"/>
                      <a:pt x="334" y="8"/>
                      <a:pt x="332" y="6"/>
                    </a:cubicBezTo>
                    <a:cubicBezTo>
                      <a:pt x="332" y="5"/>
                      <a:pt x="331" y="4"/>
                      <a:pt x="331" y="3"/>
                    </a:cubicBezTo>
                    <a:cubicBezTo>
                      <a:pt x="9" y="3"/>
                      <a:pt x="9" y="3"/>
                      <a:pt x="9" y="3"/>
                    </a:cubicBezTo>
                    <a:cubicBezTo>
                      <a:pt x="5" y="3"/>
                      <a:pt x="2" y="2"/>
                      <a:pt x="0" y="0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0" y="14"/>
                      <a:pt x="2" y="19"/>
                      <a:pt x="6" y="23"/>
                    </a:cubicBezTo>
                    <a:cubicBezTo>
                      <a:pt x="10" y="27"/>
                      <a:pt x="15" y="29"/>
                      <a:pt x="21" y="29"/>
                    </a:cubicBezTo>
                    <a:cubicBezTo>
                      <a:pt x="779" y="29"/>
                      <a:pt x="779" y="29"/>
                      <a:pt x="779" y="29"/>
                    </a:cubicBezTo>
                    <a:cubicBezTo>
                      <a:pt x="785" y="29"/>
                      <a:pt x="790" y="27"/>
                      <a:pt x="794" y="23"/>
                    </a:cubicBezTo>
                    <a:cubicBezTo>
                      <a:pt x="798" y="19"/>
                      <a:pt x="800" y="14"/>
                      <a:pt x="800" y="9"/>
                    </a:cubicBezTo>
                    <a:cubicBezTo>
                      <a:pt x="800" y="0"/>
                      <a:pt x="800" y="0"/>
                      <a:pt x="800" y="0"/>
                    </a:cubicBezTo>
                    <a:cubicBezTo>
                      <a:pt x="798" y="2"/>
                      <a:pt x="795" y="3"/>
                      <a:pt x="791" y="3"/>
                    </a:cubicBezTo>
                    <a:close/>
                    <a:moveTo>
                      <a:pt x="72" y="21"/>
                    </a:moveTo>
                    <a:cubicBezTo>
                      <a:pt x="70" y="21"/>
                      <a:pt x="68" y="19"/>
                      <a:pt x="68" y="16"/>
                    </a:cubicBezTo>
                    <a:cubicBezTo>
                      <a:pt x="68" y="14"/>
                      <a:pt x="70" y="12"/>
                      <a:pt x="72" y="12"/>
                    </a:cubicBezTo>
                    <a:cubicBezTo>
                      <a:pt x="75" y="12"/>
                      <a:pt x="77" y="14"/>
                      <a:pt x="77" y="16"/>
                    </a:cubicBezTo>
                    <a:cubicBezTo>
                      <a:pt x="77" y="19"/>
                      <a:pt x="75" y="21"/>
                      <a:pt x="72" y="21"/>
                    </a:cubicBezTo>
                    <a:close/>
                    <a:moveTo>
                      <a:pt x="94" y="21"/>
                    </a:moveTo>
                    <a:cubicBezTo>
                      <a:pt x="91" y="21"/>
                      <a:pt x="89" y="19"/>
                      <a:pt x="89" y="16"/>
                    </a:cubicBezTo>
                    <a:cubicBezTo>
                      <a:pt x="89" y="14"/>
                      <a:pt x="91" y="12"/>
                      <a:pt x="94" y="12"/>
                    </a:cubicBezTo>
                    <a:cubicBezTo>
                      <a:pt x="96" y="12"/>
                      <a:pt x="98" y="14"/>
                      <a:pt x="98" y="16"/>
                    </a:cubicBezTo>
                    <a:cubicBezTo>
                      <a:pt x="98" y="19"/>
                      <a:pt x="96" y="21"/>
                      <a:pt x="94" y="21"/>
                    </a:cubicBezTo>
                    <a:close/>
                    <a:moveTo>
                      <a:pt x="115" y="21"/>
                    </a:moveTo>
                    <a:cubicBezTo>
                      <a:pt x="113" y="21"/>
                      <a:pt x="111" y="19"/>
                      <a:pt x="111" y="16"/>
                    </a:cubicBezTo>
                    <a:cubicBezTo>
                      <a:pt x="111" y="14"/>
                      <a:pt x="113" y="12"/>
                      <a:pt x="115" y="12"/>
                    </a:cubicBezTo>
                    <a:cubicBezTo>
                      <a:pt x="118" y="12"/>
                      <a:pt x="120" y="14"/>
                      <a:pt x="120" y="16"/>
                    </a:cubicBezTo>
                    <a:cubicBezTo>
                      <a:pt x="120" y="19"/>
                      <a:pt x="118" y="21"/>
                      <a:pt x="115" y="2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8" name="Freeform 15"/>
              <p:cNvSpPr>
                <a:spLocks/>
              </p:cNvSpPr>
              <p:nvPr/>
            </p:nvSpPr>
            <p:spPr bwMode="auto">
              <a:xfrm>
                <a:off x="1624" y="1386"/>
                <a:ext cx="48" cy="56"/>
              </a:xfrm>
              <a:custGeom>
                <a:avLst/>
                <a:gdLst>
                  <a:gd name="T0" fmla="*/ 48 w 48"/>
                  <a:gd name="T1" fmla="*/ 56 h 56"/>
                  <a:gd name="T2" fmla="*/ 0 w 48"/>
                  <a:gd name="T3" fmla="*/ 56 h 56"/>
                  <a:gd name="T4" fmla="*/ 0 w 48"/>
                  <a:gd name="T5" fmla="*/ 5 h 56"/>
                  <a:gd name="T6" fmla="*/ 2 w 48"/>
                  <a:gd name="T7" fmla="*/ 2 h 56"/>
                  <a:gd name="T8" fmla="*/ 5 w 48"/>
                  <a:gd name="T9" fmla="*/ 0 h 56"/>
                  <a:gd name="T10" fmla="*/ 43 w 48"/>
                  <a:gd name="T11" fmla="*/ 0 h 56"/>
                  <a:gd name="T12" fmla="*/ 47 w 48"/>
                  <a:gd name="T13" fmla="*/ 2 h 56"/>
                  <a:gd name="T14" fmla="*/ 48 w 48"/>
                  <a:gd name="T15" fmla="*/ 5 h 56"/>
                  <a:gd name="T16" fmla="*/ 48 w 48"/>
                  <a:gd name="T17" fmla="*/ 56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8" h="56">
                    <a:moveTo>
                      <a:pt x="48" y="56"/>
                    </a:moveTo>
                    <a:cubicBezTo>
                      <a:pt x="0" y="56"/>
                      <a:pt x="0" y="56"/>
                      <a:pt x="0" y="56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4"/>
                      <a:pt x="1" y="3"/>
                      <a:pt x="2" y="2"/>
                    </a:cubicBezTo>
                    <a:cubicBezTo>
                      <a:pt x="3" y="1"/>
                      <a:pt x="4" y="0"/>
                      <a:pt x="5" y="0"/>
                    </a:cubicBezTo>
                    <a:cubicBezTo>
                      <a:pt x="43" y="0"/>
                      <a:pt x="43" y="0"/>
                      <a:pt x="43" y="0"/>
                    </a:cubicBezTo>
                    <a:cubicBezTo>
                      <a:pt x="44" y="0"/>
                      <a:pt x="46" y="1"/>
                      <a:pt x="47" y="2"/>
                    </a:cubicBezTo>
                    <a:cubicBezTo>
                      <a:pt x="48" y="3"/>
                      <a:pt x="48" y="4"/>
                      <a:pt x="48" y="5"/>
                    </a:cubicBezTo>
                    <a:cubicBezTo>
                      <a:pt x="48" y="56"/>
                      <a:pt x="48" y="56"/>
                      <a:pt x="48" y="5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9" name="Freeform 16"/>
              <p:cNvSpPr>
                <a:spLocks/>
              </p:cNvSpPr>
              <p:nvPr/>
            </p:nvSpPr>
            <p:spPr bwMode="auto">
              <a:xfrm>
                <a:off x="1723" y="1314"/>
                <a:ext cx="47" cy="128"/>
              </a:xfrm>
              <a:custGeom>
                <a:avLst/>
                <a:gdLst>
                  <a:gd name="T0" fmla="*/ 47 w 47"/>
                  <a:gd name="T1" fmla="*/ 128 h 128"/>
                  <a:gd name="T2" fmla="*/ 0 w 47"/>
                  <a:gd name="T3" fmla="*/ 128 h 128"/>
                  <a:gd name="T4" fmla="*/ 0 w 47"/>
                  <a:gd name="T5" fmla="*/ 5 h 128"/>
                  <a:gd name="T6" fmla="*/ 1 w 47"/>
                  <a:gd name="T7" fmla="*/ 2 h 128"/>
                  <a:gd name="T8" fmla="*/ 5 w 47"/>
                  <a:gd name="T9" fmla="*/ 0 h 128"/>
                  <a:gd name="T10" fmla="*/ 42 w 47"/>
                  <a:gd name="T11" fmla="*/ 0 h 128"/>
                  <a:gd name="T12" fmla="*/ 46 w 47"/>
                  <a:gd name="T13" fmla="*/ 2 h 128"/>
                  <a:gd name="T14" fmla="*/ 47 w 47"/>
                  <a:gd name="T15" fmla="*/ 5 h 128"/>
                  <a:gd name="T16" fmla="*/ 47 w 47"/>
                  <a:gd name="T17" fmla="*/ 128 h 1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7" h="128">
                    <a:moveTo>
                      <a:pt x="47" y="128"/>
                    </a:moveTo>
                    <a:cubicBezTo>
                      <a:pt x="0" y="128"/>
                      <a:pt x="0" y="128"/>
                      <a:pt x="0" y="128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4"/>
                      <a:pt x="0" y="3"/>
                      <a:pt x="1" y="2"/>
                    </a:cubicBezTo>
                    <a:cubicBezTo>
                      <a:pt x="2" y="1"/>
                      <a:pt x="3" y="0"/>
                      <a:pt x="5" y="0"/>
                    </a:cubicBezTo>
                    <a:cubicBezTo>
                      <a:pt x="42" y="0"/>
                      <a:pt x="42" y="0"/>
                      <a:pt x="42" y="0"/>
                    </a:cubicBezTo>
                    <a:cubicBezTo>
                      <a:pt x="44" y="0"/>
                      <a:pt x="45" y="1"/>
                      <a:pt x="46" y="2"/>
                    </a:cubicBezTo>
                    <a:cubicBezTo>
                      <a:pt x="47" y="3"/>
                      <a:pt x="47" y="4"/>
                      <a:pt x="47" y="5"/>
                    </a:cubicBezTo>
                    <a:lnTo>
                      <a:pt x="47" y="12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0" name="Freeform 17"/>
              <p:cNvSpPr>
                <a:spLocks/>
              </p:cNvSpPr>
              <p:nvPr/>
            </p:nvSpPr>
            <p:spPr bwMode="auto">
              <a:xfrm>
                <a:off x="1821" y="1353"/>
                <a:ext cx="48" cy="89"/>
              </a:xfrm>
              <a:custGeom>
                <a:avLst/>
                <a:gdLst>
                  <a:gd name="T0" fmla="*/ 48 w 48"/>
                  <a:gd name="T1" fmla="*/ 89 h 89"/>
                  <a:gd name="T2" fmla="*/ 0 w 48"/>
                  <a:gd name="T3" fmla="*/ 89 h 89"/>
                  <a:gd name="T4" fmla="*/ 0 w 48"/>
                  <a:gd name="T5" fmla="*/ 6 h 89"/>
                  <a:gd name="T6" fmla="*/ 1 w 48"/>
                  <a:gd name="T7" fmla="*/ 2 h 89"/>
                  <a:gd name="T8" fmla="*/ 5 w 48"/>
                  <a:gd name="T9" fmla="*/ 0 h 89"/>
                  <a:gd name="T10" fmla="*/ 43 w 48"/>
                  <a:gd name="T11" fmla="*/ 0 h 89"/>
                  <a:gd name="T12" fmla="*/ 46 w 48"/>
                  <a:gd name="T13" fmla="*/ 2 h 89"/>
                  <a:gd name="T14" fmla="*/ 48 w 48"/>
                  <a:gd name="T15" fmla="*/ 6 h 89"/>
                  <a:gd name="T16" fmla="*/ 48 w 48"/>
                  <a:gd name="T17" fmla="*/ 89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8" h="89">
                    <a:moveTo>
                      <a:pt x="48" y="89"/>
                    </a:moveTo>
                    <a:cubicBezTo>
                      <a:pt x="0" y="89"/>
                      <a:pt x="0" y="89"/>
                      <a:pt x="0" y="89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4"/>
                      <a:pt x="0" y="3"/>
                      <a:pt x="1" y="2"/>
                    </a:cubicBezTo>
                    <a:cubicBezTo>
                      <a:pt x="2" y="1"/>
                      <a:pt x="4" y="0"/>
                      <a:pt x="5" y="0"/>
                    </a:cubicBezTo>
                    <a:cubicBezTo>
                      <a:pt x="43" y="0"/>
                      <a:pt x="43" y="0"/>
                      <a:pt x="43" y="0"/>
                    </a:cubicBezTo>
                    <a:cubicBezTo>
                      <a:pt x="44" y="0"/>
                      <a:pt x="45" y="1"/>
                      <a:pt x="46" y="2"/>
                    </a:cubicBezTo>
                    <a:cubicBezTo>
                      <a:pt x="47" y="3"/>
                      <a:pt x="48" y="4"/>
                      <a:pt x="48" y="6"/>
                    </a:cubicBezTo>
                    <a:cubicBezTo>
                      <a:pt x="48" y="89"/>
                      <a:pt x="48" y="89"/>
                      <a:pt x="48" y="8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1" name="Freeform 18"/>
              <p:cNvSpPr>
                <a:spLocks/>
              </p:cNvSpPr>
              <p:nvPr/>
            </p:nvSpPr>
            <p:spPr bwMode="auto">
              <a:xfrm>
                <a:off x="1901" y="1205"/>
                <a:ext cx="84" cy="237"/>
              </a:xfrm>
              <a:custGeom>
                <a:avLst/>
                <a:gdLst>
                  <a:gd name="T0" fmla="*/ 79 w 84"/>
                  <a:gd name="T1" fmla="*/ 64 h 237"/>
                  <a:gd name="T2" fmla="*/ 84 w 84"/>
                  <a:gd name="T3" fmla="*/ 62 h 237"/>
                  <a:gd name="T4" fmla="*/ 83 w 84"/>
                  <a:gd name="T5" fmla="*/ 56 h 237"/>
                  <a:gd name="T6" fmla="*/ 46 w 84"/>
                  <a:gd name="T7" fmla="*/ 2 h 237"/>
                  <a:gd name="T8" fmla="*/ 42 w 84"/>
                  <a:gd name="T9" fmla="*/ 0 h 237"/>
                  <a:gd name="T10" fmla="*/ 38 w 84"/>
                  <a:gd name="T11" fmla="*/ 2 h 237"/>
                  <a:gd name="T12" fmla="*/ 1 w 84"/>
                  <a:gd name="T13" fmla="*/ 56 h 237"/>
                  <a:gd name="T14" fmla="*/ 1 w 84"/>
                  <a:gd name="T15" fmla="*/ 62 h 237"/>
                  <a:gd name="T16" fmla="*/ 5 w 84"/>
                  <a:gd name="T17" fmla="*/ 64 h 237"/>
                  <a:gd name="T18" fmla="*/ 18 w 84"/>
                  <a:gd name="T19" fmla="*/ 64 h 237"/>
                  <a:gd name="T20" fmla="*/ 18 w 84"/>
                  <a:gd name="T21" fmla="*/ 237 h 237"/>
                  <a:gd name="T22" fmla="*/ 66 w 84"/>
                  <a:gd name="T23" fmla="*/ 237 h 237"/>
                  <a:gd name="T24" fmla="*/ 66 w 84"/>
                  <a:gd name="T25" fmla="*/ 64 h 237"/>
                  <a:gd name="T26" fmla="*/ 79 w 84"/>
                  <a:gd name="T27" fmla="*/ 64 h 2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84" h="237">
                    <a:moveTo>
                      <a:pt x="79" y="64"/>
                    </a:moveTo>
                    <a:cubicBezTo>
                      <a:pt x="81" y="64"/>
                      <a:pt x="83" y="63"/>
                      <a:pt x="84" y="62"/>
                    </a:cubicBezTo>
                    <a:cubicBezTo>
                      <a:pt x="84" y="60"/>
                      <a:pt x="84" y="58"/>
                      <a:pt x="83" y="56"/>
                    </a:cubicBezTo>
                    <a:cubicBezTo>
                      <a:pt x="46" y="2"/>
                      <a:pt x="46" y="2"/>
                      <a:pt x="46" y="2"/>
                    </a:cubicBezTo>
                    <a:cubicBezTo>
                      <a:pt x="45" y="1"/>
                      <a:pt x="44" y="0"/>
                      <a:pt x="42" y="0"/>
                    </a:cubicBezTo>
                    <a:cubicBezTo>
                      <a:pt x="40" y="0"/>
                      <a:pt x="39" y="1"/>
                      <a:pt x="38" y="2"/>
                    </a:cubicBezTo>
                    <a:cubicBezTo>
                      <a:pt x="1" y="56"/>
                      <a:pt x="1" y="56"/>
                      <a:pt x="1" y="56"/>
                    </a:cubicBezTo>
                    <a:cubicBezTo>
                      <a:pt x="0" y="58"/>
                      <a:pt x="0" y="60"/>
                      <a:pt x="1" y="62"/>
                    </a:cubicBezTo>
                    <a:cubicBezTo>
                      <a:pt x="1" y="63"/>
                      <a:pt x="3" y="64"/>
                      <a:pt x="5" y="64"/>
                    </a:cubicBezTo>
                    <a:cubicBezTo>
                      <a:pt x="18" y="64"/>
                      <a:pt x="18" y="64"/>
                      <a:pt x="18" y="64"/>
                    </a:cubicBezTo>
                    <a:cubicBezTo>
                      <a:pt x="18" y="237"/>
                      <a:pt x="18" y="237"/>
                      <a:pt x="18" y="237"/>
                    </a:cubicBezTo>
                    <a:cubicBezTo>
                      <a:pt x="66" y="237"/>
                      <a:pt x="66" y="237"/>
                      <a:pt x="66" y="237"/>
                    </a:cubicBezTo>
                    <a:cubicBezTo>
                      <a:pt x="66" y="64"/>
                      <a:pt x="66" y="64"/>
                      <a:pt x="66" y="64"/>
                    </a:cubicBezTo>
                    <a:lnTo>
                      <a:pt x="79" y="6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2" name="Freeform 19"/>
              <p:cNvSpPr>
                <a:spLocks/>
              </p:cNvSpPr>
              <p:nvPr/>
            </p:nvSpPr>
            <p:spPr bwMode="auto">
              <a:xfrm>
                <a:off x="1552" y="1187"/>
                <a:ext cx="510" cy="276"/>
              </a:xfrm>
              <a:custGeom>
                <a:avLst/>
                <a:gdLst>
                  <a:gd name="T0" fmla="*/ 8 w 512"/>
                  <a:gd name="T1" fmla="*/ 268 h 276"/>
                  <a:gd name="T2" fmla="*/ 8 w 512"/>
                  <a:gd name="T3" fmla="*/ 4 h 276"/>
                  <a:gd name="T4" fmla="*/ 7 w 512"/>
                  <a:gd name="T5" fmla="*/ 1 h 276"/>
                  <a:gd name="T6" fmla="*/ 4 w 512"/>
                  <a:gd name="T7" fmla="*/ 0 h 276"/>
                  <a:gd name="T8" fmla="*/ 4 w 512"/>
                  <a:gd name="T9" fmla="*/ 0 h 276"/>
                  <a:gd name="T10" fmla="*/ 1 w 512"/>
                  <a:gd name="T11" fmla="*/ 1 h 276"/>
                  <a:gd name="T12" fmla="*/ 0 w 512"/>
                  <a:gd name="T13" fmla="*/ 4 h 276"/>
                  <a:gd name="T14" fmla="*/ 0 w 512"/>
                  <a:gd name="T15" fmla="*/ 276 h 276"/>
                  <a:gd name="T16" fmla="*/ 508 w 512"/>
                  <a:gd name="T17" fmla="*/ 276 h 276"/>
                  <a:gd name="T18" fmla="*/ 511 w 512"/>
                  <a:gd name="T19" fmla="*/ 275 h 276"/>
                  <a:gd name="T20" fmla="*/ 512 w 512"/>
                  <a:gd name="T21" fmla="*/ 272 h 276"/>
                  <a:gd name="T22" fmla="*/ 512 w 512"/>
                  <a:gd name="T23" fmla="*/ 272 h 276"/>
                  <a:gd name="T24" fmla="*/ 511 w 512"/>
                  <a:gd name="T25" fmla="*/ 269 h 276"/>
                  <a:gd name="T26" fmla="*/ 508 w 512"/>
                  <a:gd name="T27" fmla="*/ 268 h 276"/>
                  <a:gd name="T28" fmla="*/ 8 w 512"/>
                  <a:gd name="T29" fmla="*/ 268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12" h="276">
                    <a:moveTo>
                      <a:pt x="8" y="268"/>
                    </a:moveTo>
                    <a:cubicBezTo>
                      <a:pt x="8" y="4"/>
                      <a:pt x="8" y="4"/>
                      <a:pt x="8" y="4"/>
                    </a:cubicBezTo>
                    <a:cubicBezTo>
                      <a:pt x="8" y="3"/>
                      <a:pt x="8" y="2"/>
                      <a:pt x="7" y="1"/>
                    </a:cubicBezTo>
                    <a:cubicBezTo>
                      <a:pt x="6" y="1"/>
                      <a:pt x="5" y="0"/>
                      <a:pt x="4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3" y="0"/>
                      <a:pt x="2" y="1"/>
                      <a:pt x="1" y="1"/>
                    </a:cubicBezTo>
                    <a:cubicBezTo>
                      <a:pt x="0" y="2"/>
                      <a:pt x="0" y="3"/>
                      <a:pt x="0" y="4"/>
                    </a:cubicBezTo>
                    <a:cubicBezTo>
                      <a:pt x="0" y="276"/>
                      <a:pt x="0" y="276"/>
                      <a:pt x="0" y="276"/>
                    </a:cubicBezTo>
                    <a:cubicBezTo>
                      <a:pt x="508" y="276"/>
                      <a:pt x="508" y="276"/>
                      <a:pt x="508" y="276"/>
                    </a:cubicBezTo>
                    <a:cubicBezTo>
                      <a:pt x="509" y="276"/>
                      <a:pt x="510" y="276"/>
                      <a:pt x="511" y="275"/>
                    </a:cubicBezTo>
                    <a:cubicBezTo>
                      <a:pt x="512" y="274"/>
                      <a:pt x="512" y="273"/>
                      <a:pt x="512" y="272"/>
                    </a:cubicBezTo>
                    <a:cubicBezTo>
                      <a:pt x="512" y="272"/>
                      <a:pt x="512" y="272"/>
                      <a:pt x="512" y="272"/>
                    </a:cubicBezTo>
                    <a:cubicBezTo>
                      <a:pt x="512" y="271"/>
                      <a:pt x="512" y="270"/>
                      <a:pt x="511" y="269"/>
                    </a:cubicBezTo>
                    <a:cubicBezTo>
                      <a:pt x="510" y="268"/>
                      <a:pt x="509" y="268"/>
                      <a:pt x="508" y="268"/>
                    </a:cubicBezTo>
                    <a:cubicBezTo>
                      <a:pt x="8" y="268"/>
                      <a:pt x="8" y="268"/>
                      <a:pt x="8" y="26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47" name="矩形 46"/>
            <p:cNvSpPr/>
            <p:nvPr/>
          </p:nvSpPr>
          <p:spPr>
            <a:xfrm>
              <a:off x="9769698" y="3722030"/>
              <a:ext cx="1896121" cy="89255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 defTabSz="609585">
                <a:lnSpc>
                  <a:spcPct val="130000"/>
                </a:lnSpc>
              </a:pPr>
              <a:r>
                <a:rPr lang="zh-CN" altLang="en-US" sz="1000" dirty="0">
                  <a:latin typeface="微软雅黑" charset="0"/>
                  <a:ea typeface="微软雅黑" charset="0"/>
                </a:rPr>
                <a:t>标题数字等都可以通过点击和重新输入进行更改，顶部“开始”面板中可以对字体、字号、颜色、行距等进行修改。</a:t>
              </a:r>
            </a:p>
          </p:txBody>
        </p:sp>
      </p:grpSp>
      <p:grpSp>
        <p:nvGrpSpPr>
          <p:cNvPr id="51" name="组合 50"/>
          <p:cNvGrpSpPr/>
          <p:nvPr/>
        </p:nvGrpSpPr>
        <p:grpSpPr>
          <a:xfrm>
            <a:off x="8067133" y="5249766"/>
            <a:ext cx="3137828" cy="895855"/>
            <a:chOff x="8527991" y="5249766"/>
            <a:chExt cx="3137828" cy="895855"/>
          </a:xfrm>
        </p:grpSpPr>
        <p:grpSp>
          <p:nvGrpSpPr>
            <p:cNvPr id="33" name="Group 11"/>
            <p:cNvGrpSpPr>
              <a:grpSpLocks noChangeAspect="1"/>
            </p:cNvGrpSpPr>
            <p:nvPr/>
          </p:nvGrpSpPr>
          <p:grpSpPr bwMode="auto">
            <a:xfrm>
              <a:off x="8527991" y="5262906"/>
              <a:ext cx="1243260" cy="882715"/>
              <a:chOff x="1407" y="1098"/>
              <a:chExt cx="800" cy="568"/>
            </a:xfrm>
            <a:solidFill>
              <a:schemeClr val="tx2"/>
            </a:solidFill>
          </p:grpSpPr>
          <p:sp>
            <p:nvSpPr>
              <p:cNvPr id="34" name="Freeform 12"/>
              <p:cNvSpPr>
                <a:spLocks noEditPoints="1"/>
              </p:cNvSpPr>
              <p:nvPr/>
            </p:nvSpPr>
            <p:spPr bwMode="auto">
              <a:xfrm>
                <a:off x="1494" y="1098"/>
                <a:ext cx="626" cy="423"/>
              </a:xfrm>
              <a:custGeom>
                <a:avLst/>
                <a:gdLst>
                  <a:gd name="T0" fmla="*/ 621 w 628"/>
                  <a:gd name="T1" fmla="*/ 7 h 423"/>
                  <a:gd name="T2" fmla="*/ 605 w 628"/>
                  <a:gd name="T3" fmla="*/ 0 h 423"/>
                  <a:gd name="T4" fmla="*/ 23 w 628"/>
                  <a:gd name="T5" fmla="*/ 0 h 423"/>
                  <a:gd name="T6" fmla="*/ 7 w 628"/>
                  <a:gd name="T7" fmla="*/ 7 h 423"/>
                  <a:gd name="T8" fmla="*/ 0 w 628"/>
                  <a:gd name="T9" fmla="*/ 23 h 423"/>
                  <a:gd name="T10" fmla="*/ 0 w 628"/>
                  <a:gd name="T11" fmla="*/ 423 h 423"/>
                  <a:gd name="T12" fmla="*/ 628 w 628"/>
                  <a:gd name="T13" fmla="*/ 423 h 423"/>
                  <a:gd name="T14" fmla="*/ 628 w 628"/>
                  <a:gd name="T15" fmla="*/ 23 h 423"/>
                  <a:gd name="T16" fmla="*/ 621 w 628"/>
                  <a:gd name="T17" fmla="*/ 7 h 423"/>
                  <a:gd name="T18" fmla="*/ 314 w 628"/>
                  <a:gd name="T19" fmla="*/ 13 h 423"/>
                  <a:gd name="T20" fmla="*/ 321 w 628"/>
                  <a:gd name="T21" fmla="*/ 20 h 423"/>
                  <a:gd name="T22" fmla="*/ 314 w 628"/>
                  <a:gd name="T23" fmla="*/ 27 h 423"/>
                  <a:gd name="T24" fmla="*/ 307 w 628"/>
                  <a:gd name="T25" fmla="*/ 20 h 423"/>
                  <a:gd name="T26" fmla="*/ 314 w 628"/>
                  <a:gd name="T27" fmla="*/ 13 h 423"/>
                  <a:gd name="T28" fmla="*/ 587 w 628"/>
                  <a:gd name="T29" fmla="*/ 382 h 423"/>
                  <a:gd name="T30" fmla="*/ 41 w 628"/>
                  <a:gd name="T31" fmla="*/ 382 h 423"/>
                  <a:gd name="T32" fmla="*/ 41 w 628"/>
                  <a:gd name="T33" fmla="*/ 41 h 423"/>
                  <a:gd name="T34" fmla="*/ 587 w 628"/>
                  <a:gd name="T35" fmla="*/ 41 h 423"/>
                  <a:gd name="T36" fmla="*/ 587 w 628"/>
                  <a:gd name="T37" fmla="*/ 382 h 4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628" h="423">
                    <a:moveTo>
                      <a:pt x="621" y="7"/>
                    </a:moveTo>
                    <a:cubicBezTo>
                      <a:pt x="617" y="2"/>
                      <a:pt x="611" y="0"/>
                      <a:pt x="605" y="0"/>
                    </a:cubicBezTo>
                    <a:cubicBezTo>
                      <a:pt x="23" y="0"/>
                      <a:pt x="23" y="0"/>
                      <a:pt x="23" y="0"/>
                    </a:cubicBezTo>
                    <a:cubicBezTo>
                      <a:pt x="17" y="0"/>
                      <a:pt x="11" y="2"/>
                      <a:pt x="7" y="7"/>
                    </a:cubicBezTo>
                    <a:cubicBezTo>
                      <a:pt x="2" y="11"/>
                      <a:pt x="0" y="17"/>
                      <a:pt x="0" y="23"/>
                    </a:cubicBezTo>
                    <a:cubicBezTo>
                      <a:pt x="0" y="423"/>
                      <a:pt x="0" y="423"/>
                      <a:pt x="0" y="423"/>
                    </a:cubicBezTo>
                    <a:cubicBezTo>
                      <a:pt x="628" y="423"/>
                      <a:pt x="628" y="423"/>
                      <a:pt x="628" y="423"/>
                    </a:cubicBezTo>
                    <a:cubicBezTo>
                      <a:pt x="628" y="23"/>
                      <a:pt x="628" y="23"/>
                      <a:pt x="628" y="23"/>
                    </a:cubicBezTo>
                    <a:cubicBezTo>
                      <a:pt x="628" y="17"/>
                      <a:pt x="626" y="11"/>
                      <a:pt x="621" y="7"/>
                    </a:cubicBezTo>
                    <a:close/>
                    <a:moveTo>
                      <a:pt x="314" y="13"/>
                    </a:moveTo>
                    <a:cubicBezTo>
                      <a:pt x="318" y="13"/>
                      <a:pt x="321" y="16"/>
                      <a:pt x="321" y="20"/>
                    </a:cubicBezTo>
                    <a:cubicBezTo>
                      <a:pt x="321" y="24"/>
                      <a:pt x="318" y="27"/>
                      <a:pt x="314" y="27"/>
                    </a:cubicBezTo>
                    <a:cubicBezTo>
                      <a:pt x="310" y="27"/>
                      <a:pt x="307" y="24"/>
                      <a:pt x="307" y="20"/>
                    </a:cubicBezTo>
                    <a:cubicBezTo>
                      <a:pt x="307" y="16"/>
                      <a:pt x="310" y="13"/>
                      <a:pt x="314" y="13"/>
                    </a:cubicBezTo>
                    <a:close/>
                    <a:moveTo>
                      <a:pt x="587" y="382"/>
                    </a:moveTo>
                    <a:cubicBezTo>
                      <a:pt x="41" y="382"/>
                      <a:pt x="41" y="382"/>
                      <a:pt x="41" y="382"/>
                    </a:cubicBezTo>
                    <a:cubicBezTo>
                      <a:pt x="41" y="41"/>
                      <a:pt x="41" y="41"/>
                      <a:pt x="41" y="41"/>
                    </a:cubicBezTo>
                    <a:cubicBezTo>
                      <a:pt x="587" y="41"/>
                      <a:pt x="587" y="41"/>
                      <a:pt x="587" y="41"/>
                    </a:cubicBezTo>
                    <a:lnTo>
                      <a:pt x="587" y="38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5" name="Freeform 13"/>
              <p:cNvSpPr>
                <a:spLocks noEditPoints="1"/>
              </p:cNvSpPr>
              <p:nvPr/>
            </p:nvSpPr>
            <p:spPr bwMode="auto">
              <a:xfrm>
                <a:off x="1407" y="1538"/>
                <a:ext cx="800" cy="97"/>
              </a:xfrm>
              <a:custGeom>
                <a:avLst/>
                <a:gdLst>
                  <a:gd name="T0" fmla="*/ 87 w 802"/>
                  <a:gd name="T1" fmla="*/ 0 h 97"/>
                  <a:gd name="T2" fmla="*/ 4 w 802"/>
                  <a:gd name="T3" fmla="*/ 83 h 97"/>
                  <a:gd name="T4" fmla="*/ 2 w 802"/>
                  <a:gd name="T5" fmla="*/ 92 h 97"/>
                  <a:gd name="T6" fmla="*/ 10 w 802"/>
                  <a:gd name="T7" fmla="*/ 97 h 97"/>
                  <a:gd name="T8" fmla="*/ 792 w 802"/>
                  <a:gd name="T9" fmla="*/ 97 h 97"/>
                  <a:gd name="T10" fmla="*/ 800 w 802"/>
                  <a:gd name="T11" fmla="*/ 92 h 97"/>
                  <a:gd name="T12" fmla="*/ 798 w 802"/>
                  <a:gd name="T13" fmla="*/ 83 h 97"/>
                  <a:gd name="T14" fmla="*/ 715 w 802"/>
                  <a:gd name="T15" fmla="*/ 0 h 97"/>
                  <a:gd name="T16" fmla="*/ 87 w 802"/>
                  <a:gd name="T17" fmla="*/ 0 h 97"/>
                  <a:gd name="T18" fmla="*/ 711 w 802"/>
                  <a:gd name="T19" fmla="*/ 47 h 97"/>
                  <a:gd name="T20" fmla="*/ 712 w 802"/>
                  <a:gd name="T21" fmla="*/ 54 h 97"/>
                  <a:gd name="T22" fmla="*/ 706 w 802"/>
                  <a:gd name="T23" fmla="*/ 58 h 97"/>
                  <a:gd name="T24" fmla="*/ 484 w 802"/>
                  <a:gd name="T25" fmla="*/ 58 h 97"/>
                  <a:gd name="T26" fmla="*/ 485 w 802"/>
                  <a:gd name="T27" fmla="*/ 64 h 97"/>
                  <a:gd name="T28" fmla="*/ 484 w 802"/>
                  <a:gd name="T29" fmla="*/ 67 h 97"/>
                  <a:gd name="T30" fmla="*/ 481 w 802"/>
                  <a:gd name="T31" fmla="*/ 69 h 97"/>
                  <a:gd name="T32" fmla="*/ 321 w 802"/>
                  <a:gd name="T33" fmla="*/ 69 h 97"/>
                  <a:gd name="T34" fmla="*/ 318 w 802"/>
                  <a:gd name="T35" fmla="*/ 67 h 97"/>
                  <a:gd name="T36" fmla="*/ 317 w 802"/>
                  <a:gd name="T37" fmla="*/ 64 h 97"/>
                  <a:gd name="T38" fmla="*/ 318 w 802"/>
                  <a:gd name="T39" fmla="*/ 58 h 97"/>
                  <a:gd name="T40" fmla="*/ 96 w 802"/>
                  <a:gd name="T41" fmla="*/ 58 h 97"/>
                  <a:gd name="T42" fmla="*/ 90 w 802"/>
                  <a:gd name="T43" fmla="*/ 54 h 97"/>
                  <a:gd name="T44" fmla="*/ 91 w 802"/>
                  <a:gd name="T45" fmla="*/ 47 h 97"/>
                  <a:gd name="T46" fmla="*/ 113 w 802"/>
                  <a:gd name="T47" fmla="*/ 20 h 97"/>
                  <a:gd name="T48" fmla="*/ 689 w 802"/>
                  <a:gd name="T49" fmla="*/ 20 h 97"/>
                  <a:gd name="T50" fmla="*/ 711 w 802"/>
                  <a:gd name="T51" fmla="*/ 47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802" h="97">
                    <a:moveTo>
                      <a:pt x="87" y="0"/>
                    </a:moveTo>
                    <a:cubicBezTo>
                      <a:pt x="4" y="83"/>
                      <a:pt x="4" y="83"/>
                      <a:pt x="4" y="83"/>
                    </a:cubicBezTo>
                    <a:cubicBezTo>
                      <a:pt x="1" y="85"/>
                      <a:pt x="0" y="89"/>
                      <a:pt x="2" y="92"/>
                    </a:cubicBezTo>
                    <a:cubicBezTo>
                      <a:pt x="3" y="95"/>
                      <a:pt x="6" y="97"/>
                      <a:pt x="10" y="97"/>
                    </a:cubicBezTo>
                    <a:cubicBezTo>
                      <a:pt x="792" y="97"/>
                      <a:pt x="792" y="97"/>
                      <a:pt x="792" y="97"/>
                    </a:cubicBezTo>
                    <a:cubicBezTo>
                      <a:pt x="796" y="97"/>
                      <a:pt x="799" y="95"/>
                      <a:pt x="800" y="92"/>
                    </a:cubicBezTo>
                    <a:cubicBezTo>
                      <a:pt x="802" y="89"/>
                      <a:pt x="801" y="85"/>
                      <a:pt x="798" y="83"/>
                    </a:cubicBezTo>
                    <a:cubicBezTo>
                      <a:pt x="715" y="0"/>
                      <a:pt x="715" y="0"/>
                      <a:pt x="715" y="0"/>
                    </a:cubicBezTo>
                    <a:lnTo>
                      <a:pt x="87" y="0"/>
                    </a:lnTo>
                    <a:close/>
                    <a:moveTo>
                      <a:pt x="711" y="47"/>
                    </a:moveTo>
                    <a:cubicBezTo>
                      <a:pt x="713" y="49"/>
                      <a:pt x="713" y="51"/>
                      <a:pt x="712" y="54"/>
                    </a:cubicBezTo>
                    <a:cubicBezTo>
                      <a:pt x="711" y="56"/>
                      <a:pt x="709" y="58"/>
                      <a:pt x="706" y="58"/>
                    </a:cubicBezTo>
                    <a:cubicBezTo>
                      <a:pt x="484" y="58"/>
                      <a:pt x="484" y="58"/>
                      <a:pt x="484" y="58"/>
                    </a:cubicBezTo>
                    <a:cubicBezTo>
                      <a:pt x="485" y="64"/>
                      <a:pt x="485" y="64"/>
                      <a:pt x="485" y="64"/>
                    </a:cubicBezTo>
                    <a:cubicBezTo>
                      <a:pt x="485" y="65"/>
                      <a:pt x="485" y="66"/>
                      <a:pt x="484" y="67"/>
                    </a:cubicBezTo>
                    <a:cubicBezTo>
                      <a:pt x="483" y="68"/>
                      <a:pt x="482" y="69"/>
                      <a:pt x="481" y="69"/>
                    </a:cubicBezTo>
                    <a:cubicBezTo>
                      <a:pt x="321" y="69"/>
                      <a:pt x="321" y="69"/>
                      <a:pt x="321" y="69"/>
                    </a:cubicBezTo>
                    <a:cubicBezTo>
                      <a:pt x="320" y="69"/>
                      <a:pt x="319" y="68"/>
                      <a:pt x="318" y="67"/>
                    </a:cubicBezTo>
                    <a:cubicBezTo>
                      <a:pt x="317" y="66"/>
                      <a:pt x="317" y="65"/>
                      <a:pt x="317" y="64"/>
                    </a:cubicBezTo>
                    <a:cubicBezTo>
                      <a:pt x="318" y="58"/>
                      <a:pt x="318" y="58"/>
                      <a:pt x="318" y="58"/>
                    </a:cubicBezTo>
                    <a:cubicBezTo>
                      <a:pt x="96" y="58"/>
                      <a:pt x="96" y="58"/>
                      <a:pt x="96" y="58"/>
                    </a:cubicBezTo>
                    <a:cubicBezTo>
                      <a:pt x="93" y="58"/>
                      <a:pt x="91" y="56"/>
                      <a:pt x="90" y="54"/>
                    </a:cubicBezTo>
                    <a:cubicBezTo>
                      <a:pt x="89" y="51"/>
                      <a:pt x="89" y="49"/>
                      <a:pt x="91" y="47"/>
                    </a:cubicBezTo>
                    <a:cubicBezTo>
                      <a:pt x="113" y="20"/>
                      <a:pt x="113" y="20"/>
                      <a:pt x="113" y="20"/>
                    </a:cubicBezTo>
                    <a:cubicBezTo>
                      <a:pt x="689" y="20"/>
                      <a:pt x="689" y="20"/>
                      <a:pt x="689" y="20"/>
                    </a:cubicBezTo>
                    <a:lnTo>
                      <a:pt x="711" y="4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6" name="Freeform 14"/>
              <p:cNvSpPr>
                <a:spLocks noEditPoints="1"/>
              </p:cNvSpPr>
              <p:nvPr/>
            </p:nvSpPr>
            <p:spPr bwMode="auto">
              <a:xfrm>
                <a:off x="1408" y="1637"/>
                <a:ext cx="798" cy="29"/>
              </a:xfrm>
              <a:custGeom>
                <a:avLst/>
                <a:gdLst>
                  <a:gd name="T0" fmla="*/ 791 w 800"/>
                  <a:gd name="T1" fmla="*/ 3 h 29"/>
                  <a:gd name="T2" fmla="*/ 469 w 800"/>
                  <a:gd name="T3" fmla="*/ 3 h 29"/>
                  <a:gd name="T4" fmla="*/ 468 w 800"/>
                  <a:gd name="T5" fmla="*/ 6 h 29"/>
                  <a:gd name="T6" fmla="*/ 461 w 800"/>
                  <a:gd name="T7" fmla="*/ 9 h 29"/>
                  <a:gd name="T8" fmla="*/ 339 w 800"/>
                  <a:gd name="T9" fmla="*/ 9 h 29"/>
                  <a:gd name="T10" fmla="*/ 332 w 800"/>
                  <a:gd name="T11" fmla="*/ 6 h 29"/>
                  <a:gd name="T12" fmla="*/ 331 w 800"/>
                  <a:gd name="T13" fmla="*/ 3 h 29"/>
                  <a:gd name="T14" fmla="*/ 9 w 800"/>
                  <a:gd name="T15" fmla="*/ 3 h 29"/>
                  <a:gd name="T16" fmla="*/ 0 w 800"/>
                  <a:gd name="T17" fmla="*/ 0 h 29"/>
                  <a:gd name="T18" fmla="*/ 0 w 800"/>
                  <a:gd name="T19" fmla="*/ 9 h 29"/>
                  <a:gd name="T20" fmla="*/ 6 w 800"/>
                  <a:gd name="T21" fmla="*/ 23 h 29"/>
                  <a:gd name="T22" fmla="*/ 21 w 800"/>
                  <a:gd name="T23" fmla="*/ 29 h 29"/>
                  <a:gd name="T24" fmla="*/ 779 w 800"/>
                  <a:gd name="T25" fmla="*/ 29 h 29"/>
                  <a:gd name="T26" fmla="*/ 794 w 800"/>
                  <a:gd name="T27" fmla="*/ 23 h 29"/>
                  <a:gd name="T28" fmla="*/ 800 w 800"/>
                  <a:gd name="T29" fmla="*/ 9 h 29"/>
                  <a:gd name="T30" fmla="*/ 800 w 800"/>
                  <a:gd name="T31" fmla="*/ 0 h 29"/>
                  <a:gd name="T32" fmla="*/ 791 w 800"/>
                  <a:gd name="T33" fmla="*/ 3 h 29"/>
                  <a:gd name="T34" fmla="*/ 72 w 800"/>
                  <a:gd name="T35" fmla="*/ 21 h 29"/>
                  <a:gd name="T36" fmla="*/ 68 w 800"/>
                  <a:gd name="T37" fmla="*/ 16 h 29"/>
                  <a:gd name="T38" fmla="*/ 72 w 800"/>
                  <a:gd name="T39" fmla="*/ 12 h 29"/>
                  <a:gd name="T40" fmla="*/ 77 w 800"/>
                  <a:gd name="T41" fmla="*/ 16 h 29"/>
                  <a:gd name="T42" fmla="*/ 72 w 800"/>
                  <a:gd name="T43" fmla="*/ 21 h 29"/>
                  <a:gd name="T44" fmla="*/ 94 w 800"/>
                  <a:gd name="T45" fmla="*/ 21 h 29"/>
                  <a:gd name="T46" fmla="*/ 89 w 800"/>
                  <a:gd name="T47" fmla="*/ 16 h 29"/>
                  <a:gd name="T48" fmla="*/ 94 w 800"/>
                  <a:gd name="T49" fmla="*/ 12 h 29"/>
                  <a:gd name="T50" fmla="*/ 98 w 800"/>
                  <a:gd name="T51" fmla="*/ 16 h 29"/>
                  <a:gd name="T52" fmla="*/ 94 w 800"/>
                  <a:gd name="T53" fmla="*/ 21 h 29"/>
                  <a:gd name="T54" fmla="*/ 115 w 800"/>
                  <a:gd name="T55" fmla="*/ 21 h 29"/>
                  <a:gd name="T56" fmla="*/ 111 w 800"/>
                  <a:gd name="T57" fmla="*/ 16 h 29"/>
                  <a:gd name="T58" fmla="*/ 115 w 800"/>
                  <a:gd name="T59" fmla="*/ 12 h 29"/>
                  <a:gd name="T60" fmla="*/ 120 w 800"/>
                  <a:gd name="T61" fmla="*/ 16 h 29"/>
                  <a:gd name="T62" fmla="*/ 115 w 800"/>
                  <a:gd name="T63" fmla="*/ 21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800" h="29">
                    <a:moveTo>
                      <a:pt x="791" y="3"/>
                    </a:moveTo>
                    <a:cubicBezTo>
                      <a:pt x="469" y="3"/>
                      <a:pt x="469" y="3"/>
                      <a:pt x="469" y="3"/>
                    </a:cubicBezTo>
                    <a:cubicBezTo>
                      <a:pt x="469" y="4"/>
                      <a:pt x="468" y="5"/>
                      <a:pt x="468" y="6"/>
                    </a:cubicBezTo>
                    <a:cubicBezTo>
                      <a:pt x="466" y="8"/>
                      <a:pt x="463" y="9"/>
                      <a:pt x="461" y="9"/>
                    </a:cubicBezTo>
                    <a:cubicBezTo>
                      <a:pt x="339" y="9"/>
                      <a:pt x="339" y="9"/>
                      <a:pt x="339" y="9"/>
                    </a:cubicBezTo>
                    <a:cubicBezTo>
                      <a:pt x="337" y="9"/>
                      <a:pt x="334" y="8"/>
                      <a:pt x="332" y="6"/>
                    </a:cubicBezTo>
                    <a:cubicBezTo>
                      <a:pt x="332" y="5"/>
                      <a:pt x="331" y="4"/>
                      <a:pt x="331" y="3"/>
                    </a:cubicBezTo>
                    <a:cubicBezTo>
                      <a:pt x="9" y="3"/>
                      <a:pt x="9" y="3"/>
                      <a:pt x="9" y="3"/>
                    </a:cubicBezTo>
                    <a:cubicBezTo>
                      <a:pt x="5" y="3"/>
                      <a:pt x="2" y="2"/>
                      <a:pt x="0" y="0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0" y="14"/>
                      <a:pt x="2" y="19"/>
                      <a:pt x="6" y="23"/>
                    </a:cubicBezTo>
                    <a:cubicBezTo>
                      <a:pt x="10" y="27"/>
                      <a:pt x="15" y="29"/>
                      <a:pt x="21" y="29"/>
                    </a:cubicBezTo>
                    <a:cubicBezTo>
                      <a:pt x="779" y="29"/>
                      <a:pt x="779" y="29"/>
                      <a:pt x="779" y="29"/>
                    </a:cubicBezTo>
                    <a:cubicBezTo>
                      <a:pt x="785" y="29"/>
                      <a:pt x="790" y="27"/>
                      <a:pt x="794" y="23"/>
                    </a:cubicBezTo>
                    <a:cubicBezTo>
                      <a:pt x="798" y="19"/>
                      <a:pt x="800" y="14"/>
                      <a:pt x="800" y="9"/>
                    </a:cubicBezTo>
                    <a:cubicBezTo>
                      <a:pt x="800" y="0"/>
                      <a:pt x="800" y="0"/>
                      <a:pt x="800" y="0"/>
                    </a:cubicBezTo>
                    <a:cubicBezTo>
                      <a:pt x="798" y="2"/>
                      <a:pt x="795" y="3"/>
                      <a:pt x="791" y="3"/>
                    </a:cubicBezTo>
                    <a:close/>
                    <a:moveTo>
                      <a:pt x="72" y="21"/>
                    </a:moveTo>
                    <a:cubicBezTo>
                      <a:pt x="70" y="21"/>
                      <a:pt x="68" y="19"/>
                      <a:pt x="68" y="16"/>
                    </a:cubicBezTo>
                    <a:cubicBezTo>
                      <a:pt x="68" y="14"/>
                      <a:pt x="70" y="12"/>
                      <a:pt x="72" y="12"/>
                    </a:cubicBezTo>
                    <a:cubicBezTo>
                      <a:pt x="75" y="12"/>
                      <a:pt x="77" y="14"/>
                      <a:pt x="77" y="16"/>
                    </a:cubicBezTo>
                    <a:cubicBezTo>
                      <a:pt x="77" y="19"/>
                      <a:pt x="75" y="21"/>
                      <a:pt x="72" y="21"/>
                    </a:cubicBezTo>
                    <a:close/>
                    <a:moveTo>
                      <a:pt x="94" y="21"/>
                    </a:moveTo>
                    <a:cubicBezTo>
                      <a:pt x="91" y="21"/>
                      <a:pt x="89" y="19"/>
                      <a:pt x="89" y="16"/>
                    </a:cubicBezTo>
                    <a:cubicBezTo>
                      <a:pt x="89" y="14"/>
                      <a:pt x="91" y="12"/>
                      <a:pt x="94" y="12"/>
                    </a:cubicBezTo>
                    <a:cubicBezTo>
                      <a:pt x="96" y="12"/>
                      <a:pt x="98" y="14"/>
                      <a:pt x="98" y="16"/>
                    </a:cubicBezTo>
                    <a:cubicBezTo>
                      <a:pt x="98" y="19"/>
                      <a:pt x="96" y="21"/>
                      <a:pt x="94" y="21"/>
                    </a:cubicBezTo>
                    <a:close/>
                    <a:moveTo>
                      <a:pt x="115" y="21"/>
                    </a:moveTo>
                    <a:cubicBezTo>
                      <a:pt x="113" y="21"/>
                      <a:pt x="111" y="19"/>
                      <a:pt x="111" y="16"/>
                    </a:cubicBezTo>
                    <a:cubicBezTo>
                      <a:pt x="111" y="14"/>
                      <a:pt x="113" y="12"/>
                      <a:pt x="115" y="12"/>
                    </a:cubicBezTo>
                    <a:cubicBezTo>
                      <a:pt x="118" y="12"/>
                      <a:pt x="120" y="14"/>
                      <a:pt x="120" y="16"/>
                    </a:cubicBezTo>
                    <a:cubicBezTo>
                      <a:pt x="120" y="19"/>
                      <a:pt x="118" y="21"/>
                      <a:pt x="115" y="2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7" name="Freeform 15"/>
              <p:cNvSpPr>
                <a:spLocks/>
              </p:cNvSpPr>
              <p:nvPr/>
            </p:nvSpPr>
            <p:spPr bwMode="auto">
              <a:xfrm>
                <a:off x="1624" y="1386"/>
                <a:ext cx="48" cy="56"/>
              </a:xfrm>
              <a:custGeom>
                <a:avLst/>
                <a:gdLst>
                  <a:gd name="T0" fmla="*/ 48 w 48"/>
                  <a:gd name="T1" fmla="*/ 56 h 56"/>
                  <a:gd name="T2" fmla="*/ 0 w 48"/>
                  <a:gd name="T3" fmla="*/ 56 h 56"/>
                  <a:gd name="T4" fmla="*/ 0 w 48"/>
                  <a:gd name="T5" fmla="*/ 5 h 56"/>
                  <a:gd name="T6" fmla="*/ 2 w 48"/>
                  <a:gd name="T7" fmla="*/ 2 h 56"/>
                  <a:gd name="T8" fmla="*/ 5 w 48"/>
                  <a:gd name="T9" fmla="*/ 0 h 56"/>
                  <a:gd name="T10" fmla="*/ 43 w 48"/>
                  <a:gd name="T11" fmla="*/ 0 h 56"/>
                  <a:gd name="T12" fmla="*/ 47 w 48"/>
                  <a:gd name="T13" fmla="*/ 2 h 56"/>
                  <a:gd name="T14" fmla="*/ 48 w 48"/>
                  <a:gd name="T15" fmla="*/ 5 h 56"/>
                  <a:gd name="T16" fmla="*/ 48 w 48"/>
                  <a:gd name="T17" fmla="*/ 56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8" h="56">
                    <a:moveTo>
                      <a:pt x="48" y="56"/>
                    </a:moveTo>
                    <a:cubicBezTo>
                      <a:pt x="0" y="56"/>
                      <a:pt x="0" y="56"/>
                      <a:pt x="0" y="56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4"/>
                      <a:pt x="1" y="3"/>
                      <a:pt x="2" y="2"/>
                    </a:cubicBezTo>
                    <a:cubicBezTo>
                      <a:pt x="3" y="1"/>
                      <a:pt x="4" y="0"/>
                      <a:pt x="5" y="0"/>
                    </a:cubicBezTo>
                    <a:cubicBezTo>
                      <a:pt x="43" y="0"/>
                      <a:pt x="43" y="0"/>
                      <a:pt x="43" y="0"/>
                    </a:cubicBezTo>
                    <a:cubicBezTo>
                      <a:pt x="44" y="0"/>
                      <a:pt x="46" y="1"/>
                      <a:pt x="47" y="2"/>
                    </a:cubicBezTo>
                    <a:cubicBezTo>
                      <a:pt x="48" y="3"/>
                      <a:pt x="48" y="4"/>
                      <a:pt x="48" y="5"/>
                    </a:cubicBezTo>
                    <a:cubicBezTo>
                      <a:pt x="48" y="56"/>
                      <a:pt x="48" y="56"/>
                      <a:pt x="48" y="5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8" name="Freeform 16"/>
              <p:cNvSpPr>
                <a:spLocks/>
              </p:cNvSpPr>
              <p:nvPr/>
            </p:nvSpPr>
            <p:spPr bwMode="auto">
              <a:xfrm>
                <a:off x="1723" y="1314"/>
                <a:ext cx="47" cy="128"/>
              </a:xfrm>
              <a:custGeom>
                <a:avLst/>
                <a:gdLst>
                  <a:gd name="T0" fmla="*/ 47 w 47"/>
                  <a:gd name="T1" fmla="*/ 128 h 128"/>
                  <a:gd name="T2" fmla="*/ 0 w 47"/>
                  <a:gd name="T3" fmla="*/ 128 h 128"/>
                  <a:gd name="T4" fmla="*/ 0 w 47"/>
                  <a:gd name="T5" fmla="*/ 5 h 128"/>
                  <a:gd name="T6" fmla="*/ 1 w 47"/>
                  <a:gd name="T7" fmla="*/ 2 h 128"/>
                  <a:gd name="T8" fmla="*/ 5 w 47"/>
                  <a:gd name="T9" fmla="*/ 0 h 128"/>
                  <a:gd name="T10" fmla="*/ 42 w 47"/>
                  <a:gd name="T11" fmla="*/ 0 h 128"/>
                  <a:gd name="T12" fmla="*/ 46 w 47"/>
                  <a:gd name="T13" fmla="*/ 2 h 128"/>
                  <a:gd name="T14" fmla="*/ 47 w 47"/>
                  <a:gd name="T15" fmla="*/ 5 h 128"/>
                  <a:gd name="T16" fmla="*/ 47 w 47"/>
                  <a:gd name="T17" fmla="*/ 128 h 1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7" h="128">
                    <a:moveTo>
                      <a:pt x="47" y="128"/>
                    </a:moveTo>
                    <a:cubicBezTo>
                      <a:pt x="0" y="128"/>
                      <a:pt x="0" y="128"/>
                      <a:pt x="0" y="128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4"/>
                      <a:pt x="0" y="3"/>
                      <a:pt x="1" y="2"/>
                    </a:cubicBezTo>
                    <a:cubicBezTo>
                      <a:pt x="2" y="1"/>
                      <a:pt x="3" y="0"/>
                      <a:pt x="5" y="0"/>
                    </a:cubicBezTo>
                    <a:cubicBezTo>
                      <a:pt x="42" y="0"/>
                      <a:pt x="42" y="0"/>
                      <a:pt x="42" y="0"/>
                    </a:cubicBezTo>
                    <a:cubicBezTo>
                      <a:pt x="44" y="0"/>
                      <a:pt x="45" y="1"/>
                      <a:pt x="46" y="2"/>
                    </a:cubicBezTo>
                    <a:cubicBezTo>
                      <a:pt x="47" y="3"/>
                      <a:pt x="47" y="4"/>
                      <a:pt x="47" y="5"/>
                    </a:cubicBezTo>
                    <a:lnTo>
                      <a:pt x="47" y="12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9" name="Freeform 17"/>
              <p:cNvSpPr>
                <a:spLocks/>
              </p:cNvSpPr>
              <p:nvPr/>
            </p:nvSpPr>
            <p:spPr bwMode="auto">
              <a:xfrm>
                <a:off x="1821" y="1353"/>
                <a:ext cx="48" cy="89"/>
              </a:xfrm>
              <a:custGeom>
                <a:avLst/>
                <a:gdLst>
                  <a:gd name="T0" fmla="*/ 48 w 48"/>
                  <a:gd name="T1" fmla="*/ 89 h 89"/>
                  <a:gd name="T2" fmla="*/ 0 w 48"/>
                  <a:gd name="T3" fmla="*/ 89 h 89"/>
                  <a:gd name="T4" fmla="*/ 0 w 48"/>
                  <a:gd name="T5" fmla="*/ 6 h 89"/>
                  <a:gd name="T6" fmla="*/ 1 w 48"/>
                  <a:gd name="T7" fmla="*/ 2 h 89"/>
                  <a:gd name="T8" fmla="*/ 5 w 48"/>
                  <a:gd name="T9" fmla="*/ 0 h 89"/>
                  <a:gd name="T10" fmla="*/ 43 w 48"/>
                  <a:gd name="T11" fmla="*/ 0 h 89"/>
                  <a:gd name="T12" fmla="*/ 46 w 48"/>
                  <a:gd name="T13" fmla="*/ 2 h 89"/>
                  <a:gd name="T14" fmla="*/ 48 w 48"/>
                  <a:gd name="T15" fmla="*/ 6 h 89"/>
                  <a:gd name="T16" fmla="*/ 48 w 48"/>
                  <a:gd name="T17" fmla="*/ 89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8" h="89">
                    <a:moveTo>
                      <a:pt x="48" y="89"/>
                    </a:moveTo>
                    <a:cubicBezTo>
                      <a:pt x="0" y="89"/>
                      <a:pt x="0" y="89"/>
                      <a:pt x="0" y="89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4"/>
                      <a:pt x="0" y="3"/>
                      <a:pt x="1" y="2"/>
                    </a:cubicBezTo>
                    <a:cubicBezTo>
                      <a:pt x="2" y="1"/>
                      <a:pt x="4" y="0"/>
                      <a:pt x="5" y="0"/>
                    </a:cubicBezTo>
                    <a:cubicBezTo>
                      <a:pt x="43" y="0"/>
                      <a:pt x="43" y="0"/>
                      <a:pt x="43" y="0"/>
                    </a:cubicBezTo>
                    <a:cubicBezTo>
                      <a:pt x="44" y="0"/>
                      <a:pt x="45" y="1"/>
                      <a:pt x="46" y="2"/>
                    </a:cubicBezTo>
                    <a:cubicBezTo>
                      <a:pt x="47" y="3"/>
                      <a:pt x="48" y="4"/>
                      <a:pt x="48" y="6"/>
                    </a:cubicBezTo>
                    <a:cubicBezTo>
                      <a:pt x="48" y="89"/>
                      <a:pt x="48" y="89"/>
                      <a:pt x="48" y="8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0" name="Freeform 18"/>
              <p:cNvSpPr>
                <a:spLocks/>
              </p:cNvSpPr>
              <p:nvPr/>
            </p:nvSpPr>
            <p:spPr bwMode="auto">
              <a:xfrm>
                <a:off x="1901" y="1205"/>
                <a:ext cx="84" cy="237"/>
              </a:xfrm>
              <a:custGeom>
                <a:avLst/>
                <a:gdLst>
                  <a:gd name="T0" fmla="*/ 79 w 84"/>
                  <a:gd name="T1" fmla="*/ 64 h 237"/>
                  <a:gd name="T2" fmla="*/ 84 w 84"/>
                  <a:gd name="T3" fmla="*/ 62 h 237"/>
                  <a:gd name="T4" fmla="*/ 83 w 84"/>
                  <a:gd name="T5" fmla="*/ 56 h 237"/>
                  <a:gd name="T6" fmla="*/ 46 w 84"/>
                  <a:gd name="T7" fmla="*/ 2 h 237"/>
                  <a:gd name="T8" fmla="*/ 42 w 84"/>
                  <a:gd name="T9" fmla="*/ 0 h 237"/>
                  <a:gd name="T10" fmla="*/ 38 w 84"/>
                  <a:gd name="T11" fmla="*/ 2 h 237"/>
                  <a:gd name="T12" fmla="*/ 1 w 84"/>
                  <a:gd name="T13" fmla="*/ 56 h 237"/>
                  <a:gd name="T14" fmla="*/ 1 w 84"/>
                  <a:gd name="T15" fmla="*/ 62 h 237"/>
                  <a:gd name="T16" fmla="*/ 5 w 84"/>
                  <a:gd name="T17" fmla="*/ 64 h 237"/>
                  <a:gd name="T18" fmla="*/ 18 w 84"/>
                  <a:gd name="T19" fmla="*/ 64 h 237"/>
                  <a:gd name="T20" fmla="*/ 18 w 84"/>
                  <a:gd name="T21" fmla="*/ 237 h 237"/>
                  <a:gd name="T22" fmla="*/ 66 w 84"/>
                  <a:gd name="T23" fmla="*/ 237 h 237"/>
                  <a:gd name="T24" fmla="*/ 66 w 84"/>
                  <a:gd name="T25" fmla="*/ 64 h 237"/>
                  <a:gd name="T26" fmla="*/ 79 w 84"/>
                  <a:gd name="T27" fmla="*/ 64 h 2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84" h="237">
                    <a:moveTo>
                      <a:pt x="79" y="64"/>
                    </a:moveTo>
                    <a:cubicBezTo>
                      <a:pt x="81" y="64"/>
                      <a:pt x="83" y="63"/>
                      <a:pt x="84" y="62"/>
                    </a:cubicBezTo>
                    <a:cubicBezTo>
                      <a:pt x="84" y="60"/>
                      <a:pt x="84" y="58"/>
                      <a:pt x="83" y="56"/>
                    </a:cubicBezTo>
                    <a:cubicBezTo>
                      <a:pt x="46" y="2"/>
                      <a:pt x="46" y="2"/>
                      <a:pt x="46" y="2"/>
                    </a:cubicBezTo>
                    <a:cubicBezTo>
                      <a:pt x="45" y="1"/>
                      <a:pt x="44" y="0"/>
                      <a:pt x="42" y="0"/>
                    </a:cubicBezTo>
                    <a:cubicBezTo>
                      <a:pt x="40" y="0"/>
                      <a:pt x="39" y="1"/>
                      <a:pt x="38" y="2"/>
                    </a:cubicBezTo>
                    <a:cubicBezTo>
                      <a:pt x="1" y="56"/>
                      <a:pt x="1" y="56"/>
                      <a:pt x="1" y="56"/>
                    </a:cubicBezTo>
                    <a:cubicBezTo>
                      <a:pt x="0" y="58"/>
                      <a:pt x="0" y="60"/>
                      <a:pt x="1" y="62"/>
                    </a:cubicBezTo>
                    <a:cubicBezTo>
                      <a:pt x="1" y="63"/>
                      <a:pt x="3" y="64"/>
                      <a:pt x="5" y="64"/>
                    </a:cubicBezTo>
                    <a:cubicBezTo>
                      <a:pt x="18" y="64"/>
                      <a:pt x="18" y="64"/>
                      <a:pt x="18" y="64"/>
                    </a:cubicBezTo>
                    <a:cubicBezTo>
                      <a:pt x="18" y="237"/>
                      <a:pt x="18" y="237"/>
                      <a:pt x="18" y="237"/>
                    </a:cubicBezTo>
                    <a:cubicBezTo>
                      <a:pt x="66" y="237"/>
                      <a:pt x="66" y="237"/>
                      <a:pt x="66" y="237"/>
                    </a:cubicBezTo>
                    <a:cubicBezTo>
                      <a:pt x="66" y="64"/>
                      <a:pt x="66" y="64"/>
                      <a:pt x="66" y="64"/>
                    </a:cubicBezTo>
                    <a:lnTo>
                      <a:pt x="79" y="6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1" name="Freeform 19"/>
              <p:cNvSpPr>
                <a:spLocks/>
              </p:cNvSpPr>
              <p:nvPr/>
            </p:nvSpPr>
            <p:spPr bwMode="auto">
              <a:xfrm>
                <a:off x="1552" y="1187"/>
                <a:ext cx="510" cy="276"/>
              </a:xfrm>
              <a:custGeom>
                <a:avLst/>
                <a:gdLst>
                  <a:gd name="T0" fmla="*/ 8 w 512"/>
                  <a:gd name="T1" fmla="*/ 268 h 276"/>
                  <a:gd name="T2" fmla="*/ 8 w 512"/>
                  <a:gd name="T3" fmla="*/ 4 h 276"/>
                  <a:gd name="T4" fmla="*/ 7 w 512"/>
                  <a:gd name="T5" fmla="*/ 1 h 276"/>
                  <a:gd name="T6" fmla="*/ 4 w 512"/>
                  <a:gd name="T7" fmla="*/ 0 h 276"/>
                  <a:gd name="T8" fmla="*/ 4 w 512"/>
                  <a:gd name="T9" fmla="*/ 0 h 276"/>
                  <a:gd name="T10" fmla="*/ 1 w 512"/>
                  <a:gd name="T11" fmla="*/ 1 h 276"/>
                  <a:gd name="T12" fmla="*/ 0 w 512"/>
                  <a:gd name="T13" fmla="*/ 4 h 276"/>
                  <a:gd name="T14" fmla="*/ 0 w 512"/>
                  <a:gd name="T15" fmla="*/ 276 h 276"/>
                  <a:gd name="T16" fmla="*/ 508 w 512"/>
                  <a:gd name="T17" fmla="*/ 276 h 276"/>
                  <a:gd name="T18" fmla="*/ 511 w 512"/>
                  <a:gd name="T19" fmla="*/ 275 h 276"/>
                  <a:gd name="T20" fmla="*/ 512 w 512"/>
                  <a:gd name="T21" fmla="*/ 272 h 276"/>
                  <a:gd name="T22" fmla="*/ 512 w 512"/>
                  <a:gd name="T23" fmla="*/ 272 h 276"/>
                  <a:gd name="T24" fmla="*/ 511 w 512"/>
                  <a:gd name="T25" fmla="*/ 269 h 276"/>
                  <a:gd name="T26" fmla="*/ 508 w 512"/>
                  <a:gd name="T27" fmla="*/ 268 h 276"/>
                  <a:gd name="T28" fmla="*/ 8 w 512"/>
                  <a:gd name="T29" fmla="*/ 268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12" h="276">
                    <a:moveTo>
                      <a:pt x="8" y="268"/>
                    </a:moveTo>
                    <a:cubicBezTo>
                      <a:pt x="8" y="4"/>
                      <a:pt x="8" y="4"/>
                      <a:pt x="8" y="4"/>
                    </a:cubicBezTo>
                    <a:cubicBezTo>
                      <a:pt x="8" y="3"/>
                      <a:pt x="8" y="2"/>
                      <a:pt x="7" y="1"/>
                    </a:cubicBezTo>
                    <a:cubicBezTo>
                      <a:pt x="6" y="1"/>
                      <a:pt x="5" y="0"/>
                      <a:pt x="4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3" y="0"/>
                      <a:pt x="2" y="1"/>
                      <a:pt x="1" y="1"/>
                    </a:cubicBezTo>
                    <a:cubicBezTo>
                      <a:pt x="0" y="2"/>
                      <a:pt x="0" y="3"/>
                      <a:pt x="0" y="4"/>
                    </a:cubicBezTo>
                    <a:cubicBezTo>
                      <a:pt x="0" y="276"/>
                      <a:pt x="0" y="276"/>
                      <a:pt x="0" y="276"/>
                    </a:cubicBezTo>
                    <a:cubicBezTo>
                      <a:pt x="508" y="276"/>
                      <a:pt x="508" y="276"/>
                      <a:pt x="508" y="276"/>
                    </a:cubicBezTo>
                    <a:cubicBezTo>
                      <a:pt x="509" y="276"/>
                      <a:pt x="510" y="276"/>
                      <a:pt x="511" y="275"/>
                    </a:cubicBezTo>
                    <a:cubicBezTo>
                      <a:pt x="512" y="274"/>
                      <a:pt x="512" y="273"/>
                      <a:pt x="512" y="272"/>
                    </a:cubicBezTo>
                    <a:cubicBezTo>
                      <a:pt x="512" y="272"/>
                      <a:pt x="512" y="272"/>
                      <a:pt x="512" y="272"/>
                    </a:cubicBezTo>
                    <a:cubicBezTo>
                      <a:pt x="512" y="271"/>
                      <a:pt x="512" y="270"/>
                      <a:pt x="511" y="269"/>
                    </a:cubicBezTo>
                    <a:cubicBezTo>
                      <a:pt x="510" y="268"/>
                      <a:pt x="509" y="268"/>
                      <a:pt x="508" y="268"/>
                    </a:cubicBezTo>
                    <a:cubicBezTo>
                      <a:pt x="8" y="268"/>
                      <a:pt x="8" y="268"/>
                      <a:pt x="8" y="26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48" name="矩形 47"/>
            <p:cNvSpPr/>
            <p:nvPr/>
          </p:nvSpPr>
          <p:spPr>
            <a:xfrm>
              <a:off x="9769698" y="5249766"/>
              <a:ext cx="1896121" cy="89255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 defTabSz="609585">
                <a:lnSpc>
                  <a:spcPct val="130000"/>
                </a:lnSpc>
              </a:pPr>
              <a:r>
                <a:rPr lang="zh-CN" altLang="en-US" sz="1000" dirty="0">
                  <a:latin typeface="微软雅黑" charset="0"/>
                  <a:ea typeface="微软雅黑" charset="0"/>
                </a:rPr>
                <a:t>标题数字等都可以通过点击和重新输入进行更改，顶部“开始”面板中可以对字体、字号、颜色、行距等进行修改。</a:t>
              </a:r>
            </a:p>
          </p:txBody>
        </p:sp>
      </p:grpSp>
      <p:cxnSp>
        <p:nvCxnSpPr>
          <p:cNvPr id="52" name="直接连接符 51"/>
          <p:cNvCxnSpPr/>
          <p:nvPr/>
        </p:nvCxnSpPr>
        <p:spPr>
          <a:xfrm>
            <a:off x="640573" y="2245699"/>
            <a:ext cx="1747027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3" name="矩形 52"/>
          <p:cNvSpPr/>
          <p:nvPr/>
        </p:nvSpPr>
        <p:spPr>
          <a:xfrm>
            <a:off x="558800" y="2291014"/>
            <a:ext cx="1885950" cy="1292662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just" defTabSz="609585">
              <a:lnSpc>
                <a:spcPct val="130000"/>
              </a:lnSpc>
            </a:pPr>
            <a:r>
              <a:rPr lang="zh-CN" altLang="en-US" sz="1200" dirty="0">
                <a:solidFill>
                  <a:schemeClr val="bg1"/>
                </a:solidFill>
                <a:latin typeface="微软雅黑" charset="0"/>
                <a:ea typeface="微软雅黑" charset="0"/>
              </a:rPr>
              <a:t>标题数字等都可以通过点击和重新输入进行更改，顶部“开始”面板中可以对字体、字号、颜色、行距等进行修改。</a:t>
            </a:r>
            <a:endParaRPr lang="en-US" altLang="zh-CN" sz="1200" dirty="0">
              <a:solidFill>
                <a:schemeClr val="bg1"/>
              </a:solidFill>
              <a:latin typeface="微软雅黑" charset="0"/>
              <a:ea typeface="微软雅黑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3053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分析讨论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Part Four</a:t>
            </a:r>
          </a:p>
        </p:txBody>
      </p:sp>
      <p:pic>
        <p:nvPicPr>
          <p:cNvPr id="4" name="图片 3">
            <a:hlinkClick r:id="rId2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1600" y="6300817"/>
            <a:ext cx="1828800" cy="243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68870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分析讨论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Part Four</a:t>
            </a:r>
          </a:p>
        </p:txBody>
      </p:sp>
      <p:pic>
        <p:nvPicPr>
          <p:cNvPr id="4" name="图片 3">
            <a:hlinkClick r:id="rId2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800" y="6334619"/>
            <a:ext cx="1828800" cy="241402"/>
          </a:xfrm>
          <a:prstGeom prst="rect">
            <a:avLst/>
          </a:prstGeom>
        </p:spPr>
      </p:pic>
      <p:graphicFrame>
        <p:nvGraphicFramePr>
          <p:cNvPr id="5" name="Content Placeholder 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00468618"/>
              </p:ext>
            </p:extLst>
          </p:nvPr>
        </p:nvGraphicFramePr>
        <p:xfrm>
          <a:off x="4304522" y="622663"/>
          <a:ext cx="6877829" cy="4406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25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25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25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8254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8254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8254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8254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50817">
                <a:tc>
                  <a:txBody>
                    <a:bodyPr/>
                    <a:lstStyle/>
                    <a:p>
                      <a:pPr algn="l"/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600" b="1" dirty="0">
                          <a:solidFill>
                            <a:srgbClr val="FFFFFF"/>
                          </a:solidFill>
                        </a:rPr>
                        <a:t>Text</a:t>
                      </a:r>
                      <a:endParaRPr lang="en-US" sz="1600" b="1" dirty="0">
                        <a:solidFill>
                          <a:srgbClr val="FFFFFF"/>
                        </a:solidFill>
                      </a:endParaRPr>
                    </a:p>
                  </a:txBody>
                  <a:tcPr marL="121920" marR="121920" marT="60960" marB="60960" anchor="ctr">
                    <a:lnL w="31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Segoe UI"/>
                          <a:ea typeface="微软雅黑"/>
                          <a:cs typeface="+mn-cs"/>
                        </a:rPr>
                        <a:t>Text</a:t>
                      </a:r>
                    </a:p>
                  </a:txBody>
                  <a:tcPr marL="121920" marR="121920" marT="60960" marB="60960" anchor="ctr">
                    <a:lnL w="31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Segoe UI"/>
                          <a:ea typeface="微软雅黑"/>
                          <a:cs typeface="+mn-cs"/>
                        </a:rPr>
                        <a:t>Text</a:t>
                      </a:r>
                    </a:p>
                  </a:txBody>
                  <a:tcPr marL="121920" marR="121920" marT="60960" marB="60960" anchor="ctr">
                    <a:lnL w="31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Segoe UI"/>
                          <a:ea typeface="微软雅黑"/>
                          <a:cs typeface="+mn-cs"/>
                        </a:rPr>
                        <a:t>Text</a:t>
                      </a:r>
                    </a:p>
                  </a:txBody>
                  <a:tcPr marL="121920" marR="121920" marT="60960" marB="60960" anchor="ctr">
                    <a:lnL w="31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Segoe UI"/>
                          <a:ea typeface="微软雅黑"/>
                          <a:cs typeface="+mn-cs"/>
                        </a:rPr>
                        <a:t>Text</a:t>
                      </a:r>
                    </a:p>
                  </a:txBody>
                  <a:tcPr marL="121920" marR="121920" marT="60960" marB="60960" anchor="ctr">
                    <a:lnL w="31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Segoe UI"/>
                          <a:ea typeface="微软雅黑"/>
                          <a:cs typeface="+mn-cs"/>
                        </a:rPr>
                        <a:t>Text</a:t>
                      </a:r>
                    </a:p>
                  </a:txBody>
                  <a:tcPr marL="121920" marR="121920" marT="60960" marB="60960" anchor="ctr">
                    <a:lnL w="31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0817"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Text</a:t>
                      </a:r>
                    </a:p>
                  </a:txBody>
                  <a:tcPr marL="121920" marR="121920" marT="60960" marB="60960" anchor="ctr">
                    <a:lnL w="31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540</a:t>
                      </a:r>
                    </a:p>
                  </a:txBody>
                  <a:tcPr marL="121920" marR="121920" marT="60960" marB="60960" anchor="ctr">
                    <a:lnL w="31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540</a:t>
                      </a:r>
                    </a:p>
                  </a:txBody>
                  <a:tcPr marL="121920" marR="121920" marT="60960" marB="60960" anchor="ctr">
                    <a:lnL w="31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540</a:t>
                      </a:r>
                    </a:p>
                  </a:txBody>
                  <a:tcPr marL="121920" marR="121920" marT="60960" marB="60960" anchor="ctr">
                    <a:lnL w="31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540</a:t>
                      </a:r>
                    </a:p>
                  </a:txBody>
                  <a:tcPr marL="121920" marR="121920" marT="60960" marB="60960" anchor="ctr">
                    <a:lnL w="31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540</a:t>
                      </a:r>
                    </a:p>
                  </a:txBody>
                  <a:tcPr marL="121920" marR="121920" marT="60960" marB="60960" anchor="ctr">
                    <a:lnL w="31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540</a:t>
                      </a:r>
                    </a:p>
                  </a:txBody>
                  <a:tcPr marL="121920" marR="121920" marT="60960" marB="60960" anchor="ctr">
                    <a:lnL w="31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0817"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Text</a:t>
                      </a:r>
                    </a:p>
                  </a:txBody>
                  <a:tcPr marL="121920" marR="121920" marT="60960" marB="60960" anchor="ctr">
                    <a:lnL w="31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300</a:t>
                      </a:r>
                    </a:p>
                  </a:txBody>
                  <a:tcPr marL="121920" marR="121920" marT="60960" marB="60960" anchor="ctr">
                    <a:lnL w="31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300</a:t>
                      </a:r>
                    </a:p>
                  </a:txBody>
                  <a:tcPr marL="121920" marR="121920" marT="60960" marB="60960" anchor="ctr">
                    <a:lnL w="31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300</a:t>
                      </a:r>
                    </a:p>
                  </a:txBody>
                  <a:tcPr marL="121920" marR="121920" marT="60960" marB="60960" anchor="ctr">
                    <a:lnL w="31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300</a:t>
                      </a:r>
                    </a:p>
                  </a:txBody>
                  <a:tcPr marL="121920" marR="121920" marT="60960" marB="60960" anchor="ctr">
                    <a:lnL w="31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300</a:t>
                      </a:r>
                    </a:p>
                  </a:txBody>
                  <a:tcPr marL="121920" marR="121920" marT="60960" marB="60960" anchor="ctr">
                    <a:lnL w="31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300</a:t>
                      </a:r>
                    </a:p>
                  </a:txBody>
                  <a:tcPr marL="121920" marR="121920" marT="60960" marB="60960" anchor="ctr">
                    <a:lnL w="31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0817"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Text</a:t>
                      </a:r>
                    </a:p>
                  </a:txBody>
                  <a:tcPr marL="121920" marR="121920" marT="60960" marB="60960" anchor="ctr">
                    <a:lnL w="31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250</a:t>
                      </a:r>
                    </a:p>
                  </a:txBody>
                  <a:tcPr marL="121920" marR="121920" marT="60960" marB="60960" anchor="ctr">
                    <a:lnL w="31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250</a:t>
                      </a:r>
                    </a:p>
                  </a:txBody>
                  <a:tcPr marL="121920" marR="121920" marT="60960" marB="60960" anchor="ctr">
                    <a:lnL w="31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250</a:t>
                      </a:r>
                    </a:p>
                  </a:txBody>
                  <a:tcPr marL="121920" marR="121920" marT="60960" marB="60960" anchor="ctr">
                    <a:lnL w="31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250</a:t>
                      </a:r>
                    </a:p>
                  </a:txBody>
                  <a:tcPr marL="121920" marR="121920" marT="60960" marB="60960" anchor="ctr">
                    <a:lnL w="31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250</a:t>
                      </a:r>
                    </a:p>
                  </a:txBody>
                  <a:tcPr marL="121920" marR="121920" marT="60960" marB="60960" anchor="ctr">
                    <a:lnL w="31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250</a:t>
                      </a:r>
                    </a:p>
                  </a:txBody>
                  <a:tcPr marL="121920" marR="121920" marT="60960" marB="60960" anchor="ctr">
                    <a:lnL w="31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0817"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Text</a:t>
                      </a:r>
                    </a:p>
                  </a:txBody>
                  <a:tcPr marL="121920" marR="121920" marT="60960" marB="60960" anchor="ctr">
                    <a:lnL w="31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600</a:t>
                      </a:r>
                    </a:p>
                  </a:txBody>
                  <a:tcPr marL="121920" marR="121920" marT="60960" marB="60960" anchor="ctr">
                    <a:lnL w="31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600</a:t>
                      </a:r>
                    </a:p>
                  </a:txBody>
                  <a:tcPr marL="121920" marR="121920" marT="60960" marB="60960" anchor="ctr">
                    <a:lnL w="31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600</a:t>
                      </a:r>
                    </a:p>
                  </a:txBody>
                  <a:tcPr marL="121920" marR="121920" marT="60960" marB="60960" anchor="ctr">
                    <a:lnL w="31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600</a:t>
                      </a:r>
                    </a:p>
                  </a:txBody>
                  <a:tcPr marL="121920" marR="121920" marT="60960" marB="60960" anchor="ctr">
                    <a:lnL w="31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600</a:t>
                      </a:r>
                    </a:p>
                  </a:txBody>
                  <a:tcPr marL="121920" marR="121920" marT="60960" marB="60960" anchor="ctr">
                    <a:lnL w="31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600</a:t>
                      </a:r>
                    </a:p>
                  </a:txBody>
                  <a:tcPr marL="121920" marR="121920" marT="60960" marB="60960" anchor="ctr">
                    <a:lnL w="31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0817"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Text</a:t>
                      </a:r>
                    </a:p>
                  </a:txBody>
                  <a:tcPr marL="121920" marR="121920" marT="60960" marB="60960" anchor="ctr">
                    <a:lnL w="31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550</a:t>
                      </a:r>
                    </a:p>
                  </a:txBody>
                  <a:tcPr marL="121920" marR="121920" marT="60960" marB="60960" anchor="ctr">
                    <a:lnL w="31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550</a:t>
                      </a:r>
                    </a:p>
                  </a:txBody>
                  <a:tcPr marL="121920" marR="121920" marT="60960" marB="60960" anchor="ctr">
                    <a:lnL w="31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550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121920" marR="121920" marT="60960" marB="60960" anchor="ctr">
                    <a:lnL w="31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550</a:t>
                      </a:r>
                    </a:p>
                  </a:txBody>
                  <a:tcPr marL="121920" marR="121920" marT="60960" marB="60960" anchor="ctr">
                    <a:lnL w="31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550</a:t>
                      </a:r>
                    </a:p>
                  </a:txBody>
                  <a:tcPr marL="121920" marR="121920" marT="60960" marB="60960" anchor="ctr">
                    <a:lnL w="31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550</a:t>
                      </a:r>
                    </a:p>
                  </a:txBody>
                  <a:tcPr marL="121920" marR="121920" marT="60960" marB="60960" anchor="ctr">
                    <a:lnL w="31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0817"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Text</a:t>
                      </a:r>
                    </a:p>
                  </a:txBody>
                  <a:tcPr marL="121920" marR="121920" marT="60960" marB="60960" anchor="ctr">
                    <a:lnL w="31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800</a:t>
                      </a:r>
                    </a:p>
                  </a:txBody>
                  <a:tcPr marL="121920" marR="121920" marT="60960" marB="60960" anchor="ctr">
                    <a:lnL w="31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800</a:t>
                      </a:r>
                    </a:p>
                  </a:txBody>
                  <a:tcPr marL="121920" marR="121920" marT="60960" marB="60960" anchor="ctr">
                    <a:lnL w="31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800</a:t>
                      </a:r>
                    </a:p>
                  </a:txBody>
                  <a:tcPr marL="121920" marR="121920" marT="60960" marB="60960" anchor="ctr">
                    <a:lnL w="31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800</a:t>
                      </a:r>
                    </a:p>
                  </a:txBody>
                  <a:tcPr marL="121920" marR="121920" marT="60960" marB="60960" anchor="ctr">
                    <a:lnL w="31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800</a:t>
                      </a:r>
                    </a:p>
                  </a:txBody>
                  <a:tcPr marL="121920" marR="121920" marT="60960" marB="60960" anchor="ctr">
                    <a:lnL w="31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800</a:t>
                      </a:r>
                    </a:p>
                  </a:txBody>
                  <a:tcPr marL="121920" marR="121920" marT="60960" marB="60960" anchor="ctr">
                    <a:lnL w="31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50817"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Text</a:t>
                      </a:r>
                    </a:p>
                  </a:txBody>
                  <a:tcPr marL="121920" marR="121920" marT="60960" marB="60960" anchor="ctr">
                    <a:lnL w="31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4500</a:t>
                      </a:r>
                    </a:p>
                  </a:txBody>
                  <a:tcPr marL="121920" marR="121920" marT="60960" marB="60960" anchor="ctr">
                    <a:lnL w="31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4500</a:t>
                      </a:r>
                    </a:p>
                  </a:txBody>
                  <a:tcPr marL="121920" marR="121920" marT="60960" marB="60960" anchor="ctr">
                    <a:lnL w="31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4500</a:t>
                      </a:r>
                    </a:p>
                  </a:txBody>
                  <a:tcPr marL="121920" marR="121920" marT="60960" marB="60960" anchor="ctr">
                    <a:lnL w="31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4500</a:t>
                      </a:r>
                    </a:p>
                  </a:txBody>
                  <a:tcPr marL="121920" marR="121920" marT="60960" marB="60960" anchor="ctr">
                    <a:lnL w="31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4500</a:t>
                      </a:r>
                    </a:p>
                  </a:txBody>
                  <a:tcPr marL="121920" marR="121920" marT="60960" marB="60960" anchor="ctr">
                    <a:lnL w="31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4500</a:t>
                      </a:r>
                    </a:p>
                  </a:txBody>
                  <a:tcPr marL="121920" marR="121920" marT="60960" marB="60960" anchor="ctr">
                    <a:lnL w="31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cxnSp>
        <p:nvCxnSpPr>
          <p:cNvPr id="6" name="直接连接符 5"/>
          <p:cNvCxnSpPr/>
          <p:nvPr/>
        </p:nvCxnSpPr>
        <p:spPr>
          <a:xfrm>
            <a:off x="4304523" y="484717"/>
            <a:ext cx="687782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4216609" y="5304692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609585"/>
            <a:r>
              <a:rPr lang="zh-CN" altLang="en-US" b="1" dirty="0">
                <a:ea typeface="微软雅黑" charset="0"/>
              </a:rPr>
              <a:t>点击此处添加标题</a:t>
            </a:r>
          </a:p>
        </p:txBody>
      </p:sp>
      <p:sp>
        <p:nvSpPr>
          <p:cNvPr id="8" name="矩形 7"/>
          <p:cNvSpPr/>
          <p:nvPr/>
        </p:nvSpPr>
        <p:spPr>
          <a:xfrm>
            <a:off x="4216608" y="5644913"/>
            <a:ext cx="7111511" cy="8125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609585">
              <a:lnSpc>
                <a:spcPct val="130000"/>
              </a:lnSpc>
            </a:pPr>
            <a:r>
              <a:rPr lang="zh-CN" altLang="en-US" sz="1200" dirty="0">
                <a:latin typeface="微软雅黑" charset="0"/>
                <a:ea typeface="微软雅黑" charset="0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200" dirty="0">
                <a:latin typeface="微软雅黑" charset="0"/>
                <a:ea typeface="微软雅黑" charset="0"/>
              </a:rPr>
              <a:t>8-14</a:t>
            </a:r>
            <a:r>
              <a:rPr lang="zh-CN" altLang="en-US" sz="1200" dirty="0">
                <a:latin typeface="微软雅黑" charset="0"/>
                <a:ea typeface="微软雅黑" charset="0"/>
              </a:rPr>
              <a:t>号字，</a:t>
            </a:r>
            <a:r>
              <a:rPr lang="en-US" altLang="zh-CN" sz="1200" dirty="0">
                <a:latin typeface="微软雅黑" charset="0"/>
                <a:ea typeface="微软雅黑" charset="0"/>
              </a:rPr>
              <a:t>1.3</a:t>
            </a:r>
            <a:r>
              <a:rPr lang="zh-CN" altLang="en-US" sz="1200" dirty="0">
                <a:latin typeface="微软雅黑" charset="0"/>
                <a:ea typeface="微软雅黑" charset="0"/>
              </a:rPr>
              <a:t>倍字间距。标题数字等都可以通过点击和重新输入进行更改，顶部“开始”面板中可以对字体、字号、颜色、行距等进行修改。</a:t>
            </a:r>
          </a:p>
        </p:txBody>
      </p:sp>
      <p:cxnSp>
        <p:nvCxnSpPr>
          <p:cNvPr id="9" name="直接连接符 8"/>
          <p:cNvCxnSpPr/>
          <p:nvPr/>
        </p:nvCxnSpPr>
        <p:spPr>
          <a:xfrm>
            <a:off x="4304523" y="5178869"/>
            <a:ext cx="687782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7345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分析讨论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Part Four</a:t>
            </a:r>
          </a:p>
        </p:txBody>
      </p:sp>
      <p:pic>
        <p:nvPicPr>
          <p:cNvPr id="4" name="图片 3">
            <a:hlinkClick r:id="rId2"/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800" y="6334619"/>
            <a:ext cx="1828800" cy="241402"/>
          </a:xfrm>
          <a:prstGeom prst="rect">
            <a:avLst/>
          </a:prstGeom>
        </p:spPr>
      </p:pic>
      <p:sp>
        <p:nvSpPr>
          <p:cNvPr id="22" name="Hexagon 18"/>
          <p:cNvSpPr/>
          <p:nvPr/>
        </p:nvSpPr>
        <p:spPr>
          <a:xfrm rot="5400000">
            <a:off x="7868497" y="4116490"/>
            <a:ext cx="2135583" cy="1857309"/>
          </a:xfrm>
          <a:prstGeom prst="hexagon">
            <a:avLst>
              <a:gd name="adj" fmla="val 28802"/>
              <a:gd name="vf" fmla="val 115470"/>
            </a:avLst>
          </a:prstGeom>
          <a:solidFill>
            <a:schemeClr val="bg1">
              <a:alpha val="94000"/>
            </a:schemeClr>
          </a:solidFill>
          <a:ln>
            <a:noFill/>
          </a:ln>
          <a:effectLst/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vert270" wrap="square" lIns="487680" tIns="0" rIns="0" bIns="0" numCol="1" spcCol="1270" anchor="t" anchorCtr="0">
            <a:noAutofit/>
          </a:bodyPr>
          <a:lstStyle/>
          <a:p>
            <a:pPr algn="ctr" defTabSz="609585"/>
            <a:r>
              <a:rPr lang="zh-CN" altLang="en-US" sz="2000" dirty="0">
                <a:solidFill>
                  <a:schemeClr val="tx1"/>
                </a:solidFill>
                <a:ea typeface="微软雅黑" charset="0"/>
              </a:rPr>
              <a:t>点击此处</a:t>
            </a:r>
            <a:endParaRPr lang="en-US" altLang="zh-CN" sz="2000" dirty="0">
              <a:solidFill>
                <a:schemeClr val="tx1"/>
              </a:solidFill>
              <a:ea typeface="微软雅黑" charset="0"/>
            </a:endParaRPr>
          </a:p>
          <a:p>
            <a:pPr algn="ctr" defTabSz="609585"/>
            <a:r>
              <a:rPr lang="zh-CN" altLang="en-US" sz="2000" dirty="0">
                <a:solidFill>
                  <a:schemeClr val="tx1"/>
                </a:solidFill>
                <a:ea typeface="微软雅黑" charset="0"/>
              </a:rPr>
              <a:t>添加标题</a:t>
            </a:r>
          </a:p>
        </p:txBody>
      </p:sp>
      <p:sp>
        <p:nvSpPr>
          <p:cNvPr id="23" name="Trapezoid 31"/>
          <p:cNvSpPr/>
          <p:nvPr/>
        </p:nvSpPr>
        <p:spPr>
          <a:xfrm rot="19800000">
            <a:off x="7886186" y="4238323"/>
            <a:ext cx="1260245" cy="164947"/>
          </a:xfrm>
          <a:prstGeom prst="trapezoid">
            <a:avLst>
              <a:gd name="adj" fmla="val 58035"/>
            </a:avLst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/>
          </a:p>
        </p:txBody>
      </p:sp>
      <p:sp>
        <p:nvSpPr>
          <p:cNvPr id="24" name="Hexagon 33"/>
          <p:cNvSpPr/>
          <p:nvPr/>
        </p:nvSpPr>
        <p:spPr>
          <a:xfrm rot="5400000">
            <a:off x="5973970" y="4116490"/>
            <a:ext cx="2135583" cy="1857309"/>
          </a:xfrm>
          <a:prstGeom prst="hexagon">
            <a:avLst>
              <a:gd name="adj" fmla="val 28802"/>
              <a:gd name="vf" fmla="val 115470"/>
            </a:avLst>
          </a:prstGeom>
          <a:solidFill>
            <a:schemeClr val="bg1">
              <a:alpha val="94000"/>
            </a:schemeClr>
          </a:solidFill>
          <a:ln>
            <a:noFill/>
          </a:ln>
          <a:effectLst/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vert270" wrap="square" lIns="487680" tIns="0" rIns="0" bIns="0" numCol="1" spcCol="1270" anchor="t" anchorCtr="0">
            <a:noAutofit/>
          </a:bodyPr>
          <a:lstStyle/>
          <a:p>
            <a:pPr algn="ctr" defTabSz="609585"/>
            <a:r>
              <a:rPr lang="zh-CN" altLang="en-US" sz="2000" dirty="0">
                <a:solidFill>
                  <a:schemeClr val="tx1"/>
                </a:solidFill>
                <a:ea typeface="微软雅黑" charset="0"/>
              </a:rPr>
              <a:t>点击此处</a:t>
            </a:r>
            <a:endParaRPr lang="en-US" altLang="zh-CN" sz="2000" dirty="0">
              <a:solidFill>
                <a:schemeClr val="tx1"/>
              </a:solidFill>
              <a:ea typeface="微软雅黑" charset="0"/>
            </a:endParaRPr>
          </a:p>
          <a:p>
            <a:pPr algn="ctr" defTabSz="609585"/>
            <a:r>
              <a:rPr lang="zh-CN" altLang="en-US" sz="2000" dirty="0">
                <a:solidFill>
                  <a:schemeClr val="tx1"/>
                </a:solidFill>
                <a:ea typeface="微软雅黑" charset="0"/>
              </a:rPr>
              <a:t>添加标题</a:t>
            </a:r>
          </a:p>
        </p:txBody>
      </p:sp>
      <p:sp>
        <p:nvSpPr>
          <p:cNvPr id="25" name="Trapezoid 32"/>
          <p:cNvSpPr/>
          <p:nvPr/>
        </p:nvSpPr>
        <p:spPr>
          <a:xfrm rot="1800000">
            <a:off x="6832768" y="4236432"/>
            <a:ext cx="1260245" cy="164947"/>
          </a:xfrm>
          <a:prstGeom prst="trapezoid">
            <a:avLst>
              <a:gd name="adj" fmla="val 58035"/>
            </a:avLst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/>
          </a:p>
        </p:txBody>
      </p:sp>
      <p:sp>
        <p:nvSpPr>
          <p:cNvPr id="26" name="Hexagon 34"/>
          <p:cNvSpPr/>
          <p:nvPr/>
        </p:nvSpPr>
        <p:spPr>
          <a:xfrm rot="5400000">
            <a:off x="7868497" y="816471"/>
            <a:ext cx="2135583" cy="1857309"/>
          </a:xfrm>
          <a:prstGeom prst="hexagon">
            <a:avLst>
              <a:gd name="adj" fmla="val 28802"/>
              <a:gd name="vf" fmla="val 115470"/>
            </a:avLst>
          </a:prstGeom>
          <a:solidFill>
            <a:schemeClr val="bg1">
              <a:alpha val="94000"/>
            </a:schemeClr>
          </a:solidFill>
          <a:ln>
            <a:noFill/>
          </a:ln>
          <a:effectLst/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vert270" wrap="square" lIns="487680" tIns="0" rIns="0" bIns="0" numCol="1" spcCol="1270" anchor="t" anchorCtr="0">
            <a:noAutofit/>
          </a:bodyPr>
          <a:lstStyle/>
          <a:p>
            <a:pPr algn="ctr" defTabSz="888978">
              <a:lnSpc>
                <a:spcPct val="90000"/>
              </a:lnSpc>
              <a:spcBef>
                <a:spcPct val="0"/>
              </a:spcBef>
              <a:spcAft>
                <a:spcPts val="267"/>
              </a:spcAft>
            </a:pPr>
            <a:r>
              <a:rPr lang="zh-CN" altLang="en-US" sz="2000" dirty="0">
                <a:solidFill>
                  <a:schemeClr val="tx1"/>
                </a:solidFill>
              </a:rPr>
              <a:t>点击此处</a:t>
            </a:r>
          </a:p>
          <a:p>
            <a:pPr algn="ctr" defTabSz="888978">
              <a:lnSpc>
                <a:spcPct val="90000"/>
              </a:lnSpc>
              <a:spcBef>
                <a:spcPct val="0"/>
              </a:spcBef>
              <a:spcAft>
                <a:spcPts val="267"/>
              </a:spcAft>
            </a:pPr>
            <a:r>
              <a:rPr lang="zh-CN" altLang="en-US" sz="2000" dirty="0">
                <a:solidFill>
                  <a:schemeClr val="tx1"/>
                </a:solidFill>
              </a:rPr>
              <a:t>添加标题</a:t>
            </a:r>
          </a:p>
        </p:txBody>
      </p:sp>
      <p:sp>
        <p:nvSpPr>
          <p:cNvPr id="27" name="Trapezoid 35"/>
          <p:cNvSpPr/>
          <p:nvPr/>
        </p:nvSpPr>
        <p:spPr>
          <a:xfrm rot="12600000" flipH="1">
            <a:off x="7886186" y="2397543"/>
            <a:ext cx="1260245" cy="164947"/>
          </a:xfrm>
          <a:prstGeom prst="trapezoid">
            <a:avLst>
              <a:gd name="adj" fmla="val 5803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/>
          </a:p>
        </p:txBody>
      </p:sp>
      <p:sp>
        <p:nvSpPr>
          <p:cNvPr id="28" name="Hexagon 36"/>
          <p:cNvSpPr/>
          <p:nvPr/>
        </p:nvSpPr>
        <p:spPr>
          <a:xfrm rot="5400000">
            <a:off x="5973970" y="816471"/>
            <a:ext cx="2135583" cy="1857309"/>
          </a:xfrm>
          <a:prstGeom prst="hexagon">
            <a:avLst>
              <a:gd name="adj" fmla="val 28802"/>
              <a:gd name="vf" fmla="val 115470"/>
            </a:avLst>
          </a:prstGeom>
          <a:solidFill>
            <a:schemeClr val="bg1">
              <a:alpha val="94000"/>
            </a:schemeClr>
          </a:solidFill>
          <a:ln>
            <a:noFill/>
          </a:ln>
          <a:effectLst/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vert270" wrap="square" lIns="487680" tIns="0" rIns="0" bIns="0" numCol="1" spcCol="1270" anchor="t" anchorCtr="0">
            <a:noAutofit/>
          </a:bodyPr>
          <a:lstStyle/>
          <a:p>
            <a:pPr algn="ctr" defTabSz="609585"/>
            <a:r>
              <a:rPr lang="zh-CN" altLang="en-US" sz="2000" dirty="0">
                <a:solidFill>
                  <a:schemeClr val="tx1"/>
                </a:solidFill>
                <a:ea typeface="微软雅黑" charset="0"/>
              </a:rPr>
              <a:t>点击此处</a:t>
            </a:r>
            <a:endParaRPr lang="en-US" altLang="zh-CN" sz="2000" dirty="0">
              <a:solidFill>
                <a:schemeClr val="tx1"/>
              </a:solidFill>
              <a:ea typeface="微软雅黑" charset="0"/>
            </a:endParaRPr>
          </a:p>
          <a:p>
            <a:pPr algn="ctr" defTabSz="609585"/>
            <a:r>
              <a:rPr lang="zh-CN" altLang="en-US" sz="2000" dirty="0">
                <a:solidFill>
                  <a:schemeClr val="tx1"/>
                </a:solidFill>
                <a:ea typeface="微软雅黑" charset="0"/>
              </a:rPr>
              <a:t>添加标题</a:t>
            </a:r>
          </a:p>
        </p:txBody>
      </p:sp>
      <p:sp>
        <p:nvSpPr>
          <p:cNvPr id="29" name="Trapezoid 37"/>
          <p:cNvSpPr/>
          <p:nvPr/>
        </p:nvSpPr>
        <p:spPr>
          <a:xfrm rot="9000000" flipH="1">
            <a:off x="6832768" y="2395651"/>
            <a:ext cx="1260245" cy="164947"/>
          </a:xfrm>
          <a:prstGeom prst="trapezoid">
            <a:avLst>
              <a:gd name="adj" fmla="val 5803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/>
          </a:p>
        </p:txBody>
      </p:sp>
      <p:sp>
        <p:nvSpPr>
          <p:cNvPr id="30" name="Hexagon 39"/>
          <p:cNvSpPr/>
          <p:nvPr/>
        </p:nvSpPr>
        <p:spPr>
          <a:xfrm rot="5400000">
            <a:off x="8801171" y="2462480"/>
            <a:ext cx="2135583" cy="1857309"/>
          </a:xfrm>
          <a:prstGeom prst="hexagon">
            <a:avLst>
              <a:gd name="adj" fmla="val 28802"/>
              <a:gd name="vf" fmla="val 115470"/>
            </a:avLst>
          </a:prstGeom>
          <a:solidFill>
            <a:schemeClr val="bg1">
              <a:alpha val="94000"/>
            </a:schemeClr>
          </a:solidFill>
          <a:ln>
            <a:noFill/>
          </a:ln>
          <a:effectLst/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vert270" wrap="square" lIns="487680" tIns="0" rIns="0" bIns="0" numCol="1" spcCol="1270" anchor="t" anchorCtr="0">
            <a:noAutofit/>
          </a:bodyPr>
          <a:lstStyle/>
          <a:p>
            <a:pPr algn="ctr" defTabSz="609585"/>
            <a:r>
              <a:rPr lang="zh-CN" altLang="en-US" sz="2000" dirty="0">
                <a:solidFill>
                  <a:schemeClr val="tx1"/>
                </a:solidFill>
                <a:ea typeface="微软雅黑" charset="0"/>
              </a:rPr>
              <a:t>点击此处</a:t>
            </a:r>
            <a:endParaRPr lang="en-US" altLang="zh-CN" sz="2000" dirty="0">
              <a:solidFill>
                <a:schemeClr val="tx1"/>
              </a:solidFill>
              <a:ea typeface="微软雅黑" charset="0"/>
            </a:endParaRPr>
          </a:p>
          <a:p>
            <a:pPr algn="ctr" defTabSz="609585"/>
            <a:r>
              <a:rPr lang="zh-CN" altLang="en-US" sz="2000" dirty="0">
                <a:solidFill>
                  <a:schemeClr val="tx1"/>
                </a:solidFill>
                <a:ea typeface="微软雅黑" charset="0"/>
              </a:rPr>
              <a:t>添加标题</a:t>
            </a:r>
          </a:p>
        </p:txBody>
      </p:sp>
      <p:sp>
        <p:nvSpPr>
          <p:cNvPr id="31" name="Trapezoid 40"/>
          <p:cNvSpPr/>
          <p:nvPr/>
        </p:nvSpPr>
        <p:spPr>
          <a:xfrm rot="16200000" flipH="1">
            <a:off x="8396259" y="3312660"/>
            <a:ext cx="1260245" cy="164947"/>
          </a:xfrm>
          <a:prstGeom prst="trapezoid">
            <a:avLst>
              <a:gd name="adj" fmla="val 58035"/>
            </a:avLst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/>
          </a:p>
        </p:txBody>
      </p:sp>
      <p:sp>
        <p:nvSpPr>
          <p:cNvPr id="32" name="Hexagon 41"/>
          <p:cNvSpPr/>
          <p:nvPr/>
        </p:nvSpPr>
        <p:spPr>
          <a:xfrm rot="5400000">
            <a:off x="5040145" y="2466480"/>
            <a:ext cx="2135583" cy="1857309"/>
          </a:xfrm>
          <a:prstGeom prst="hexagon">
            <a:avLst>
              <a:gd name="adj" fmla="val 28802"/>
              <a:gd name="vf" fmla="val 115470"/>
            </a:avLst>
          </a:prstGeom>
          <a:solidFill>
            <a:schemeClr val="bg1">
              <a:alpha val="94000"/>
            </a:schemeClr>
          </a:solidFill>
          <a:ln>
            <a:noFill/>
          </a:ln>
          <a:effectLst/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vert270" wrap="square" lIns="487680" tIns="0" rIns="0" bIns="0" numCol="1" spcCol="1270" anchor="t" anchorCtr="0">
            <a:noAutofit/>
          </a:bodyPr>
          <a:lstStyle/>
          <a:p>
            <a:pPr algn="ctr" defTabSz="609585"/>
            <a:r>
              <a:rPr lang="zh-CN" altLang="en-US" sz="2000" dirty="0">
                <a:solidFill>
                  <a:schemeClr val="tx1"/>
                </a:solidFill>
                <a:ea typeface="微软雅黑" charset="0"/>
              </a:rPr>
              <a:t>点击此处</a:t>
            </a:r>
            <a:endParaRPr lang="en-US" altLang="zh-CN" sz="2000" dirty="0">
              <a:solidFill>
                <a:schemeClr val="tx1"/>
              </a:solidFill>
              <a:ea typeface="微软雅黑" charset="0"/>
            </a:endParaRPr>
          </a:p>
          <a:p>
            <a:pPr algn="ctr" defTabSz="609585"/>
            <a:r>
              <a:rPr lang="zh-CN" altLang="en-US" sz="2000" dirty="0">
                <a:solidFill>
                  <a:schemeClr val="tx1"/>
                </a:solidFill>
                <a:ea typeface="微软雅黑" charset="0"/>
              </a:rPr>
              <a:t>添加标题</a:t>
            </a:r>
          </a:p>
        </p:txBody>
      </p:sp>
      <p:sp>
        <p:nvSpPr>
          <p:cNvPr id="33" name="Trapezoid 42"/>
          <p:cNvSpPr/>
          <p:nvPr/>
        </p:nvSpPr>
        <p:spPr>
          <a:xfrm rot="5400000" flipH="1">
            <a:off x="6323995" y="3312660"/>
            <a:ext cx="1260245" cy="164947"/>
          </a:xfrm>
          <a:prstGeom prst="trapezoid">
            <a:avLst>
              <a:gd name="adj" fmla="val 58035"/>
            </a:avLst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/>
          </a:p>
        </p:txBody>
      </p:sp>
      <p:sp>
        <p:nvSpPr>
          <p:cNvPr id="34" name="Hexagon 56"/>
          <p:cNvSpPr/>
          <p:nvPr/>
        </p:nvSpPr>
        <p:spPr>
          <a:xfrm rot="5400000">
            <a:off x="5733644" y="882045"/>
            <a:ext cx="765549" cy="665795"/>
          </a:xfrm>
          <a:prstGeom prst="hexagon">
            <a:avLst>
              <a:gd name="adj" fmla="val 28802"/>
              <a:gd name="vf" fmla="val 11547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vert270" wrap="square" lIns="0" tIns="0" rIns="0" bIns="0" numCol="1" spcCol="1270" anchor="ctr" anchorCtr="0">
            <a:noAutofit/>
          </a:bodyPr>
          <a:lstStyle/>
          <a:p>
            <a:pPr algn="ctr" defTabSz="888978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667" dirty="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35" name="Hexagon 58"/>
          <p:cNvSpPr/>
          <p:nvPr/>
        </p:nvSpPr>
        <p:spPr>
          <a:xfrm rot="5400000">
            <a:off x="9474426" y="878023"/>
            <a:ext cx="765549" cy="665795"/>
          </a:xfrm>
          <a:prstGeom prst="hexagon">
            <a:avLst>
              <a:gd name="adj" fmla="val 28802"/>
              <a:gd name="vf" fmla="val 11547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vert270" wrap="square" lIns="0" tIns="0" rIns="0" bIns="0" numCol="1" spcCol="1270" anchor="ctr" anchorCtr="0">
            <a:noAutofit/>
          </a:bodyPr>
          <a:lstStyle/>
          <a:p>
            <a:pPr algn="ctr" defTabSz="888978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667" dirty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36" name="Hexagon 59"/>
          <p:cNvSpPr/>
          <p:nvPr/>
        </p:nvSpPr>
        <p:spPr>
          <a:xfrm rot="5400000">
            <a:off x="10411852" y="2524217"/>
            <a:ext cx="765549" cy="665795"/>
          </a:xfrm>
          <a:prstGeom prst="hexagon">
            <a:avLst>
              <a:gd name="adj" fmla="val 28802"/>
              <a:gd name="vf" fmla="val 115470"/>
            </a:avLst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vert270" wrap="square" lIns="0" tIns="0" rIns="0" bIns="0" numCol="1" spcCol="1270" anchor="ctr" anchorCtr="0">
            <a:noAutofit/>
          </a:bodyPr>
          <a:lstStyle/>
          <a:p>
            <a:pPr algn="ctr" defTabSz="888978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667" dirty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37" name="Hexagon 60"/>
          <p:cNvSpPr/>
          <p:nvPr/>
        </p:nvSpPr>
        <p:spPr>
          <a:xfrm rot="5400000">
            <a:off x="9480150" y="5247903"/>
            <a:ext cx="765549" cy="665795"/>
          </a:xfrm>
          <a:prstGeom prst="hexagon">
            <a:avLst>
              <a:gd name="adj" fmla="val 28802"/>
              <a:gd name="vf" fmla="val 115470"/>
            </a:avLst>
          </a:prstGeom>
          <a:solidFill>
            <a:schemeClr val="accent5"/>
          </a:solidFill>
          <a:ln>
            <a:noFill/>
          </a:ln>
          <a:effectLst/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vert270" wrap="square" lIns="0" tIns="0" rIns="0" bIns="0" numCol="1" spcCol="1270" anchor="ctr" anchorCtr="0">
            <a:noAutofit/>
          </a:bodyPr>
          <a:lstStyle/>
          <a:p>
            <a:pPr algn="ctr" defTabSz="888978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667" dirty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38" name="Hexagon 61"/>
          <p:cNvSpPr/>
          <p:nvPr/>
        </p:nvSpPr>
        <p:spPr>
          <a:xfrm rot="5400000">
            <a:off x="5733644" y="5247903"/>
            <a:ext cx="765549" cy="665795"/>
          </a:xfrm>
          <a:prstGeom prst="hexagon">
            <a:avLst>
              <a:gd name="adj" fmla="val 28802"/>
              <a:gd name="vf" fmla="val 115470"/>
            </a:avLst>
          </a:prstGeom>
          <a:solidFill>
            <a:schemeClr val="accent5"/>
          </a:solidFill>
          <a:ln>
            <a:noFill/>
          </a:ln>
          <a:effectLst/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vert270" wrap="square" lIns="0" tIns="0" rIns="0" bIns="0" numCol="1" spcCol="1270" anchor="ctr" anchorCtr="0">
            <a:noAutofit/>
          </a:bodyPr>
          <a:lstStyle/>
          <a:p>
            <a:pPr algn="ctr" defTabSz="888978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667" dirty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39" name="Hexagon 62"/>
          <p:cNvSpPr/>
          <p:nvPr/>
        </p:nvSpPr>
        <p:spPr>
          <a:xfrm rot="5400000">
            <a:off x="4800115" y="2524219"/>
            <a:ext cx="765549" cy="665795"/>
          </a:xfrm>
          <a:prstGeom prst="hexagon">
            <a:avLst>
              <a:gd name="adj" fmla="val 28802"/>
              <a:gd name="vf" fmla="val 115470"/>
            </a:avLst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vert270" wrap="square" lIns="0" tIns="0" rIns="0" bIns="0" numCol="1" spcCol="1270" anchor="ctr" anchorCtr="0">
            <a:noAutofit/>
          </a:bodyPr>
          <a:lstStyle/>
          <a:p>
            <a:pPr algn="ctr" defTabSz="888978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667" dirty="0">
                <a:solidFill>
                  <a:srgbClr val="FFFFFF"/>
                </a:solidFill>
              </a:rPr>
              <a:t>05</a:t>
            </a:r>
          </a:p>
        </p:txBody>
      </p:sp>
      <p:grpSp>
        <p:nvGrpSpPr>
          <p:cNvPr id="47" name="Group 11"/>
          <p:cNvGrpSpPr>
            <a:grpSpLocks noChangeAspect="1"/>
          </p:cNvGrpSpPr>
          <p:nvPr/>
        </p:nvGrpSpPr>
        <p:grpSpPr bwMode="auto">
          <a:xfrm>
            <a:off x="7367141" y="2904075"/>
            <a:ext cx="1243260" cy="882715"/>
            <a:chOff x="1407" y="1098"/>
            <a:chExt cx="800" cy="568"/>
          </a:xfrm>
          <a:solidFill>
            <a:schemeClr val="bg1"/>
          </a:solidFill>
        </p:grpSpPr>
        <p:sp>
          <p:nvSpPr>
            <p:cNvPr id="48" name="Freeform 12"/>
            <p:cNvSpPr>
              <a:spLocks noEditPoints="1"/>
            </p:cNvSpPr>
            <p:nvPr/>
          </p:nvSpPr>
          <p:spPr bwMode="auto">
            <a:xfrm>
              <a:off x="1494" y="1098"/>
              <a:ext cx="626" cy="423"/>
            </a:xfrm>
            <a:custGeom>
              <a:avLst/>
              <a:gdLst>
                <a:gd name="T0" fmla="*/ 621 w 628"/>
                <a:gd name="T1" fmla="*/ 7 h 423"/>
                <a:gd name="T2" fmla="*/ 605 w 628"/>
                <a:gd name="T3" fmla="*/ 0 h 423"/>
                <a:gd name="T4" fmla="*/ 23 w 628"/>
                <a:gd name="T5" fmla="*/ 0 h 423"/>
                <a:gd name="T6" fmla="*/ 7 w 628"/>
                <a:gd name="T7" fmla="*/ 7 h 423"/>
                <a:gd name="T8" fmla="*/ 0 w 628"/>
                <a:gd name="T9" fmla="*/ 23 h 423"/>
                <a:gd name="T10" fmla="*/ 0 w 628"/>
                <a:gd name="T11" fmla="*/ 423 h 423"/>
                <a:gd name="T12" fmla="*/ 628 w 628"/>
                <a:gd name="T13" fmla="*/ 423 h 423"/>
                <a:gd name="T14" fmla="*/ 628 w 628"/>
                <a:gd name="T15" fmla="*/ 23 h 423"/>
                <a:gd name="T16" fmla="*/ 621 w 628"/>
                <a:gd name="T17" fmla="*/ 7 h 423"/>
                <a:gd name="T18" fmla="*/ 314 w 628"/>
                <a:gd name="T19" fmla="*/ 13 h 423"/>
                <a:gd name="T20" fmla="*/ 321 w 628"/>
                <a:gd name="T21" fmla="*/ 20 h 423"/>
                <a:gd name="T22" fmla="*/ 314 w 628"/>
                <a:gd name="T23" fmla="*/ 27 h 423"/>
                <a:gd name="T24" fmla="*/ 307 w 628"/>
                <a:gd name="T25" fmla="*/ 20 h 423"/>
                <a:gd name="T26" fmla="*/ 314 w 628"/>
                <a:gd name="T27" fmla="*/ 13 h 423"/>
                <a:gd name="T28" fmla="*/ 587 w 628"/>
                <a:gd name="T29" fmla="*/ 382 h 423"/>
                <a:gd name="T30" fmla="*/ 41 w 628"/>
                <a:gd name="T31" fmla="*/ 382 h 423"/>
                <a:gd name="T32" fmla="*/ 41 w 628"/>
                <a:gd name="T33" fmla="*/ 41 h 423"/>
                <a:gd name="T34" fmla="*/ 587 w 628"/>
                <a:gd name="T35" fmla="*/ 41 h 423"/>
                <a:gd name="T36" fmla="*/ 587 w 628"/>
                <a:gd name="T37" fmla="*/ 382 h 4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628" h="423">
                  <a:moveTo>
                    <a:pt x="621" y="7"/>
                  </a:moveTo>
                  <a:cubicBezTo>
                    <a:pt x="617" y="2"/>
                    <a:pt x="611" y="0"/>
                    <a:pt x="605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17" y="0"/>
                    <a:pt x="11" y="2"/>
                    <a:pt x="7" y="7"/>
                  </a:cubicBezTo>
                  <a:cubicBezTo>
                    <a:pt x="2" y="11"/>
                    <a:pt x="0" y="17"/>
                    <a:pt x="0" y="23"/>
                  </a:cubicBezTo>
                  <a:cubicBezTo>
                    <a:pt x="0" y="423"/>
                    <a:pt x="0" y="423"/>
                    <a:pt x="0" y="423"/>
                  </a:cubicBezTo>
                  <a:cubicBezTo>
                    <a:pt x="628" y="423"/>
                    <a:pt x="628" y="423"/>
                    <a:pt x="628" y="423"/>
                  </a:cubicBezTo>
                  <a:cubicBezTo>
                    <a:pt x="628" y="23"/>
                    <a:pt x="628" y="23"/>
                    <a:pt x="628" y="23"/>
                  </a:cubicBezTo>
                  <a:cubicBezTo>
                    <a:pt x="628" y="17"/>
                    <a:pt x="626" y="11"/>
                    <a:pt x="621" y="7"/>
                  </a:cubicBezTo>
                  <a:close/>
                  <a:moveTo>
                    <a:pt x="314" y="13"/>
                  </a:moveTo>
                  <a:cubicBezTo>
                    <a:pt x="318" y="13"/>
                    <a:pt x="321" y="16"/>
                    <a:pt x="321" y="20"/>
                  </a:cubicBezTo>
                  <a:cubicBezTo>
                    <a:pt x="321" y="24"/>
                    <a:pt x="318" y="27"/>
                    <a:pt x="314" y="27"/>
                  </a:cubicBezTo>
                  <a:cubicBezTo>
                    <a:pt x="310" y="27"/>
                    <a:pt x="307" y="24"/>
                    <a:pt x="307" y="20"/>
                  </a:cubicBezTo>
                  <a:cubicBezTo>
                    <a:pt x="307" y="16"/>
                    <a:pt x="310" y="13"/>
                    <a:pt x="314" y="13"/>
                  </a:cubicBezTo>
                  <a:close/>
                  <a:moveTo>
                    <a:pt x="587" y="382"/>
                  </a:moveTo>
                  <a:cubicBezTo>
                    <a:pt x="41" y="382"/>
                    <a:pt x="41" y="382"/>
                    <a:pt x="41" y="382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587" y="41"/>
                    <a:pt x="587" y="41"/>
                    <a:pt x="587" y="41"/>
                  </a:cubicBezTo>
                  <a:lnTo>
                    <a:pt x="587" y="3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9" name="Freeform 13"/>
            <p:cNvSpPr>
              <a:spLocks noEditPoints="1"/>
            </p:cNvSpPr>
            <p:nvPr/>
          </p:nvSpPr>
          <p:spPr bwMode="auto">
            <a:xfrm>
              <a:off x="1407" y="1538"/>
              <a:ext cx="800" cy="97"/>
            </a:xfrm>
            <a:custGeom>
              <a:avLst/>
              <a:gdLst>
                <a:gd name="T0" fmla="*/ 87 w 802"/>
                <a:gd name="T1" fmla="*/ 0 h 97"/>
                <a:gd name="T2" fmla="*/ 4 w 802"/>
                <a:gd name="T3" fmla="*/ 83 h 97"/>
                <a:gd name="T4" fmla="*/ 2 w 802"/>
                <a:gd name="T5" fmla="*/ 92 h 97"/>
                <a:gd name="T6" fmla="*/ 10 w 802"/>
                <a:gd name="T7" fmla="*/ 97 h 97"/>
                <a:gd name="T8" fmla="*/ 792 w 802"/>
                <a:gd name="T9" fmla="*/ 97 h 97"/>
                <a:gd name="T10" fmla="*/ 800 w 802"/>
                <a:gd name="T11" fmla="*/ 92 h 97"/>
                <a:gd name="T12" fmla="*/ 798 w 802"/>
                <a:gd name="T13" fmla="*/ 83 h 97"/>
                <a:gd name="T14" fmla="*/ 715 w 802"/>
                <a:gd name="T15" fmla="*/ 0 h 97"/>
                <a:gd name="T16" fmla="*/ 87 w 802"/>
                <a:gd name="T17" fmla="*/ 0 h 97"/>
                <a:gd name="T18" fmla="*/ 711 w 802"/>
                <a:gd name="T19" fmla="*/ 47 h 97"/>
                <a:gd name="T20" fmla="*/ 712 w 802"/>
                <a:gd name="T21" fmla="*/ 54 h 97"/>
                <a:gd name="T22" fmla="*/ 706 w 802"/>
                <a:gd name="T23" fmla="*/ 58 h 97"/>
                <a:gd name="T24" fmla="*/ 484 w 802"/>
                <a:gd name="T25" fmla="*/ 58 h 97"/>
                <a:gd name="T26" fmla="*/ 485 w 802"/>
                <a:gd name="T27" fmla="*/ 64 h 97"/>
                <a:gd name="T28" fmla="*/ 484 w 802"/>
                <a:gd name="T29" fmla="*/ 67 h 97"/>
                <a:gd name="T30" fmla="*/ 481 w 802"/>
                <a:gd name="T31" fmla="*/ 69 h 97"/>
                <a:gd name="T32" fmla="*/ 321 w 802"/>
                <a:gd name="T33" fmla="*/ 69 h 97"/>
                <a:gd name="T34" fmla="*/ 318 w 802"/>
                <a:gd name="T35" fmla="*/ 67 h 97"/>
                <a:gd name="T36" fmla="*/ 317 w 802"/>
                <a:gd name="T37" fmla="*/ 64 h 97"/>
                <a:gd name="T38" fmla="*/ 318 w 802"/>
                <a:gd name="T39" fmla="*/ 58 h 97"/>
                <a:gd name="T40" fmla="*/ 96 w 802"/>
                <a:gd name="T41" fmla="*/ 58 h 97"/>
                <a:gd name="T42" fmla="*/ 90 w 802"/>
                <a:gd name="T43" fmla="*/ 54 h 97"/>
                <a:gd name="T44" fmla="*/ 91 w 802"/>
                <a:gd name="T45" fmla="*/ 47 h 97"/>
                <a:gd name="T46" fmla="*/ 113 w 802"/>
                <a:gd name="T47" fmla="*/ 20 h 97"/>
                <a:gd name="T48" fmla="*/ 689 w 802"/>
                <a:gd name="T49" fmla="*/ 20 h 97"/>
                <a:gd name="T50" fmla="*/ 711 w 802"/>
                <a:gd name="T51" fmla="*/ 47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802" h="97">
                  <a:moveTo>
                    <a:pt x="87" y="0"/>
                  </a:moveTo>
                  <a:cubicBezTo>
                    <a:pt x="4" y="83"/>
                    <a:pt x="4" y="83"/>
                    <a:pt x="4" y="83"/>
                  </a:cubicBezTo>
                  <a:cubicBezTo>
                    <a:pt x="1" y="85"/>
                    <a:pt x="0" y="89"/>
                    <a:pt x="2" y="92"/>
                  </a:cubicBezTo>
                  <a:cubicBezTo>
                    <a:pt x="3" y="95"/>
                    <a:pt x="6" y="97"/>
                    <a:pt x="10" y="97"/>
                  </a:cubicBezTo>
                  <a:cubicBezTo>
                    <a:pt x="792" y="97"/>
                    <a:pt x="792" y="97"/>
                    <a:pt x="792" y="97"/>
                  </a:cubicBezTo>
                  <a:cubicBezTo>
                    <a:pt x="796" y="97"/>
                    <a:pt x="799" y="95"/>
                    <a:pt x="800" y="92"/>
                  </a:cubicBezTo>
                  <a:cubicBezTo>
                    <a:pt x="802" y="89"/>
                    <a:pt x="801" y="85"/>
                    <a:pt x="798" y="83"/>
                  </a:cubicBezTo>
                  <a:cubicBezTo>
                    <a:pt x="715" y="0"/>
                    <a:pt x="715" y="0"/>
                    <a:pt x="715" y="0"/>
                  </a:cubicBezTo>
                  <a:lnTo>
                    <a:pt x="87" y="0"/>
                  </a:lnTo>
                  <a:close/>
                  <a:moveTo>
                    <a:pt x="711" y="47"/>
                  </a:moveTo>
                  <a:cubicBezTo>
                    <a:pt x="713" y="49"/>
                    <a:pt x="713" y="51"/>
                    <a:pt x="712" y="54"/>
                  </a:cubicBezTo>
                  <a:cubicBezTo>
                    <a:pt x="711" y="56"/>
                    <a:pt x="709" y="58"/>
                    <a:pt x="706" y="58"/>
                  </a:cubicBezTo>
                  <a:cubicBezTo>
                    <a:pt x="484" y="58"/>
                    <a:pt x="484" y="58"/>
                    <a:pt x="484" y="58"/>
                  </a:cubicBezTo>
                  <a:cubicBezTo>
                    <a:pt x="485" y="64"/>
                    <a:pt x="485" y="64"/>
                    <a:pt x="485" y="64"/>
                  </a:cubicBezTo>
                  <a:cubicBezTo>
                    <a:pt x="485" y="65"/>
                    <a:pt x="485" y="66"/>
                    <a:pt x="484" y="67"/>
                  </a:cubicBezTo>
                  <a:cubicBezTo>
                    <a:pt x="483" y="68"/>
                    <a:pt x="482" y="69"/>
                    <a:pt x="481" y="69"/>
                  </a:cubicBezTo>
                  <a:cubicBezTo>
                    <a:pt x="321" y="69"/>
                    <a:pt x="321" y="69"/>
                    <a:pt x="321" y="69"/>
                  </a:cubicBezTo>
                  <a:cubicBezTo>
                    <a:pt x="320" y="69"/>
                    <a:pt x="319" y="68"/>
                    <a:pt x="318" y="67"/>
                  </a:cubicBezTo>
                  <a:cubicBezTo>
                    <a:pt x="317" y="66"/>
                    <a:pt x="317" y="65"/>
                    <a:pt x="317" y="64"/>
                  </a:cubicBezTo>
                  <a:cubicBezTo>
                    <a:pt x="318" y="58"/>
                    <a:pt x="318" y="58"/>
                    <a:pt x="318" y="58"/>
                  </a:cubicBezTo>
                  <a:cubicBezTo>
                    <a:pt x="96" y="58"/>
                    <a:pt x="96" y="58"/>
                    <a:pt x="96" y="58"/>
                  </a:cubicBezTo>
                  <a:cubicBezTo>
                    <a:pt x="93" y="58"/>
                    <a:pt x="91" y="56"/>
                    <a:pt x="90" y="54"/>
                  </a:cubicBezTo>
                  <a:cubicBezTo>
                    <a:pt x="89" y="51"/>
                    <a:pt x="89" y="49"/>
                    <a:pt x="91" y="47"/>
                  </a:cubicBezTo>
                  <a:cubicBezTo>
                    <a:pt x="113" y="20"/>
                    <a:pt x="113" y="20"/>
                    <a:pt x="113" y="20"/>
                  </a:cubicBezTo>
                  <a:cubicBezTo>
                    <a:pt x="689" y="20"/>
                    <a:pt x="689" y="20"/>
                    <a:pt x="689" y="20"/>
                  </a:cubicBezTo>
                  <a:lnTo>
                    <a:pt x="711" y="4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0" name="Freeform 14"/>
            <p:cNvSpPr>
              <a:spLocks noEditPoints="1"/>
            </p:cNvSpPr>
            <p:nvPr/>
          </p:nvSpPr>
          <p:spPr bwMode="auto">
            <a:xfrm>
              <a:off x="1408" y="1637"/>
              <a:ext cx="798" cy="29"/>
            </a:xfrm>
            <a:custGeom>
              <a:avLst/>
              <a:gdLst>
                <a:gd name="T0" fmla="*/ 791 w 800"/>
                <a:gd name="T1" fmla="*/ 3 h 29"/>
                <a:gd name="T2" fmla="*/ 469 w 800"/>
                <a:gd name="T3" fmla="*/ 3 h 29"/>
                <a:gd name="T4" fmla="*/ 468 w 800"/>
                <a:gd name="T5" fmla="*/ 6 h 29"/>
                <a:gd name="T6" fmla="*/ 461 w 800"/>
                <a:gd name="T7" fmla="*/ 9 h 29"/>
                <a:gd name="T8" fmla="*/ 339 w 800"/>
                <a:gd name="T9" fmla="*/ 9 h 29"/>
                <a:gd name="T10" fmla="*/ 332 w 800"/>
                <a:gd name="T11" fmla="*/ 6 h 29"/>
                <a:gd name="T12" fmla="*/ 331 w 800"/>
                <a:gd name="T13" fmla="*/ 3 h 29"/>
                <a:gd name="T14" fmla="*/ 9 w 800"/>
                <a:gd name="T15" fmla="*/ 3 h 29"/>
                <a:gd name="T16" fmla="*/ 0 w 800"/>
                <a:gd name="T17" fmla="*/ 0 h 29"/>
                <a:gd name="T18" fmla="*/ 0 w 800"/>
                <a:gd name="T19" fmla="*/ 9 h 29"/>
                <a:gd name="T20" fmla="*/ 6 w 800"/>
                <a:gd name="T21" fmla="*/ 23 h 29"/>
                <a:gd name="T22" fmla="*/ 21 w 800"/>
                <a:gd name="T23" fmla="*/ 29 h 29"/>
                <a:gd name="T24" fmla="*/ 779 w 800"/>
                <a:gd name="T25" fmla="*/ 29 h 29"/>
                <a:gd name="T26" fmla="*/ 794 w 800"/>
                <a:gd name="T27" fmla="*/ 23 h 29"/>
                <a:gd name="T28" fmla="*/ 800 w 800"/>
                <a:gd name="T29" fmla="*/ 9 h 29"/>
                <a:gd name="T30" fmla="*/ 800 w 800"/>
                <a:gd name="T31" fmla="*/ 0 h 29"/>
                <a:gd name="T32" fmla="*/ 791 w 800"/>
                <a:gd name="T33" fmla="*/ 3 h 29"/>
                <a:gd name="T34" fmla="*/ 72 w 800"/>
                <a:gd name="T35" fmla="*/ 21 h 29"/>
                <a:gd name="T36" fmla="*/ 68 w 800"/>
                <a:gd name="T37" fmla="*/ 16 h 29"/>
                <a:gd name="T38" fmla="*/ 72 w 800"/>
                <a:gd name="T39" fmla="*/ 12 h 29"/>
                <a:gd name="T40" fmla="*/ 77 w 800"/>
                <a:gd name="T41" fmla="*/ 16 h 29"/>
                <a:gd name="T42" fmla="*/ 72 w 800"/>
                <a:gd name="T43" fmla="*/ 21 h 29"/>
                <a:gd name="T44" fmla="*/ 94 w 800"/>
                <a:gd name="T45" fmla="*/ 21 h 29"/>
                <a:gd name="T46" fmla="*/ 89 w 800"/>
                <a:gd name="T47" fmla="*/ 16 h 29"/>
                <a:gd name="T48" fmla="*/ 94 w 800"/>
                <a:gd name="T49" fmla="*/ 12 h 29"/>
                <a:gd name="T50" fmla="*/ 98 w 800"/>
                <a:gd name="T51" fmla="*/ 16 h 29"/>
                <a:gd name="T52" fmla="*/ 94 w 800"/>
                <a:gd name="T53" fmla="*/ 21 h 29"/>
                <a:gd name="T54" fmla="*/ 115 w 800"/>
                <a:gd name="T55" fmla="*/ 21 h 29"/>
                <a:gd name="T56" fmla="*/ 111 w 800"/>
                <a:gd name="T57" fmla="*/ 16 h 29"/>
                <a:gd name="T58" fmla="*/ 115 w 800"/>
                <a:gd name="T59" fmla="*/ 12 h 29"/>
                <a:gd name="T60" fmla="*/ 120 w 800"/>
                <a:gd name="T61" fmla="*/ 16 h 29"/>
                <a:gd name="T62" fmla="*/ 115 w 800"/>
                <a:gd name="T63" fmla="*/ 21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800" h="29">
                  <a:moveTo>
                    <a:pt x="791" y="3"/>
                  </a:moveTo>
                  <a:cubicBezTo>
                    <a:pt x="469" y="3"/>
                    <a:pt x="469" y="3"/>
                    <a:pt x="469" y="3"/>
                  </a:cubicBezTo>
                  <a:cubicBezTo>
                    <a:pt x="469" y="4"/>
                    <a:pt x="468" y="5"/>
                    <a:pt x="468" y="6"/>
                  </a:cubicBezTo>
                  <a:cubicBezTo>
                    <a:pt x="466" y="8"/>
                    <a:pt x="463" y="9"/>
                    <a:pt x="461" y="9"/>
                  </a:cubicBezTo>
                  <a:cubicBezTo>
                    <a:pt x="339" y="9"/>
                    <a:pt x="339" y="9"/>
                    <a:pt x="339" y="9"/>
                  </a:cubicBezTo>
                  <a:cubicBezTo>
                    <a:pt x="337" y="9"/>
                    <a:pt x="334" y="8"/>
                    <a:pt x="332" y="6"/>
                  </a:cubicBezTo>
                  <a:cubicBezTo>
                    <a:pt x="332" y="5"/>
                    <a:pt x="331" y="4"/>
                    <a:pt x="331" y="3"/>
                  </a:cubicBezTo>
                  <a:cubicBezTo>
                    <a:pt x="9" y="3"/>
                    <a:pt x="9" y="3"/>
                    <a:pt x="9" y="3"/>
                  </a:cubicBezTo>
                  <a:cubicBezTo>
                    <a:pt x="5" y="3"/>
                    <a:pt x="2" y="2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14"/>
                    <a:pt x="2" y="19"/>
                    <a:pt x="6" y="23"/>
                  </a:cubicBezTo>
                  <a:cubicBezTo>
                    <a:pt x="10" y="27"/>
                    <a:pt x="15" y="29"/>
                    <a:pt x="21" y="29"/>
                  </a:cubicBezTo>
                  <a:cubicBezTo>
                    <a:pt x="779" y="29"/>
                    <a:pt x="779" y="29"/>
                    <a:pt x="779" y="29"/>
                  </a:cubicBezTo>
                  <a:cubicBezTo>
                    <a:pt x="785" y="29"/>
                    <a:pt x="790" y="27"/>
                    <a:pt x="794" y="23"/>
                  </a:cubicBezTo>
                  <a:cubicBezTo>
                    <a:pt x="798" y="19"/>
                    <a:pt x="800" y="14"/>
                    <a:pt x="800" y="9"/>
                  </a:cubicBezTo>
                  <a:cubicBezTo>
                    <a:pt x="800" y="0"/>
                    <a:pt x="800" y="0"/>
                    <a:pt x="800" y="0"/>
                  </a:cubicBezTo>
                  <a:cubicBezTo>
                    <a:pt x="798" y="2"/>
                    <a:pt x="795" y="3"/>
                    <a:pt x="791" y="3"/>
                  </a:cubicBezTo>
                  <a:close/>
                  <a:moveTo>
                    <a:pt x="72" y="21"/>
                  </a:moveTo>
                  <a:cubicBezTo>
                    <a:pt x="70" y="21"/>
                    <a:pt x="68" y="19"/>
                    <a:pt x="68" y="16"/>
                  </a:cubicBezTo>
                  <a:cubicBezTo>
                    <a:pt x="68" y="14"/>
                    <a:pt x="70" y="12"/>
                    <a:pt x="72" y="12"/>
                  </a:cubicBezTo>
                  <a:cubicBezTo>
                    <a:pt x="75" y="12"/>
                    <a:pt x="77" y="14"/>
                    <a:pt x="77" y="16"/>
                  </a:cubicBezTo>
                  <a:cubicBezTo>
                    <a:pt x="77" y="19"/>
                    <a:pt x="75" y="21"/>
                    <a:pt x="72" y="21"/>
                  </a:cubicBezTo>
                  <a:close/>
                  <a:moveTo>
                    <a:pt x="94" y="21"/>
                  </a:moveTo>
                  <a:cubicBezTo>
                    <a:pt x="91" y="21"/>
                    <a:pt x="89" y="19"/>
                    <a:pt x="89" y="16"/>
                  </a:cubicBezTo>
                  <a:cubicBezTo>
                    <a:pt x="89" y="14"/>
                    <a:pt x="91" y="12"/>
                    <a:pt x="94" y="12"/>
                  </a:cubicBezTo>
                  <a:cubicBezTo>
                    <a:pt x="96" y="12"/>
                    <a:pt x="98" y="14"/>
                    <a:pt x="98" y="16"/>
                  </a:cubicBezTo>
                  <a:cubicBezTo>
                    <a:pt x="98" y="19"/>
                    <a:pt x="96" y="21"/>
                    <a:pt x="94" y="21"/>
                  </a:cubicBezTo>
                  <a:close/>
                  <a:moveTo>
                    <a:pt x="115" y="21"/>
                  </a:moveTo>
                  <a:cubicBezTo>
                    <a:pt x="113" y="21"/>
                    <a:pt x="111" y="19"/>
                    <a:pt x="111" y="16"/>
                  </a:cubicBezTo>
                  <a:cubicBezTo>
                    <a:pt x="111" y="14"/>
                    <a:pt x="113" y="12"/>
                    <a:pt x="115" y="12"/>
                  </a:cubicBezTo>
                  <a:cubicBezTo>
                    <a:pt x="118" y="12"/>
                    <a:pt x="120" y="14"/>
                    <a:pt x="120" y="16"/>
                  </a:cubicBezTo>
                  <a:cubicBezTo>
                    <a:pt x="120" y="19"/>
                    <a:pt x="118" y="21"/>
                    <a:pt x="115" y="2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1" name="Freeform 15"/>
            <p:cNvSpPr>
              <a:spLocks/>
            </p:cNvSpPr>
            <p:nvPr/>
          </p:nvSpPr>
          <p:spPr bwMode="auto">
            <a:xfrm>
              <a:off x="1624" y="1386"/>
              <a:ext cx="48" cy="56"/>
            </a:xfrm>
            <a:custGeom>
              <a:avLst/>
              <a:gdLst>
                <a:gd name="T0" fmla="*/ 48 w 48"/>
                <a:gd name="T1" fmla="*/ 56 h 56"/>
                <a:gd name="T2" fmla="*/ 0 w 48"/>
                <a:gd name="T3" fmla="*/ 56 h 56"/>
                <a:gd name="T4" fmla="*/ 0 w 48"/>
                <a:gd name="T5" fmla="*/ 5 h 56"/>
                <a:gd name="T6" fmla="*/ 2 w 48"/>
                <a:gd name="T7" fmla="*/ 2 h 56"/>
                <a:gd name="T8" fmla="*/ 5 w 48"/>
                <a:gd name="T9" fmla="*/ 0 h 56"/>
                <a:gd name="T10" fmla="*/ 43 w 48"/>
                <a:gd name="T11" fmla="*/ 0 h 56"/>
                <a:gd name="T12" fmla="*/ 47 w 48"/>
                <a:gd name="T13" fmla="*/ 2 h 56"/>
                <a:gd name="T14" fmla="*/ 48 w 48"/>
                <a:gd name="T15" fmla="*/ 5 h 56"/>
                <a:gd name="T16" fmla="*/ 48 w 48"/>
                <a:gd name="T17" fmla="*/ 56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8" h="56">
                  <a:moveTo>
                    <a:pt x="48" y="56"/>
                  </a:moveTo>
                  <a:cubicBezTo>
                    <a:pt x="0" y="56"/>
                    <a:pt x="0" y="56"/>
                    <a:pt x="0" y="56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4"/>
                    <a:pt x="1" y="3"/>
                    <a:pt x="2" y="2"/>
                  </a:cubicBezTo>
                  <a:cubicBezTo>
                    <a:pt x="3" y="1"/>
                    <a:pt x="4" y="0"/>
                    <a:pt x="5" y="0"/>
                  </a:cubicBezTo>
                  <a:cubicBezTo>
                    <a:pt x="43" y="0"/>
                    <a:pt x="43" y="0"/>
                    <a:pt x="43" y="0"/>
                  </a:cubicBezTo>
                  <a:cubicBezTo>
                    <a:pt x="44" y="0"/>
                    <a:pt x="46" y="1"/>
                    <a:pt x="47" y="2"/>
                  </a:cubicBezTo>
                  <a:cubicBezTo>
                    <a:pt x="48" y="3"/>
                    <a:pt x="48" y="4"/>
                    <a:pt x="48" y="5"/>
                  </a:cubicBezTo>
                  <a:cubicBezTo>
                    <a:pt x="48" y="56"/>
                    <a:pt x="48" y="56"/>
                    <a:pt x="48" y="5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2" name="Freeform 16"/>
            <p:cNvSpPr>
              <a:spLocks/>
            </p:cNvSpPr>
            <p:nvPr/>
          </p:nvSpPr>
          <p:spPr bwMode="auto">
            <a:xfrm>
              <a:off x="1723" y="1314"/>
              <a:ext cx="47" cy="128"/>
            </a:xfrm>
            <a:custGeom>
              <a:avLst/>
              <a:gdLst>
                <a:gd name="T0" fmla="*/ 47 w 47"/>
                <a:gd name="T1" fmla="*/ 128 h 128"/>
                <a:gd name="T2" fmla="*/ 0 w 47"/>
                <a:gd name="T3" fmla="*/ 128 h 128"/>
                <a:gd name="T4" fmla="*/ 0 w 47"/>
                <a:gd name="T5" fmla="*/ 5 h 128"/>
                <a:gd name="T6" fmla="*/ 1 w 47"/>
                <a:gd name="T7" fmla="*/ 2 h 128"/>
                <a:gd name="T8" fmla="*/ 5 w 47"/>
                <a:gd name="T9" fmla="*/ 0 h 128"/>
                <a:gd name="T10" fmla="*/ 42 w 47"/>
                <a:gd name="T11" fmla="*/ 0 h 128"/>
                <a:gd name="T12" fmla="*/ 46 w 47"/>
                <a:gd name="T13" fmla="*/ 2 h 128"/>
                <a:gd name="T14" fmla="*/ 47 w 47"/>
                <a:gd name="T15" fmla="*/ 5 h 128"/>
                <a:gd name="T16" fmla="*/ 47 w 47"/>
                <a:gd name="T17" fmla="*/ 128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28">
                  <a:moveTo>
                    <a:pt x="47" y="128"/>
                  </a:moveTo>
                  <a:cubicBezTo>
                    <a:pt x="0" y="128"/>
                    <a:pt x="0" y="128"/>
                    <a:pt x="0" y="128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4"/>
                    <a:pt x="0" y="3"/>
                    <a:pt x="1" y="2"/>
                  </a:cubicBezTo>
                  <a:cubicBezTo>
                    <a:pt x="2" y="1"/>
                    <a:pt x="3" y="0"/>
                    <a:pt x="5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4" y="0"/>
                    <a:pt x="45" y="1"/>
                    <a:pt x="46" y="2"/>
                  </a:cubicBezTo>
                  <a:cubicBezTo>
                    <a:pt x="47" y="3"/>
                    <a:pt x="47" y="4"/>
                    <a:pt x="47" y="5"/>
                  </a:cubicBezTo>
                  <a:lnTo>
                    <a:pt x="47" y="1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3" name="Freeform 17"/>
            <p:cNvSpPr>
              <a:spLocks/>
            </p:cNvSpPr>
            <p:nvPr/>
          </p:nvSpPr>
          <p:spPr bwMode="auto">
            <a:xfrm>
              <a:off x="1821" y="1353"/>
              <a:ext cx="48" cy="89"/>
            </a:xfrm>
            <a:custGeom>
              <a:avLst/>
              <a:gdLst>
                <a:gd name="T0" fmla="*/ 48 w 48"/>
                <a:gd name="T1" fmla="*/ 89 h 89"/>
                <a:gd name="T2" fmla="*/ 0 w 48"/>
                <a:gd name="T3" fmla="*/ 89 h 89"/>
                <a:gd name="T4" fmla="*/ 0 w 48"/>
                <a:gd name="T5" fmla="*/ 6 h 89"/>
                <a:gd name="T6" fmla="*/ 1 w 48"/>
                <a:gd name="T7" fmla="*/ 2 h 89"/>
                <a:gd name="T8" fmla="*/ 5 w 48"/>
                <a:gd name="T9" fmla="*/ 0 h 89"/>
                <a:gd name="T10" fmla="*/ 43 w 48"/>
                <a:gd name="T11" fmla="*/ 0 h 89"/>
                <a:gd name="T12" fmla="*/ 46 w 48"/>
                <a:gd name="T13" fmla="*/ 2 h 89"/>
                <a:gd name="T14" fmla="*/ 48 w 48"/>
                <a:gd name="T15" fmla="*/ 6 h 89"/>
                <a:gd name="T16" fmla="*/ 48 w 48"/>
                <a:gd name="T17" fmla="*/ 89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8" h="89">
                  <a:moveTo>
                    <a:pt x="48" y="89"/>
                  </a:moveTo>
                  <a:cubicBezTo>
                    <a:pt x="0" y="89"/>
                    <a:pt x="0" y="89"/>
                    <a:pt x="0" y="89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4"/>
                    <a:pt x="0" y="3"/>
                    <a:pt x="1" y="2"/>
                  </a:cubicBezTo>
                  <a:cubicBezTo>
                    <a:pt x="2" y="1"/>
                    <a:pt x="4" y="0"/>
                    <a:pt x="5" y="0"/>
                  </a:cubicBezTo>
                  <a:cubicBezTo>
                    <a:pt x="43" y="0"/>
                    <a:pt x="43" y="0"/>
                    <a:pt x="43" y="0"/>
                  </a:cubicBezTo>
                  <a:cubicBezTo>
                    <a:pt x="44" y="0"/>
                    <a:pt x="45" y="1"/>
                    <a:pt x="46" y="2"/>
                  </a:cubicBezTo>
                  <a:cubicBezTo>
                    <a:pt x="47" y="3"/>
                    <a:pt x="48" y="4"/>
                    <a:pt x="48" y="6"/>
                  </a:cubicBezTo>
                  <a:cubicBezTo>
                    <a:pt x="48" y="89"/>
                    <a:pt x="48" y="89"/>
                    <a:pt x="48" y="8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4" name="Freeform 18"/>
            <p:cNvSpPr>
              <a:spLocks/>
            </p:cNvSpPr>
            <p:nvPr/>
          </p:nvSpPr>
          <p:spPr bwMode="auto">
            <a:xfrm>
              <a:off x="1901" y="1205"/>
              <a:ext cx="84" cy="237"/>
            </a:xfrm>
            <a:custGeom>
              <a:avLst/>
              <a:gdLst>
                <a:gd name="T0" fmla="*/ 79 w 84"/>
                <a:gd name="T1" fmla="*/ 64 h 237"/>
                <a:gd name="T2" fmla="*/ 84 w 84"/>
                <a:gd name="T3" fmla="*/ 62 h 237"/>
                <a:gd name="T4" fmla="*/ 83 w 84"/>
                <a:gd name="T5" fmla="*/ 56 h 237"/>
                <a:gd name="T6" fmla="*/ 46 w 84"/>
                <a:gd name="T7" fmla="*/ 2 h 237"/>
                <a:gd name="T8" fmla="*/ 42 w 84"/>
                <a:gd name="T9" fmla="*/ 0 h 237"/>
                <a:gd name="T10" fmla="*/ 38 w 84"/>
                <a:gd name="T11" fmla="*/ 2 h 237"/>
                <a:gd name="T12" fmla="*/ 1 w 84"/>
                <a:gd name="T13" fmla="*/ 56 h 237"/>
                <a:gd name="T14" fmla="*/ 1 w 84"/>
                <a:gd name="T15" fmla="*/ 62 h 237"/>
                <a:gd name="T16" fmla="*/ 5 w 84"/>
                <a:gd name="T17" fmla="*/ 64 h 237"/>
                <a:gd name="T18" fmla="*/ 18 w 84"/>
                <a:gd name="T19" fmla="*/ 64 h 237"/>
                <a:gd name="T20" fmla="*/ 18 w 84"/>
                <a:gd name="T21" fmla="*/ 237 h 237"/>
                <a:gd name="T22" fmla="*/ 66 w 84"/>
                <a:gd name="T23" fmla="*/ 237 h 237"/>
                <a:gd name="T24" fmla="*/ 66 w 84"/>
                <a:gd name="T25" fmla="*/ 64 h 237"/>
                <a:gd name="T26" fmla="*/ 79 w 84"/>
                <a:gd name="T27" fmla="*/ 64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4" h="237">
                  <a:moveTo>
                    <a:pt x="79" y="64"/>
                  </a:moveTo>
                  <a:cubicBezTo>
                    <a:pt x="81" y="64"/>
                    <a:pt x="83" y="63"/>
                    <a:pt x="84" y="62"/>
                  </a:cubicBezTo>
                  <a:cubicBezTo>
                    <a:pt x="84" y="60"/>
                    <a:pt x="84" y="58"/>
                    <a:pt x="83" y="56"/>
                  </a:cubicBezTo>
                  <a:cubicBezTo>
                    <a:pt x="46" y="2"/>
                    <a:pt x="46" y="2"/>
                    <a:pt x="46" y="2"/>
                  </a:cubicBezTo>
                  <a:cubicBezTo>
                    <a:pt x="45" y="1"/>
                    <a:pt x="44" y="0"/>
                    <a:pt x="42" y="0"/>
                  </a:cubicBezTo>
                  <a:cubicBezTo>
                    <a:pt x="40" y="0"/>
                    <a:pt x="39" y="1"/>
                    <a:pt x="38" y="2"/>
                  </a:cubicBezTo>
                  <a:cubicBezTo>
                    <a:pt x="1" y="56"/>
                    <a:pt x="1" y="56"/>
                    <a:pt x="1" y="56"/>
                  </a:cubicBezTo>
                  <a:cubicBezTo>
                    <a:pt x="0" y="58"/>
                    <a:pt x="0" y="60"/>
                    <a:pt x="1" y="62"/>
                  </a:cubicBezTo>
                  <a:cubicBezTo>
                    <a:pt x="1" y="63"/>
                    <a:pt x="3" y="64"/>
                    <a:pt x="5" y="64"/>
                  </a:cubicBezTo>
                  <a:cubicBezTo>
                    <a:pt x="18" y="64"/>
                    <a:pt x="18" y="64"/>
                    <a:pt x="18" y="64"/>
                  </a:cubicBezTo>
                  <a:cubicBezTo>
                    <a:pt x="18" y="237"/>
                    <a:pt x="18" y="237"/>
                    <a:pt x="18" y="237"/>
                  </a:cubicBezTo>
                  <a:cubicBezTo>
                    <a:pt x="66" y="237"/>
                    <a:pt x="66" y="237"/>
                    <a:pt x="66" y="237"/>
                  </a:cubicBezTo>
                  <a:cubicBezTo>
                    <a:pt x="66" y="64"/>
                    <a:pt x="66" y="64"/>
                    <a:pt x="66" y="64"/>
                  </a:cubicBezTo>
                  <a:lnTo>
                    <a:pt x="79" y="6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5" name="Freeform 19"/>
            <p:cNvSpPr>
              <a:spLocks/>
            </p:cNvSpPr>
            <p:nvPr/>
          </p:nvSpPr>
          <p:spPr bwMode="auto">
            <a:xfrm>
              <a:off x="1552" y="1187"/>
              <a:ext cx="510" cy="276"/>
            </a:xfrm>
            <a:custGeom>
              <a:avLst/>
              <a:gdLst>
                <a:gd name="T0" fmla="*/ 8 w 512"/>
                <a:gd name="T1" fmla="*/ 268 h 276"/>
                <a:gd name="T2" fmla="*/ 8 w 512"/>
                <a:gd name="T3" fmla="*/ 4 h 276"/>
                <a:gd name="T4" fmla="*/ 7 w 512"/>
                <a:gd name="T5" fmla="*/ 1 h 276"/>
                <a:gd name="T6" fmla="*/ 4 w 512"/>
                <a:gd name="T7" fmla="*/ 0 h 276"/>
                <a:gd name="T8" fmla="*/ 4 w 512"/>
                <a:gd name="T9" fmla="*/ 0 h 276"/>
                <a:gd name="T10" fmla="*/ 1 w 512"/>
                <a:gd name="T11" fmla="*/ 1 h 276"/>
                <a:gd name="T12" fmla="*/ 0 w 512"/>
                <a:gd name="T13" fmla="*/ 4 h 276"/>
                <a:gd name="T14" fmla="*/ 0 w 512"/>
                <a:gd name="T15" fmla="*/ 276 h 276"/>
                <a:gd name="T16" fmla="*/ 508 w 512"/>
                <a:gd name="T17" fmla="*/ 276 h 276"/>
                <a:gd name="T18" fmla="*/ 511 w 512"/>
                <a:gd name="T19" fmla="*/ 275 h 276"/>
                <a:gd name="T20" fmla="*/ 512 w 512"/>
                <a:gd name="T21" fmla="*/ 272 h 276"/>
                <a:gd name="T22" fmla="*/ 512 w 512"/>
                <a:gd name="T23" fmla="*/ 272 h 276"/>
                <a:gd name="T24" fmla="*/ 511 w 512"/>
                <a:gd name="T25" fmla="*/ 269 h 276"/>
                <a:gd name="T26" fmla="*/ 508 w 512"/>
                <a:gd name="T27" fmla="*/ 268 h 276"/>
                <a:gd name="T28" fmla="*/ 8 w 512"/>
                <a:gd name="T29" fmla="*/ 268 h 2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512" h="276">
                  <a:moveTo>
                    <a:pt x="8" y="268"/>
                  </a:moveTo>
                  <a:cubicBezTo>
                    <a:pt x="8" y="4"/>
                    <a:pt x="8" y="4"/>
                    <a:pt x="8" y="4"/>
                  </a:cubicBezTo>
                  <a:cubicBezTo>
                    <a:pt x="8" y="3"/>
                    <a:pt x="8" y="2"/>
                    <a:pt x="7" y="1"/>
                  </a:cubicBezTo>
                  <a:cubicBezTo>
                    <a:pt x="6" y="1"/>
                    <a:pt x="5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3" y="0"/>
                    <a:pt x="2" y="1"/>
                    <a:pt x="1" y="1"/>
                  </a:cubicBezTo>
                  <a:cubicBezTo>
                    <a:pt x="0" y="2"/>
                    <a:pt x="0" y="3"/>
                    <a:pt x="0" y="4"/>
                  </a:cubicBezTo>
                  <a:cubicBezTo>
                    <a:pt x="0" y="276"/>
                    <a:pt x="0" y="276"/>
                    <a:pt x="0" y="276"/>
                  </a:cubicBezTo>
                  <a:cubicBezTo>
                    <a:pt x="508" y="276"/>
                    <a:pt x="508" y="276"/>
                    <a:pt x="508" y="276"/>
                  </a:cubicBezTo>
                  <a:cubicBezTo>
                    <a:pt x="509" y="276"/>
                    <a:pt x="510" y="276"/>
                    <a:pt x="511" y="275"/>
                  </a:cubicBezTo>
                  <a:cubicBezTo>
                    <a:pt x="512" y="274"/>
                    <a:pt x="512" y="273"/>
                    <a:pt x="512" y="272"/>
                  </a:cubicBezTo>
                  <a:cubicBezTo>
                    <a:pt x="512" y="272"/>
                    <a:pt x="512" y="272"/>
                    <a:pt x="512" y="272"/>
                  </a:cubicBezTo>
                  <a:cubicBezTo>
                    <a:pt x="512" y="271"/>
                    <a:pt x="512" y="270"/>
                    <a:pt x="511" y="269"/>
                  </a:cubicBezTo>
                  <a:cubicBezTo>
                    <a:pt x="510" y="268"/>
                    <a:pt x="509" y="268"/>
                    <a:pt x="508" y="268"/>
                  </a:cubicBezTo>
                  <a:cubicBezTo>
                    <a:pt x="8" y="268"/>
                    <a:pt x="8" y="268"/>
                    <a:pt x="8" y="26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grpSp>
        <p:nvGrpSpPr>
          <p:cNvPr id="56" name="Group 11"/>
          <p:cNvGrpSpPr>
            <a:grpSpLocks noChangeAspect="1"/>
          </p:cNvGrpSpPr>
          <p:nvPr/>
        </p:nvGrpSpPr>
        <p:grpSpPr bwMode="auto">
          <a:xfrm>
            <a:off x="8667283" y="1074123"/>
            <a:ext cx="553250" cy="392808"/>
            <a:chOff x="1407" y="1098"/>
            <a:chExt cx="800" cy="568"/>
          </a:xfrm>
          <a:solidFill>
            <a:schemeClr val="accent1"/>
          </a:solidFill>
        </p:grpSpPr>
        <p:sp>
          <p:nvSpPr>
            <p:cNvPr id="57" name="Freeform 12"/>
            <p:cNvSpPr>
              <a:spLocks noEditPoints="1"/>
            </p:cNvSpPr>
            <p:nvPr/>
          </p:nvSpPr>
          <p:spPr bwMode="auto">
            <a:xfrm>
              <a:off x="1494" y="1098"/>
              <a:ext cx="626" cy="423"/>
            </a:xfrm>
            <a:custGeom>
              <a:avLst/>
              <a:gdLst>
                <a:gd name="T0" fmla="*/ 621 w 628"/>
                <a:gd name="T1" fmla="*/ 7 h 423"/>
                <a:gd name="T2" fmla="*/ 605 w 628"/>
                <a:gd name="T3" fmla="*/ 0 h 423"/>
                <a:gd name="T4" fmla="*/ 23 w 628"/>
                <a:gd name="T5" fmla="*/ 0 h 423"/>
                <a:gd name="T6" fmla="*/ 7 w 628"/>
                <a:gd name="T7" fmla="*/ 7 h 423"/>
                <a:gd name="T8" fmla="*/ 0 w 628"/>
                <a:gd name="T9" fmla="*/ 23 h 423"/>
                <a:gd name="T10" fmla="*/ 0 w 628"/>
                <a:gd name="T11" fmla="*/ 423 h 423"/>
                <a:gd name="T12" fmla="*/ 628 w 628"/>
                <a:gd name="T13" fmla="*/ 423 h 423"/>
                <a:gd name="T14" fmla="*/ 628 w 628"/>
                <a:gd name="T15" fmla="*/ 23 h 423"/>
                <a:gd name="T16" fmla="*/ 621 w 628"/>
                <a:gd name="T17" fmla="*/ 7 h 423"/>
                <a:gd name="T18" fmla="*/ 314 w 628"/>
                <a:gd name="T19" fmla="*/ 13 h 423"/>
                <a:gd name="T20" fmla="*/ 321 w 628"/>
                <a:gd name="T21" fmla="*/ 20 h 423"/>
                <a:gd name="T22" fmla="*/ 314 w 628"/>
                <a:gd name="T23" fmla="*/ 27 h 423"/>
                <a:gd name="T24" fmla="*/ 307 w 628"/>
                <a:gd name="T25" fmla="*/ 20 h 423"/>
                <a:gd name="T26" fmla="*/ 314 w 628"/>
                <a:gd name="T27" fmla="*/ 13 h 423"/>
                <a:gd name="T28" fmla="*/ 587 w 628"/>
                <a:gd name="T29" fmla="*/ 382 h 423"/>
                <a:gd name="T30" fmla="*/ 41 w 628"/>
                <a:gd name="T31" fmla="*/ 382 h 423"/>
                <a:gd name="T32" fmla="*/ 41 w 628"/>
                <a:gd name="T33" fmla="*/ 41 h 423"/>
                <a:gd name="T34" fmla="*/ 587 w 628"/>
                <a:gd name="T35" fmla="*/ 41 h 423"/>
                <a:gd name="T36" fmla="*/ 587 w 628"/>
                <a:gd name="T37" fmla="*/ 382 h 4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628" h="423">
                  <a:moveTo>
                    <a:pt x="621" y="7"/>
                  </a:moveTo>
                  <a:cubicBezTo>
                    <a:pt x="617" y="2"/>
                    <a:pt x="611" y="0"/>
                    <a:pt x="605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17" y="0"/>
                    <a:pt x="11" y="2"/>
                    <a:pt x="7" y="7"/>
                  </a:cubicBezTo>
                  <a:cubicBezTo>
                    <a:pt x="2" y="11"/>
                    <a:pt x="0" y="17"/>
                    <a:pt x="0" y="23"/>
                  </a:cubicBezTo>
                  <a:cubicBezTo>
                    <a:pt x="0" y="423"/>
                    <a:pt x="0" y="423"/>
                    <a:pt x="0" y="423"/>
                  </a:cubicBezTo>
                  <a:cubicBezTo>
                    <a:pt x="628" y="423"/>
                    <a:pt x="628" y="423"/>
                    <a:pt x="628" y="423"/>
                  </a:cubicBezTo>
                  <a:cubicBezTo>
                    <a:pt x="628" y="23"/>
                    <a:pt x="628" y="23"/>
                    <a:pt x="628" y="23"/>
                  </a:cubicBezTo>
                  <a:cubicBezTo>
                    <a:pt x="628" y="17"/>
                    <a:pt x="626" y="11"/>
                    <a:pt x="621" y="7"/>
                  </a:cubicBezTo>
                  <a:close/>
                  <a:moveTo>
                    <a:pt x="314" y="13"/>
                  </a:moveTo>
                  <a:cubicBezTo>
                    <a:pt x="318" y="13"/>
                    <a:pt x="321" y="16"/>
                    <a:pt x="321" y="20"/>
                  </a:cubicBezTo>
                  <a:cubicBezTo>
                    <a:pt x="321" y="24"/>
                    <a:pt x="318" y="27"/>
                    <a:pt x="314" y="27"/>
                  </a:cubicBezTo>
                  <a:cubicBezTo>
                    <a:pt x="310" y="27"/>
                    <a:pt x="307" y="24"/>
                    <a:pt x="307" y="20"/>
                  </a:cubicBezTo>
                  <a:cubicBezTo>
                    <a:pt x="307" y="16"/>
                    <a:pt x="310" y="13"/>
                    <a:pt x="314" y="13"/>
                  </a:cubicBezTo>
                  <a:close/>
                  <a:moveTo>
                    <a:pt x="587" y="382"/>
                  </a:moveTo>
                  <a:cubicBezTo>
                    <a:pt x="41" y="382"/>
                    <a:pt x="41" y="382"/>
                    <a:pt x="41" y="382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587" y="41"/>
                    <a:pt x="587" y="41"/>
                    <a:pt x="587" y="41"/>
                  </a:cubicBezTo>
                  <a:lnTo>
                    <a:pt x="587" y="3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8" name="Freeform 13"/>
            <p:cNvSpPr>
              <a:spLocks noEditPoints="1"/>
            </p:cNvSpPr>
            <p:nvPr/>
          </p:nvSpPr>
          <p:spPr bwMode="auto">
            <a:xfrm>
              <a:off x="1407" y="1538"/>
              <a:ext cx="800" cy="97"/>
            </a:xfrm>
            <a:custGeom>
              <a:avLst/>
              <a:gdLst>
                <a:gd name="T0" fmla="*/ 87 w 802"/>
                <a:gd name="T1" fmla="*/ 0 h 97"/>
                <a:gd name="T2" fmla="*/ 4 w 802"/>
                <a:gd name="T3" fmla="*/ 83 h 97"/>
                <a:gd name="T4" fmla="*/ 2 w 802"/>
                <a:gd name="T5" fmla="*/ 92 h 97"/>
                <a:gd name="T6" fmla="*/ 10 w 802"/>
                <a:gd name="T7" fmla="*/ 97 h 97"/>
                <a:gd name="T8" fmla="*/ 792 w 802"/>
                <a:gd name="T9" fmla="*/ 97 h 97"/>
                <a:gd name="T10" fmla="*/ 800 w 802"/>
                <a:gd name="T11" fmla="*/ 92 h 97"/>
                <a:gd name="T12" fmla="*/ 798 w 802"/>
                <a:gd name="T13" fmla="*/ 83 h 97"/>
                <a:gd name="T14" fmla="*/ 715 w 802"/>
                <a:gd name="T15" fmla="*/ 0 h 97"/>
                <a:gd name="T16" fmla="*/ 87 w 802"/>
                <a:gd name="T17" fmla="*/ 0 h 97"/>
                <a:gd name="T18" fmla="*/ 711 w 802"/>
                <a:gd name="T19" fmla="*/ 47 h 97"/>
                <a:gd name="T20" fmla="*/ 712 w 802"/>
                <a:gd name="T21" fmla="*/ 54 h 97"/>
                <a:gd name="T22" fmla="*/ 706 w 802"/>
                <a:gd name="T23" fmla="*/ 58 h 97"/>
                <a:gd name="T24" fmla="*/ 484 w 802"/>
                <a:gd name="T25" fmla="*/ 58 h 97"/>
                <a:gd name="T26" fmla="*/ 485 w 802"/>
                <a:gd name="T27" fmla="*/ 64 h 97"/>
                <a:gd name="T28" fmla="*/ 484 w 802"/>
                <a:gd name="T29" fmla="*/ 67 h 97"/>
                <a:gd name="T30" fmla="*/ 481 w 802"/>
                <a:gd name="T31" fmla="*/ 69 h 97"/>
                <a:gd name="T32" fmla="*/ 321 w 802"/>
                <a:gd name="T33" fmla="*/ 69 h 97"/>
                <a:gd name="T34" fmla="*/ 318 w 802"/>
                <a:gd name="T35" fmla="*/ 67 h 97"/>
                <a:gd name="T36" fmla="*/ 317 w 802"/>
                <a:gd name="T37" fmla="*/ 64 h 97"/>
                <a:gd name="T38" fmla="*/ 318 w 802"/>
                <a:gd name="T39" fmla="*/ 58 h 97"/>
                <a:gd name="T40" fmla="*/ 96 w 802"/>
                <a:gd name="T41" fmla="*/ 58 h 97"/>
                <a:gd name="T42" fmla="*/ 90 w 802"/>
                <a:gd name="T43" fmla="*/ 54 h 97"/>
                <a:gd name="T44" fmla="*/ 91 w 802"/>
                <a:gd name="T45" fmla="*/ 47 h 97"/>
                <a:gd name="T46" fmla="*/ 113 w 802"/>
                <a:gd name="T47" fmla="*/ 20 h 97"/>
                <a:gd name="T48" fmla="*/ 689 w 802"/>
                <a:gd name="T49" fmla="*/ 20 h 97"/>
                <a:gd name="T50" fmla="*/ 711 w 802"/>
                <a:gd name="T51" fmla="*/ 47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802" h="97">
                  <a:moveTo>
                    <a:pt x="87" y="0"/>
                  </a:moveTo>
                  <a:cubicBezTo>
                    <a:pt x="4" y="83"/>
                    <a:pt x="4" y="83"/>
                    <a:pt x="4" y="83"/>
                  </a:cubicBezTo>
                  <a:cubicBezTo>
                    <a:pt x="1" y="85"/>
                    <a:pt x="0" y="89"/>
                    <a:pt x="2" y="92"/>
                  </a:cubicBezTo>
                  <a:cubicBezTo>
                    <a:pt x="3" y="95"/>
                    <a:pt x="6" y="97"/>
                    <a:pt x="10" y="97"/>
                  </a:cubicBezTo>
                  <a:cubicBezTo>
                    <a:pt x="792" y="97"/>
                    <a:pt x="792" y="97"/>
                    <a:pt x="792" y="97"/>
                  </a:cubicBezTo>
                  <a:cubicBezTo>
                    <a:pt x="796" y="97"/>
                    <a:pt x="799" y="95"/>
                    <a:pt x="800" y="92"/>
                  </a:cubicBezTo>
                  <a:cubicBezTo>
                    <a:pt x="802" y="89"/>
                    <a:pt x="801" y="85"/>
                    <a:pt x="798" y="83"/>
                  </a:cubicBezTo>
                  <a:cubicBezTo>
                    <a:pt x="715" y="0"/>
                    <a:pt x="715" y="0"/>
                    <a:pt x="715" y="0"/>
                  </a:cubicBezTo>
                  <a:lnTo>
                    <a:pt x="87" y="0"/>
                  </a:lnTo>
                  <a:close/>
                  <a:moveTo>
                    <a:pt x="711" y="47"/>
                  </a:moveTo>
                  <a:cubicBezTo>
                    <a:pt x="713" y="49"/>
                    <a:pt x="713" y="51"/>
                    <a:pt x="712" y="54"/>
                  </a:cubicBezTo>
                  <a:cubicBezTo>
                    <a:pt x="711" y="56"/>
                    <a:pt x="709" y="58"/>
                    <a:pt x="706" y="58"/>
                  </a:cubicBezTo>
                  <a:cubicBezTo>
                    <a:pt x="484" y="58"/>
                    <a:pt x="484" y="58"/>
                    <a:pt x="484" y="58"/>
                  </a:cubicBezTo>
                  <a:cubicBezTo>
                    <a:pt x="485" y="64"/>
                    <a:pt x="485" y="64"/>
                    <a:pt x="485" y="64"/>
                  </a:cubicBezTo>
                  <a:cubicBezTo>
                    <a:pt x="485" y="65"/>
                    <a:pt x="485" y="66"/>
                    <a:pt x="484" y="67"/>
                  </a:cubicBezTo>
                  <a:cubicBezTo>
                    <a:pt x="483" y="68"/>
                    <a:pt x="482" y="69"/>
                    <a:pt x="481" y="69"/>
                  </a:cubicBezTo>
                  <a:cubicBezTo>
                    <a:pt x="321" y="69"/>
                    <a:pt x="321" y="69"/>
                    <a:pt x="321" y="69"/>
                  </a:cubicBezTo>
                  <a:cubicBezTo>
                    <a:pt x="320" y="69"/>
                    <a:pt x="319" y="68"/>
                    <a:pt x="318" y="67"/>
                  </a:cubicBezTo>
                  <a:cubicBezTo>
                    <a:pt x="317" y="66"/>
                    <a:pt x="317" y="65"/>
                    <a:pt x="317" y="64"/>
                  </a:cubicBezTo>
                  <a:cubicBezTo>
                    <a:pt x="318" y="58"/>
                    <a:pt x="318" y="58"/>
                    <a:pt x="318" y="58"/>
                  </a:cubicBezTo>
                  <a:cubicBezTo>
                    <a:pt x="96" y="58"/>
                    <a:pt x="96" y="58"/>
                    <a:pt x="96" y="58"/>
                  </a:cubicBezTo>
                  <a:cubicBezTo>
                    <a:pt x="93" y="58"/>
                    <a:pt x="91" y="56"/>
                    <a:pt x="90" y="54"/>
                  </a:cubicBezTo>
                  <a:cubicBezTo>
                    <a:pt x="89" y="51"/>
                    <a:pt x="89" y="49"/>
                    <a:pt x="91" y="47"/>
                  </a:cubicBezTo>
                  <a:cubicBezTo>
                    <a:pt x="113" y="20"/>
                    <a:pt x="113" y="20"/>
                    <a:pt x="113" y="20"/>
                  </a:cubicBezTo>
                  <a:cubicBezTo>
                    <a:pt x="689" y="20"/>
                    <a:pt x="689" y="20"/>
                    <a:pt x="689" y="20"/>
                  </a:cubicBezTo>
                  <a:lnTo>
                    <a:pt x="711" y="4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9" name="Freeform 14"/>
            <p:cNvSpPr>
              <a:spLocks noEditPoints="1"/>
            </p:cNvSpPr>
            <p:nvPr/>
          </p:nvSpPr>
          <p:spPr bwMode="auto">
            <a:xfrm>
              <a:off x="1408" y="1637"/>
              <a:ext cx="798" cy="29"/>
            </a:xfrm>
            <a:custGeom>
              <a:avLst/>
              <a:gdLst>
                <a:gd name="T0" fmla="*/ 791 w 800"/>
                <a:gd name="T1" fmla="*/ 3 h 29"/>
                <a:gd name="T2" fmla="*/ 469 w 800"/>
                <a:gd name="T3" fmla="*/ 3 h 29"/>
                <a:gd name="T4" fmla="*/ 468 w 800"/>
                <a:gd name="T5" fmla="*/ 6 h 29"/>
                <a:gd name="T6" fmla="*/ 461 w 800"/>
                <a:gd name="T7" fmla="*/ 9 h 29"/>
                <a:gd name="T8" fmla="*/ 339 w 800"/>
                <a:gd name="T9" fmla="*/ 9 h 29"/>
                <a:gd name="T10" fmla="*/ 332 w 800"/>
                <a:gd name="T11" fmla="*/ 6 h 29"/>
                <a:gd name="T12" fmla="*/ 331 w 800"/>
                <a:gd name="T13" fmla="*/ 3 h 29"/>
                <a:gd name="T14" fmla="*/ 9 w 800"/>
                <a:gd name="T15" fmla="*/ 3 h 29"/>
                <a:gd name="T16" fmla="*/ 0 w 800"/>
                <a:gd name="T17" fmla="*/ 0 h 29"/>
                <a:gd name="T18" fmla="*/ 0 w 800"/>
                <a:gd name="T19" fmla="*/ 9 h 29"/>
                <a:gd name="T20" fmla="*/ 6 w 800"/>
                <a:gd name="T21" fmla="*/ 23 h 29"/>
                <a:gd name="T22" fmla="*/ 21 w 800"/>
                <a:gd name="T23" fmla="*/ 29 h 29"/>
                <a:gd name="T24" fmla="*/ 779 w 800"/>
                <a:gd name="T25" fmla="*/ 29 h 29"/>
                <a:gd name="T26" fmla="*/ 794 w 800"/>
                <a:gd name="T27" fmla="*/ 23 h 29"/>
                <a:gd name="T28" fmla="*/ 800 w 800"/>
                <a:gd name="T29" fmla="*/ 9 h 29"/>
                <a:gd name="T30" fmla="*/ 800 w 800"/>
                <a:gd name="T31" fmla="*/ 0 h 29"/>
                <a:gd name="T32" fmla="*/ 791 w 800"/>
                <a:gd name="T33" fmla="*/ 3 h 29"/>
                <a:gd name="T34" fmla="*/ 72 w 800"/>
                <a:gd name="T35" fmla="*/ 21 h 29"/>
                <a:gd name="T36" fmla="*/ 68 w 800"/>
                <a:gd name="T37" fmla="*/ 16 h 29"/>
                <a:gd name="T38" fmla="*/ 72 w 800"/>
                <a:gd name="T39" fmla="*/ 12 h 29"/>
                <a:gd name="T40" fmla="*/ 77 w 800"/>
                <a:gd name="T41" fmla="*/ 16 h 29"/>
                <a:gd name="T42" fmla="*/ 72 w 800"/>
                <a:gd name="T43" fmla="*/ 21 h 29"/>
                <a:gd name="T44" fmla="*/ 94 w 800"/>
                <a:gd name="T45" fmla="*/ 21 h 29"/>
                <a:gd name="T46" fmla="*/ 89 w 800"/>
                <a:gd name="T47" fmla="*/ 16 h 29"/>
                <a:gd name="T48" fmla="*/ 94 w 800"/>
                <a:gd name="T49" fmla="*/ 12 h 29"/>
                <a:gd name="T50" fmla="*/ 98 w 800"/>
                <a:gd name="T51" fmla="*/ 16 h 29"/>
                <a:gd name="T52" fmla="*/ 94 w 800"/>
                <a:gd name="T53" fmla="*/ 21 h 29"/>
                <a:gd name="T54" fmla="*/ 115 w 800"/>
                <a:gd name="T55" fmla="*/ 21 h 29"/>
                <a:gd name="T56" fmla="*/ 111 w 800"/>
                <a:gd name="T57" fmla="*/ 16 h 29"/>
                <a:gd name="T58" fmla="*/ 115 w 800"/>
                <a:gd name="T59" fmla="*/ 12 h 29"/>
                <a:gd name="T60" fmla="*/ 120 w 800"/>
                <a:gd name="T61" fmla="*/ 16 h 29"/>
                <a:gd name="T62" fmla="*/ 115 w 800"/>
                <a:gd name="T63" fmla="*/ 21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800" h="29">
                  <a:moveTo>
                    <a:pt x="791" y="3"/>
                  </a:moveTo>
                  <a:cubicBezTo>
                    <a:pt x="469" y="3"/>
                    <a:pt x="469" y="3"/>
                    <a:pt x="469" y="3"/>
                  </a:cubicBezTo>
                  <a:cubicBezTo>
                    <a:pt x="469" y="4"/>
                    <a:pt x="468" y="5"/>
                    <a:pt x="468" y="6"/>
                  </a:cubicBezTo>
                  <a:cubicBezTo>
                    <a:pt x="466" y="8"/>
                    <a:pt x="463" y="9"/>
                    <a:pt x="461" y="9"/>
                  </a:cubicBezTo>
                  <a:cubicBezTo>
                    <a:pt x="339" y="9"/>
                    <a:pt x="339" y="9"/>
                    <a:pt x="339" y="9"/>
                  </a:cubicBezTo>
                  <a:cubicBezTo>
                    <a:pt x="337" y="9"/>
                    <a:pt x="334" y="8"/>
                    <a:pt x="332" y="6"/>
                  </a:cubicBezTo>
                  <a:cubicBezTo>
                    <a:pt x="332" y="5"/>
                    <a:pt x="331" y="4"/>
                    <a:pt x="331" y="3"/>
                  </a:cubicBezTo>
                  <a:cubicBezTo>
                    <a:pt x="9" y="3"/>
                    <a:pt x="9" y="3"/>
                    <a:pt x="9" y="3"/>
                  </a:cubicBezTo>
                  <a:cubicBezTo>
                    <a:pt x="5" y="3"/>
                    <a:pt x="2" y="2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14"/>
                    <a:pt x="2" y="19"/>
                    <a:pt x="6" y="23"/>
                  </a:cubicBezTo>
                  <a:cubicBezTo>
                    <a:pt x="10" y="27"/>
                    <a:pt x="15" y="29"/>
                    <a:pt x="21" y="29"/>
                  </a:cubicBezTo>
                  <a:cubicBezTo>
                    <a:pt x="779" y="29"/>
                    <a:pt x="779" y="29"/>
                    <a:pt x="779" y="29"/>
                  </a:cubicBezTo>
                  <a:cubicBezTo>
                    <a:pt x="785" y="29"/>
                    <a:pt x="790" y="27"/>
                    <a:pt x="794" y="23"/>
                  </a:cubicBezTo>
                  <a:cubicBezTo>
                    <a:pt x="798" y="19"/>
                    <a:pt x="800" y="14"/>
                    <a:pt x="800" y="9"/>
                  </a:cubicBezTo>
                  <a:cubicBezTo>
                    <a:pt x="800" y="0"/>
                    <a:pt x="800" y="0"/>
                    <a:pt x="800" y="0"/>
                  </a:cubicBezTo>
                  <a:cubicBezTo>
                    <a:pt x="798" y="2"/>
                    <a:pt x="795" y="3"/>
                    <a:pt x="791" y="3"/>
                  </a:cubicBezTo>
                  <a:close/>
                  <a:moveTo>
                    <a:pt x="72" y="21"/>
                  </a:moveTo>
                  <a:cubicBezTo>
                    <a:pt x="70" y="21"/>
                    <a:pt x="68" y="19"/>
                    <a:pt x="68" y="16"/>
                  </a:cubicBezTo>
                  <a:cubicBezTo>
                    <a:pt x="68" y="14"/>
                    <a:pt x="70" y="12"/>
                    <a:pt x="72" y="12"/>
                  </a:cubicBezTo>
                  <a:cubicBezTo>
                    <a:pt x="75" y="12"/>
                    <a:pt x="77" y="14"/>
                    <a:pt x="77" y="16"/>
                  </a:cubicBezTo>
                  <a:cubicBezTo>
                    <a:pt x="77" y="19"/>
                    <a:pt x="75" y="21"/>
                    <a:pt x="72" y="21"/>
                  </a:cubicBezTo>
                  <a:close/>
                  <a:moveTo>
                    <a:pt x="94" y="21"/>
                  </a:moveTo>
                  <a:cubicBezTo>
                    <a:pt x="91" y="21"/>
                    <a:pt x="89" y="19"/>
                    <a:pt x="89" y="16"/>
                  </a:cubicBezTo>
                  <a:cubicBezTo>
                    <a:pt x="89" y="14"/>
                    <a:pt x="91" y="12"/>
                    <a:pt x="94" y="12"/>
                  </a:cubicBezTo>
                  <a:cubicBezTo>
                    <a:pt x="96" y="12"/>
                    <a:pt x="98" y="14"/>
                    <a:pt x="98" y="16"/>
                  </a:cubicBezTo>
                  <a:cubicBezTo>
                    <a:pt x="98" y="19"/>
                    <a:pt x="96" y="21"/>
                    <a:pt x="94" y="21"/>
                  </a:cubicBezTo>
                  <a:close/>
                  <a:moveTo>
                    <a:pt x="115" y="21"/>
                  </a:moveTo>
                  <a:cubicBezTo>
                    <a:pt x="113" y="21"/>
                    <a:pt x="111" y="19"/>
                    <a:pt x="111" y="16"/>
                  </a:cubicBezTo>
                  <a:cubicBezTo>
                    <a:pt x="111" y="14"/>
                    <a:pt x="113" y="12"/>
                    <a:pt x="115" y="12"/>
                  </a:cubicBezTo>
                  <a:cubicBezTo>
                    <a:pt x="118" y="12"/>
                    <a:pt x="120" y="14"/>
                    <a:pt x="120" y="16"/>
                  </a:cubicBezTo>
                  <a:cubicBezTo>
                    <a:pt x="120" y="19"/>
                    <a:pt x="118" y="21"/>
                    <a:pt x="115" y="2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0" name="Freeform 15"/>
            <p:cNvSpPr>
              <a:spLocks/>
            </p:cNvSpPr>
            <p:nvPr/>
          </p:nvSpPr>
          <p:spPr bwMode="auto">
            <a:xfrm>
              <a:off x="1624" y="1386"/>
              <a:ext cx="48" cy="56"/>
            </a:xfrm>
            <a:custGeom>
              <a:avLst/>
              <a:gdLst>
                <a:gd name="T0" fmla="*/ 48 w 48"/>
                <a:gd name="T1" fmla="*/ 56 h 56"/>
                <a:gd name="T2" fmla="*/ 0 w 48"/>
                <a:gd name="T3" fmla="*/ 56 h 56"/>
                <a:gd name="T4" fmla="*/ 0 w 48"/>
                <a:gd name="T5" fmla="*/ 5 h 56"/>
                <a:gd name="T6" fmla="*/ 2 w 48"/>
                <a:gd name="T7" fmla="*/ 2 h 56"/>
                <a:gd name="T8" fmla="*/ 5 w 48"/>
                <a:gd name="T9" fmla="*/ 0 h 56"/>
                <a:gd name="T10" fmla="*/ 43 w 48"/>
                <a:gd name="T11" fmla="*/ 0 h 56"/>
                <a:gd name="T12" fmla="*/ 47 w 48"/>
                <a:gd name="T13" fmla="*/ 2 h 56"/>
                <a:gd name="T14" fmla="*/ 48 w 48"/>
                <a:gd name="T15" fmla="*/ 5 h 56"/>
                <a:gd name="T16" fmla="*/ 48 w 48"/>
                <a:gd name="T17" fmla="*/ 56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8" h="56">
                  <a:moveTo>
                    <a:pt x="48" y="56"/>
                  </a:moveTo>
                  <a:cubicBezTo>
                    <a:pt x="0" y="56"/>
                    <a:pt x="0" y="56"/>
                    <a:pt x="0" y="56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4"/>
                    <a:pt x="1" y="3"/>
                    <a:pt x="2" y="2"/>
                  </a:cubicBezTo>
                  <a:cubicBezTo>
                    <a:pt x="3" y="1"/>
                    <a:pt x="4" y="0"/>
                    <a:pt x="5" y="0"/>
                  </a:cubicBezTo>
                  <a:cubicBezTo>
                    <a:pt x="43" y="0"/>
                    <a:pt x="43" y="0"/>
                    <a:pt x="43" y="0"/>
                  </a:cubicBezTo>
                  <a:cubicBezTo>
                    <a:pt x="44" y="0"/>
                    <a:pt x="46" y="1"/>
                    <a:pt x="47" y="2"/>
                  </a:cubicBezTo>
                  <a:cubicBezTo>
                    <a:pt x="48" y="3"/>
                    <a:pt x="48" y="4"/>
                    <a:pt x="48" y="5"/>
                  </a:cubicBezTo>
                  <a:cubicBezTo>
                    <a:pt x="48" y="56"/>
                    <a:pt x="48" y="56"/>
                    <a:pt x="48" y="5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1" name="Freeform 16"/>
            <p:cNvSpPr>
              <a:spLocks/>
            </p:cNvSpPr>
            <p:nvPr/>
          </p:nvSpPr>
          <p:spPr bwMode="auto">
            <a:xfrm>
              <a:off x="1723" y="1314"/>
              <a:ext cx="47" cy="128"/>
            </a:xfrm>
            <a:custGeom>
              <a:avLst/>
              <a:gdLst>
                <a:gd name="T0" fmla="*/ 47 w 47"/>
                <a:gd name="T1" fmla="*/ 128 h 128"/>
                <a:gd name="T2" fmla="*/ 0 w 47"/>
                <a:gd name="T3" fmla="*/ 128 h 128"/>
                <a:gd name="T4" fmla="*/ 0 w 47"/>
                <a:gd name="T5" fmla="*/ 5 h 128"/>
                <a:gd name="T6" fmla="*/ 1 w 47"/>
                <a:gd name="T7" fmla="*/ 2 h 128"/>
                <a:gd name="T8" fmla="*/ 5 w 47"/>
                <a:gd name="T9" fmla="*/ 0 h 128"/>
                <a:gd name="T10" fmla="*/ 42 w 47"/>
                <a:gd name="T11" fmla="*/ 0 h 128"/>
                <a:gd name="T12" fmla="*/ 46 w 47"/>
                <a:gd name="T13" fmla="*/ 2 h 128"/>
                <a:gd name="T14" fmla="*/ 47 w 47"/>
                <a:gd name="T15" fmla="*/ 5 h 128"/>
                <a:gd name="T16" fmla="*/ 47 w 47"/>
                <a:gd name="T17" fmla="*/ 128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28">
                  <a:moveTo>
                    <a:pt x="47" y="128"/>
                  </a:moveTo>
                  <a:cubicBezTo>
                    <a:pt x="0" y="128"/>
                    <a:pt x="0" y="128"/>
                    <a:pt x="0" y="128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4"/>
                    <a:pt x="0" y="3"/>
                    <a:pt x="1" y="2"/>
                  </a:cubicBezTo>
                  <a:cubicBezTo>
                    <a:pt x="2" y="1"/>
                    <a:pt x="3" y="0"/>
                    <a:pt x="5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4" y="0"/>
                    <a:pt x="45" y="1"/>
                    <a:pt x="46" y="2"/>
                  </a:cubicBezTo>
                  <a:cubicBezTo>
                    <a:pt x="47" y="3"/>
                    <a:pt x="47" y="4"/>
                    <a:pt x="47" y="5"/>
                  </a:cubicBezTo>
                  <a:lnTo>
                    <a:pt x="47" y="1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2" name="Freeform 17"/>
            <p:cNvSpPr>
              <a:spLocks/>
            </p:cNvSpPr>
            <p:nvPr/>
          </p:nvSpPr>
          <p:spPr bwMode="auto">
            <a:xfrm>
              <a:off x="1821" y="1353"/>
              <a:ext cx="48" cy="89"/>
            </a:xfrm>
            <a:custGeom>
              <a:avLst/>
              <a:gdLst>
                <a:gd name="T0" fmla="*/ 48 w 48"/>
                <a:gd name="T1" fmla="*/ 89 h 89"/>
                <a:gd name="T2" fmla="*/ 0 w 48"/>
                <a:gd name="T3" fmla="*/ 89 h 89"/>
                <a:gd name="T4" fmla="*/ 0 w 48"/>
                <a:gd name="T5" fmla="*/ 6 h 89"/>
                <a:gd name="T6" fmla="*/ 1 w 48"/>
                <a:gd name="T7" fmla="*/ 2 h 89"/>
                <a:gd name="T8" fmla="*/ 5 w 48"/>
                <a:gd name="T9" fmla="*/ 0 h 89"/>
                <a:gd name="T10" fmla="*/ 43 w 48"/>
                <a:gd name="T11" fmla="*/ 0 h 89"/>
                <a:gd name="T12" fmla="*/ 46 w 48"/>
                <a:gd name="T13" fmla="*/ 2 h 89"/>
                <a:gd name="T14" fmla="*/ 48 w 48"/>
                <a:gd name="T15" fmla="*/ 6 h 89"/>
                <a:gd name="T16" fmla="*/ 48 w 48"/>
                <a:gd name="T17" fmla="*/ 89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8" h="89">
                  <a:moveTo>
                    <a:pt x="48" y="89"/>
                  </a:moveTo>
                  <a:cubicBezTo>
                    <a:pt x="0" y="89"/>
                    <a:pt x="0" y="89"/>
                    <a:pt x="0" y="89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4"/>
                    <a:pt x="0" y="3"/>
                    <a:pt x="1" y="2"/>
                  </a:cubicBezTo>
                  <a:cubicBezTo>
                    <a:pt x="2" y="1"/>
                    <a:pt x="4" y="0"/>
                    <a:pt x="5" y="0"/>
                  </a:cubicBezTo>
                  <a:cubicBezTo>
                    <a:pt x="43" y="0"/>
                    <a:pt x="43" y="0"/>
                    <a:pt x="43" y="0"/>
                  </a:cubicBezTo>
                  <a:cubicBezTo>
                    <a:pt x="44" y="0"/>
                    <a:pt x="45" y="1"/>
                    <a:pt x="46" y="2"/>
                  </a:cubicBezTo>
                  <a:cubicBezTo>
                    <a:pt x="47" y="3"/>
                    <a:pt x="48" y="4"/>
                    <a:pt x="48" y="6"/>
                  </a:cubicBezTo>
                  <a:cubicBezTo>
                    <a:pt x="48" y="89"/>
                    <a:pt x="48" y="89"/>
                    <a:pt x="48" y="8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3" name="Freeform 18"/>
            <p:cNvSpPr>
              <a:spLocks/>
            </p:cNvSpPr>
            <p:nvPr/>
          </p:nvSpPr>
          <p:spPr bwMode="auto">
            <a:xfrm>
              <a:off x="1901" y="1205"/>
              <a:ext cx="84" cy="237"/>
            </a:xfrm>
            <a:custGeom>
              <a:avLst/>
              <a:gdLst>
                <a:gd name="T0" fmla="*/ 79 w 84"/>
                <a:gd name="T1" fmla="*/ 64 h 237"/>
                <a:gd name="T2" fmla="*/ 84 w 84"/>
                <a:gd name="T3" fmla="*/ 62 h 237"/>
                <a:gd name="T4" fmla="*/ 83 w 84"/>
                <a:gd name="T5" fmla="*/ 56 h 237"/>
                <a:gd name="T6" fmla="*/ 46 w 84"/>
                <a:gd name="T7" fmla="*/ 2 h 237"/>
                <a:gd name="T8" fmla="*/ 42 w 84"/>
                <a:gd name="T9" fmla="*/ 0 h 237"/>
                <a:gd name="T10" fmla="*/ 38 w 84"/>
                <a:gd name="T11" fmla="*/ 2 h 237"/>
                <a:gd name="T12" fmla="*/ 1 w 84"/>
                <a:gd name="T13" fmla="*/ 56 h 237"/>
                <a:gd name="T14" fmla="*/ 1 w 84"/>
                <a:gd name="T15" fmla="*/ 62 h 237"/>
                <a:gd name="T16" fmla="*/ 5 w 84"/>
                <a:gd name="T17" fmla="*/ 64 h 237"/>
                <a:gd name="T18" fmla="*/ 18 w 84"/>
                <a:gd name="T19" fmla="*/ 64 h 237"/>
                <a:gd name="T20" fmla="*/ 18 w 84"/>
                <a:gd name="T21" fmla="*/ 237 h 237"/>
                <a:gd name="T22" fmla="*/ 66 w 84"/>
                <a:gd name="T23" fmla="*/ 237 h 237"/>
                <a:gd name="T24" fmla="*/ 66 w 84"/>
                <a:gd name="T25" fmla="*/ 64 h 237"/>
                <a:gd name="T26" fmla="*/ 79 w 84"/>
                <a:gd name="T27" fmla="*/ 64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4" h="237">
                  <a:moveTo>
                    <a:pt x="79" y="64"/>
                  </a:moveTo>
                  <a:cubicBezTo>
                    <a:pt x="81" y="64"/>
                    <a:pt x="83" y="63"/>
                    <a:pt x="84" y="62"/>
                  </a:cubicBezTo>
                  <a:cubicBezTo>
                    <a:pt x="84" y="60"/>
                    <a:pt x="84" y="58"/>
                    <a:pt x="83" y="56"/>
                  </a:cubicBezTo>
                  <a:cubicBezTo>
                    <a:pt x="46" y="2"/>
                    <a:pt x="46" y="2"/>
                    <a:pt x="46" y="2"/>
                  </a:cubicBezTo>
                  <a:cubicBezTo>
                    <a:pt x="45" y="1"/>
                    <a:pt x="44" y="0"/>
                    <a:pt x="42" y="0"/>
                  </a:cubicBezTo>
                  <a:cubicBezTo>
                    <a:pt x="40" y="0"/>
                    <a:pt x="39" y="1"/>
                    <a:pt x="38" y="2"/>
                  </a:cubicBezTo>
                  <a:cubicBezTo>
                    <a:pt x="1" y="56"/>
                    <a:pt x="1" y="56"/>
                    <a:pt x="1" y="56"/>
                  </a:cubicBezTo>
                  <a:cubicBezTo>
                    <a:pt x="0" y="58"/>
                    <a:pt x="0" y="60"/>
                    <a:pt x="1" y="62"/>
                  </a:cubicBezTo>
                  <a:cubicBezTo>
                    <a:pt x="1" y="63"/>
                    <a:pt x="3" y="64"/>
                    <a:pt x="5" y="64"/>
                  </a:cubicBezTo>
                  <a:cubicBezTo>
                    <a:pt x="18" y="64"/>
                    <a:pt x="18" y="64"/>
                    <a:pt x="18" y="64"/>
                  </a:cubicBezTo>
                  <a:cubicBezTo>
                    <a:pt x="18" y="237"/>
                    <a:pt x="18" y="237"/>
                    <a:pt x="18" y="237"/>
                  </a:cubicBezTo>
                  <a:cubicBezTo>
                    <a:pt x="66" y="237"/>
                    <a:pt x="66" y="237"/>
                    <a:pt x="66" y="237"/>
                  </a:cubicBezTo>
                  <a:cubicBezTo>
                    <a:pt x="66" y="64"/>
                    <a:pt x="66" y="64"/>
                    <a:pt x="66" y="64"/>
                  </a:cubicBezTo>
                  <a:lnTo>
                    <a:pt x="79" y="6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4" name="Freeform 19"/>
            <p:cNvSpPr>
              <a:spLocks/>
            </p:cNvSpPr>
            <p:nvPr/>
          </p:nvSpPr>
          <p:spPr bwMode="auto">
            <a:xfrm>
              <a:off x="1552" y="1187"/>
              <a:ext cx="510" cy="276"/>
            </a:xfrm>
            <a:custGeom>
              <a:avLst/>
              <a:gdLst>
                <a:gd name="T0" fmla="*/ 8 w 512"/>
                <a:gd name="T1" fmla="*/ 268 h 276"/>
                <a:gd name="T2" fmla="*/ 8 w 512"/>
                <a:gd name="T3" fmla="*/ 4 h 276"/>
                <a:gd name="T4" fmla="*/ 7 w 512"/>
                <a:gd name="T5" fmla="*/ 1 h 276"/>
                <a:gd name="T6" fmla="*/ 4 w 512"/>
                <a:gd name="T7" fmla="*/ 0 h 276"/>
                <a:gd name="T8" fmla="*/ 4 w 512"/>
                <a:gd name="T9" fmla="*/ 0 h 276"/>
                <a:gd name="T10" fmla="*/ 1 w 512"/>
                <a:gd name="T11" fmla="*/ 1 h 276"/>
                <a:gd name="T12" fmla="*/ 0 w 512"/>
                <a:gd name="T13" fmla="*/ 4 h 276"/>
                <a:gd name="T14" fmla="*/ 0 w 512"/>
                <a:gd name="T15" fmla="*/ 276 h 276"/>
                <a:gd name="T16" fmla="*/ 508 w 512"/>
                <a:gd name="T17" fmla="*/ 276 h 276"/>
                <a:gd name="T18" fmla="*/ 511 w 512"/>
                <a:gd name="T19" fmla="*/ 275 h 276"/>
                <a:gd name="T20" fmla="*/ 512 w 512"/>
                <a:gd name="T21" fmla="*/ 272 h 276"/>
                <a:gd name="T22" fmla="*/ 512 w 512"/>
                <a:gd name="T23" fmla="*/ 272 h 276"/>
                <a:gd name="T24" fmla="*/ 511 w 512"/>
                <a:gd name="T25" fmla="*/ 269 h 276"/>
                <a:gd name="T26" fmla="*/ 508 w 512"/>
                <a:gd name="T27" fmla="*/ 268 h 276"/>
                <a:gd name="T28" fmla="*/ 8 w 512"/>
                <a:gd name="T29" fmla="*/ 268 h 2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512" h="276">
                  <a:moveTo>
                    <a:pt x="8" y="268"/>
                  </a:moveTo>
                  <a:cubicBezTo>
                    <a:pt x="8" y="4"/>
                    <a:pt x="8" y="4"/>
                    <a:pt x="8" y="4"/>
                  </a:cubicBezTo>
                  <a:cubicBezTo>
                    <a:pt x="8" y="3"/>
                    <a:pt x="8" y="2"/>
                    <a:pt x="7" y="1"/>
                  </a:cubicBezTo>
                  <a:cubicBezTo>
                    <a:pt x="6" y="1"/>
                    <a:pt x="5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3" y="0"/>
                    <a:pt x="2" y="1"/>
                    <a:pt x="1" y="1"/>
                  </a:cubicBezTo>
                  <a:cubicBezTo>
                    <a:pt x="0" y="2"/>
                    <a:pt x="0" y="3"/>
                    <a:pt x="0" y="4"/>
                  </a:cubicBezTo>
                  <a:cubicBezTo>
                    <a:pt x="0" y="276"/>
                    <a:pt x="0" y="276"/>
                    <a:pt x="0" y="276"/>
                  </a:cubicBezTo>
                  <a:cubicBezTo>
                    <a:pt x="508" y="276"/>
                    <a:pt x="508" y="276"/>
                    <a:pt x="508" y="276"/>
                  </a:cubicBezTo>
                  <a:cubicBezTo>
                    <a:pt x="509" y="276"/>
                    <a:pt x="510" y="276"/>
                    <a:pt x="511" y="275"/>
                  </a:cubicBezTo>
                  <a:cubicBezTo>
                    <a:pt x="512" y="274"/>
                    <a:pt x="512" y="273"/>
                    <a:pt x="512" y="272"/>
                  </a:cubicBezTo>
                  <a:cubicBezTo>
                    <a:pt x="512" y="272"/>
                    <a:pt x="512" y="272"/>
                    <a:pt x="512" y="272"/>
                  </a:cubicBezTo>
                  <a:cubicBezTo>
                    <a:pt x="512" y="271"/>
                    <a:pt x="512" y="270"/>
                    <a:pt x="511" y="269"/>
                  </a:cubicBezTo>
                  <a:cubicBezTo>
                    <a:pt x="510" y="268"/>
                    <a:pt x="509" y="268"/>
                    <a:pt x="508" y="268"/>
                  </a:cubicBezTo>
                  <a:cubicBezTo>
                    <a:pt x="8" y="268"/>
                    <a:pt x="8" y="268"/>
                    <a:pt x="8" y="26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grpSp>
        <p:nvGrpSpPr>
          <p:cNvPr id="65" name="Group 11"/>
          <p:cNvGrpSpPr>
            <a:grpSpLocks noChangeAspect="1"/>
          </p:cNvGrpSpPr>
          <p:nvPr/>
        </p:nvGrpSpPr>
        <p:grpSpPr bwMode="auto">
          <a:xfrm>
            <a:off x="6762883" y="1074123"/>
            <a:ext cx="553250" cy="392808"/>
            <a:chOff x="1407" y="1098"/>
            <a:chExt cx="800" cy="568"/>
          </a:xfrm>
          <a:solidFill>
            <a:schemeClr val="accent1"/>
          </a:solidFill>
        </p:grpSpPr>
        <p:sp>
          <p:nvSpPr>
            <p:cNvPr id="66" name="Freeform 12"/>
            <p:cNvSpPr>
              <a:spLocks noEditPoints="1"/>
            </p:cNvSpPr>
            <p:nvPr/>
          </p:nvSpPr>
          <p:spPr bwMode="auto">
            <a:xfrm>
              <a:off x="1494" y="1098"/>
              <a:ext cx="626" cy="423"/>
            </a:xfrm>
            <a:custGeom>
              <a:avLst/>
              <a:gdLst>
                <a:gd name="T0" fmla="*/ 621 w 628"/>
                <a:gd name="T1" fmla="*/ 7 h 423"/>
                <a:gd name="T2" fmla="*/ 605 w 628"/>
                <a:gd name="T3" fmla="*/ 0 h 423"/>
                <a:gd name="T4" fmla="*/ 23 w 628"/>
                <a:gd name="T5" fmla="*/ 0 h 423"/>
                <a:gd name="T6" fmla="*/ 7 w 628"/>
                <a:gd name="T7" fmla="*/ 7 h 423"/>
                <a:gd name="T8" fmla="*/ 0 w 628"/>
                <a:gd name="T9" fmla="*/ 23 h 423"/>
                <a:gd name="T10" fmla="*/ 0 w 628"/>
                <a:gd name="T11" fmla="*/ 423 h 423"/>
                <a:gd name="T12" fmla="*/ 628 w 628"/>
                <a:gd name="T13" fmla="*/ 423 h 423"/>
                <a:gd name="T14" fmla="*/ 628 w 628"/>
                <a:gd name="T15" fmla="*/ 23 h 423"/>
                <a:gd name="T16" fmla="*/ 621 w 628"/>
                <a:gd name="T17" fmla="*/ 7 h 423"/>
                <a:gd name="T18" fmla="*/ 314 w 628"/>
                <a:gd name="T19" fmla="*/ 13 h 423"/>
                <a:gd name="T20" fmla="*/ 321 w 628"/>
                <a:gd name="T21" fmla="*/ 20 h 423"/>
                <a:gd name="T22" fmla="*/ 314 w 628"/>
                <a:gd name="T23" fmla="*/ 27 h 423"/>
                <a:gd name="T24" fmla="*/ 307 w 628"/>
                <a:gd name="T25" fmla="*/ 20 h 423"/>
                <a:gd name="T26" fmla="*/ 314 w 628"/>
                <a:gd name="T27" fmla="*/ 13 h 423"/>
                <a:gd name="T28" fmla="*/ 587 w 628"/>
                <a:gd name="T29" fmla="*/ 382 h 423"/>
                <a:gd name="T30" fmla="*/ 41 w 628"/>
                <a:gd name="T31" fmla="*/ 382 h 423"/>
                <a:gd name="T32" fmla="*/ 41 w 628"/>
                <a:gd name="T33" fmla="*/ 41 h 423"/>
                <a:gd name="T34" fmla="*/ 587 w 628"/>
                <a:gd name="T35" fmla="*/ 41 h 423"/>
                <a:gd name="T36" fmla="*/ 587 w 628"/>
                <a:gd name="T37" fmla="*/ 382 h 4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628" h="423">
                  <a:moveTo>
                    <a:pt x="621" y="7"/>
                  </a:moveTo>
                  <a:cubicBezTo>
                    <a:pt x="617" y="2"/>
                    <a:pt x="611" y="0"/>
                    <a:pt x="605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17" y="0"/>
                    <a:pt x="11" y="2"/>
                    <a:pt x="7" y="7"/>
                  </a:cubicBezTo>
                  <a:cubicBezTo>
                    <a:pt x="2" y="11"/>
                    <a:pt x="0" y="17"/>
                    <a:pt x="0" y="23"/>
                  </a:cubicBezTo>
                  <a:cubicBezTo>
                    <a:pt x="0" y="423"/>
                    <a:pt x="0" y="423"/>
                    <a:pt x="0" y="423"/>
                  </a:cubicBezTo>
                  <a:cubicBezTo>
                    <a:pt x="628" y="423"/>
                    <a:pt x="628" y="423"/>
                    <a:pt x="628" y="423"/>
                  </a:cubicBezTo>
                  <a:cubicBezTo>
                    <a:pt x="628" y="23"/>
                    <a:pt x="628" y="23"/>
                    <a:pt x="628" y="23"/>
                  </a:cubicBezTo>
                  <a:cubicBezTo>
                    <a:pt x="628" y="17"/>
                    <a:pt x="626" y="11"/>
                    <a:pt x="621" y="7"/>
                  </a:cubicBezTo>
                  <a:close/>
                  <a:moveTo>
                    <a:pt x="314" y="13"/>
                  </a:moveTo>
                  <a:cubicBezTo>
                    <a:pt x="318" y="13"/>
                    <a:pt x="321" y="16"/>
                    <a:pt x="321" y="20"/>
                  </a:cubicBezTo>
                  <a:cubicBezTo>
                    <a:pt x="321" y="24"/>
                    <a:pt x="318" y="27"/>
                    <a:pt x="314" y="27"/>
                  </a:cubicBezTo>
                  <a:cubicBezTo>
                    <a:pt x="310" y="27"/>
                    <a:pt x="307" y="24"/>
                    <a:pt x="307" y="20"/>
                  </a:cubicBezTo>
                  <a:cubicBezTo>
                    <a:pt x="307" y="16"/>
                    <a:pt x="310" y="13"/>
                    <a:pt x="314" y="13"/>
                  </a:cubicBezTo>
                  <a:close/>
                  <a:moveTo>
                    <a:pt x="587" y="382"/>
                  </a:moveTo>
                  <a:cubicBezTo>
                    <a:pt x="41" y="382"/>
                    <a:pt x="41" y="382"/>
                    <a:pt x="41" y="382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587" y="41"/>
                    <a:pt x="587" y="41"/>
                    <a:pt x="587" y="41"/>
                  </a:cubicBezTo>
                  <a:lnTo>
                    <a:pt x="587" y="3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7" name="Freeform 13"/>
            <p:cNvSpPr>
              <a:spLocks noEditPoints="1"/>
            </p:cNvSpPr>
            <p:nvPr/>
          </p:nvSpPr>
          <p:spPr bwMode="auto">
            <a:xfrm>
              <a:off x="1407" y="1538"/>
              <a:ext cx="800" cy="97"/>
            </a:xfrm>
            <a:custGeom>
              <a:avLst/>
              <a:gdLst>
                <a:gd name="T0" fmla="*/ 87 w 802"/>
                <a:gd name="T1" fmla="*/ 0 h 97"/>
                <a:gd name="T2" fmla="*/ 4 w 802"/>
                <a:gd name="T3" fmla="*/ 83 h 97"/>
                <a:gd name="T4" fmla="*/ 2 w 802"/>
                <a:gd name="T5" fmla="*/ 92 h 97"/>
                <a:gd name="T6" fmla="*/ 10 w 802"/>
                <a:gd name="T7" fmla="*/ 97 h 97"/>
                <a:gd name="T8" fmla="*/ 792 w 802"/>
                <a:gd name="T9" fmla="*/ 97 h 97"/>
                <a:gd name="T10" fmla="*/ 800 w 802"/>
                <a:gd name="T11" fmla="*/ 92 h 97"/>
                <a:gd name="T12" fmla="*/ 798 w 802"/>
                <a:gd name="T13" fmla="*/ 83 h 97"/>
                <a:gd name="T14" fmla="*/ 715 w 802"/>
                <a:gd name="T15" fmla="*/ 0 h 97"/>
                <a:gd name="T16" fmla="*/ 87 w 802"/>
                <a:gd name="T17" fmla="*/ 0 h 97"/>
                <a:gd name="T18" fmla="*/ 711 w 802"/>
                <a:gd name="T19" fmla="*/ 47 h 97"/>
                <a:gd name="T20" fmla="*/ 712 w 802"/>
                <a:gd name="T21" fmla="*/ 54 h 97"/>
                <a:gd name="T22" fmla="*/ 706 w 802"/>
                <a:gd name="T23" fmla="*/ 58 h 97"/>
                <a:gd name="T24" fmla="*/ 484 w 802"/>
                <a:gd name="T25" fmla="*/ 58 h 97"/>
                <a:gd name="T26" fmla="*/ 485 w 802"/>
                <a:gd name="T27" fmla="*/ 64 h 97"/>
                <a:gd name="T28" fmla="*/ 484 w 802"/>
                <a:gd name="T29" fmla="*/ 67 h 97"/>
                <a:gd name="T30" fmla="*/ 481 w 802"/>
                <a:gd name="T31" fmla="*/ 69 h 97"/>
                <a:gd name="T32" fmla="*/ 321 w 802"/>
                <a:gd name="T33" fmla="*/ 69 h 97"/>
                <a:gd name="T34" fmla="*/ 318 w 802"/>
                <a:gd name="T35" fmla="*/ 67 h 97"/>
                <a:gd name="T36" fmla="*/ 317 w 802"/>
                <a:gd name="T37" fmla="*/ 64 h 97"/>
                <a:gd name="T38" fmla="*/ 318 w 802"/>
                <a:gd name="T39" fmla="*/ 58 h 97"/>
                <a:gd name="T40" fmla="*/ 96 w 802"/>
                <a:gd name="T41" fmla="*/ 58 h 97"/>
                <a:gd name="T42" fmla="*/ 90 w 802"/>
                <a:gd name="T43" fmla="*/ 54 h 97"/>
                <a:gd name="T44" fmla="*/ 91 w 802"/>
                <a:gd name="T45" fmla="*/ 47 h 97"/>
                <a:gd name="T46" fmla="*/ 113 w 802"/>
                <a:gd name="T47" fmla="*/ 20 h 97"/>
                <a:gd name="T48" fmla="*/ 689 w 802"/>
                <a:gd name="T49" fmla="*/ 20 h 97"/>
                <a:gd name="T50" fmla="*/ 711 w 802"/>
                <a:gd name="T51" fmla="*/ 47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802" h="97">
                  <a:moveTo>
                    <a:pt x="87" y="0"/>
                  </a:moveTo>
                  <a:cubicBezTo>
                    <a:pt x="4" y="83"/>
                    <a:pt x="4" y="83"/>
                    <a:pt x="4" y="83"/>
                  </a:cubicBezTo>
                  <a:cubicBezTo>
                    <a:pt x="1" y="85"/>
                    <a:pt x="0" y="89"/>
                    <a:pt x="2" y="92"/>
                  </a:cubicBezTo>
                  <a:cubicBezTo>
                    <a:pt x="3" y="95"/>
                    <a:pt x="6" y="97"/>
                    <a:pt x="10" y="97"/>
                  </a:cubicBezTo>
                  <a:cubicBezTo>
                    <a:pt x="792" y="97"/>
                    <a:pt x="792" y="97"/>
                    <a:pt x="792" y="97"/>
                  </a:cubicBezTo>
                  <a:cubicBezTo>
                    <a:pt x="796" y="97"/>
                    <a:pt x="799" y="95"/>
                    <a:pt x="800" y="92"/>
                  </a:cubicBezTo>
                  <a:cubicBezTo>
                    <a:pt x="802" y="89"/>
                    <a:pt x="801" y="85"/>
                    <a:pt x="798" y="83"/>
                  </a:cubicBezTo>
                  <a:cubicBezTo>
                    <a:pt x="715" y="0"/>
                    <a:pt x="715" y="0"/>
                    <a:pt x="715" y="0"/>
                  </a:cubicBezTo>
                  <a:lnTo>
                    <a:pt x="87" y="0"/>
                  </a:lnTo>
                  <a:close/>
                  <a:moveTo>
                    <a:pt x="711" y="47"/>
                  </a:moveTo>
                  <a:cubicBezTo>
                    <a:pt x="713" y="49"/>
                    <a:pt x="713" y="51"/>
                    <a:pt x="712" y="54"/>
                  </a:cubicBezTo>
                  <a:cubicBezTo>
                    <a:pt x="711" y="56"/>
                    <a:pt x="709" y="58"/>
                    <a:pt x="706" y="58"/>
                  </a:cubicBezTo>
                  <a:cubicBezTo>
                    <a:pt x="484" y="58"/>
                    <a:pt x="484" y="58"/>
                    <a:pt x="484" y="58"/>
                  </a:cubicBezTo>
                  <a:cubicBezTo>
                    <a:pt x="485" y="64"/>
                    <a:pt x="485" y="64"/>
                    <a:pt x="485" y="64"/>
                  </a:cubicBezTo>
                  <a:cubicBezTo>
                    <a:pt x="485" y="65"/>
                    <a:pt x="485" y="66"/>
                    <a:pt x="484" y="67"/>
                  </a:cubicBezTo>
                  <a:cubicBezTo>
                    <a:pt x="483" y="68"/>
                    <a:pt x="482" y="69"/>
                    <a:pt x="481" y="69"/>
                  </a:cubicBezTo>
                  <a:cubicBezTo>
                    <a:pt x="321" y="69"/>
                    <a:pt x="321" y="69"/>
                    <a:pt x="321" y="69"/>
                  </a:cubicBezTo>
                  <a:cubicBezTo>
                    <a:pt x="320" y="69"/>
                    <a:pt x="319" y="68"/>
                    <a:pt x="318" y="67"/>
                  </a:cubicBezTo>
                  <a:cubicBezTo>
                    <a:pt x="317" y="66"/>
                    <a:pt x="317" y="65"/>
                    <a:pt x="317" y="64"/>
                  </a:cubicBezTo>
                  <a:cubicBezTo>
                    <a:pt x="318" y="58"/>
                    <a:pt x="318" y="58"/>
                    <a:pt x="318" y="58"/>
                  </a:cubicBezTo>
                  <a:cubicBezTo>
                    <a:pt x="96" y="58"/>
                    <a:pt x="96" y="58"/>
                    <a:pt x="96" y="58"/>
                  </a:cubicBezTo>
                  <a:cubicBezTo>
                    <a:pt x="93" y="58"/>
                    <a:pt x="91" y="56"/>
                    <a:pt x="90" y="54"/>
                  </a:cubicBezTo>
                  <a:cubicBezTo>
                    <a:pt x="89" y="51"/>
                    <a:pt x="89" y="49"/>
                    <a:pt x="91" y="47"/>
                  </a:cubicBezTo>
                  <a:cubicBezTo>
                    <a:pt x="113" y="20"/>
                    <a:pt x="113" y="20"/>
                    <a:pt x="113" y="20"/>
                  </a:cubicBezTo>
                  <a:cubicBezTo>
                    <a:pt x="689" y="20"/>
                    <a:pt x="689" y="20"/>
                    <a:pt x="689" y="20"/>
                  </a:cubicBezTo>
                  <a:lnTo>
                    <a:pt x="711" y="4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8" name="Freeform 14"/>
            <p:cNvSpPr>
              <a:spLocks noEditPoints="1"/>
            </p:cNvSpPr>
            <p:nvPr/>
          </p:nvSpPr>
          <p:spPr bwMode="auto">
            <a:xfrm>
              <a:off x="1408" y="1637"/>
              <a:ext cx="798" cy="29"/>
            </a:xfrm>
            <a:custGeom>
              <a:avLst/>
              <a:gdLst>
                <a:gd name="T0" fmla="*/ 791 w 800"/>
                <a:gd name="T1" fmla="*/ 3 h 29"/>
                <a:gd name="T2" fmla="*/ 469 w 800"/>
                <a:gd name="T3" fmla="*/ 3 h 29"/>
                <a:gd name="T4" fmla="*/ 468 w 800"/>
                <a:gd name="T5" fmla="*/ 6 h 29"/>
                <a:gd name="T6" fmla="*/ 461 w 800"/>
                <a:gd name="T7" fmla="*/ 9 h 29"/>
                <a:gd name="T8" fmla="*/ 339 w 800"/>
                <a:gd name="T9" fmla="*/ 9 h 29"/>
                <a:gd name="T10" fmla="*/ 332 w 800"/>
                <a:gd name="T11" fmla="*/ 6 h 29"/>
                <a:gd name="T12" fmla="*/ 331 w 800"/>
                <a:gd name="T13" fmla="*/ 3 h 29"/>
                <a:gd name="T14" fmla="*/ 9 w 800"/>
                <a:gd name="T15" fmla="*/ 3 h 29"/>
                <a:gd name="T16" fmla="*/ 0 w 800"/>
                <a:gd name="T17" fmla="*/ 0 h 29"/>
                <a:gd name="T18" fmla="*/ 0 w 800"/>
                <a:gd name="T19" fmla="*/ 9 h 29"/>
                <a:gd name="T20" fmla="*/ 6 w 800"/>
                <a:gd name="T21" fmla="*/ 23 h 29"/>
                <a:gd name="T22" fmla="*/ 21 w 800"/>
                <a:gd name="T23" fmla="*/ 29 h 29"/>
                <a:gd name="T24" fmla="*/ 779 w 800"/>
                <a:gd name="T25" fmla="*/ 29 h 29"/>
                <a:gd name="T26" fmla="*/ 794 w 800"/>
                <a:gd name="T27" fmla="*/ 23 h 29"/>
                <a:gd name="T28" fmla="*/ 800 w 800"/>
                <a:gd name="T29" fmla="*/ 9 h 29"/>
                <a:gd name="T30" fmla="*/ 800 w 800"/>
                <a:gd name="T31" fmla="*/ 0 h 29"/>
                <a:gd name="T32" fmla="*/ 791 w 800"/>
                <a:gd name="T33" fmla="*/ 3 h 29"/>
                <a:gd name="T34" fmla="*/ 72 w 800"/>
                <a:gd name="T35" fmla="*/ 21 h 29"/>
                <a:gd name="T36" fmla="*/ 68 w 800"/>
                <a:gd name="T37" fmla="*/ 16 h 29"/>
                <a:gd name="T38" fmla="*/ 72 w 800"/>
                <a:gd name="T39" fmla="*/ 12 h 29"/>
                <a:gd name="T40" fmla="*/ 77 w 800"/>
                <a:gd name="T41" fmla="*/ 16 h 29"/>
                <a:gd name="T42" fmla="*/ 72 w 800"/>
                <a:gd name="T43" fmla="*/ 21 h 29"/>
                <a:gd name="T44" fmla="*/ 94 w 800"/>
                <a:gd name="T45" fmla="*/ 21 h 29"/>
                <a:gd name="T46" fmla="*/ 89 w 800"/>
                <a:gd name="T47" fmla="*/ 16 h 29"/>
                <a:gd name="T48" fmla="*/ 94 w 800"/>
                <a:gd name="T49" fmla="*/ 12 h 29"/>
                <a:gd name="T50" fmla="*/ 98 w 800"/>
                <a:gd name="T51" fmla="*/ 16 h 29"/>
                <a:gd name="T52" fmla="*/ 94 w 800"/>
                <a:gd name="T53" fmla="*/ 21 h 29"/>
                <a:gd name="T54" fmla="*/ 115 w 800"/>
                <a:gd name="T55" fmla="*/ 21 h 29"/>
                <a:gd name="T56" fmla="*/ 111 w 800"/>
                <a:gd name="T57" fmla="*/ 16 h 29"/>
                <a:gd name="T58" fmla="*/ 115 w 800"/>
                <a:gd name="T59" fmla="*/ 12 h 29"/>
                <a:gd name="T60" fmla="*/ 120 w 800"/>
                <a:gd name="T61" fmla="*/ 16 h 29"/>
                <a:gd name="T62" fmla="*/ 115 w 800"/>
                <a:gd name="T63" fmla="*/ 21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800" h="29">
                  <a:moveTo>
                    <a:pt x="791" y="3"/>
                  </a:moveTo>
                  <a:cubicBezTo>
                    <a:pt x="469" y="3"/>
                    <a:pt x="469" y="3"/>
                    <a:pt x="469" y="3"/>
                  </a:cubicBezTo>
                  <a:cubicBezTo>
                    <a:pt x="469" y="4"/>
                    <a:pt x="468" y="5"/>
                    <a:pt x="468" y="6"/>
                  </a:cubicBezTo>
                  <a:cubicBezTo>
                    <a:pt x="466" y="8"/>
                    <a:pt x="463" y="9"/>
                    <a:pt x="461" y="9"/>
                  </a:cubicBezTo>
                  <a:cubicBezTo>
                    <a:pt x="339" y="9"/>
                    <a:pt x="339" y="9"/>
                    <a:pt x="339" y="9"/>
                  </a:cubicBezTo>
                  <a:cubicBezTo>
                    <a:pt x="337" y="9"/>
                    <a:pt x="334" y="8"/>
                    <a:pt x="332" y="6"/>
                  </a:cubicBezTo>
                  <a:cubicBezTo>
                    <a:pt x="332" y="5"/>
                    <a:pt x="331" y="4"/>
                    <a:pt x="331" y="3"/>
                  </a:cubicBezTo>
                  <a:cubicBezTo>
                    <a:pt x="9" y="3"/>
                    <a:pt x="9" y="3"/>
                    <a:pt x="9" y="3"/>
                  </a:cubicBezTo>
                  <a:cubicBezTo>
                    <a:pt x="5" y="3"/>
                    <a:pt x="2" y="2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14"/>
                    <a:pt x="2" y="19"/>
                    <a:pt x="6" y="23"/>
                  </a:cubicBezTo>
                  <a:cubicBezTo>
                    <a:pt x="10" y="27"/>
                    <a:pt x="15" y="29"/>
                    <a:pt x="21" y="29"/>
                  </a:cubicBezTo>
                  <a:cubicBezTo>
                    <a:pt x="779" y="29"/>
                    <a:pt x="779" y="29"/>
                    <a:pt x="779" y="29"/>
                  </a:cubicBezTo>
                  <a:cubicBezTo>
                    <a:pt x="785" y="29"/>
                    <a:pt x="790" y="27"/>
                    <a:pt x="794" y="23"/>
                  </a:cubicBezTo>
                  <a:cubicBezTo>
                    <a:pt x="798" y="19"/>
                    <a:pt x="800" y="14"/>
                    <a:pt x="800" y="9"/>
                  </a:cubicBezTo>
                  <a:cubicBezTo>
                    <a:pt x="800" y="0"/>
                    <a:pt x="800" y="0"/>
                    <a:pt x="800" y="0"/>
                  </a:cubicBezTo>
                  <a:cubicBezTo>
                    <a:pt x="798" y="2"/>
                    <a:pt x="795" y="3"/>
                    <a:pt x="791" y="3"/>
                  </a:cubicBezTo>
                  <a:close/>
                  <a:moveTo>
                    <a:pt x="72" y="21"/>
                  </a:moveTo>
                  <a:cubicBezTo>
                    <a:pt x="70" y="21"/>
                    <a:pt x="68" y="19"/>
                    <a:pt x="68" y="16"/>
                  </a:cubicBezTo>
                  <a:cubicBezTo>
                    <a:pt x="68" y="14"/>
                    <a:pt x="70" y="12"/>
                    <a:pt x="72" y="12"/>
                  </a:cubicBezTo>
                  <a:cubicBezTo>
                    <a:pt x="75" y="12"/>
                    <a:pt x="77" y="14"/>
                    <a:pt x="77" y="16"/>
                  </a:cubicBezTo>
                  <a:cubicBezTo>
                    <a:pt x="77" y="19"/>
                    <a:pt x="75" y="21"/>
                    <a:pt x="72" y="21"/>
                  </a:cubicBezTo>
                  <a:close/>
                  <a:moveTo>
                    <a:pt x="94" y="21"/>
                  </a:moveTo>
                  <a:cubicBezTo>
                    <a:pt x="91" y="21"/>
                    <a:pt x="89" y="19"/>
                    <a:pt x="89" y="16"/>
                  </a:cubicBezTo>
                  <a:cubicBezTo>
                    <a:pt x="89" y="14"/>
                    <a:pt x="91" y="12"/>
                    <a:pt x="94" y="12"/>
                  </a:cubicBezTo>
                  <a:cubicBezTo>
                    <a:pt x="96" y="12"/>
                    <a:pt x="98" y="14"/>
                    <a:pt x="98" y="16"/>
                  </a:cubicBezTo>
                  <a:cubicBezTo>
                    <a:pt x="98" y="19"/>
                    <a:pt x="96" y="21"/>
                    <a:pt x="94" y="21"/>
                  </a:cubicBezTo>
                  <a:close/>
                  <a:moveTo>
                    <a:pt x="115" y="21"/>
                  </a:moveTo>
                  <a:cubicBezTo>
                    <a:pt x="113" y="21"/>
                    <a:pt x="111" y="19"/>
                    <a:pt x="111" y="16"/>
                  </a:cubicBezTo>
                  <a:cubicBezTo>
                    <a:pt x="111" y="14"/>
                    <a:pt x="113" y="12"/>
                    <a:pt x="115" y="12"/>
                  </a:cubicBezTo>
                  <a:cubicBezTo>
                    <a:pt x="118" y="12"/>
                    <a:pt x="120" y="14"/>
                    <a:pt x="120" y="16"/>
                  </a:cubicBezTo>
                  <a:cubicBezTo>
                    <a:pt x="120" y="19"/>
                    <a:pt x="118" y="21"/>
                    <a:pt x="115" y="2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9" name="Freeform 15"/>
            <p:cNvSpPr>
              <a:spLocks/>
            </p:cNvSpPr>
            <p:nvPr/>
          </p:nvSpPr>
          <p:spPr bwMode="auto">
            <a:xfrm>
              <a:off x="1624" y="1386"/>
              <a:ext cx="48" cy="56"/>
            </a:xfrm>
            <a:custGeom>
              <a:avLst/>
              <a:gdLst>
                <a:gd name="T0" fmla="*/ 48 w 48"/>
                <a:gd name="T1" fmla="*/ 56 h 56"/>
                <a:gd name="T2" fmla="*/ 0 w 48"/>
                <a:gd name="T3" fmla="*/ 56 h 56"/>
                <a:gd name="T4" fmla="*/ 0 w 48"/>
                <a:gd name="T5" fmla="*/ 5 h 56"/>
                <a:gd name="T6" fmla="*/ 2 w 48"/>
                <a:gd name="T7" fmla="*/ 2 h 56"/>
                <a:gd name="T8" fmla="*/ 5 w 48"/>
                <a:gd name="T9" fmla="*/ 0 h 56"/>
                <a:gd name="T10" fmla="*/ 43 w 48"/>
                <a:gd name="T11" fmla="*/ 0 h 56"/>
                <a:gd name="T12" fmla="*/ 47 w 48"/>
                <a:gd name="T13" fmla="*/ 2 h 56"/>
                <a:gd name="T14" fmla="*/ 48 w 48"/>
                <a:gd name="T15" fmla="*/ 5 h 56"/>
                <a:gd name="T16" fmla="*/ 48 w 48"/>
                <a:gd name="T17" fmla="*/ 56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8" h="56">
                  <a:moveTo>
                    <a:pt x="48" y="56"/>
                  </a:moveTo>
                  <a:cubicBezTo>
                    <a:pt x="0" y="56"/>
                    <a:pt x="0" y="56"/>
                    <a:pt x="0" y="56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4"/>
                    <a:pt x="1" y="3"/>
                    <a:pt x="2" y="2"/>
                  </a:cubicBezTo>
                  <a:cubicBezTo>
                    <a:pt x="3" y="1"/>
                    <a:pt x="4" y="0"/>
                    <a:pt x="5" y="0"/>
                  </a:cubicBezTo>
                  <a:cubicBezTo>
                    <a:pt x="43" y="0"/>
                    <a:pt x="43" y="0"/>
                    <a:pt x="43" y="0"/>
                  </a:cubicBezTo>
                  <a:cubicBezTo>
                    <a:pt x="44" y="0"/>
                    <a:pt x="46" y="1"/>
                    <a:pt x="47" y="2"/>
                  </a:cubicBezTo>
                  <a:cubicBezTo>
                    <a:pt x="48" y="3"/>
                    <a:pt x="48" y="4"/>
                    <a:pt x="48" y="5"/>
                  </a:cubicBezTo>
                  <a:cubicBezTo>
                    <a:pt x="48" y="56"/>
                    <a:pt x="48" y="56"/>
                    <a:pt x="48" y="5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0" name="Freeform 16"/>
            <p:cNvSpPr>
              <a:spLocks/>
            </p:cNvSpPr>
            <p:nvPr/>
          </p:nvSpPr>
          <p:spPr bwMode="auto">
            <a:xfrm>
              <a:off x="1723" y="1314"/>
              <a:ext cx="47" cy="128"/>
            </a:xfrm>
            <a:custGeom>
              <a:avLst/>
              <a:gdLst>
                <a:gd name="T0" fmla="*/ 47 w 47"/>
                <a:gd name="T1" fmla="*/ 128 h 128"/>
                <a:gd name="T2" fmla="*/ 0 w 47"/>
                <a:gd name="T3" fmla="*/ 128 h 128"/>
                <a:gd name="T4" fmla="*/ 0 w 47"/>
                <a:gd name="T5" fmla="*/ 5 h 128"/>
                <a:gd name="T6" fmla="*/ 1 w 47"/>
                <a:gd name="T7" fmla="*/ 2 h 128"/>
                <a:gd name="T8" fmla="*/ 5 w 47"/>
                <a:gd name="T9" fmla="*/ 0 h 128"/>
                <a:gd name="T10" fmla="*/ 42 w 47"/>
                <a:gd name="T11" fmla="*/ 0 h 128"/>
                <a:gd name="T12" fmla="*/ 46 w 47"/>
                <a:gd name="T13" fmla="*/ 2 h 128"/>
                <a:gd name="T14" fmla="*/ 47 w 47"/>
                <a:gd name="T15" fmla="*/ 5 h 128"/>
                <a:gd name="T16" fmla="*/ 47 w 47"/>
                <a:gd name="T17" fmla="*/ 128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28">
                  <a:moveTo>
                    <a:pt x="47" y="128"/>
                  </a:moveTo>
                  <a:cubicBezTo>
                    <a:pt x="0" y="128"/>
                    <a:pt x="0" y="128"/>
                    <a:pt x="0" y="128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4"/>
                    <a:pt x="0" y="3"/>
                    <a:pt x="1" y="2"/>
                  </a:cubicBezTo>
                  <a:cubicBezTo>
                    <a:pt x="2" y="1"/>
                    <a:pt x="3" y="0"/>
                    <a:pt x="5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4" y="0"/>
                    <a:pt x="45" y="1"/>
                    <a:pt x="46" y="2"/>
                  </a:cubicBezTo>
                  <a:cubicBezTo>
                    <a:pt x="47" y="3"/>
                    <a:pt x="47" y="4"/>
                    <a:pt x="47" y="5"/>
                  </a:cubicBezTo>
                  <a:lnTo>
                    <a:pt x="47" y="1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1" name="Freeform 17"/>
            <p:cNvSpPr>
              <a:spLocks/>
            </p:cNvSpPr>
            <p:nvPr/>
          </p:nvSpPr>
          <p:spPr bwMode="auto">
            <a:xfrm>
              <a:off x="1821" y="1353"/>
              <a:ext cx="48" cy="89"/>
            </a:xfrm>
            <a:custGeom>
              <a:avLst/>
              <a:gdLst>
                <a:gd name="T0" fmla="*/ 48 w 48"/>
                <a:gd name="T1" fmla="*/ 89 h 89"/>
                <a:gd name="T2" fmla="*/ 0 w 48"/>
                <a:gd name="T3" fmla="*/ 89 h 89"/>
                <a:gd name="T4" fmla="*/ 0 w 48"/>
                <a:gd name="T5" fmla="*/ 6 h 89"/>
                <a:gd name="T6" fmla="*/ 1 w 48"/>
                <a:gd name="T7" fmla="*/ 2 h 89"/>
                <a:gd name="T8" fmla="*/ 5 w 48"/>
                <a:gd name="T9" fmla="*/ 0 h 89"/>
                <a:gd name="T10" fmla="*/ 43 w 48"/>
                <a:gd name="T11" fmla="*/ 0 h 89"/>
                <a:gd name="T12" fmla="*/ 46 w 48"/>
                <a:gd name="T13" fmla="*/ 2 h 89"/>
                <a:gd name="T14" fmla="*/ 48 w 48"/>
                <a:gd name="T15" fmla="*/ 6 h 89"/>
                <a:gd name="T16" fmla="*/ 48 w 48"/>
                <a:gd name="T17" fmla="*/ 89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8" h="89">
                  <a:moveTo>
                    <a:pt x="48" y="89"/>
                  </a:moveTo>
                  <a:cubicBezTo>
                    <a:pt x="0" y="89"/>
                    <a:pt x="0" y="89"/>
                    <a:pt x="0" y="89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4"/>
                    <a:pt x="0" y="3"/>
                    <a:pt x="1" y="2"/>
                  </a:cubicBezTo>
                  <a:cubicBezTo>
                    <a:pt x="2" y="1"/>
                    <a:pt x="4" y="0"/>
                    <a:pt x="5" y="0"/>
                  </a:cubicBezTo>
                  <a:cubicBezTo>
                    <a:pt x="43" y="0"/>
                    <a:pt x="43" y="0"/>
                    <a:pt x="43" y="0"/>
                  </a:cubicBezTo>
                  <a:cubicBezTo>
                    <a:pt x="44" y="0"/>
                    <a:pt x="45" y="1"/>
                    <a:pt x="46" y="2"/>
                  </a:cubicBezTo>
                  <a:cubicBezTo>
                    <a:pt x="47" y="3"/>
                    <a:pt x="48" y="4"/>
                    <a:pt x="48" y="6"/>
                  </a:cubicBezTo>
                  <a:cubicBezTo>
                    <a:pt x="48" y="89"/>
                    <a:pt x="48" y="89"/>
                    <a:pt x="48" y="8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2" name="Freeform 18"/>
            <p:cNvSpPr>
              <a:spLocks/>
            </p:cNvSpPr>
            <p:nvPr/>
          </p:nvSpPr>
          <p:spPr bwMode="auto">
            <a:xfrm>
              <a:off x="1901" y="1205"/>
              <a:ext cx="84" cy="237"/>
            </a:xfrm>
            <a:custGeom>
              <a:avLst/>
              <a:gdLst>
                <a:gd name="T0" fmla="*/ 79 w 84"/>
                <a:gd name="T1" fmla="*/ 64 h 237"/>
                <a:gd name="T2" fmla="*/ 84 w 84"/>
                <a:gd name="T3" fmla="*/ 62 h 237"/>
                <a:gd name="T4" fmla="*/ 83 w 84"/>
                <a:gd name="T5" fmla="*/ 56 h 237"/>
                <a:gd name="T6" fmla="*/ 46 w 84"/>
                <a:gd name="T7" fmla="*/ 2 h 237"/>
                <a:gd name="T8" fmla="*/ 42 w 84"/>
                <a:gd name="T9" fmla="*/ 0 h 237"/>
                <a:gd name="T10" fmla="*/ 38 w 84"/>
                <a:gd name="T11" fmla="*/ 2 h 237"/>
                <a:gd name="T12" fmla="*/ 1 w 84"/>
                <a:gd name="T13" fmla="*/ 56 h 237"/>
                <a:gd name="T14" fmla="*/ 1 w 84"/>
                <a:gd name="T15" fmla="*/ 62 h 237"/>
                <a:gd name="T16" fmla="*/ 5 w 84"/>
                <a:gd name="T17" fmla="*/ 64 h 237"/>
                <a:gd name="T18" fmla="*/ 18 w 84"/>
                <a:gd name="T19" fmla="*/ 64 h 237"/>
                <a:gd name="T20" fmla="*/ 18 w 84"/>
                <a:gd name="T21" fmla="*/ 237 h 237"/>
                <a:gd name="T22" fmla="*/ 66 w 84"/>
                <a:gd name="T23" fmla="*/ 237 h 237"/>
                <a:gd name="T24" fmla="*/ 66 w 84"/>
                <a:gd name="T25" fmla="*/ 64 h 237"/>
                <a:gd name="T26" fmla="*/ 79 w 84"/>
                <a:gd name="T27" fmla="*/ 64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4" h="237">
                  <a:moveTo>
                    <a:pt x="79" y="64"/>
                  </a:moveTo>
                  <a:cubicBezTo>
                    <a:pt x="81" y="64"/>
                    <a:pt x="83" y="63"/>
                    <a:pt x="84" y="62"/>
                  </a:cubicBezTo>
                  <a:cubicBezTo>
                    <a:pt x="84" y="60"/>
                    <a:pt x="84" y="58"/>
                    <a:pt x="83" y="56"/>
                  </a:cubicBezTo>
                  <a:cubicBezTo>
                    <a:pt x="46" y="2"/>
                    <a:pt x="46" y="2"/>
                    <a:pt x="46" y="2"/>
                  </a:cubicBezTo>
                  <a:cubicBezTo>
                    <a:pt x="45" y="1"/>
                    <a:pt x="44" y="0"/>
                    <a:pt x="42" y="0"/>
                  </a:cubicBezTo>
                  <a:cubicBezTo>
                    <a:pt x="40" y="0"/>
                    <a:pt x="39" y="1"/>
                    <a:pt x="38" y="2"/>
                  </a:cubicBezTo>
                  <a:cubicBezTo>
                    <a:pt x="1" y="56"/>
                    <a:pt x="1" y="56"/>
                    <a:pt x="1" y="56"/>
                  </a:cubicBezTo>
                  <a:cubicBezTo>
                    <a:pt x="0" y="58"/>
                    <a:pt x="0" y="60"/>
                    <a:pt x="1" y="62"/>
                  </a:cubicBezTo>
                  <a:cubicBezTo>
                    <a:pt x="1" y="63"/>
                    <a:pt x="3" y="64"/>
                    <a:pt x="5" y="64"/>
                  </a:cubicBezTo>
                  <a:cubicBezTo>
                    <a:pt x="18" y="64"/>
                    <a:pt x="18" y="64"/>
                    <a:pt x="18" y="64"/>
                  </a:cubicBezTo>
                  <a:cubicBezTo>
                    <a:pt x="18" y="237"/>
                    <a:pt x="18" y="237"/>
                    <a:pt x="18" y="237"/>
                  </a:cubicBezTo>
                  <a:cubicBezTo>
                    <a:pt x="66" y="237"/>
                    <a:pt x="66" y="237"/>
                    <a:pt x="66" y="237"/>
                  </a:cubicBezTo>
                  <a:cubicBezTo>
                    <a:pt x="66" y="64"/>
                    <a:pt x="66" y="64"/>
                    <a:pt x="66" y="64"/>
                  </a:cubicBezTo>
                  <a:lnTo>
                    <a:pt x="79" y="6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3" name="Freeform 19"/>
            <p:cNvSpPr>
              <a:spLocks/>
            </p:cNvSpPr>
            <p:nvPr/>
          </p:nvSpPr>
          <p:spPr bwMode="auto">
            <a:xfrm>
              <a:off x="1552" y="1187"/>
              <a:ext cx="510" cy="276"/>
            </a:xfrm>
            <a:custGeom>
              <a:avLst/>
              <a:gdLst>
                <a:gd name="T0" fmla="*/ 8 w 512"/>
                <a:gd name="T1" fmla="*/ 268 h 276"/>
                <a:gd name="T2" fmla="*/ 8 w 512"/>
                <a:gd name="T3" fmla="*/ 4 h 276"/>
                <a:gd name="T4" fmla="*/ 7 w 512"/>
                <a:gd name="T5" fmla="*/ 1 h 276"/>
                <a:gd name="T6" fmla="*/ 4 w 512"/>
                <a:gd name="T7" fmla="*/ 0 h 276"/>
                <a:gd name="T8" fmla="*/ 4 w 512"/>
                <a:gd name="T9" fmla="*/ 0 h 276"/>
                <a:gd name="T10" fmla="*/ 1 w 512"/>
                <a:gd name="T11" fmla="*/ 1 h 276"/>
                <a:gd name="T12" fmla="*/ 0 w 512"/>
                <a:gd name="T13" fmla="*/ 4 h 276"/>
                <a:gd name="T14" fmla="*/ 0 w 512"/>
                <a:gd name="T15" fmla="*/ 276 h 276"/>
                <a:gd name="T16" fmla="*/ 508 w 512"/>
                <a:gd name="T17" fmla="*/ 276 h 276"/>
                <a:gd name="T18" fmla="*/ 511 w 512"/>
                <a:gd name="T19" fmla="*/ 275 h 276"/>
                <a:gd name="T20" fmla="*/ 512 w 512"/>
                <a:gd name="T21" fmla="*/ 272 h 276"/>
                <a:gd name="T22" fmla="*/ 512 w 512"/>
                <a:gd name="T23" fmla="*/ 272 h 276"/>
                <a:gd name="T24" fmla="*/ 511 w 512"/>
                <a:gd name="T25" fmla="*/ 269 h 276"/>
                <a:gd name="T26" fmla="*/ 508 w 512"/>
                <a:gd name="T27" fmla="*/ 268 h 276"/>
                <a:gd name="T28" fmla="*/ 8 w 512"/>
                <a:gd name="T29" fmla="*/ 268 h 2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512" h="276">
                  <a:moveTo>
                    <a:pt x="8" y="268"/>
                  </a:moveTo>
                  <a:cubicBezTo>
                    <a:pt x="8" y="4"/>
                    <a:pt x="8" y="4"/>
                    <a:pt x="8" y="4"/>
                  </a:cubicBezTo>
                  <a:cubicBezTo>
                    <a:pt x="8" y="3"/>
                    <a:pt x="8" y="2"/>
                    <a:pt x="7" y="1"/>
                  </a:cubicBezTo>
                  <a:cubicBezTo>
                    <a:pt x="6" y="1"/>
                    <a:pt x="5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3" y="0"/>
                    <a:pt x="2" y="1"/>
                    <a:pt x="1" y="1"/>
                  </a:cubicBezTo>
                  <a:cubicBezTo>
                    <a:pt x="0" y="2"/>
                    <a:pt x="0" y="3"/>
                    <a:pt x="0" y="4"/>
                  </a:cubicBezTo>
                  <a:cubicBezTo>
                    <a:pt x="0" y="276"/>
                    <a:pt x="0" y="276"/>
                    <a:pt x="0" y="276"/>
                  </a:cubicBezTo>
                  <a:cubicBezTo>
                    <a:pt x="508" y="276"/>
                    <a:pt x="508" y="276"/>
                    <a:pt x="508" y="276"/>
                  </a:cubicBezTo>
                  <a:cubicBezTo>
                    <a:pt x="509" y="276"/>
                    <a:pt x="510" y="276"/>
                    <a:pt x="511" y="275"/>
                  </a:cubicBezTo>
                  <a:cubicBezTo>
                    <a:pt x="512" y="274"/>
                    <a:pt x="512" y="273"/>
                    <a:pt x="512" y="272"/>
                  </a:cubicBezTo>
                  <a:cubicBezTo>
                    <a:pt x="512" y="272"/>
                    <a:pt x="512" y="272"/>
                    <a:pt x="512" y="272"/>
                  </a:cubicBezTo>
                  <a:cubicBezTo>
                    <a:pt x="512" y="271"/>
                    <a:pt x="512" y="270"/>
                    <a:pt x="511" y="269"/>
                  </a:cubicBezTo>
                  <a:cubicBezTo>
                    <a:pt x="510" y="268"/>
                    <a:pt x="509" y="268"/>
                    <a:pt x="508" y="268"/>
                  </a:cubicBezTo>
                  <a:cubicBezTo>
                    <a:pt x="8" y="268"/>
                    <a:pt x="8" y="268"/>
                    <a:pt x="8" y="26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grpSp>
        <p:nvGrpSpPr>
          <p:cNvPr id="74" name="Group 11"/>
          <p:cNvGrpSpPr>
            <a:grpSpLocks noChangeAspect="1"/>
          </p:cNvGrpSpPr>
          <p:nvPr/>
        </p:nvGrpSpPr>
        <p:grpSpPr bwMode="auto">
          <a:xfrm>
            <a:off x="8667283" y="4400835"/>
            <a:ext cx="553250" cy="392808"/>
            <a:chOff x="1407" y="1098"/>
            <a:chExt cx="800" cy="568"/>
          </a:xfrm>
          <a:solidFill>
            <a:schemeClr val="accent5"/>
          </a:solidFill>
        </p:grpSpPr>
        <p:sp>
          <p:nvSpPr>
            <p:cNvPr id="75" name="Freeform 12"/>
            <p:cNvSpPr>
              <a:spLocks noEditPoints="1"/>
            </p:cNvSpPr>
            <p:nvPr/>
          </p:nvSpPr>
          <p:spPr bwMode="auto">
            <a:xfrm>
              <a:off x="1494" y="1098"/>
              <a:ext cx="626" cy="423"/>
            </a:xfrm>
            <a:custGeom>
              <a:avLst/>
              <a:gdLst>
                <a:gd name="T0" fmla="*/ 621 w 628"/>
                <a:gd name="T1" fmla="*/ 7 h 423"/>
                <a:gd name="T2" fmla="*/ 605 w 628"/>
                <a:gd name="T3" fmla="*/ 0 h 423"/>
                <a:gd name="T4" fmla="*/ 23 w 628"/>
                <a:gd name="T5" fmla="*/ 0 h 423"/>
                <a:gd name="T6" fmla="*/ 7 w 628"/>
                <a:gd name="T7" fmla="*/ 7 h 423"/>
                <a:gd name="T8" fmla="*/ 0 w 628"/>
                <a:gd name="T9" fmla="*/ 23 h 423"/>
                <a:gd name="T10" fmla="*/ 0 w 628"/>
                <a:gd name="T11" fmla="*/ 423 h 423"/>
                <a:gd name="T12" fmla="*/ 628 w 628"/>
                <a:gd name="T13" fmla="*/ 423 h 423"/>
                <a:gd name="T14" fmla="*/ 628 w 628"/>
                <a:gd name="T15" fmla="*/ 23 h 423"/>
                <a:gd name="T16" fmla="*/ 621 w 628"/>
                <a:gd name="T17" fmla="*/ 7 h 423"/>
                <a:gd name="T18" fmla="*/ 314 w 628"/>
                <a:gd name="T19" fmla="*/ 13 h 423"/>
                <a:gd name="T20" fmla="*/ 321 w 628"/>
                <a:gd name="T21" fmla="*/ 20 h 423"/>
                <a:gd name="T22" fmla="*/ 314 w 628"/>
                <a:gd name="T23" fmla="*/ 27 h 423"/>
                <a:gd name="T24" fmla="*/ 307 w 628"/>
                <a:gd name="T25" fmla="*/ 20 h 423"/>
                <a:gd name="T26" fmla="*/ 314 w 628"/>
                <a:gd name="T27" fmla="*/ 13 h 423"/>
                <a:gd name="T28" fmla="*/ 587 w 628"/>
                <a:gd name="T29" fmla="*/ 382 h 423"/>
                <a:gd name="T30" fmla="*/ 41 w 628"/>
                <a:gd name="T31" fmla="*/ 382 h 423"/>
                <a:gd name="T32" fmla="*/ 41 w 628"/>
                <a:gd name="T33" fmla="*/ 41 h 423"/>
                <a:gd name="T34" fmla="*/ 587 w 628"/>
                <a:gd name="T35" fmla="*/ 41 h 423"/>
                <a:gd name="T36" fmla="*/ 587 w 628"/>
                <a:gd name="T37" fmla="*/ 382 h 4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628" h="423">
                  <a:moveTo>
                    <a:pt x="621" y="7"/>
                  </a:moveTo>
                  <a:cubicBezTo>
                    <a:pt x="617" y="2"/>
                    <a:pt x="611" y="0"/>
                    <a:pt x="605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17" y="0"/>
                    <a:pt x="11" y="2"/>
                    <a:pt x="7" y="7"/>
                  </a:cubicBezTo>
                  <a:cubicBezTo>
                    <a:pt x="2" y="11"/>
                    <a:pt x="0" y="17"/>
                    <a:pt x="0" y="23"/>
                  </a:cubicBezTo>
                  <a:cubicBezTo>
                    <a:pt x="0" y="423"/>
                    <a:pt x="0" y="423"/>
                    <a:pt x="0" y="423"/>
                  </a:cubicBezTo>
                  <a:cubicBezTo>
                    <a:pt x="628" y="423"/>
                    <a:pt x="628" y="423"/>
                    <a:pt x="628" y="423"/>
                  </a:cubicBezTo>
                  <a:cubicBezTo>
                    <a:pt x="628" y="23"/>
                    <a:pt x="628" y="23"/>
                    <a:pt x="628" y="23"/>
                  </a:cubicBezTo>
                  <a:cubicBezTo>
                    <a:pt x="628" y="17"/>
                    <a:pt x="626" y="11"/>
                    <a:pt x="621" y="7"/>
                  </a:cubicBezTo>
                  <a:close/>
                  <a:moveTo>
                    <a:pt x="314" y="13"/>
                  </a:moveTo>
                  <a:cubicBezTo>
                    <a:pt x="318" y="13"/>
                    <a:pt x="321" y="16"/>
                    <a:pt x="321" y="20"/>
                  </a:cubicBezTo>
                  <a:cubicBezTo>
                    <a:pt x="321" y="24"/>
                    <a:pt x="318" y="27"/>
                    <a:pt x="314" y="27"/>
                  </a:cubicBezTo>
                  <a:cubicBezTo>
                    <a:pt x="310" y="27"/>
                    <a:pt x="307" y="24"/>
                    <a:pt x="307" y="20"/>
                  </a:cubicBezTo>
                  <a:cubicBezTo>
                    <a:pt x="307" y="16"/>
                    <a:pt x="310" y="13"/>
                    <a:pt x="314" y="13"/>
                  </a:cubicBezTo>
                  <a:close/>
                  <a:moveTo>
                    <a:pt x="587" y="382"/>
                  </a:moveTo>
                  <a:cubicBezTo>
                    <a:pt x="41" y="382"/>
                    <a:pt x="41" y="382"/>
                    <a:pt x="41" y="382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587" y="41"/>
                    <a:pt x="587" y="41"/>
                    <a:pt x="587" y="41"/>
                  </a:cubicBezTo>
                  <a:lnTo>
                    <a:pt x="587" y="3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6" name="Freeform 13"/>
            <p:cNvSpPr>
              <a:spLocks noEditPoints="1"/>
            </p:cNvSpPr>
            <p:nvPr/>
          </p:nvSpPr>
          <p:spPr bwMode="auto">
            <a:xfrm>
              <a:off x="1407" y="1538"/>
              <a:ext cx="800" cy="97"/>
            </a:xfrm>
            <a:custGeom>
              <a:avLst/>
              <a:gdLst>
                <a:gd name="T0" fmla="*/ 87 w 802"/>
                <a:gd name="T1" fmla="*/ 0 h 97"/>
                <a:gd name="T2" fmla="*/ 4 w 802"/>
                <a:gd name="T3" fmla="*/ 83 h 97"/>
                <a:gd name="T4" fmla="*/ 2 w 802"/>
                <a:gd name="T5" fmla="*/ 92 h 97"/>
                <a:gd name="T6" fmla="*/ 10 w 802"/>
                <a:gd name="T7" fmla="*/ 97 h 97"/>
                <a:gd name="T8" fmla="*/ 792 w 802"/>
                <a:gd name="T9" fmla="*/ 97 h 97"/>
                <a:gd name="T10" fmla="*/ 800 w 802"/>
                <a:gd name="T11" fmla="*/ 92 h 97"/>
                <a:gd name="T12" fmla="*/ 798 w 802"/>
                <a:gd name="T13" fmla="*/ 83 h 97"/>
                <a:gd name="T14" fmla="*/ 715 w 802"/>
                <a:gd name="T15" fmla="*/ 0 h 97"/>
                <a:gd name="T16" fmla="*/ 87 w 802"/>
                <a:gd name="T17" fmla="*/ 0 h 97"/>
                <a:gd name="T18" fmla="*/ 711 w 802"/>
                <a:gd name="T19" fmla="*/ 47 h 97"/>
                <a:gd name="T20" fmla="*/ 712 w 802"/>
                <a:gd name="T21" fmla="*/ 54 h 97"/>
                <a:gd name="T22" fmla="*/ 706 w 802"/>
                <a:gd name="T23" fmla="*/ 58 h 97"/>
                <a:gd name="T24" fmla="*/ 484 w 802"/>
                <a:gd name="T25" fmla="*/ 58 h 97"/>
                <a:gd name="T26" fmla="*/ 485 w 802"/>
                <a:gd name="T27" fmla="*/ 64 h 97"/>
                <a:gd name="T28" fmla="*/ 484 w 802"/>
                <a:gd name="T29" fmla="*/ 67 h 97"/>
                <a:gd name="T30" fmla="*/ 481 w 802"/>
                <a:gd name="T31" fmla="*/ 69 h 97"/>
                <a:gd name="T32" fmla="*/ 321 w 802"/>
                <a:gd name="T33" fmla="*/ 69 h 97"/>
                <a:gd name="T34" fmla="*/ 318 w 802"/>
                <a:gd name="T35" fmla="*/ 67 h 97"/>
                <a:gd name="T36" fmla="*/ 317 w 802"/>
                <a:gd name="T37" fmla="*/ 64 h 97"/>
                <a:gd name="T38" fmla="*/ 318 w 802"/>
                <a:gd name="T39" fmla="*/ 58 h 97"/>
                <a:gd name="T40" fmla="*/ 96 w 802"/>
                <a:gd name="T41" fmla="*/ 58 h 97"/>
                <a:gd name="T42" fmla="*/ 90 w 802"/>
                <a:gd name="T43" fmla="*/ 54 h 97"/>
                <a:gd name="T44" fmla="*/ 91 w 802"/>
                <a:gd name="T45" fmla="*/ 47 h 97"/>
                <a:gd name="T46" fmla="*/ 113 w 802"/>
                <a:gd name="T47" fmla="*/ 20 h 97"/>
                <a:gd name="T48" fmla="*/ 689 w 802"/>
                <a:gd name="T49" fmla="*/ 20 h 97"/>
                <a:gd name="T50" fmla="*/ 711 w 802"/>
                <a:gd name="T51" fmla="*/ 47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802" h="97">
                  <a:moveTo>
                    <a:pt x="87" y="0"/>
                  </a:moveTo>
                  <a:cubicBezTo>
                    <a:pt x="4" y="83"/>
                    <a:pt x="4" y="83"/>
                    <a:pt x="4" y="83"/>
                  </a:cubicBezTo>
                  <a:cubicBezTo>
                    <a:pt x="1" y="85"/>
                    <a:pt x="0" y="89"/>
                    <a:pt x="2" y="92"/>
                  </a:cubicBezTo>
                  <a:cubicBezTo>
                    <a:pt x="3" y="95"/>
                    <a:pt x="6" y="97"/>
                    <a:pt x="10" y="97"/>
                  </a:cubicBezTo>
                  <a:cubicBezTo>
                    <a:pt x="792" y="97"/>
                    <a:pt x="792" y="97"/>
                    <a:pt x="792" y="97"/>
                  </a:cubicBezTo>
                  <a:cubicBezTo>
                    <a:pt x="796" y="97"/>
                    <a:pt x="799" y="95"/>
                    <a:pt x="800" y="92"/>
                  </a:cubicBezTo>
                  <a:cubicBezTo>
                    <a:pt x="802" y="89"/>
                    <a:pt x="801" y="85"/>
                    <a:pt x="798" y="83"/>
                  </a:cubicBezTo>
                  <a:cubicBezTo>
                    <a:pt x="715" y="0"/>
                    <a:pt x="715" y="0"/>
                    <a:pt x="715" y="0"/>
                  </a:cubicBezTo>
                  <a:lnTo>
                    <a:pt x="87" y="0"/>
                  </a:lnTo>
                  <a:close/>
                  <a:moveTo>
                    <a:pt x="711" y="47"/>
                  </a:moveTo>
                  <a:cubicBezTo>
                    <a:pt x="713" y="49"/>
                    <a:pt x="713" y="51"/>
                    <a:pt x="712" y="54"/>
                  </a:cubicBezTo>
                  <a:cubicBezTo>
                    <a:pt x="711" y="56"/>
                    <a:pt x="709" y="58"/>
                    <a:pt x="706" y="58"/>
                  </a:cubicBezTo>
                  <a:cubicBezTo>
                    <a:pt x="484" y="58"/>
                    <a:pt x="484" y="58"/>
                    <a:pt x="484" y="58"/>
                  </a:cubicBezTo>
                  <a:cubicBezTo>
                    <a:pt x="485" y="64"/>
                    <a:pt x="485" y="64"/>
                    <a:pt x="485" y="64"/>
                  </a:cubicBezTo>
                  <a:cubicBezTo>
                    <a:pt x="485" y="65"/>
                    <a:pt x="485" y="66"/>
                    <a:pt x="484" y="67"/>
                  </a:cubicBezTo>
                  <a:cubicBezTo>
                    <a:pt x="483" y="68"/>
                    <a:pt x="482" y="69"/>
                    <a:pt x="481" y="69"/>
                  </a:cubicBezTo>
                  <a:cubicBezTo>
                    <a:pt x="321" y="69"/>
                    <a:pt x="321" y="69"/>
                    <a:pt x="321" y="69"/>
                  </a:cubicBezTo>
                  <a:cubicBezTo>
                    <a:pt x="320" y="69"/>
                    <a:pt x="319" y="68"/>
                    <a:pt x="318" y="67"/>
                  </a:cubicBezTo>
                  <a:cubicBezTo>
                    <a:pt x="317" y="66"/>
                    <a:pt x="317" y="65"/>
                    <a:pt x="317" y="64"/>
                  </a:cubicBezTo>
                  <a:cubicBezTo>
                    <a:pt x="318" y="58"/>
                    <a:pt x="318" y="58"/>
                    <a:pt x="318" y="58"/>
                  </a:cubicBezTo>
                  <a:cubicBezTo>
                    <a:pt x="96" y="58"/>
                    <a:pt x="96" y="58"/>
                    <a:pt x="96" y="58"/>
                  </a:cubicBezTo>
                  <a:cubicBezTo>
                    <a:pt x="93" y="58"/>
                    <a:pt x="91" y="56"/>
                    <a:pt x="90" y="54"/>
                  </a:cubicBezTo>
                  <a:cubicBezTo>
                    <a:pt x="89" y="51"/>
                    <a:pt x="89" y="49"/>
                    <a:pt x="91" y="47"/>
                  </a:cubicBezTo>
                  <a:cubicBezTo>
                    <a:pt x="113" y="20"/>
                    <a:pt x="113" y="20"/>
                    <a:pt x="113" y="20"/>
                  </a:cubicBezTo>
                  <a:cubicBezTo>
                    <a:pt x="689" y="20"/>
                    <a:pt x="689" y="20"/>
                    <a:pt x="689" y="20"/>
                  </a:cubicBezTo>
                  <a:lnTo>
                    <a:pt x="711" y="4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7" name="Freeform 14"/>
            <p:cNvSpPr>
              <a:spLocks noEditPoints="1"/>
            </p:cNvSpPr>
            <p:nvPr/>
          </p:nvSpPr>
          <p:spPr bwMode="auto">
            <a:xfrm>
              <a:off x="1408" y="1637"/>
              <a:ext cx="798" cy="29"/>
            </a:xfrm>
            <a:custGeom>
              <a:avLst/>
              <a:gdLst>
                <a:gd name="T0" fmla="*/ 791 w 800"/>
                <a:gd name="T1" fmla="*/ 3 h 29"/>
                <a:gd name="T2" fmla="*/ 469 w 800"/>
                <a:gd name="T3" fmla="*/ 3 h 29"/>
                <a:gd name="T4" fmla="*/ 468 w 800"/>
                <a:gd name="T5" fmla="*/ 6 h 29"/>
                <a:gd name="T6" fmla="*/ 461 w 800"/>
                <a:gd name="T7" fmla="*/ 9 h 29"/>
                <a:gd name="T8" fmla="*/ 339 w 800"/>
                <a:gd name="T9" fmla="*/ 9 h 29"/>
                <a:gd name="T10" fmla="*/ 332 w 800"/>
                <a:gd name="T11" fmla="*/ 6 h 29"/>
                <a:gd name="T12" fmla="*/ 331 w 800"/>
                <a:gd name="T13" fmla="*/ 3 h 29"/>
                <a:gd name="T14" fmla="*/ 9 w 800"/>
                <a:gd name="T15" fmla="*/ 3 h 29"/>
                <a:gd name="T16" fmla="*/ 0 w 800"/>
                <a:gd name="T17" fmla="*/ 0 h 29"/>
                <a:gd name="T18" fmla="*/ 0 w 800"/>
                <a:gd name="T19" fmla="*/ 9 h 29"/>
                <a:gd name="T20" fmla="*/ 6 w 800"/>
                <a:gd name="T21" fmla="*/ 23 h 29"/>
                <a:gd name="T22" fmla="*/ 21 w 800"/>
                <a:gd name="T23" fmla="*/ 29 h 29"/>
                <a:gd name="T24" fmla="*/ 779 w 800"/>
                <a:gd name="T25" fmla="*/ 29 h 29"/>
                <a:gd name="T26" fmla="*/ 794 w 800"/>
                <a:gd name="T27" fmla="*/ 23 h 29"/>
                <a:gd name="T28" fmla="*/ 800 w 800"/>
                <a:gd name="T29" fmla="*/ 9 h 29"/>
                <a:gd name="T30" fmla="*/ 800 w 800"/>
                <a:gd name="T31" fmla="*/ 0 h 29"/>
                <a:gd name="T32" fmla="*/ 791 w 800"/>
                <a:gd name="T33" fmla="*/ 3 h 29"/>
                <a:gd name="T34" fmla="*/ 72 w 800"/>
                <a:gd name="T35" fmla="*/ 21 h 29"/>
                <a:gd name="T36" fmla="*/ 68 w 800"/>
                <a:gd name="T37" fmla="*/ 16 h 29"/>
                <a:gd name="T38" fmla="*/ 72 w 800"/>
                <a:gd name="T39" fmla="*/ 12 h 29"/>
                <a:gd name="T40" fmla="*/ 77 w 800"/>
                <a:gd name="T41" fmla="*/ 16 h 29"/>
                <a:gd name="T42" fmla="*/ 72 w 800"/>
                <a:gd name="T43" fmla="*/ 21 h 29"/>
                <a:gd name="T44" fmla="*/ 94 w 800"/>
                <a:gd name="T45" fmla="*/ 21 h 29"/>
                <a:gd name="T46" fmla="*/ 89 w 800"/>
                <a:gd name="T47" fmla="*/ 16 h 29"/>
                <a:gd name="T48" fmla="*/ 94 w 800"/>
                <a:gd name="T49" fmla="*/ 12 h 29"/>
                <a:gd name="T50" fmla="*/ 98 w 800"/>
                <a:gd name="T51" fmla="*/ 16 h 29"/>
                <a:gd name="T52" fmla="*/ 94 w 800"/>
                <a:gd name="T53" fmla="*/ 21 h 29"/>
                <a:gd name="T54" fmla="*/ 115 w 800"/>
                <a:gd name="T55" fmla="*/ 21 h 29"/>
                <a:gd name="T56" fmla="*/ 111 w 800"/>
                <a:gd name="T57" fmla="*/ 16 h 29"/>
                <a:gd name="T58" fmla="*/ 115 w 800"/>
                <a:gd name="T59" fmla="*/ 12 h 29"/>
                <a:gd name="T60" fmla="*/ 120 w 800"/>
                <a:gd name="T61" fmla="*/ 16 h 29"/>
                <a:gd name="T62" fmla="*/ 115 w 800"/>
                <a:gd name="T63" fmla="*/ 21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800" h="29">
                  <a:moveTo>
                    <a:pt x="791" y="3"/>
                  </a:moveTo>
                  <a:cubicBezTo>
                    <a:pt x="469" y="3"/>
                    <a:pt x="469" y="3"/>
                    <a:pt x="469" y="3"/>
                  </a:cubicBezTo>
                  <a:cubicBezTo>
                    <a:pt x="469" y="4"/>
                    <a:pt x="468" y="5"/>
                    <a:pt x="468" y="6"/>
                  </a:cubicBezTo>
                  <a:cubicBezTo>
                    <a:pt x="466" y="8"/>
                    <a:pt x="463" y="9"/>
                    <a:pt x="461" y="9"/>
                  </a:cubicBezTo>
                  <a:cubicBezTo>
                    <a:pt x="339" y="9"/>
                    <a:pt x="339" y="9"/>
                    <a:pt x="339" y="9"/>
                  </a:cubicBezTo>
                  <a:cubicBezTo>
                    <a:pt x="337" y="9"/>
                    <a:pt x="334" y="8"/>
                    <a:pt x="332" y="6"/>
                  </a:cubicBezTo>
                  <a:cubicBezTo>
                    <a:pt x="332" y="5"/>
                    <a:pt x="331" y="4"/>
                    <a:pt x="331" y="3"/>
                  </a:cubicBezTo>
                  <a:cubicBezTo>
                    <a:pt x="9" y="3"/>
                    <a:pt x="9" y="3"/>
                    <a:pt x="9" y="3"/>
                  </a:cubicBezTo>
                  <a:cubicBezTo>
                    <a:pt x="5" y="3"/>
                    <a:pt x="2" y="2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14"/>
                    <a:pt x="2" y="19"/>
                    <a:pt x="6" y="23"/>
                  </a:cubicBezTo>
                  <a:cubicBezTo>
                    <a:pt x="10" y="27"/>
                    <a:pt x="15" y="29"/>
                    <a:pt x="21" y="29"/>
                  </a:cubicBezTo>
                  <a:cubicBezTo>
                    <a:pt x="779" y="29"/>
                    <a:pt x="779" y="29"/>
                    <a:pt x="779" y="29"/>
                  </a:cubicBezTo>
                  <a:cubicBezTo>
                    <a:pt x="785" y="29"/>
                    <a:pt x="790" y="27"/>
                    <a:pt x="794" y="23"/>
                  </a:cubicBezTo>
                  <a:cubicBezTo>
                    <a:pt x="798" y="19"/>
                    <a:pt x="800" y="14"/>
                    <a:pt x="800" y="9"/>
                  </a:cubicBezTo>
                  <a:cubicBezTo>
                    <a:pt x="800" y="0"/>
                    <a:pt x="800" y="0"/>
                    <a:pt x="800" y="0"/>
                  </a:cubicBezTo>
                  <a:cubicBezTo>
                    <a:pt x="798" y="2"/>
                    <a:pt x="795" y="3"/>
                    <a:pt x="791" y="3"/>
                  </a:cubicBezTo>
                  <a:close/>
                  <a:moveTo>
                    <a:pt x="72" y="21"/>
                  </a:moveTo>
                  <a:cubicBezTo>
                    <a:pt x="70" y="21"/>
                    <a:pt x="68" y="19"/>
                    <a:pt x="68" y="16"/>
                  </a:cubicBezTo>
                  <a:cubicBezTo>
                    <a:pt x="68" y="14"/>
                    <a:pt x="70" y="12"/>
                    <a:pt x="72" y="12"/>
                  </a:cubicBezTo>
                  <a:cubicBezTo>
                    <a:pt x="75" y="12"/>
                    <a:pt x="77" y="14"/>
                    <a:pt x="77" y="16"/>
                  </a:cubicBezTo>
                  <a:cubicBezTo>
                    <a:pt x="77" y="19"/>
                    <a:pt x="75" y="21"/>
                    <a:pt x="72" y="21"/>
                  </a:cubicBezTo>
                  <a:close/>
                  <a:moveTo>
                    <a:pt x="94" y="21"/>
                  </a:moveTo>
                  <a:cubicBezTo>
                    <a:pt x="91" y="21"/>
                    <a:pt x="89" y="19"/>
                    <a:pt x="89" y="16"/>
                  </a:cubicBezTo>
                  <a:cubicBezTo>
                    <a:pt x="89" y="14"/>
                    <a:pt x="91" y="12"/>
                    <a:pt x="94" y="12"/>
                  </a:cubicBezTo>
                  <a:cubicBezTo>
                    <a:pt x="96" y="12"/>
                    <a:pt x="98" y="14"/>
                    <a:pt x="98" y="16"/>
                  </a:cubicBezTo>
                  <a:cubicBezTo>
                    <a:pt x="98" y="19"/>
                    <a:pt x="96" y="21"/>
                    <a:pt x="94" y="21"/>
                  </a:cubicBezTo>
                  <a:close/>
                  <a:moveTo>
                    <a:pt x="115" y="21"/>
                  </a:moveTo>
                  <a:cubicBezTo>
                    <a:pt x="113" y="21"/>
                    <a:pt x="111" y="19"/>
                    <a:pt x="111" y="16"/>
                  </a:cubicBezTo>
                  <a:cubicBezTo>
                    <a:pt x="111" y="14"/>
                    <a:pt x="113" y="12"/>
                    <a:pt x="115" y="12"/>
                  </a:cubicBezTo>
                  <a:cubicBezTo>
                    <a:pt x="118" y="12"/>
                    <a:pt x="120" y="14"/>
                    <a:pt x="120" y="16"/>
                  </a:cubicBezTo>
                  <a:cubicBezTo>
                    <a:pt x="120" y="19"/>
                    <a:pt x="118" y="21"/>
                    <a:pt x="115" y="2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8" name="Freeform 15"/>
            <p:cNvSpPr>
              <a:spLocks/>
            </p:cNvSpPr>
            <p:nvPr/>
          </p:nvSpPr>
          <p:spPr bwMode="auto">
            <a:xfrm>
              <a:off x="1624" y="1386"/>
              <a:ext cx="48" cy="56"/>
            </a:xfrm>
            <a:custGeom>
              <a:avLst/>
              <a:gdLst>
                <a:gd name="T0" fmla="*/ 48 w 48"/>
                <a:gd name="T1" fmla="*/ 56 h 56"/>
                <a:gd name="T2" fmla="*/ 0 w 48"/>
                <a:gd name="T3" fmla="*/ 56 h 56"/>
                <a:gd name="T4" fmla="*/ 0 w 48"/>
                <a:gd name="T5" fmla="*/ 5 h 56"/>
                <a:gd name="T6" fmla="*/ 2 w 48"/>
                <a:gd name="T7" fmla="*/ 2 h 56"/>
                <a:gd name="T8" fmla="*/ 5 w 48"/>
                <a:gd name="T9" fmla="*/ 0 h 56"/>
                <a:gd name="T10" fmla="*/ 43 w 48"/>
                <a:gd name="T11" fmla="*/ 0 h 56"/>
                <a:gd name="T12" fmla="*/ 47 w 48"/>
                <a:gd name="T13" fmla="*/ 2 h 56"/>
                <a:gd name="T14" fmla="*/ 48 w 48"/>
                <a:gd name="T15" fmla="*/ 5 h 56"/>
                <a:gd name="T16" fmla="*/ 48 w 48"/>
                <a:gd name="T17" fmla="*/ 56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8" h="56">
                  <a:moveTo>
                    <a:pt x="48" y="56"/>
                  </a:moveTo>
                  <a:cubicBezTo>
                    <a:pt x="0" y="56"/>
                    <a:pt x="0" y="56"/>
                    <a:pt x="0" y="56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4"/>
                    <a:pt x="1" y="3"/>
                    <a:pt x="2" y="2"/>
                  </a:cubicBezTo>
                  <a:cubicBezTo>
                    <a:pt x="3" y="1"/>
                    <a:pt x="4" y="0"/>
                    <a:pt x="5" y="0"/>
                  </a:cubicBezTo>
                  <a:cubicBezTo>
                    <a:pt x="43" y="0"/>
                    <a:pt x="43" y="0"/>
                    <a:pt x="43" y="0"/>
                  </a:cubicBezTo>
                  <a:cubicBezTo>
                    <a:pt x="44" y="0"/>
                    <a:pt x="46" y="1"/>
                    <a:pt x="47" y="2"/>
                  </a:cubicBezTo>
                  <a:cubicBezTo>
                    <a:pt x="48" y="3"/>
                    <a:pt x="48" y="4"/>
                    <a:pt x="48" y="5"/>
                  </a:cubicBezTo>
                  <a:cubicBezTo>
                    <a:pt x="48" y="56"/>
                    <a:pt x="48" y="56"/>
                    <a:pt x="48" y="5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9" name="Freeform 16"/>
            <p:cNvSpPr>
              <a:spLocks/>
            </p:cNvSpPr>
            <p:nvPr/>
          </p:nvSpPr>
          <p:spPr bwMode="auto">
            <a:xfrm>
              <a:off x="1723" y="1314"/>
              <a:ext cx="47" cy="128"/>
            </a:xfrm>
            <a:custGeom>
              <a:avLst/>
              <a:gdLst>
                <a:gd name="T0" fmla="*/ 47 w 47"/>
                <a:gd name="T1" fmla="*/ 128 h 128"/>
                <a:gd name="T2" fmla="*/ 0 w 47"/>
                <a:gd name="T3" fmla="*/ 128 h 128"/>
                <a:gd name="T4" fmla="*/ 0 w 47"/>
                <a:gd name="T5" fmla="*/ 5 h 128"/>
                <a:gd name="T6" fmla="*/ 1 w 47"/>
                <a:gd name="T7" fmla="*/ 2 h 128"/>
                <a:gd name="T8" fmla="*/ 5 w 47"/>
                <a:gd name="T9" fmla="*/ 0 h 128"/>
                <a:gd name="T10" fmla="*/ 42 w 47"/>
                <a:gd name="T11" fmla="*/ 0 h 128"/>
                <a:gd name="T12" fmla="*/ 46 w 47"/>
                <a:gd name="T13" fmla="*/ 2 h 128"/>
                <a:gd name="T14" fmla="*/ 47 w 47"/>
                <a:gd name="T15" fmla="*/ 5 h 128"/>
                <a:gd name="T16" fmla="*/ 47 w 47"/>
                <a:gd name="T17" fmla="*/ 128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28">
                  <a:moveTo>
                    <a:pt x="47" y="128"/>
                  </a:moveTo>
                  <a:cubicBezTo>
                    <a:pt x="0" y="128"/>
                    <a:pt x="0" y="128"/>
                    <a:pt x="0" y="128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4"/>
                    <a:pt x="0" y="3"/>
                    <a:pt x="1" y="2"/>
                  </a:cubicBezTo>
                  <a:cubicBezTo>
                    <a:pt x="2" y="1"/>
                    <a:pt x="3" y="0"/>
                    <a:pt x="5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4" y="0"/>
                    <a:pt x="45" y="1"/>
                    <a:pt x="46" y="2"/>
                  </a:cubicBezTo>
                  <a:cubicBezTo>
                    <a:pt x="47" y="3"/>
                    <a:pt x="47" y="4"/>
                    <a:pt x="47" y="5"/>
                  </a:cubicBezTo>
                  <a:lnTo>
                    <a:pt x="47" y="1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0" name="Freeform 17"/>
            <p:cNvSpPr>
              <a:spLocks/>
            </p:cNvSpPr>
            <p:nvPr/>
          </p:nvSpPr>
          <p:spPr bwMode="auto">
            <a:xfrm>
              <a:off x="1821" y="1353"/>
              <a:ext cx="48" cy="89"/>
            </a:xfrm>
            <a:custGeom>
              <a:avLst/>
              <a:gdLst>
                <a:gd name="T0" fmla="*/ 48 w 48"/>
                <a:gd name="T1" fmla="*/ 89 h 89"/>
                <a:gd name="T2" fmla="*/ 0 w 48"/>
                <a:gd name="T3" fmla="*/ 89 h 89"/>
                <a:gd name="T4" fmla="*/ 0 w 48"/>
                <a:gd name="T5" fmla="*/ 6 h 89"/>
                <a:gd name="T6" fmla="*/ 1 w 48"/>
                <a:gd name="T7" fmla="*/ 2 h 89"/>
                <a:gd name="T8" fmla="*/ 5 w 48"/>
                <a:gd name="T9" fmla="*/ 0 h 89"/>
                <a:gd name="T10" fmla="*/ 43 w 48"/>
                <a:gd name="T11" fmla="*/ 0 h 89"/>
                <a:gd name="T12" fmla="*/ 46 w 48"/>
                <a:gd name="T13" fmla="*/ 2 h 89"/>
                <a:gd name="T14" fmla="*/ 48 w 48"/>
                <a:gd name="T15" fmla="*/ 6 h 89"/>
                <a:gd name="T16" fmla="*/ 48 w 48"/>
                <a:gd name="T17" fmla="*/ 89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8" h="89">
                  <a:moveTo>
                    <a:pt x="48" y="89"/>
                  </a:moveTo>
                  <a:cubicBezTo>
                    <a:pt x="0" y="89"/>
                    <a:pt x="0" y="89"/>
                    <a:pt x="0" y="89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4"/>
                    <a:pt x="0" y="3"/>
                    <a:pt x="1" y="2"/>
                  </a:cubicBezTo>
                  <a:cubicBezTo>
                    <a:pt x="2" y="1"/>
                    <a:pt x="4" y="0"/>
                    <a:pt x="5" y="0"/>
                  </a:cubicBezTo>
                  <a:cubicBezTo>
                    <a:pt x="43" y="0"/>
                    <a:pt x="43" y="0"/>
                    <a:pt x="43" y="0"/>
                  </a:cubicBezTo>
                  <a:cubicBezTo>
                    <a:pt x="44" y="0"/>
                    <a:pt x="45" y="1"/>
                    <a:pt x="46" y="2"/>
                  </a:cubicBezTo>
                  <a:cubicBezTo>
                    <a:pt x="47" y="3"/>
                    <a:pt x="48" y="4"/>
                    <a:pt x="48" y="6"/>
                  </a:cubicBezTo>
                  <a:cubicBezTo>
                    <a:pt x="48" y="89"/>
                    <a:pt x="48" y="89"/>
                    <a:pt x="48" y="8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1" name="Freeform 18"/>
            <p:cNvSpPr>
              <a:spLocks/>
            </p:cNvSpPr>
            <p:nvPr/>
          </p:nvSpPr>
          <p:spPr bwMode="auto">
            <a:xfrm>
              <a:off x="1901" y="1205"/>
              <a:ext cx="84" cy="237"/>
            </a:xfrm>
            <a:custGeom>
              <a:avLst/>
              <a:gdLst>
                <a:gd name="T0" fmla="*/ 79 w 84"/>
                <a:gd name="T1" fmla="*/ 64 h 237"/>
                <a:gd name="T2" fmla="*/ 84 w 84"/>
                <a:gd name="T3" fmla="*/ 62 h 237"/>
                <a:gd name="T4" fmla="*/ 83 w 84"/>
                <a:gd name="T5" fmla="*/ 56 h 237"/>
                <a:gd name="T6" fmla="*/ 46 w 84"/>
                <a:gd name="T7" fmla="*/ 2 h 237"/>
                <a:gd name="T8" fmla="*/ 42 w 84"/>
                <a:gd name="T9" fmla="*/ 0 h 237"/>
                <a:gd name="T10" fmla="*/ 38 w 84"/>
                <a:gd name="T11" fmla="*/ 2 h 237"/>
                <a:gd name="T12" fmla="*/ 1 w 84"/>
                <a:gd name="T13" fmla="*/ 56 h 237"/>
                <a:gd name="T14" fmla="*/ 1 w 84"/>
                <a:gd name="T15" fmla="*/ 62 h 237"/>
                <a:gd name="T16" fmla="*/ 5 w 84"/>
                <a:gd name="T17" fmla="*/ 64 h 237"/>
                <a:gd name="T18" fmla="*/ 18 w 84"/>
                <a:gd name="T19" fmla="*/ 64 h 237"/>
                <a:gd name="T20" fmla="*/ 18 w 84"/>
                <a:gd name="T21" fmla="*/ 237 h 237"/>
                <a:gd name="T22" fmla="*/ 66 w 84"/>
                <a:gd name="T23" fmla="*/ 237 h 237"/>
                <a:gd name="T24" fmla="*/ 66 w 84"/>
                <a:gd name="T25" fmla="*/ 64 h 237"/>
                <a:gd name="T26" fmla="*/ 79 w 84"/>
                <a:gd name="T27" fmla="*/ 64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4" h="237">
                  <a:moveTo>
                    <a:pt x="79" y="64"/>
                  </a:moveTo>
                  <a:cubicBezTo>
                    <a:pt x="81" y="64"/>
                    <a:pt x="83" y="63"/>
                    <a:pt x="84" y="62"/>
                  </a:cubicBezTo>
                  <a:cubicBezTo>
                    <a:pt x="84" y="60"/>
                    <a:pt x="84" y="58"/>
                    <a:pt x="83" y="56"/>
                  </a:cubicBezTo>
                  <a:cubicBezTo>
                    <a:pt x="46" y="2"/>
                    <a:pt x="46" y="2"/>
                    <a:pt x="46" y="2"/>
                  </a:cubicBezTo>
                  <a:cubicBezTo>
                    <a:pt x="45" y="1"/>
                    <a:pt x="44" y="0"/>
                    <a:pt x="42" y="0"/>
                  </a:cubicBezTo>
                  <a:cubicBezTo>
                    <a:pt x="40" y="0"/>
                    <a:pt x="39" y="1"/>
                    <a:pt x="38" y="2"/>
                  </a:cubicBezTo>
                  <a:cubicBezTo>
                    <a:pt x="1" y="56"/>
                    <a:pt x="1" y="56"/>
                    <a:pt x="1" y="56"/>
                  </a:cubicBezTo>
                  <a:cubicBezTo>
                    <a:pt x="0" y="58"/>
                    <a:pt x="0" y="60"/>
                    <a:pt x="1" y="62"/>
                  </a:cubicBezTo>
                  <a:cubicBezTo>
                    <a:pt x="1" y="63"/>
                    <a:pt x="3" y="64"/>
                    <a:pt x="5" y="64"/>
                  </a:cubicBezTo>
                  <a:cubicBezTo>
                    <a:pt x="18" y="64"/>
                    <a:pt x="18" y="64"/>
                    <a:pt x="18" y="64"/>
                  </a:cubicBezTo>
                  <a:cubicBezTo>
                    <a:pt x="18" y="237"/>
                    <a:pt x="18" y="237"/>
                    <a:pt x="18" y="237"/>
                  </a:cubicBezTo>
                  <a:cubicBezTo>
                    <a:pt x="66" y="237"/>
                    <a:pt x="66" y="237"/>
                    <a:pt x="66" y="237"/>
                  </a:cubicBezTo>
                  <a:cubicBezTo>
                    <a:pt x="66" y="64"/>
                    <a:pt x="66" y="64"/>
                    <a:pt x="66" y="64"/>
                  </a:cubicBezTo>
                  <a:lnTo>
                    <a:pt x="79" y="6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2" name="Freeform 19"/>
            <p:cNvSpPr>
              <a:spLocks/>
            </p:cNvSpPr>
            <p:nvPr/>
          </p:nvSpPr>
          <p:spPr bwMode="auto">
            <a:xfrm>
              <a:off x="1552" y="1187"/>
              <a:ext cx="510" cy="276"/>
            </a:xfrm>
            <a:custGeom>
              <a:avLst/>
              <a:gdLst>
                <a:gd name="T0" fmla="*/ 8 w 512"/>
                <a:gd name="T1" fmla="*/ 268 h 276"/>
                <a:gd name="T2" fmla="*/ 8 w 512"/>
                <a:gd name="T3" fmla="*/ 4 h 276"/>
                <a:gd name="T4" fmla="*/ 7 w 512"/>
                <a:gd name="T5" fmla="*/ 1 h 276"/>
                <a:gd name="T6" fmla="*/ 4 w 512"/>
                <a:gd name="T7" fmla="*/ 0 h 276"/>
                <a:gd name="T8" fmla="*/ 4 w 512"/>
                <a:gd name="T9" fmla="*/ 0 h 276"/>
                <a:gd name="T10" fmla="*/ 1 w 512"/>
                <a:gd name="T11" fmla="*/ 1 h 276"/>
                <a:gd name="T12" fmla="*/ 0 w 512"/>
                <a:gd name="T13" fmla="*/ 4 h 276"/>
                <a:gd name="T14" fmla="*/ 0 w 512"/>
                <a:gd name="T15" fmla="*/ 276 h 276"/>
                <a:gd name="T16" fmla="*/ 508 w 512"/>
                <a:gd name="T17" fmla="*/ 276 h 276"/>
                <a:gd name="T18" fmla="*/ 511 w 512"/>
                <a:gd name="T19" fmla="*/ 275 h 276"/>
                <a:gd name="T20" fmla="*/ 512 w 512"/>
                <a:gd name="T21" fmla="*/ 272 h 276"/>
                <a:gd name="T22" fmla="*/ 512 w 512"/>
                <a:gd name="T23" fmla="*/ 272 h 276"/>
                <a:gd name="T24" fmla="*/ 511 w 512"/>
                <a:gd name="T25" fmla="*/ 269 h 276"/>
                <a:gd name="T26" fmla="*/ 508 w 512"/>
                <a:gd name="T27" fmla="*/ 268 h 276"/>
                <a:gd name="T28" fmla="*/ 8 w 512"/>
                <a:gd name="T29" fmla="*/ 268 h 2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512" h="276">
                  <a:moveTo>
                    <a:pt x="8" y="268"/>
                  </a:moveTo>
                  <a:cubicBezTo>
                    <a:pt x="8" y="4"/>
                    <a:pt x="8" y="4"/>
                    <a:pt x="8" y="4"/>
                  </a:cubicBezTo>
                  <a:cubicBezTo>
                    <a:pt x="8" y="3"/>
                    <a:pt x="8" y="2"/>
                    <a:pt x="7" y="1"/>
                  </a:cubicBezTo>
                  <a:cubicBezTo>
                    <a:pt x="6" y="1"/>
                    <a:pt x="5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3" y="0"/>
                    <a:pt x="2" y="1"/>
                    <a:pt x="1" y="1"/>
                  </a:cubicBezTo>
                  <a:cubicBezTo>
                    <a:pt x="0" y="2"/>
                    <a:pt x="0" y="3"/>
                    <a:pt x="0" y="4"/>
                  </a:cubicBezTo>
                  <a:cubicBezTo>
                    <a:pt x="0" y="276"/>
                    <a:pt x="0" y="276"/>
                    <a:pt x="0" y="276"/>
                  </a:cubicBezTo>
                  <a:cubicBezTo>
                    <a:pt x="508" y="276"/>
                    <a:pt x="508" y="276"/>
                    <a:pt x="508" y="276"/>
                  </a:cubicBezTo>
                  <a:cubicBezTo>
                    <a:pt x="509" y="276"/>
                    <a:pt x="510" y="276"/>
                    <a:pt x="511" y="275"/>
                  </a:cubicBezTo>
                  <a:cubicBezTo>
                    <a:pt x="512" y="274"/>
                    <a:pt x="512" y="273"/>
                    <a:pt x="512" y="272"/>
                  </a:cubicBezTo>
                  <a:cubicBezTo>
                    <a:pt x="512" y="272"/>
                    <a:pt x="512" y="272"/>
                    <a:pt x="512" y="272"/>
                  </a:cubicBezTo>
                  <a:cubicBezTo>
                    <a:pt x="512" y="271"/>
                    <a:pt x="512" y="270"/>
                    <a:pt x="511" y="269"/>
                  </a:cubicBezTo>
                  <a:cubicBezTo>
                    <a:pt x="510" y="268"/>
                    <a:pt x="509" y="268"/>
                    <a:pt x="508" y="268"/>
                  </a:cubicBezTo>
                  <a:cubicBezTo>
                    <a:pt x="8" y="268"/>
                    <a:pt x="8" y="268"/>
                    <a:pt x="8" y="26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grpSp>
        <p:nvGrpSpPr>
          <p:cNvPr id="83" name="Group 11"/>
          <p:cNvGrpSpPr>
            <a:grpSpLocks noChangeAspect="1"/>
          </p:cNvGrpSpPr>
          <p:nvPr/>
        </p:nvGrpSpPr>
        <p:grpSpPr bwMode="auto">
          <a:xfrm>
            <a:off x="6762883" y="4400835"/>
            <a:ext cx="553250" cy="392808"/>
            <a:chOff x="1407" y="1098"/>
            <a:chExt cx="800" cy="568"/>
          </a:xfrm>
          <a:solidFill>
            <a:schemeClr val="accent5"/>
          </a:solidFill>
        </p:grpSpPr>
        <p:sp>
          <p:nvSpPr>
            <p:cNvPr id="84" name="Freeform 12"/>
            <p:cNvSpPr>
              <a:spLocks noEditPoints="1"/>
            </p:cNvSpPr>
            <p:nvPr/>
          </p:nvSpPr>
          <p:spPr bwMode="auto">
            <a:xfrm>
              <a:off x="1494" y="1098"/>
              <a:ext cx="626" cy="423"/>
            </a:xfrm>
            <a:custGeom>
              <a:avLst/>
              <a:gdLst>
                <a:gd name="T0" fmla="*/ 621 w 628"/>
                <a:gd name="T1" fmla="*/ 7 h 423"/>
                <a:gd name="T2" fmla="*/ 605 w 628"/>
                <a:gd name="T3" fmla="*/ 0 h 423"/>
                <a:gd name="T4" fmla="*/ 23 w 628"/>
                <a:gd name="T5" fmla="*/ 0 h 423"/>
                <a:gd name="T6" fmla="*/ 7 w 628"/>
                <a:gd name="T7" fmla="*/ 7 h 423"/>
                <a:gd name="T8" fmla="*/ 0 w 628"/>
                <a:gd name="T9" fmla="*/ 23 h 423"/>
                <a:gd name="T10" fmla="*/ 0 w 628"/>
                <a:gd name="T11" fmla="*/ 423 h 423"/>
                <a:gd name="T12" fmla="*/ 628 w 628"/>
                <a:gd name="T13" fmla="*/ 423 h 423"/>
                <a:gd name="T14" fmla="*/ 628 w 628"/>
                <a:gd name="T15" fmla="*/ 23 h 423"/>
                <a:gd name="T16" fmla="*/ 621 w 628"/>
                <a:gd name="T17" fmla="*/ 7 h 423"/>
                <a:gd name="T18" fmla="*/ 314 w 628"/>
                <a:gd name="T19" fmla="*/ 13 h 423"/>
                <a:gd name="T20" fmla="*/ 321 w 628"/>
                <a:gd name="T21" fmla="*/ 20 h 423"/>
                <a:gd name="T22" fmla="*/ 314 w 628"/>
                <a:gd name="T23" fmla="*/ 27 h 423"/>
                <a:gd name="T24" fmla="*/ 307 w 628"/>
                <a:gd name="T25" fmla="*/ 20 h 423"/>
                <a:gd name="T26" fmla="*/ 314 w 628"/>
                <a:gd name="T27" fmla="*/ 13 h 423"/>
                <a:gd name="T28" fmla="*/ 587 w 628"/>
                <a:gd name="T29" fmla="*/ 382 h 423"/>
                <a:gd name="T30" fmla="*/ 41 w 628"/>
                <a:gd name="T31" fmla="*/ 382 h 423"/>
                <a:gd name="T32" fmla="*/ 41 w 628"/>
                <a:gd name="T33" fmla="*/ 41 h 423"/>
                <a:gd name="T34" fmla="*/ 587 w 628"/>
                <a:gd name="T35" fmla="*/ 41 h 423"/>
                <a:gd name="T36" fmla="*/ 587 w 628"/>
                <a:gd name="T37" fmla="*/ 382 h 4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628" h="423">
                  <a:moveTo>
                    <a:pt x="621" y="7"/>
                  </a:moveTo>
                  <a:cubicBezTo>
                    <a:pt x="617" y="2"/>
                    <a:pt x="611" y="0"/>
                    <a:pt x="605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17" y="0"/>
                    <a:pt x="11" y="2"/>
                    <a:pt x="7" y="7"/>
                  </a:cubicBezTo>
                  <a:cubicBezTo>
                    <a:pt x="2" y="11"/>
                    <a:pt x="0" y="17"/>
                    <a:pt x="0" y="23"/>
                  </a:cubicBezTo>
                  <a:cubicBezTo>
                    <a:pt x="0" y="423"/>
                    <a:pt x="0" y="423"/>
                    <a:pt x="0" y="423"/>
                  </a:cubicBezTo>
                  <a:cubicBezTo>
                    <a:pt x="628" y="423"/>
                    <a:pt x="628" y="423"/>
                    <a:pt x="628" y="423"/>
                  </a:cubicBezTo>
                  <a:cubicBezTo>
                    <a:pt x="628" y="23"/>
                    <a:pt x="628" y="23"/>
                    <a:pt x="628" y="23"/>
                  </a:cubicBezTo>
                  <a:cubicBezTo>
                    <a:pt x="628" y="17"/>
                    <a:pt x="626" y="11"/>
                    <a:pt x="621" y="7"/>
                  </a:cubicBezTo>
                  <a:close/>
                  <a:moveTo>
                    <a:pt x="314" y="13"/>
                  </a:moveTo>
                  <a:cubicBezTo>
                    <a:pt x="318" y="13"/>
                    <a:pt x="321" y="16"/>
                    <a:pt x="321" y="20"/>
                  </a:cubicBezTo>
                  <a:cubicBezTo>
                    <a:pt x="321" y="24"/>
                    <a:pt x="318" y="27"/>
                    <a:pt x="314" y="27"/>
                  </a:cubicBezTo>
                  <a:cubicBezTo>
                    <a:pt x="310" y="27"/>
                    <a:pt x="307" y="24"/>
                    <a:pt x="307" y="20"/>
                  </a:cubicBezTo>
                  <a:cubicBezTo>
                    <a:pt x="307" y="16"/>
                    <a:pt x="310" y="13"/>
                    <a:pt x="314" y="13"/>
                  </a:cubicBezTo>
                  <a:close/>
                  <a:moveTo>
                    <a:pt x="587" y="382"/>
                  </a:moveTo>
                  <a:cubicBezTo>
                    <a:pt x="41" y="382"/>
                    <a:pt x="41" y="382"/>
                    <a:pt x="41" y="382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587" y="41"/>
                    <a:pt x="587" y="41"/>
                    <a:pt x="587" y="41"/>
                  </a:cubicBezTo>
                  <a:lnTo>
                    <a:pt x="587" y="3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5" name="Freeform 13"/>
            <p:cNvSpPr>
              <a:spLocks noEditPoints="1"/>
            </p:cNvSpPr>
            <p:nvPr/>
          </p:nvSpPr>
          <p:spPr bwMode="auto">
            <a:xfrm>
              <a:off x="1407" y="1538"/>
              <a:ext cx="800" cy="97"/>
            </a:xfrm>
            <a:custGeom>
              <a:avLst/>
              <a:gdLst>
                <a:gd name="T0" fmla="*/ 87 w 802"/>
                <a:gd name="T1" fmla="*/ 0 h 97"/>
                <a:gd name="T2" fmla="*/ 4 w 802"/>
                <a:gd name="T3" fmla="*/ 83 h 97"/>
                <a:gd name="T4" fmla="*/ 2 w 802"/>
                <a:gd name="T5" fmla="*/ 92 h 97"/>
                <a:gd name="T6" fmla="*/ 10 w 802"/>
                <a:gd name="T7" fmla="*/ 97 h 97"/>
                <a:gd name="T8" fmla="*/ 792 w 802"/>
                <a:gd name="T9" fmla="*/ 97 h 97"/>
                <a:gd name="T10" fmla="*/ 800 w 802"/>
                <a:gd name="T11" fmla="*/ 92 h 97"/>
                <a:gd name="T12" fmla="*/ 798 w 802"/>
                <a:gd name="T13" fmla="*/ 83 h 97"/>
                <a:gd name="T14" fmla="*/ 715 w 802"/>
                <a:gd name="T15" fmla="*/ 0 h 97"/>
                <a:gd name="T16" fmla="*/ 87 w 802"/>
                <a:gd name="T17" fmla="*/ 0 h 97"/>
                <a:gd name="T18" fmla="*/ 711 w 802"/>
                <a:gd name="T19" fmla="*/ 47 h 97"/>
                <a:gd name="T20" fmla="*/ 712 w 802"/>
                <a:gd name="T21" fmla="*/ 54 h 97"/>
                <a:gd name="T22" fmla="*/ 706 w 802"/>
                <a:gd name="T23" fmla="*/ 58 h 97"/>
                <a:gd name="T24" fmla="*/ 484 w 802"/>
                <a:gd name="T25" fmla="*/ 58 h 97"/>
                <a:gd name="T26" fmla="*/ 485 w 802"/>
                <a:gd name="T27" fmla="*/ 64 h 97"/>
                <a:gd name="T28" fmla="*/ 484 w 802"/>
                <a:gd name="T29" fmla="*/ 67 h 97"/>
                <a:gd name="T30" fmla="*/ 481 w 802"/>
                <a:gd name="T31" fmla="*/ 69 h 97"/>
                <a:gd name="T32" fmla="*/ 321 w 802"/>
                <a:gd name="T33" fmla="*/ 69 h 97"/>
                <a:gd name="T34" fmla="*/ 318 w 802"/>
                <a:gd name="T35" fmla="*/ 67 h 97"/>
                <a:gd name="T36" fmla="*/ 317 w 802"/>
                <a:gd name="T37" fmla="*/ 64 h 97"/>
                <a:gd name="T38" fmla="*/ 318 w 802"/>
                <a:gd name="T39" fmla="*/ 58 h 97"/>
                <a:gd name="T40" fmla="*/ 96 w 802"/>
                <a:gd name="T41" fmla="*/ 58 h 97"/>
                <a:gd name="T42" fmla="*/ 90 w 802"/>
                <a:gd name="T43" fmla="*/ 54 h 97"/>
                <a:gd name="T44" fmla="*/ 91 w 802"/>
                <a:gd name="T45" fmla="*/ 47 h 97"/>
                <a:gd name="T46" fmla="*/ 113 w 802"/>
                <a:gd name="T47" fmla="*/ 20 h 97"/>
                <a:gd name="T48" fmla="*/ 689 w 802"/>
                <a:gd name="T49" fmla="*/ 20 h 97"/>
                <a:gd name="T50" fmla="*/ 711 w 802"/>
                <a:gd name="T51" fmla="*/ 47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802" h="97">
                  <a:moveTo>
                    <a:pt x="87" y="0"/>
                  </a:moveTo>
                  <a:cubicBezTo>
                    <a:pt x="4" y="83"/>
                    <a:pt x="4" y="83"/>
                    <a:pt x="4" y="83"/>
                  </a:cubicBezTo>
                  <a:cubicBezTo>
                    <a:pt x="1" y="85"/>
                    <a:pt x="0" y="89"/>
                    <a:pt x="2" y="92"/>
                  </a:cubicBezTo>
                  <a:cubicBezTo>
                    <a:pt x="3" y="95"/>
                    <a:pt x="6" y="97"/>
                    <a:pt x="10" y="97"/>
                  </a:cubicBezTo>
                  <a:cubicBezTo>
                    <a:pt x="792" y="97"/>
                    <a:pt x="792" y="97"/>
                    <a:pt x="792" y="97"/>
                  </a:cubicBezTo>
                  <a:cubicBezTo>
                    <a:pt x="796" y="97"/>
                    <a:pt x="799" y="95"/>
                    <a:pt x="800" y="92"/>
                  </a:cubicBezTo>
                  <a:cubicBezTo>
                    <a:pt x="802" y="89"/>
                    <a:pt x="801" y="85"/>
                    <a:pt x="798" y="83"/>
                  </a:cubicBezTo>
                  <a:cubicBezTo>
                    <a:pt x="715" y="0"/>
                    <a:pt x="715" y="0"/>
                    <a:pt x="715" y="0"/>
                  </a:cubicBezTo>
                  <a:lnTo>
                    <a:pt x="87" y="0"/>
                  </a:lnTo>
                  <a:close/>
                  <a:moveTo>
                    <a:pt x="711" y="47"/>
                  </a:moveTo>
                  <a:cubicBezTo>
                    <a:pt x="713" y="49"/>
                    <a:pt x="713" y="51"/>
                    <a:pt x="712" y="54"/>
                  </a:cubicBezTo>
                  <a:cubicBezTo>
                    <a:pt x="711" y="56"/>
                    <a:pt x="709" y="58"/>
                    <a:pt x="706" y="58"/>
                  </a:cubicBezTo>
                  <a:cubicBezTo>
                    <a:pt x="484" y="58"/>
                    <a:pt x="484" y="58"/>
                    <a:pt x="484" y="58"/>
                  </a:cubicBezTo>
                  <a:cubicBezTo>
                    <a:pt x="485" y="64"/>
                    <a:pt x="485" y="64"/>
                    <a:pt x="485" y="64"/>
                  </a:cubicBezTo>
                  <a:cubicBezTo>
                    <a:pt x="485" y="65"/>
                    <a:pt x="485" y="66"/>
                    <a:pt x="484" y="67"/>
                  </a:cubicBezTo>
                  <a:cubicBezTo>
                    <a:pt x="483" y="68"/>
                    <a:pt x="482" y="69"/>
                    <a:pt x="481" y="69"/>
                  </a:cubicBezTo>
                  <a:cubicBezTo>
                    <a:pt x="321" y="69"/>
                    <a:pt x="321" y="69"/>
                    <a:pt x="321" y="69"/>
                  </a:cubicBezTo>
                  <a:cubicBezTo>
                    <a:pt x="320" y="69"/>
                    <a:pt x="319" y="68"/>
                    <a:pt x="318" y="67"/>
                  </a:cubicBezTo>
                  <a:cubicBezTo>
                    <a:pt x="317" y="66"/>
                    <a:pt x="317" y="65"/>
                    <a:pt x="317" y="64"/>
                  </a:cubicBezTo>
                  <a:cubicBezTo>
                    <a:pt x="318" y="58"/>
                    <a:pt x="318" y="58"/>
                    <a:pt x="318" y="58"/>
                  </a:cubicBezTo>
                  <a:cubicBezTo>
                    <a:pt x="96" y="58"/>
                    <a:pt x="96" y="58"/>
                    <a:pt x="96" y="58"/>
                  </a:cubicBezTo>
                  <a:cubicBezTo>
                    <a:pt x="93" y="58"/>
                    <a:pt x="91" y="56"/>
                    <a:pt x="90" y="54"/>
                  </a:cubicBezTo>
                  <a:cubicBezTo>
                    <a:pt x="89" y="51"/>
                    <a:pt x="89" y="49"/>
                    <a:pt x="91" y="47"/>
                  </a:cubicBezTo>
                  <a:cubicBezTo>
                    <a:pt x="113" y="20"/>
                    <a:pt x="113" y="20"/>
                    <a:pt x="113" y="20"/>
                  </a:cubicBezTo>
                  <a:cubicBezTo>
                    <a:pt x="689" y="20"/>
                    <a:pt x="689" y="20"/>
                    <a:pt x="689" y="20"/>
                  </a:cubicBezTo>
                  <a:lnTo>
                    <a:pt x="711" y="4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6" name="Freeform 14"/>
            <p:cNvSpPr>
              <a:spLocks noEditPoints="1"/>
            </p:cNvSpPr>
            <p:nvPr/>
          </p:nvSpPr>
          <p:spPr bwMode="auto">
            <a:xfrm>
              <a:off x="1408" y="1637"/>
              <a:ext cx="798" cy="29"/>
            </a:xfrm>
            <a:custGeom>
              <a:avLst/>
              <a:gdLst>
                <a:gd name="T0" fmla="*/ 791 w 800"/>
                <a:gd name="T1" fmla="*/ 3 h 29"/>
                <a:gd name="T2" fmla="*/ 469 w 800"/>
                <a:gd name="T3" fmla="*/ 3 h 29"/>
                <a:gd name="T4" fmla="*/ 468 w 800"/>
                <a:gd name="T5" fmla="*/ 6 h 29"/>
                <a:gd name="T6" fmla="*/ 461 w 800"/>
                <a:gd name="T7" fmla="*/ 9 h 29"/>
                <a:gd name="T8" fmla="*/ 339 w 800"/>
                <a:gd name="T9" fmla="*/ 9 h 29"/>
                <a:gd name="T10" fmla="*/ 332 w 800"/>
                <a:gd name="T11" fmla="*/ 6 h 29"/>
                <a:gd name="T12" fmla="*/ 331 w 800"/>
                <a:gd name="T13" fmla="*/ 3 h 29"/>
                <a:gd name="T14" fmla="*/ 9 w 800"/>
                <a:gd name="T15" fmla="*/ 3 h 29"/>
                <a:gd name="T16" fmla="*/ 0 w 800"/>
                <a:gd name="T17" fmla="*/ 0 h 29"/>
                <a:gd name="T18" fmla="*/ 0 w 800"/>
                <a:gd name="T19" fmla="*/ 9 h 29"/>
                <a:gd name="T20" fmla="*/ 6 w 800"/>
                <a:gd name="T21" fmla="*/ 23 h 29"/>
                <a:gd name="T22" fmla="*/ 21 w 800"/>
                <a:gd name="T23" fmla="*/ 29 h 29"/>
                <a:gd name="T24" fmla="*/ 779 w 800"/>
                <a:gd name="T25" fmla="*/ 29 h 29"/>
                <a:gd name="T26" fmla="*/ 794 w 800"/>
                <a:gd name="T27" fmla="*/ 23 h 29"/>
                <a:gd name="T28" fmla="*/ 800 w 800"/>
                <a:gd name="T29" fmla="*/ 9 h 29"/>
                <a:gd name="T30" fmla="*/ 800 w 800"/>
                <a:gd name="T31" fmla="*/ 0 h 29"/>
                <a:gd name="T32" fmla="*/ 791 w 800"/>
                <a:gd name="T33" fmla="*/ 3 h 29"/>
                <a:gd name="T34" fmla="*/ 72 w 800"/>
                <a:gd name="T35" fmla="*/ 21 h 29"/>
                <a:gd name="T36" fmla="*/ 68 w 800"/>
                <a:gd name="T37" fmla="*/ 16 h 29"/>
                <a:gd name="T38" fmla="*/ 72 w 800"/>
                <a:gd name="T39" fmla="*/ 12 h 29"/>
                <a:gd name="T40" fmla="*/ 77 w 800"/>
                <a:gd name="T41" fmla="*/ 16 h 29"/>
                <a:gd name="T42" fmla="*/ 72 w 800"/>
                <a:gd name="T43" fmla="*/ 21 h 29"/>
                <a:gd name="T44" fmla="*/ 94 w 800"/>
                <a:gd name="T45" fmla="*/ 21 h 29"/>
                <a:gd name="T46" fmla="*/ 89 w 800"/>
                <a:gd name="T47" fmla="*/ 16 h 29"/>
                <a:gd name="T48" fmla="*/ 94 w 800"/>
                <a:gd name="T49" fmla="*/ 12 h 29"/>
                <a:gd name="T50" fmla="*/ 98 w 800"/>
                <a:gd name="T51" fmla="*/ 16 h 29"/>
                <a:gd name="T52" fmla="*/ 94 w 800"/>
                <a:gd name="T53" fmla="*/ 21 h 29"/>
                <a:gd name="T54" fmla="*/ 115 w 800"/>
                <a:gd name="T55" fmla="*/ 21 h 29"/>
                <a:gd name="T56" fmla="*/ 111 w 800"/>
                <a:gd name="T57" fmla="*/ 16 h 29"/>
                <a:gd name="T58" fmla="*/ 115 w 800"/>
                <a:gd name="T59" fmla="*/ 12 h 29"/>
                <a:gd name="T60" fmla="*/ 120 w 800"/>
                <a:gd name="T61" fmla="*/ 16 h 29"/>
                <a:gd name="T62" fmla="*/ 115 w 800"/>
                <a:gd name="T63" fmla="*/ 21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800" h="29">
                  <a:moveTo>
                    <a:pt x="791" y="3"/>
                  </a:moveTo>
                  <a:cubicBezTo>
                    <a:pt x="469" y="3"/>
                    <a:pt x="469" y="3"/>
                    <a:pt x="469" y="3"/>
                  </a:cubicBezTo>
                  <a:cubicBezTo>
                    <a:pt x="469" y="4"/>
                    <a:pt x="468" y="5"/>
                    <a:pt x="468" y="6"/>
                  </a:cubicBezTo>
                  <a:cubicBezTo>
                    <a:pt x="466" y="8"/>
                    <a:pt x="463" y="9"/>
                    <a:pt x="461" y="9"/>
                  </a:cubicBezTo>
                  <a:cubicBezTo>
                    <a:pt x="339" y="9"/>
                    <a:pt x="339" y="9"/>
                    <a:pt x="339" y="9"/>
                  </a:cubicBezTo>
                  <a:cubicBezTo>
                    <a:pt x="337" y="9"/>
                    <a:pt x="334" y="8"/>
                    <a:pt x="332" y="6"/>
                  </a:cubicBezTo>
                  <a:cubicBezTo>
                    <a:pt x="332" y="5"/>
                    <a:pt x="331" y="4"/>
                    <a:pt x="331" y="3"/>
                  </a:cubicBezTo>
                  <a:cubicBezTo>
                    <a:pt x="9" y="3"/>
                    <a:pt x="9" y="3"/>
                    <a:pt x="9" y="3"/>
                  </a:cubicBezTo>
                  <a:cubicBezTo>
                    <a:pt x="5" y="3"/>
                    <a:pt x="2" y="2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14"/>
                    <a:pt x="2" y="19"/>
                    <a:pt x="6" y="23"/>
                  </a:cubicBezTo>
                  <a:cubicBezTo>
                    <a:pt x="10" y="27"/>
                    <a:pt x="15" y="29"/>
                    <a:pt x="21" y="29"/>
                  </a:cubicBezTo>
                  <a:cubicBezTo>
                    <a:pt x="779" y="29"/>
                    <a:pt x="779" y="29"/>
                    <a:pt x="779" y="29"/>
                  </a:cubicBezTo>
                  <a:cubicBezTo>
                    <a:pt x="785" y="29"/>
                    <a:pt x="790" y="27"/>
                    <a:pt x="794" y="23"/>
                  </a:cubicBezTo>
                  <a:cubicBezTo>
                    <a:pt x="798" y="19"/>
                    <a:pt x="800" y="14"/>
                    <a:pt x="800" y="9"/>
                  </a:cubicBezTo>
                  <a:cubicBezTo>
                    <a:pt x="800" y="0"/>
                    <a:pt x="800" y="0"/>
                    <a:pt x="800" y="0"/>
                  </a:cubicBezTo>
                  <a:cubicBezTo>
                    <a:pt x="798" y="2"/>
                    <a:pt x="795" y="3"/>
                    <a:pt x="791" y="3"/>
                  </a:cubicBezTo>
                  <a:close/>
                  <a:moveTo>
                    <a:pt x="72" y="21"/>
                  </a:moveTo>
                  <a:cubicBezTo>
                    <a:pt x="70" y="21"/>
                    <a:pt x="68" y="19"/>
                    <a:pt x="68" y="16"/>
                  </a:cubicBezTo>
                  <a:cubicBezTo>
                    <a:pt x="68" y="14"/>
                    <a:pt x="70" y="12"/>
                    <a:pt x="72" y="12"/>
                  </a:cubicBezTo>
                  <a:cubicBezTo>
                    <a:pt x="75" y="12"/>
                    <a:pt x="77" y="14"/>
                    <a:pt x="77" y="16"/>
                  </a:cubicBezTo>
                  <a:cubicBezTo>
                    <a:pt x="77" y="19"/>
                    <a:pt x="75" y="21"/>
                    <a:pt x="72" y="21"/>
                  </a:cubicBezTo>
                  <a:close/>
                  <a:moveTo>
                    <a:pt x="94" y="21"/>
                  </a:moveTo>
                  <a:cubicBezTo>
                    <a:pt x="91" y="21"/>
                    <a:pt x="89" y="19"/>
                    <a:pt x="89" y="16"/>
                  </a:cubicBezTo>
                  <a:cubicBezTo>
                    <a:pt x="89" y="14"/>
                    <a:pt x="91" y="12"/>
                    <a:pt x="94" y="12"/>
                  </a:cubicBezTo>
                  <a:cubicBezTo>
                    <a:pt x="96" y="12"/>
                    <a:pt x="98" y="14"/>
                    <a:pt x="98" y="16"/>
                  </a:cubicBezTo>
                  <a:cubicBezTo>
                    <a:pt x="98" y="19"/>
                    <a:pt x="96" y="21"/>
                    <a:pt x="94" y="21"/>
                  </a:cubicBezTo>
                  <a:close/>
                  <a:moveTo>
                    <a:pt x="115" y="21"/>
                  </a:moveTo>
                  <a:cubicBezTo>
                    <a:pt x="113" y="21"/>
                    <a:pt x="111" y="19"/>
                    <a:pt x="111" y="16"/>
                  </a:cubicBezTo>
                  <a:cubicBezTo>
                    <a:pt x="111" y="14"/>
                    <a:pt x="113" y="12"/>
                    <a:pt x="115" y="12"/>
                  </a:cubicBezTo>
                  <a:cubicBezTo>
                    <a:pt x="118" y="12"/>
                    <a:pt x="120" y="14"/>
                    <a:pt x="120" y="16"/>
                  </a:cubicBezTo>
                  <a:cubicBezTo>
                    <a:pt x="120" y="19"/>
                    <a:pt x="118" y="21"/>
                    <a:pt x="115" y="2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7" name="Freeform 15"/>
            <p:cNvSpPr>
              <a:spLocks/>
            </p:cNvSpPr>
            <p:nvPr/>
          </p:nvSpPr>
          <p:spPr bwMode="auto">
            <a:xfrm>
              <a:off x="1624" y="1386"/>
              <a:ext cx="48" cy="56"/>
            </a:xfrm>
            <a:custGeom>
              <a:avLst/>
              <a:gdLst>
                <a:gd name="T0" fmla="*/ 48 w 48"/>
                <a:gd name="T1" fmla="*/ 56 h 56"/>
                <a:gd name="T2" fmla="*/ 0 w 48"/>
                <a:gd name="T3" fmla="*/ 56 h 56"/>
                <a:gd name="T4" fmla="*/ 0 w 48"/>
                <a:gd name="T5" fmla="*/ 5 h 56"/>
                <a:gd name="T6" fmla="*/ 2 w 48"/>
                <a:gd name="T7" fmla="*/ 2 h 56"/>
                <a:gd name="T8" fmla="*/ 5 w 48"/>
                <a:gd name="T9" fmla="*/ 0 h 56"/>
                <a:gd name="T10" fmla="*/ 43 w 48"/>
                <a:gd name="T11" fmla="*/ 0 h 56"/>
                <a:gd name="T12" fmla="*/ 47 w 48"/>
                <a:gd name="T13" fmla="*/ 2 h 56"/>
                <a:gd name="T14" fmla="*/ 48 w 48"/>
                <a:gd name="T15" fmla="*/ 5 h 56"/>
                <a:gd name="T16" fmla="*/ 48 w 48"/>
                <a:gd name="T17" fmla="*/ 56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8" h="56">
                  <a:moveTo>
                    <a:pt x="48" y="56"/>
                  </a:moveTo>
                  <a:cubicBezTo>
                    <a:pt x="0" y="56"/>
                    <a:pt x="0" y="56"/>
                    <a:pt x="0" y="56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4"/>
                    <a:pt x="1" y="3"/>
                    <a:pt x="2" y="2"/>
                  </a:cubicBezTo>
                  <a:cubicBezTo>
                    <a:pt x="3" y="1"/>
                    <a:pt x="4" y="0"/>
                    <a:pt x="5" y="0"/>
                  </a:cubicBezTo>
                  <a:cubicBezTo>
                    <a:pt x="43" y="0"/>
                    <a:pt x="43" y="0"/>
                    <a:pt x="43" y="0"/>
                  </a:cubicBezTo>
                  <a:cubicBezTo>
                    <a:pt x="44" y="0"/>
                    <a:pt x="46" y="1"/>
                    <a:pt x="47" y="2"/>
                  </a:cubicBezTo>
                  <a:cubicBezTo>
                    <a:pt x="48" y="3"/>
                    <a:pt x="48" y="4"/>
                    <a:pt x="48" y="5"/>
                  </a:cubicBezTo>
                  <a:cubicBezTo>
                    <a:pt x="48" y="56"/>
                    <a:pt x="48" y="56"/>
                    <a:pt x="48" y="5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8" name="Freeform 16"/>
            <p:cNvSpPr>
              <a:spLocks/>
            </p:cNvSpPr>
            <p:nvPr/>
          </p:nvSpPr>
          <p:spPr bwMode="auto">
            <a:xfrm>
              <a:off x="1723" y="1314"/>
              <a:ext cx="47" cy="128"/>
            </a:xfrm>
            <a:custGeom>
              <a:avLst/>
              <a:gdLst>
                <a:gd name="T0" fmla="*/ 47 w 47"/>
                <a:gd name="T1" fmla="*/ 128 h 128"/>
                <a:gd name="T2" fmla="*/ 0 w 47"/>
                <a:gd name="T3" fmla="*/ 128 h 128"/>
                <a:gd name="T4" fmla="*/ 0 w 47"/>
                <a:gd name="T5" fmla="*/ 5 h 128"/>
                <a:gd name="T6" fmla="*/ 1 w 47"/>
                <a:gd name="T7" fmla="*/ 2 h 128"/>
                <a:gd name="T8" fmla="*/ 5 w 47"/>
                <a:gd name="T9" fmla="*/ 0 h 128"/>
                <a:gd name="T10" fmla="*/ 42 w 47"/>
                <a:gd name="T11" fmla="*/ 0 h 128"/>
                <a:gd name="T12" fmla="*/ 46 w 47"/>
                <a:gd name="T13" fmla="*/ 2 h 128"/>
                <a:gd name="T14" fmla="*/ 47 w 47"/>
                <a:gd name="T15" fmla="*/ 5 h 128"/>
                <a:gd name="T16" fmla="*/ 47 w 47"/>
                <a:gd name="T17" fmla="*/ 128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28">
                  <a:moveTo>
                    <a:pt x="47" y="128"/>
                  </a:moveTo>
                  <a:cubicBezTo>
                    <a:pt x="0" y="128"/>
                    <a:pt x="0" y="128"/>
                    <a:pt x="0" y="128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4"/>
                    <a:pt x="0" y="3"/>
                    <a:pt x="1" y="2"/>
                  </a:cubicBezTo>
                  <a:cubicBezTo>
                    <a:pt x="2" y="1"/>
                    <a:pt x="3" y="0"/>
                    <a:pt x="5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4" y="0"/>
                    <a:pt x="45" y="1"/>
                    <a:pt x="46" y="2"/>
                  </a:cubicBezTo>
                  <a:cubicBezTo>
                    <a:pt x="47" y="3"/>
                    <a:pt x="47" y="4"/>
                    <a:pt x="47" y="5"/>
                  </a:cubicBezTo>
                  <a:lnTo>
                    <a:pt x="47" y="1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9" name="Freeform 17"/>
            <p:cNvSpPr>
              <a:spLocks/>
            </p:cNvSpPr>
            <p:nvPr/>
          </p:nvSpPr>
          <p:spPr bwMode="auto">
            <a:xfrm>
              <a:off x="1821" y="1353"/>
              <a:ext cx="48" cy="89"/>
            </a:xfrm>
            <a:custGeom>
              <a:avLst/>
              <a:gdLst>
                <a:gd name="T0" fmla="*/ 48 w 48"/>
                <a:gd name="T1" fmla="*/ 89 h 89"/>
                <a:gd name="T2" fmla="*/ 0 w 48"/>
                <a:gd name="T3" fmla="*/ 89 h 89"/>
                <a:gd name="T4" fmla="*/ 0 w 48"/>
                <a:gd name="T5" fmla="*/ 6 h 89"/>
                <a:gd name="T6" fmla="*/ 1 w 48"/>
                <a:gd name="T7" fmla="*/ 2 h 89"/>
                <a:gd name="T8" fmla="*/ 5 w 48"/>
                <a:gd name="T9" fmla="*/ 0 h 89"/>
                <a:gd name="T10" fmla="*/ 43 w 48"/>
                <a:gd name="T11" fmla="*/ 0 h 89"/>
                <a:gd name="T12" fmla="*/ 46 w 48"/>
                <a:gd name="T13" fmla="*/ 2 h 89"/>
                <a:gd name="T14" fmla="*/ 48 w 48"/>
                <a:gd name="T15" fmla="*/ 6 h 89"/>
                <a:gd name="T16" fmla="*/ 48 w 48"/>
                <a:gd name="T17" fmla="*/ 89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8" h="89">
                  <a:moveTo>
                    <a:pt x="48" y="89"/>
                  </a:moveTo>
                  <a:cubicBezTo>
                    <a:pt x="0" y="89"/>
                    <a:pt x="0" y="89"/>
                    <a:pt x="0" y="89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4"/>
                    <a:pt x="0" y="3"/>
                    <a:pt x="1" y="2"/>
                  </a:cubicBezTo>
                  <a:cubicBezTo>
                    <a:pt x="2" y="1"/>
                    <a:pt x="4" y="0"/>
                    <a:pt x="5" y="0"/>
                  </a:cubicBezTo>
                  <a:cubicBezTo>
                    <a:pt x="43" y="0"/>
                    <a:pt x="43" y="0"/>
                    <a:pt x="43" y="0"/>
                  </a:cubicBezTo>
                  <a:cubicBezTo>
                    <a:pt x="44" y="0"/>
                    <a:pt x="45" y="1"/>
                    <a:pt x="46" y="2"/>
                  </a:cubicBezTo>
                  <a:cubicBezTo>
                    <a:pt x="47" y="3"/>
                    <a:pt x="48" y="4"/>
                    <a:pt x="48" y="6"/>
                  </a:cubicBezTo>
                  <a:cubicBezTo>
                    <a:pt x="48" y="89"/>
                    <a:pt x="48" y="89"/>
                    <a:pt x="48" y="8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0" name="Freeform 18"/>
            <p:cNvSpPr>
              <a:spLocks/>
            </p:cNvSpPr>
            <p:nvPr/>
          </p:nvSpPr>
          <p:spPr bwMode="auto">
            <a:xfrm>
              <a:off x="1901" y="1205"/>
              <a:ext cx="84" cy="237"/>
            </a:xfrm>
            <a:custGeom>
              <a:avLst/>
              <a:gdLst>
                <a:gd name="T0" fmla="*/ 79 w 84"/>
                <a:gd name="T1" fmla="*/ 64 h 237"/>
                <a:gd name="T2" fmla="*/ 84 w 84"/>
                <a:gd name="T3" fmla="*/ 62 h 237"/>
                <a:gd name="T4" fmla="*/ 83 w 84"/>
                <a:gd name="T5" fmla="*/ 56 h 237"/>
                <a:gd name="T6" fmla="*/ 46 w 84"/>
                <a:gd name="T7" fmla="*/ 2 h 237"/>
                <a:gd name="T8" fmla="*/ 42 w 84"/>
                <a:gd name="T9" fmla="*/ 0 h 237"/>
                <a:gd name="T10" fmla="*/ 38 w 84"/>
                <a:gd name="T11" fmla="*/ 2 h 237"/>
                <a:gd name="T12" fmla="*/ 1 w 84"/>
                <a:gd name="T13" fmla="*/ 56 h 237"/>
                <a:gd name="T14" fmla="*/ 1 w 84"/>
                <a:gd name="T15" fmla="*/ 62 h 237"/>
                <a:gd name="T16" fmla="*/ 5 w 84"/>
                <a:gd name="T17" fmla="*/ 64 h 237"/>
                <a:gd name="T18" fmla="*/ 18 w 84"/>
                <a:gd name="T19" fmla="*/ 64 h 237"/>
                <a:gd name="T20" fmla="*/ 18 w 84"/>
                <a:gd name="T21" fmla="*/ 237 h 237"/>
                <a:gd name="T22" fmla="*/ 66 w 84"/>
                <a:gd name="T23" fmla="*/ 237 h 237"/>
                <a:gd name="T24" fmla="*/ 66 w 84"/>
                <a:gd name="T25" fmla="*/ 64 h 237"/>
                <a:gd name="T26" fmla="*/ 79 w 84"/>
                <a:gd name="T27" fmla="*/ 64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4" h="237">
                  <a:moveTo>
                    <a:pt x="79" y="64"/>
                  </a:moveTo>
                  <a:cubicBezTo>
                    <a:pt x="81" y="64"/>
                    <a:pt x="83" y="63"/>
                    <a:pt x="84" y="62"/>
                  </a:cubicBezTo>
                  <a:cubicBezTo>
                    <a:pt x="84" y="60"/>
                    <a:pt x="84" y="58"/>
                    <a:pt x="83" y="56"/>
                  </a:cubicBezTo>
                  <a:cubicBezTo>
                    <a:pt x="46" y="2"/>
                    <a:pt x="46" y="2"/>
                    <a:pt x="46" y="2"/>
                  </a:cubicBezTo>
                  <a:cubicBezTo>
                    <a:pt x="45" y="1"/>
                    <a:pt x="44" y="0"/>
                    <a:pt x="42" y="0"/>
                  </a:cubicBezTo>
                  <a:cubicBezTo>
                    <a:pt x="40" y="0"/>
                    <a:pt x="39" y="1"/>
                    <a:pt x="38" y="2"/>
                  </a:cubicBezTo>
                  <a:cubicBezTo>
                    <a:pt x="1" y="56"/>
                    <a:pt x="1" y="56"/>
                    <a:pt x="1" y="56"/>
                  </a:cubicBezTo>
                  <a:cubicBezTo>
                    <a:pt x="0" y="58"/>
                    <a:pt x="0" y="60"/>
                    <a:pt x="1" y="62"/>
                  </a:cubicBezTo>
                  <a:cubicBezTo>
                    <a:pt x="1" y="63"/>
                    <a:pt x="3" y="64"/>
                    <a:pt x="5" y="64"/>
                  </a:cubicBezTo>
                  <a:cubicBezTo>
                    <a:pt x="18" y="64"/>
                    <a:pt x="18" y="64"/>
                    <a:pt x="18" y="64"/>
                  </a:cubicBezTo>
                  <a:cubicBezTo>
                    <a:pt x="18" y="237"/>
                    <a:pt x="18" y="237"/>
                    <a:pt x="18" y="237"/>
                  </a:cubicBezTo>
                  <a:cubicBezTo>
                    <a:pt x="66" y="237"/>
                    <a:pt x="66" y="237"/>
                    <a:pt x="66" y="237"/>
                  </a:cubicBezTo>
                  <a:cubicBezTo>
                    <a:pt x="66" y="64"/>
                    <a:pt x="66" y="64"/>
                    <a:pt x="66" y="64"/>
                  </a:cubicBezTo>
                  <a:lnTo>
                    <a:pt x="79" y="6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1" name="Freeform 19"/>
            <p:cNvSpPr>
              <a:spLocks/>
            </p:cNvSpPr>
            <p:nvPr/>
          </p:nvSpPr>
          <p:spPr bwMode="auto">
            <a:xfrm>
              <a:off x="1552" y="1187"/>
              <a:ext cx="510" cy="276"/>
            </a:xfrm>
            <a:custGeom>
              <a:avLst/>
              <a:gdLst>
                <a:gd name="T0" fmla="*/ 8 w 512"/>
                <a:gd name="T1" fmla="*/ 268 h 276"/>
                <a:gd name="T2" fmla="*/ 8 w 512"/>
                <a:gd name="T3" fmla="*/ 4 h 276"/>
                <a:gd name="T4" fmla="*/ 7 w 512"/>
                <a:gd name="T5" fmla="*/ 1 h 276"/>
                <a:gd name="T6" fmla="*/ 4 w 512"/>
                <a:gd name="T7" fmla="*/ 0 h 276"/>
                <a:gd name="T8" fmla="*/ 4 w 512"/>
                <a:gd name="T9" fmla="*/ 0 h 276"/>
                <a:gd name="T10" fmla="*/ 1 w 512"/>
                <a:gd name="T11" fmla="*/ 1 h 276"/>
                <a:gd name="T12" fmla="*/ 0 w 512"/>
                <a:gd name="T13" fmla="*/ 4 h 276"/>
                <a:gd name="T14" fmla="*/ 0 w 512"/>
                <a:gd name="T15" fmla="*/ 276 h 276"/>
                <a:gd name="T16" fmla="*/ 508 w 512"/>
                <a:gd name="T17" fmla="*/ 276 h 276"/>
                <a:gd name="T18" fmla="*/ 511 w 512"/>
                <a:gd name="T19" fmla="*/ 275 h 276"/>
                <a:gd name="T20" fmla="*/ 512 w 512"/>
                <a:gd name="T21" fmla="*/ 272 h 276"/>
                <a:gd name="T22" fmla="*/ 512 w 512"/>
                <a:gd name="T23" fmla="*/ 272 h 276"/>
                <a:gd name="T24" fmla="*/ 511 w 512"/>
                <a:gd name="T25" fmla="*/ 269 h 276"/>
                <a:gd name="T26" fmla="*/ 508 w 512"/>
                <a:gd name="T27" fmla="*/ 268 h 276"/>
                <a:gd name="T28" fmla="*/ 8 w 512"/>
                <a:gd name="T29" fmla="*/ 268 h 2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512" h="276">
                  <a:moveTo>
                    <a:pt x="8" y="268"/>
                  </a:moveTo>
                  <a:cubicBezTo>
                    <a:pt x="8" y="4"/>
                    <a:pt x="8" y="4"/>
                    <a:pt x="8" y="4"/>
                  </a:cubicBezTo>
                  <a:cubicBezTo>
                    <a:pt x="8" y="3"/>
                    <a:pt x="8" y="2"/>
                    <a:pt x="7" y="1"/>
                  </a:cubicBezTo>
                  <a:cubicBezTo>
                    <a:pt x="6" y="1"/>
                    <a:pt x="5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3" y="0"/>
                    <a:pt x="2" y="1"/>
                    <a:pt x="1" y="1"/>
                  </a:cubicBezTo>
                  <a:cubicBezTo>
                    <a:pt x="0" y="2"/>
                    <a:pt x="0" y="3"/>
                    <a:pt x="0" y="4"/>
                  </a:cubicBezTo>
                  <a:cubicBezTo>
                    <a:pt x="0" y="276"/>
                    <a:pt x="0" y="276"/>
                    <a:pt x="0" y="276"/>
                  </a:cubicBezTo>
                  <a:cubicBezTo>
                    <a:pt x="508" y="276"/>
                    <a:pt x="508" y="276"/>
                    <a:pt x="508" y="276"/>
                  </a:cubicBezTo>
                  <a:cubicBezTo>
                    <a:pt x="509" y="276"/>
                    <a:pt x="510" y="276"/>
                    <a:pt x="511" y="275"/>
                  </a:cubicBezTo>
                  <a:cubicBezTo>
                    <a:pt x="512" y="274"/>
                    <a:pt x="512" y="273"/>
                    <a:pt x="512" y="272"/>
                  </a:cubicBezTo>
                  <a:cubicBezTo>
                    <a:pt x="512" y="272"/>
                    <a:pt x="512" y="272"/>
                    <a:pt x="512" y="272"/>
                  </a:cubicBezTo>
                  <a:cubicBezTo>
                    <a:pt x="512" y="271"/>
                    <a:pt x="512" y="270"/>
                    <a:pt x="511" y="269"/>
                  </a:cubicBezTo>
                  <a:cubicBezTo>
                    <a:pt x="510" y="268"/>
                    <a:pt x="509" y="268"/>
                    <a:pt x="508" y="268"/>
                  </a:cubicBezTo>
                  <a:cubicBezTo>
                    <a:pt x="8" y="268"/>
                    <a:pt x="8" y="268"/>
                    <a:pt x="8" y="26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grpSp>
        <p:nvGrpSpPr>
          <p:cNvPr id="92" name="Group 11"/>
          <p:cNvGrpSpPr>
            <a:grpSpLocks noChangeAspect="1"/>
          </p:cNvGrpSpPr>
          <p:nvPr/>
        </p:nvGrpSpPr>
        <p:grpSpPr bwMode="auto">
          <a:xfrm>
            <a:off x="5806918" y="2759541"/>
            <a:ext cx="553250" cy="392808"/>
            <a:chOff x="1407" y="1098"/>
            <a:chExt cx="800" cy="568"/>
          </a:xfrm>
          <a:solidFill>
            <a:schemeClr val="accent3"/>
          </a:solidFill>
        </p:grpSpPr>
        <p:sp>
          <p:nvSpPr>
            <p:cNvPr id="93" name="Freeform 12"/>
            <p:cNvSpPr>
              <a:spLocks noEditPoints="1"/>
            </p:cNvSpPr>
            <p:nvPr/>
          </p:nvSpPr>
          <p:spPr bwMode="auto">
            <a:xfrm>
              <a:off x="1494" y="1098"/>
              <a:ext cx="626" cy="423"/>
            </a:xfrm>
            <a:custGeom>
              <a:avLst/>
              <a:gdLst>
                <a:gd name="T0" fmla="*/ 621 w 628"/>
                <a:gd name="T1" fmla="*/ 7 h 423"/>
                <a:gd name="T2" fmla="*/ 605 w 628"/>
                <a:gd name="T3" fmla="*/ 0 h 423"/>
                <a:gd name="T4" fmla="*/ 23 w 628"/>
                <a:gd name="T5" fmla="*/ 0 h 423"/>
                <a:gd name="T6" fmla="*/ 7 w 628"/>
                <a:gd name="T7" fmla="*/ 7 h 423"/>
                <a:gd name="T8" fmla="*/ 0 w 628"/>
                <a:gd name="T9" fmla="*/ 23 h 423"/>
                <a:gd name="T10" fmla="*/ 0 w 628"/>
                <a:gd name="T11" fmla="*/ 423 h 423"/>
                <a:gd name="T12" fmla="*/ 628 w 628"/>
                <a:gd name="T13" fmla="*/ 423 h 423"/>
                <a:gd name="T14" fmla="*/ 628 w 628"/>
                <a:gd name="T15" fmla="*/ 23 h 423"/>
                <a:gd name="T16" fmla="*/ 621 w 628"/>
                <a:gd name="T17" fmla="*/ 7 h 423"/>
                <a:gd name="T18" fmla="*/ 314 w 628"/>
                <a:gd name="T19" fmla="*/ 13 h 423"/>
                <a:gd name="T20" fmla="*/ 321 w 628"/>
                <a:gd name="T21" fmla="*/ 20 h 423"/>
                <a:gd name="T22" fmla="*/ 314 w 628"/>
                <a:gd name="T23" fmla="*/ 27 h 423"/>
                <a:gd name="T24" fmla="*/ 307 w 628"/>
                <a:gd name="T25" fmla="*/ 20 h 423"/>
                <a:gd name="T26" fmla="*/ 314 w 628"/>
                <a:gd name="T27" fmla="*/ 13 h 423"/>
                <a:gd name="T28" fmla="*/ 587 w 628"/>
                <a:gd name="T29" fmla="*/ 382 h 423"/>
                <a:gd name="T30" fmla="*/ 41 w 628"/>
                <a:gd name="T31" fmla="*/ 382 h 423"/>
                <a:gd name="T32" fmla="*/ 41 w 628"/>
                <a:gd name="T33" fmla="*/ 41 h 423"/>
                <a:gd name="T34" fmla="*/ 587 w 628"/>
                <a:gd name="T35" fmla="*/ 41 h 423"/>
                <a:gd name="T36" fmla="*/ 587 w 628"/>
                <a:gd name="T37" fmla="*/ 382 h 4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628" h="423">
                  <a:moveTo>
                    <a:pt x="621" y="7"/>
                  </a:moveTo>
                  <a:cubicBezTo>
                    <a:pt x="617" y="2"/>
                    <a:pt x="611" y="0"/>
                    <a:pt x="605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17" y="0"/>
                    <a:pt x="11" y="2"/>
                    <a:pt x="7" y="7"/>
                  </a:cubicBezTo>
                  <a:cubicBezTo>
                    <a:pt x="2" y="11"/>
                    <a:pt x="0" y="17"/>
                    <a:pt x="0" y="23"/>
                  </a:cubicBezTo>
                  <a:cubicBezTo>
                    <a:pt x="0" y="423"/>
                    <a:pt x="0" y="423"/>
                    <a:pt x="0" y="423"/>
                  </a:cubicBezTo>
                  <a:cubicBezTo>
                    <a:pt x="628" y="423"/>
                    <a:pt x="628" y="423"/>
                    <a:pt x="628" y="423"/>
                  </a:cubicBezTo>
                  <a:cubicBezTo>
                    <a:pt x="628" y="23"/>
                    <a:pt x="628" y="23"/>
                    <a:pt x="628" y="23"/>
                  </a:cubicBezTo>
                  <a:cubicBezTo>
                    <a:pt x="628" y="17"/>
                    <a:pt x="626" y="11"/>
                    <a:pt x="621" y="7"/>
                  </a:cubicBezTo>
                  <a:close/>
                  <a:moveTo>
                    <a:pt x="314" y="13"/>
                  </a:moveTo>
                  <a:cubicBezTo>
                    <a:pt x="318" y="13"/>
                    <a:pt x="321" y="16"/>
                    <a:pt x="321" y="20"/>
                  </a:cubicBezTo>
                  <a:cubicBezTo>
                    <a:pt x="321" y="24"/>
                    <a:pt x="318" y="27"/>
                    <a:pt x="314" y="27"/>
                  </a:cubicBezTo>
                  <a:cubicBezTo>
                    <a:pt x="310" y="27"/>
                    <a:pt x="307" y="24"/>
                    <a:pt x="307" y="20"/>
                  </a:cubicBezTo>
                  <a:cubicBezTo>
                    <a:pt x="307" y="16"/>
                    <a:pt x="310" y="13"/>
                    <a:pt x="314" y="13"/>
                  </a:cubicBezTo>
                  <a:close/>
                  <a:moveTo>
                    <a:pt x="587" y="382"/>
                  </a:moveTo>
                  <a:cubicBezTo>
                    <a:pt x="41" y="382"/>
                    <a:pt x="41" y="382"/>
                    <a:pt x="41" y="382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587" y="41"/>
                    <a:pt x="587" y="41"/>
                    <a:pt x="587" y="41"/>
                  </a:cubicBezTo>
                  <a:lnTo>
                    <a:pt x="587" y="3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4" name="Freeform 13"/>
            <p:cNvSpPr>
              <a:spLocks noEditPoints="1"/>
            </p:cNvSpPr>
            <p:nvPr/>
          </p:nvSpPr>
          <p:spPr bwMode="auto">
            <a:xfrm>
              <a:off x="1407" y="1538"/>
              <a:ext cx="800" cy="97"/>
            </a:xfrm>
            <a:custGeom>
              <a:avLst/>
              <a:gdLst>
                <a:gd name="T0" fmla="*/ 87 w 802"/>
                <a:gd name="T1" fmla="*/ 0 h 97"/>
                <a:gd name="T2" fmla="*/ 4 w 802"/>
                <a:gd name="T3" fmla="*/ 83 h 97"/>
                <a:gd name="T4" fmla="*/ 2 w 802"/>
                <a:gd name="T5" fmla="*/ 92 h 97"/>
                <a:gd name="T6" fmla="*/ 10 w 802"/>
                <a:gd name="T7" fmla="*/ 97 h 97"/>
                <a:gd name="T8" fmla="*/ 792 w 802"/>
                <a:gd name="T9" fmla="*/ 97 h 97"/>
                <a:gd name="T10" fmla="*/ 800 w 802"/>
                <a:gd name="T11" fmla="*/ 92 h 97"/>
                <a:gd name="T12" fmla="*/ 798 w 802"/>
                <a:gd name="T13" fmla="*/ 83 h 97"/>
                <a:gd name="T14" fmla="*/ 715 w 802"/>
                <a:gd name="T15" fmla="*/ 0 h 97"/>
                <a:gd name="T16" fmla="*/ 87 w 802"/>
                <a:gd name="T17" fmla="*/ 0 h 97"/>
                <a:gd name="T18" fmla="*/ 711 w 802"/>
                <a:gd name="T19" fmla="*/ 47 h 97"/>
                <a:gd name="T20" fmla="*/ 712 w 802"/>
                <a:gd name="T21" fmla="*/ 54 h 97"/>
                <a:gd name="T22" fmla="*/ 706 w 802"/>
                <a:gd name="T23" fmla="*/ 58 h 97"/>
                <a:gd name="T24" fmla="*/ 484 w 802"/>
                <a:gd name="T25" fmla="*/ 58 h 97"/>
                <a:gd name="T26" fmla="*/ 485 w 802"/>
                <a:gd name="T27" fmla="*/ 64 h 97"/>
                <a:gd name="T28" fmla="*/ 484 w 802"/>
                <a:gd name="T29" fmla="*/ 67 h 97"/>
                <a:gd name="T30" fmla="*/ 481 w 802"/>
                <a:gd name="T31" fmla="*/ 69 h 97"/>
                <a:gd name="T32" fmla="*/ 321 w 802"/>
                <a:gd name="T33" fmla="*/ 69 h 97"/>
                <a:gd name="T34" fmla="*/ 318 w 802"/>
                <a:gd name="T35" fmla="*/ 67 h 97"/>
                <a:gd name="T36" fmla="*/ 317 w 802"/>
                <a:gd name="T37" fmla="*/ 64 h 97"/>
                <a:gd name="T38" fmla="*/ 318 w 802"/>
                <a:gd name="T39" fmla="*/ 58 h 97"/>
                <a:gd name="T40" fmla="*/ 96 w 802"/>
                <a:gd name="T41" fmla="*/ 58 h 97"/>
                <a:gd name="T42" fmla="*/ 90 w 802"/>
                <a:gd name="T43" fmla="*/ 54 h 97"/>
                <a:gd name="T44" fmla="*/ 91 w 802"/>
                <a:gd name="T45" fmla="*/ 47 h 97"/>
                <a:gd name="T46" fmla="*/ 113 w 802"/>
                <a:gd name="T47" fmla="*/ 20 h 97"/>
                <a:gd name="T48" fmla="*/ 689 w 802"/>
                <a:gd name="T49" fmla="*/ 20 h 97"/>
                <a:gd name="T50" fmla="*/ 711 w 802"/>
                <a:gd name="T51" fmla="*/ 47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802" h="97">
                  <a:moveTo>
                    <a:pt x="87" y="0"/>
                  </a:moveTo>
                  <a:cubicBezTo>
                    <a:pt x="4" y="83"/>
                    <a:pt x="4" y="83"/>
                    <a:pt x="4" y="83"/>
                  </a:cubicBezTo>
                  <a:cubicBezTo>
                    <a:pt x="1" y="85"/>
                    <a:pt x="0" y="89"/>
                    <a:pt x="2" y="92"/>
                  </a:cubicBezTo>
                  <a:cubicBezTo>
                    <a:pt x="3" y="95"/>
                    <a:pt x="6" y="97"/>
                    <a:pt x="10" y="97"/>
                  </a:cubicBezTo>
                  <a:cubicBezTo>
                    <a:pt x="792" y="97"/>
                    <a:pt x="792" y="97"/>
                    <a:pt x="792" y="97"/>
                  </a:cubicBezTo>
                  <a:cubicBezTo>
                    <a:pt x="796" y="97"/>
                    <a:pt x="799" y="95"/>
                    <a:pt x="800" y="92"/>
                  </a:cubicBezTo>
                  <a:cubicBezTo>
                    <a:pt x="802" y="89"/>
                    <a:pt x="801" y="85"/>
                    <a:pt x="798" y="83"/>
                  </a:cubicBezTo>
                  <a:cubicBezTo>
                    <a:pt x="715" y="0"/>
                    <a:pt x="715" y="0"/>
                    <a:pt x="715" y="0"/>
                  </a:cubicBezTo>
                  <a:lnTo>
                    <a:pt x="87" y="0"/>
                  </a:lnTo>
                  <a:close/>
                  <a:moveTo>
                    <a:pt x="711" y="47"/>
                  </a:moveTo>
                  <a:cubicBezTo>
                    <a:pt x="713" y="49"/>
                    <a:pt x="713" y="51"/>
                    <a:pt x="712" y="54"/>
                  </a:cubicBezTo>
                  <a:cubicBezTo>
                    <a:pt x="711" y="56"/>
                    <a:pt x="709" y="58"/>
                    <a:pt x="706" y="58"/>
                  </a:cubicBezTo>
                  <a:cubicBezTo>
                    <a:pt x="484" y="58"/>
                    <a:pt x="484" y="58"/>
                    <a:pt x="484" y="58"/>
                  </a:cubicBezTo>
                  <a:cubicBezTo>
                    <a:pt x="485" y="64"/>
                    <a:pt x="485" y="64"/>
                    <a:pt x="485" y="64"/>
                  </a:cubicBezTo>
                  <a:cubicBezTo>
                    <a:pt x="485" y="65"/>
                    <a:pt x="485" y="66"/>
                    <a:pt x="484" y="67"/>
                  </a:cubicBezTo>
                  <a:cubicBezTo>
                    <a:pt x="483" y="68"/>
                    <a:pt x="482" y="69"/>
                    <a:pt x="481" y="69"/>
                  </a:cubicBezTo>
                  <a:cubicBezTo>
                    <a:pt x="321" y="69"/>
                    <a:pt x="321" y="69"/>
                    <a:pt x="321" y="69"/>
                  </a:cubicBezTo>
                  <a:cubicBezTo>
                    <a:pt x="320" y="69"/>
                    <a:pt x="319" y="68"/>
                    <a:pt x="318" y="67"/>
                  </a:cubicBezTo>
                  <a:cubicBezTo>
                    <a:pt x="317" y="66"/>
                    <a:pt x="317" y="65"/>
                    <a:pt x="317" y="64"/>
                  </a:cubicBezTo>
                  <a:cubicBezTo>
                    <a:pt x="318" y="58"/>
                    <a:pt x="318" y="58"/>
                    <a:pt x="318" y="58"/>
                  </a:cubicBezTo>
                  <a:cubicBezTo>
                    <a:pt x="96" y="58"/>
                    <a:pt x="96" y="58"/>
                    <a:pt x="96" y="58"/>
                  </a:cubicBezTo>
                  <a:cubicBezTo>
                    <a:pt x="93" y="58"/>
                    <a:pt x="91" y="56"/>
                    <a:pt x="90" y="54"/>
                  </a:cubicBezTo>
                  <a:cubicBezTo>
                    <a:pt x="89" y="51"/>
                    <a:pt x="89" y="49"/>
                    <a:pt x="91" y="47"/>
                  </a:cubicBezTo>
                  <a:cubicBezTo>
                    <a:pt x="113" y="20"/>
                    <a:pt x="113" y="20"/>
                    <a:pt x="113" y="20"/>
                  </a:cubicBezTo>
                  <a:cubicBezTo>
                    <a:pt x="689" y="20"/>
                    <a:pt x="689" y="20"/>
                    <a:pt x="689" y="20"/>
                  </a:cubicBezTo>
                  <a:lnTo>
                    <a:pt x="711" y="4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5" name="Freeform 14"/>
            <p:cNvSpPr>
              <a:spLocks noEditPoints="1"/>
            </p:cNvSpPr>
            <p:nvPr/>
          </p:nvSpPr>
          <p:spPr bwMode="auto">
            <a:xfrm>
              <a:off x="1408" y="1637"/>
              <a:ext cx="798" cy="29"/>
            </a:xfrm>
            <a:custGeom>
              <a:avLst/>
              <a:gdLst>
                <a:gd name="T0" fmla="*/ 791 w 800"/>
                <a:gd name="T1" fmla="*/ 3 h 29"/>
                <a:gd name="T2" fmla="*/ 469 w 800"/>
                <a:gd name="T3" fmla="*/ 3 h 29"/>
                <a:gd name="T4" fmla="*/ 468 w 800"/>
                <a:gd name="T5" fmla="*/ 6 h 29"/>
                <a:gd name="T6" fmla="*/ 461 w 800"/>
                <a:gd name="T7" fmla="*/ 9 h 29"/>
                <a:gd name="T8" fmla="*/ 339 w 800"/>
                <a:gd name="T9" fmla="*/ 9 h 29"/>
                <a:gd name="T10" fmla="*/ 332 w 800"/>
                <a:gd name="T11" fmla="*/ 6 h 29"/>
                <a:gd name="T12" fmla="*/ 331 w 800"/>
                <a:gd name="T13" fmla="*/ 3 h 29"/>
                <a:gd name="T14" fmla="*/ 9 w 800"/>
                <a:gd name="T15" fmla="*/ 3 h 29"/>
                <a:gd name="T16" fmla="*/ 0 w 800"/>
                <a:gd name="T17" fmla="*/ 0 h 29"/>
                <a:gd name="T18" fmla="*/ 0 w 800"/>
                <a:gd name="T19" fmla="*/ 9 h 29"/>
                <a:gd name="T20" fmla="*/ 6 w 800"/>
                <a:gd name="T21" fmla="*/ 23 h 29"/>
                <a:gd name="T22" fmla="*/ 21 w 800"/>
                <a:gd name="T23" fmla="*/ 29 h 29"/>
                <a:gd name="T24" fmla="*/ 779 w 800"/>
                <a:gd name="T25" fmla="*/ 29 h 29"/>
                <a:gd name="T26" fmla="*/ 794 w 800"/>
                <a:gd name="T27" fmla="*/ 23 h 29"/>
                <a:gd name="T28" fmla="*/ 800 w 800"/>
                <a:gd name="T29" fmla="*/ 9 h 29"/>
                <a:gd name="T30" fmla="*/ 800 w 800"/>
                <a:gd name="T31" fmla="*/ 0 h 29"/>
                <a:gd name="T32" fmla="*/ 791 w 800"/>
                <a:gd name="T33" fmla="*/ 3 h 29"/>
                <a:gd name="T34" fmla="*/ 72 w 800"/>
                <a:gd name="T35" fmla="*/ 21 h 29"/>
                <a:gd name="T36" fmla="*/ 68 w 800"/>
                <a:gd name="T37" fmla="*/ 16 h 29"/>
                <a:gd name="T38" fmla="*/ 72 w 800"/>
                <a:gd name="T39" fmla="*/ 12 h 29"/>
                <a:gd name="T40" fmla="*/ 77 w 800"/>
                <a:gd name="T41" fmla="*/ 16 h 29"/>
                <a:gd name="T42" fmla="*/ 72 w 800"/>
                <a:gd name="T43" fmla="*/ 21 h 29"/>
                <a:gd name="T44" fmla="*/ 94 w 800"/>
                <a:gd name="T45" fmla="*/ 21 h 29"/>
                <a:gd name="T46" fmla="*/ 89 w 800"/>
                <a:gd name="T47" fmla="*/ 16 h 29"/>
                <a:gd name="T48" fmla="*/ 94 w 800"/>
                <a:gd name="T49" fmla="*/ 12 h 29"/>
                <a:gd name="T50" fmla="*/ 98 w 800"/>
                <a:gd name="T51" fmla="*/ 16 h 29"/>
                <a:gd name="T52" fmla="*/ 94 w 800"/>
                <a:gd name="T53" fmla="*/ 21 h 29"/>
                <a:gd name="T54" fmla="*/ 115 w 800"/>
                <a:gd name="T55" fmla="*/ 21 h 29"/>
                <a:gd name="T56" fmla="*/ 111 w 800"/>
                <a:gd name="T57" fmla="*/ 16 h 29"/>
                <a:gd name="T58" fmla="*/ 115 w 800"/>
                <a:gd name="T59" fmla="*/ 12 h 29"/>
                <a:gd name="T60" fmla="*/ 120 w 800"/>
                <a:gd name="T61" fmla="*/ 16 h 29"/>
                <a:gd name="T62" fmla="*/ 115 w 800"/>
                <a:gd name="T63" fmla="*/ 21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800" h="29">
                  <a:moveTo>
                    <a:pt x="791" y="3"/>
                  </a:moveTo>
                  <a:cubicBezTo>
                    <a:pt x="469" y="3"/>
                    <a:pt x="469" y="3"/>
                    <a:pt x="469" y="3"/>
                  </a:cubicBezTo>
                  <a:cubicBezTo>
                    <a:pt x="469" y="4"/>
                    <a:pt x="468" y="5"/>
                    <a:pt x="468" y="6"/>
                  </a:cubicBezTo>
                  <a:cubicBezTo>
                    <a:pt x="466" y="8"/>
                    <a:pt x="463" y="9"/>
                    <a:pt x="461" y="9"/>
                  </a:cubicBezTo>
                  <a:cubicBezTo>
                    <a:pt x="339" y="9"/>
                    <a:pt x="339" y="9"/>
                    <a:pt x="339" y="9"/>
                  </a:cubicBezTo>
                  <a:cubicBezTo>
                    <a:pt x="337" y="9"/>
                    <a:pt x="334" y="8"/>
                    <a:pt x="332" y="6"/>
                  </a:cubicBezTo>
                  <a:cubicBezTo>
                    <a:pt x="332" y="5"/>
                    <a:pt x="331" y="4"/>
                    <a:pt x="331" y="3"/>
                  </a:cubicBezTo>
                  <a:cubicBezTo>
                    <a:pt x="9" y="3"/>
                    <a:pt x="9" y="3"/>
                    <a:pt x="9" y="3"/>
                  </a:cubicBezTo>
                  <a:cubicBezTo>
                    <a:pt x="5" y="3"/>
                    <a:pt x="2" y="2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14"/>
                    <a:pt x="2" y="19"/>
                    <a:pt x="6" y="23"/>
                  </a:cubicBezTo>
                  <a:cubicBezTo>
                    <a:pt x="10" y="27"/>
                    <a:pt x="15" y="29"/>
                    <a:pt x="21" y="29"/>
                  </a:cubicBezTo>
                  <a:cubicBezTo>
                    <a:pt x="779" y="29"/>
                    <a:pt x="779" y="29"/>
                    <a:pt x="779" y="29"/>
                  </a:cubicBezTo>
                  <a:cubicBezTo>
                    <a:pt x="785" y="29"/>
                    <a:pt x="790" y="27"/>
                    <a:pt x="794" y="23"/>
                  </a:cubicBezTo>
                  <a:cubicBezTo>
                    <a:pt x="798" y="19"/>
                    <a:pt x="800" y="14"/>
                    <a:pt x="800" y="9"/>
                  </a:cubicBezTo>
                  <a:cubicBezTo>
                    <a:pt x="800" y="0"/>
                    <a:pt x="800" y="0"/>
                    <a:pt x="800" y="0"/>
                  </a:cubicBezTo>
                  <a:cubicBezTo>
                    <a:pt x="798" y="2"/>
                    <a:pt x="795" y="3"/>
                    <a:pt x="791" y="3"/>
                  </a:cubicBezTo>
                  <a:close/>
                  <a:moveTo>
                    <a:pt x="72" y="21"/>
                  </a:moveTo>
                  <a:cubicBezTo>
                    <a:pt x="70" y="21"/>
                    <a:pt x="68" y="19"/>
                    <a:pt x="68" y="16"/>
                  </a:cubicBezTo>
                  <a:cubicBezTo>
                    <a:pt x="68" y="14"/>
                    <a:pt x="70" y="12"/>
                    <a:pt x="72" y="12"/>
                  </a:cubicBezTo>
                  <a:cubicBezTo>
                    <a:pt x="75" y="12"/>
                    <a:pt x="77" y="14"/>
                    <a:pt x="77" y="16"/>
                  </a:cubicBezTo>
                  <a:cubicBezTo>
                    <a:pt x="77" y="19"/>
                    <a:pt x="75" y="21"/>
                    <a:pt x="72" y="21"/>
                  </a:cubicBezTo>
                  <a:close/>
                  <a:moveTo>
                    <a:pt x="94" y="21"/>
                  </a:moveTo>
                  <a:cubicBezTo>
                    <a:pt x="91" y="21"/>
                    <a:pt x="89" y="19"/>
                    <a:pt x="89" y="16"/>
                  </a:cubicBezTo>
                  <a:cubicBezTo>
                    <a:pt x="89" y="14"/>
                    <a:pt x="91" y="12"/>
                    <a:pt x="94" y="12"/>
                  </a:cubicBezTo>
                  <a:cubicBezTo>
                    <a:pt x="96" y="12"/>
                    <a:pt x="98" y="14"/>
                    <a:pt x="98" y="16"/>
                  </a:cubicBezTo>
                  <a:cubicBezTo>
                    <a:pt x="98" y="19"/>
                    <a:pt x="96" y="21"/>
                    <a:pt x="94" y="21"/>
                  </a:cubicBezTo>
                  <a:close/>
                  <a:moveTo>
                    <a:pt x="115" y="21"/>
                  </a:moveTo>
                  <a:cubicBezTo>
                    <a:pt x="113" y="21"/>
                    <a:pt x="111" y="19"/>
                    <a:pt x="111" y="16"/>
                  </a:cubicBezTo>
                  <a:cubicBezTo>
                    <a:pt x="111" y="14"/>
                    <a:pt x="113" y="12"/>
                    <a:pt x="115" y="12"/>
                  </a:cubicBezTo>
                  <a:cubicBezTo>
                    <a:pt x="118" y="12"/>
                    <a:pt x="120" y="14"/>
                    <a:pt x="120" y="16"/>
                  </a:cubicBezTo>
                  <a:cubicBezTo>
                    <a:pt x="120" y="19"/>
                    <a:pt x="118" y="21"/>
                    <a:pt x="115" y="2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6" name="Freeform 15"/>
            <p:cNvSpPr>
              <a:spLocks/>
            </p:cNvSpPr>
            <p:nvPr/>
          </p:nvSpPr>
          <p:spPr bwMode="auto">
            <a:xfrm>
              <a:off x="1624" y="1386"/>
              <a:ext cx="48" cy="56"/>
            </a:xfrm>
            <a:custGeom>
              <a:avLst/>
              <a:gdLst>
                <a:gd name="T0" fmla="*/ 48 w 48"/>
                <a:gd name="T1" fmla="*/ 56 h 56"/>
                <a:gd name="T2" fmla="*/ 0 w 48"/>
                <a:gd name="T3" fmla="*/ 56 h 56"/>
                <a:gd name="T4" fmla="*/ 0 w 48"/>
                <a:gd name="T5" fmla="*/ 5 h 56"/>
                <a:gd name="T6" fmla="*/ 2 w 48"/>
                <a:gd name="T7" fmla="*/ 2 h 56"/>
                <a:gd name="T8" fmla="*/ 5 w 48"/>
                <a:gd name="T9" fmla="*/ 0 h 56"/>
                <a:gd name="T10" fmla="*/ 43 w 48"/>
                <a:gd name="T11" fmla="*/ 0 h 56"/>
                <a:gd name="T12" fmla="*/ 47 w 48"/>
                <a:gd name="T13" fmla="*/ 2 h 56"/>
                <a:gd name="T14" fmla="*/ 48 w 48"/>
                <a:gd name="T15" fmla="*/ 5 h 56"/>
                <a:gd name="T16" fmla="*/ 48 w 48"/>
                <a:gd name="T17" fmla="*/ 56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8" h="56">
                  <a:moveTo>
                    <a:pt x="48" y="56"/>
                  </a:moveTo>
                  <a:cubicBezTo>
                    <a:pt x="0" y="56"/>
                    <a:pt x="0" y="56"/>
                    <a:pt x="0" y="56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4"/>
                    <a:pt x="1" y="3"/>
                    <a:pt x="2" y="2"/>
                  </a:cubicBezTo>
                  <a:cubicBezTo>
                    <a:pt x="3" y="1"/>
                    <a:pt x="4" y="0"/>
                    <a:pt x="5" y="0"/>
                  </a:cubicBezTo>
                  <a:cubicBezTo>
                    <a:pt x="43" y="0"/>
                    <a:pt x="43" y="0"/>
                    <a:pt x="43" y="0"/>
                  </a:cubicBezTo>
                  <a:cubicBezTo>
                    <a:pt x="44" y="0"/>
                    <a:pt x="46" y="1"/>
                    <a:pt x="47" y="2"/>
                  </a:cubicBezTo>
                  <a:cubicBezTo>
                    <a:pt x="48" y="3"/>
                    <a:pt x="48" y="4"/>
                    <a:pt x="48" y="5"/>
                  </a:cubicBezTo>
                  <a:cubicBezTo>
                    <a:pt x="48" y="56"/>
                    <a:pt x="48" y="56"/>
                    <a:pt x="48" y="5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7" name="Freeform 16"/>
            <p:cNvSpPr>
              <a:spLocks/>
            </p:cNvSpPr>
            <p:nvPr/>
          </p:nvSpPr>
          <p:spPr bwMode="auto">
            <a:xfrm>
              <a:off x="1723" y="1314"/>
              <a:ext cx="47" cy="128"/>
            </a:xfrm>
            <a:custGeom>
              <a:avLst/>
              <a:gdLst>
                <a:gd name="T0" fmla="*/ 47 w 47"/>
                <a:gd name="T1" fmla="*/ 128 h 128"/>
                <a:gd name="T2" fmla="*/ 0 w 47"/>
                <a:gd name="T3" fmla="*/ 128 h 128"/>
                <a:gd name="T4" fmla="*/ 0 w 47"/>
                <a:gd name="T5" fmla="*/ 5 h 128"/>
                <a:gd name="T6" fmla="*/ 1 w 47"/>
                <a:gd name="T7" fmla="*/ 2 h 128"/>
                <a:gd name="T8" fmla="*/ 5 w 47"/>
                <a:gd name="T9" fmla="*/ 0 h 128"/>
                <a:gd name="T10" fmla="*/ 42 w 47"/>
                <a:gd name="T11" fmla="*/ 0 h 128"/>
                <a:gd name="T12" fmla="*/ 46 w 47"/>
                <a:gd name="T13" fmla="*/ 2 h 128"/>
                <a:gd name="T14" fmla="*/ 47 w 47"/>
                <a:gd name="T15" fmla="*/ 5 h 128"/>
                <a:gd name="T16" fmla="*/ 47 w 47"/>
                <a:gd name="T17" fmla="*/ 128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28">
                  <a:moveTo>
                    <a:pt x="47" y="128"/>
                  </a:moveTo>
                  <a:cubicBezTo>
                    <a:pt x="0" y="128"/>
                    <a:pt x="0" y="128"/>
                    <a:pt x="0" y="128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4"/>
                    <a:pt x="0" y="3"/>
                    <a:pt x="1" y="2"/>
                  </a:cubicBezTo>
                  <a:cubicBezTo>
                    <a:pt x="2" y="1"/>
                    <a:pt x="3" y="0"/>
                    <a:pt x="5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4" y="0"/>
                    <a:pt x="45" y="1"/>
                    <a:pt x="46" y="2"/>
                  </a:cubicBezTo>
                  <a:cubicBezTo>
                    <a:pt x="47" y="3"/>
                    <a:pt x="47" y="4"/>
                    <a:pt x="47" y="5"/>
                  </a:cubicBezTo>
                  <a:lnTo>
                    <a:pt x="47" y="1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8" name="Freeform 17"/>
            <p:cNvSpPr>
              <a:spLocks/>
            </p:cNvSpPr>
            <p:nvPr/>
          </p:nvSpPr>
          <p:spPr bwMode="auto">
            <a:xfrm>
              <a:off x="1821" y="1353"/>
              <a:ext cx="48" cy="89"/>
            </a:xfrm>
            <a:custGeom>
              <a:avLst/>
              <a:gdLst>
                <a:gd name="T0" fmla="*/ 48 w 48"/>
                <a:gd name="T1" fmla="*/ 89 h 89"/>
                <a:gd name="T2" fmla="*/ 0 w 48"/>
                <a:gd name="T3" fmla="*/ 89 h 89"/>
                <a:gd name="T4" fmla="*/ 0 w 48"/>
                <a:gd name="T5" fmla="*/ 6 h 89"/>
                <a:gd name="T6" fmla="*/ 1 w 48"/>
                <a:gd name="T7" fmla="*/ 2 h 89"/>
                <a:gd name="T8" fmla="*/ 5 w 48"/>
                <a:gd name="T9" fmla="*/ 0 h 89"/>
                <a:gd name="T10" fmla="*/ 43 w 48"/>
                <a:gd name="T11" fmla="*/ 0 h 89"/>
                <a:gd name="T12" fmla="*/ 46 w 48"/>
                <a:gd name="T13" fmla="*/ 2 h 89"/>
                <a:gd name="T14" fmla="*/ 48 w 48"/>
                <a:gd name="T15" fmla="*/ 6 h 89"/>
                <a:gd name="T16" fmla="*/ 48 w 48"/>
                <a:gd name="T17" fmla="*/ 89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8" h="89">
                  <a:moveTo>
                    <a:pt x="48" y="89"/>
                  </a:moveTo>
                  <a:cubicBezTo>
                    <a:pt x="0" y="89"/>
                    <a:pt x="0" y="89"/>
                    <a:pt x="0" y="89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4"/>
                    <a:pt x="0" y="3"/>
                    <a:pt x="1" y="2"/>
                  </a:cubicBezTo>
                  <a:cubicBezTo>
                    <a:pt x="2" y="1"/>
                    <a:pt x="4" y="0"/>
                    <a:pt x="5" y="0"/>
                  </a:cubicBezTo>
                  <a:cubicBezTo>
                    <a:pt x="43" y="0"/>
                    <a:pt x="43" y="0"/>
                    <a:pt x="43" y="0"/>
                  </a:cubicBezTo>
                  <a:cubicBezTo>
                    <a:pt x="44" y="0"/>
                    <a:pt x="45" y="1"/>
                    <a:pt x="46" y="2"/>
                  </a:cubicBezTo>
                  <a:cubicBezTo>
                    <a:pt x="47" y="3"/>
                    <a:pt x="48" y="4"/>
                    <a:pt x="48" y="6"/>
                  </a:cubicBezTo>
                  <a:cubicBezTo>
                    <a:pt x="48" y="89"/>
                    <a:pt x="48" y="89"/>
                    <a:pt x="48" y="8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9" name="Freeform 18"/>
            <p:cNvSpPr>
              <a:spLocks/>
            </p:cNvSpPr>
            <p:nvPr/>
          </p:nvSpPr>
          <p:spPr bwMode="auto">
            <a:xfrm>
              <a:off x="1901" y="1205"/>
              <a:ext cx="84" cy="237"/>
            </a:xfrm>
            <a:custGeom>
              <a:avLst/>
              <a:gdLst>
                <a:gd name="T0" fmla="*/ 79 w 84"/>
                <a:gd name="T1" fmla="*/ 64 h 237"/>
                <a:gd name="T2" fmla="*/ 84 w 84"/>
                <a:gd name="T3" fmla="*/ 62 h 237"/>
                <a:gd name="T4" fmla="*/ 83 w 84"/>
                <a:gd name="T5" fmla="*/ 56 h 237"/>
                <a:gd name="T6" fmla="*/ 46 w 84"/>
                <a:gd name="T7" fmla="*/ 2 h 237"/>
                <a:gd name="T8" fmla="*/ 42 w 84"/>
                <a:gd name="T9" fmla="*/ 0 h 237"/>
                <a:gd name="T10" fmla="*/ 38 w 84"/>
                <a:gd name="T11" fmla="*/ 2 h 237"/>
                <a:gd name="T12" fmla="*/ 1 w 84"/>
                <a:gd name="T13" fmla="*/ 56 h 237"/>
                <a:gd name="T14" fmla="*/ 1 w 84"/>
                <a:gd name="T15" fmla="*/ 62 h 237"/>
                <a:gd name="T16" fmla="*/ 5 w 84"/>
                <a:gd name="T17" fmla="*/ 64 h 237"/>
                <a:gd name="T18" fmla="*/ 18 w 84"/>
                <a:gd name="T19" fmla="*/ 64 h 237"/>
                <a:gd name="T20" fmla="*/ 18 w 84"/>
                <a:gd name="T21" fmla="*/ 237 h 237"/>
                <a:gd name="T22" fmla="*/ 66 w 84"/>
                <a:gd name="T23" fmla="*/ 237 h 237"/>
                <a:gd name="T24" fmla="*/ 66 w 84"/>
                <a:gd name="T25" fmla="*/ 64 h 237"/>
                <a:gd name="T26" fmla="*/ 79 w 84"/>
                <a:gd name="T27" fmla="*/ 64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4" h="237">
                  <a:moveTo>
                    <a:pt x="79" y="64"/>
                  </a:moveTo>
                  <a:cubicBezTo>
                    <a:pt x="81" y="64"/>
                    <a:pt x="83" y="63"/>
                    <a:pt x="84" y="62"/>
                  </a:cubicBezTo>
                  <a:cubicBezTo>
                    <a:pt x="84" y="60"/>
                    <a:pt x="84" y="58"/>
                    <a:pt x="83" y="56"/>
                  </a:cubicBezTo>
                  <a:cubicBezTo>
                    <a:pt x="46" y="2"/>
                    <a:pt x="46" y="2"/>
                    <a:pt x="46" y="2"/>
                  </a:cubicBezTo>
                  <a:cubicBezTo>
                    <a:pt x="45" y="1"/>
                    <a:pt x="44" y="0"/>
                    <a:pt x="42" y="0"/>
                  </a:cubicBezTo>
                  <a:cubicBezTo>
                    <a:pt x="40" y="0"/>
                    <a:pt x="39" y="1"/>
                    <a:pt x="38" y="2"/>
                  </a:cubicBezTo>
                  <a:cubicBezTo>
                    <a:pt x="1" y="56"/>
                    <a:pt x="1" y="56"/>
                    <a:pt x="1" y="56"/>
                  </a:cubicBezTo>
                  <a:cubicBezTo>
                    <a:pt x="0" y="58"/>
                    <a:pt x="0" y="60"/>
                    <a:pt x="1" y="62"/>
                  </a:cubicBezTo>
                  <a:cubicBezTo>
                    <a:pt x="1" y="63"/>
                    <a:pt x="3" y="64"/>
                    <a:pt x="5" y="64"/>
                  </a:cubicBezTo>
                  <a:cubicBezTo>
                    <a:pt x="18" y="64"/>
                    <a:pt x="18" y="64"/>
                    <a:pt x="18" y="64"/>
                  </a:cubicBezTo>
                  <a:cubicBezTo>
                    <a:pt x="18" y="237"/>
                    <a:pt x="18" y="237"/>
                    <a:pt x="18" y="237"/>
                  </a:cubicBezTo>
                  <a:cubicBezTo>
                    <a:pt x="66" y="237"/>
                    <a:pt x="66" y="237"/>
                    <a:pt x="66" y="237"/>
                  </a:cubicBezTo>
                  <a:cubicBezTo>
                    <a:pt x="66" y="64"/>
                    <a:pt x="66" y="64"/>
                    <a:pt x="66" y="64"/>
                  </a:cubicBezTo>
                  <a:lnTo>
                    <a:pt x="79" y="6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0" name="Freeform 19"/>
            <p:cNvSpPr>
              <a:spLocks/>
            </p:cNvSpPr>
            <p:nvPr/>
          </p:nvSpPr>
          <p:spPr bwMode="auto">
            <a:xfrm>
              <a:off x="1552" y="1187"/>
              <a:ext cx="510" cy="276"/>
            </a:xfrm>
            <a:custGeom>
              <a:avLst/>
              <a:gdLst>
                <a:gd name="T0" fmla="*/ 8 w 512"/>
                <a:gd name="T1" fmla="*/ 268 h 276"/>
                <a:gd name="T2" fmla="*/ 8 w 512"/>
                <a:gd name="T3" fmla="*/ 4 h 276"/>
                <a:gd name="T4" fmla="*/ 7 w 512"/>
                <a:gd name="T5" fmla="*/ 1 h 276"/>
                <a:gd name="T6" fmla="*/ 4 w 512"/>
                <a:gd name="T7" fmla="*/ 0 h 276"/>
                <a:gd name="T8" fmla="*/ 4 w 512"/>
                <a:gd name="T9" fmla="*/ 0 h 276"/>
                <a:gd name="T10" fmla="*/ 1 w 512"/>
                <a:gd name="T11" fmla="*/ 1 h 276"/>
                <a:gd name="T12" fmla="*/ 0 w 512"/>
                <a:gd name="T13" fmla="*/ 4 h 276"/>
                <a:gd name="T14" fmla="*/ 0 w 512"/>
                <a:gd name="T15" fmla="*/ 276 h 276"/>
                <a:gd name="T16" fmla="*/ 508 w 512"/>
                <a:gd name="T17" fmla="*/ 276 h 276"/>
                <a:gd name="T18" fmla="*/ 511 w 512"/>
                <a:gd name="T19" fmla="*/ 275 h 276"/>
                <a:gd name="T20" fmla="*/ 512 w 512"/>
                <a:gd name="T21" fmla="*/ 272 h 276"/>
                <a:gd name="T22" fmla="*/ 512 w 512"/>
                <a:gd name="T23" fmla="*/ 272 h 276"/>
                <a:gd name="T24" fmla="*/ 511 w 512"/>
                <a:gd name="T25" fmla="*/ 269 h 276"/>
                <a:gd name="T26" fmla="*/ 508 w 512"/>
                <a:gd name="T27" fmla="*/ 268 h 276"/>
                <a:gd name="T28" fmla="*/ 8 w 512"/>
                <a:gd name="T29" fmla="*/ 268 h 2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512" h="276">
                  <a:moveTo>
                    <a:pt x="8" y="268"/>
                  </a:moveTo>
                  <a:cubicBezTo>
                    <a:pt x="8" y="4"/>
                    <a:pt x="8" y="4"/>
                    <a:pt x="8" y="4"/>
                  </a:cubicBezTo>
                  <a:cubicBezTo>
                    <a:pt x="8" y="3"/>
                    <a:pt x="8" y="2"/>
                    <a:pt x="7" y="1"/>
                  </a:cubicBezTo>
                  <a:cubicBezTo>
                    <a:pt x="6" y="1"/>
                    <a:pt x="5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3" y="0"/>
                    <a:pt x="2" y="1"/>
                    <a:pt x="1" y="1"/>
                  </a:cubicBezTo>
                  <a:cubicBezTo>
                    <a:pt x="0" y="2"/>
                    <a:pt x="0" y="3"/>
                    <a:pt x="0" y="4"/>
                  </a:cubicBezTo>
                  <a:cubicBezTo>
                    <a:pt x="0" y="276"/>
                    <a:pt x="0" y="276"/>
                    <a:pt x="0" y="276"/>
                  </a:cubicBezTo>
                  <a:cubicBezTo>
                    <a:pt x="508" y="276"/>
                    <a:pt x="508" y="276"/>
                    <a:pt x="508" y="276"/>
                  </a:cubicBezTo>
                  <a:cubicBezTo>
                    <a:pt x="509" y="276"/>
                    <a:pt x="510" y="276"/>
                    <a:pt x="511" y="275"/>
                  </a:cubicBezTo>
                  <a:cubicBezTo>
                    <a:pt x="512" y="274"/>
                    <a:pt x="512" y="273"/>
                    <a:pt x="512" y="272"/>
                  </a:cubicBezTo>
                  <a:cubicBezTo>
                    <a:pt x="512" y="272"/>
                    <a:pt x="512" y="272"/>
                    <a:pt x="512" y="272"/>
                  </a:cubicBezTo>
                  <a:cubicBezTo>
                    <a:pt x="512" y="271"/>
                    <a:pt x="512" y="270"/>
                    <a:pt x="511" y="269"/>
                  </a:cubicBezTo>
                  <a:cubicBezTo>
                    <a:pt x="510" y="268"/>
                    <a:pt x="509" y="268"/>
                    <a:pt x="508" y="268"/>
                  </a:cubicBezTo>
                  <a:cubicBezTo>
                    <a:pt x="8" y="268"/>
                    <a:pt x="8" y="268"/>
                    <a:pt x="8" y="26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grpSp>
        <p:nvGrpSpPr>
          <p:cNvPr id="111" name="Group 11"/>
          <p:cNvGrpSpPr>
            <a:grpSpLocks noChangeAspect="1"/>
          </p:cNvGrpSpPr>
          <p:nvPr/>
        </p:nvGrpSpPr>
        <p:grpSpPr bwMode="auto">
          <a:xfrm>
            <a:off x="9597816" y="2733733"/>
            <a:ext cx="553250" cy="392808"/>
            <a:chOff x="1407" y="1098"/>
            <a:chExt cx="800" cy="568"/>
          </a:xfrm>
          <a:solidFill>
            <a:schemeClr val="accent3"/>
          </a:solidFill>
        </p:grpSpPr>
        <p:sp>
          <p:nvSpPr>
            <p:cNvPr id="112" name="Freeform 12"/>
            <p:cNvSpPr>
              <a:spLocks noEditPoints="1"/>
            </p:cNvSpPr>
            <p:nvPr/>
          </p:nvSpPr>
          <p:spPr bwMode="auto">
            <a:xfrm>
              <a:off x="1494" y="1098"/>
              <a:ext cx="626" cy="423"/>
            </a:xfrm>
            <a:custGeom>
              <a:avLst/>
              <a:gdLst>
                <a:gd name="T0" fmla="*/ 621 w 628"/>
                <a:gd name="T1" fmla="*/ 7 h 423"/>
                <a:gd name="T2" fmla="*/ 605 w 628"/>
                <a:gd name="T3" fmla="*/ 0 h 423"/>
                <a:gd name="T4" fmla="*/ 23 w 628"/>
                <a:gd name="T5" fmla="*/ 0 h 423"/>
                <a:gd name="T6" fmla="*/ 7 w 628"/>
                <a:gd name="T7" fmla="*/ 7 h 423"/>
                <a:gd name="T8" fmla="*/ 0 w 628"/>
                <a:gd name="T9" fmla="*/ 23 h 423"/>
                <a:gd name="T10" fmla="*/ 0 w 628"/>
                <a:gd name="T11" fmla="*/ 423 h 423"/>
                <a:gd name="T12" fmla="*/ 628 w 628"/>
                <a:gd name="T13" fmla="*/ 423 h 423"/>
                <a:gd name="T14" fmla="*/ 628 w 628"/>
                <a:gd name="T15" fmla="*/ 23 h 423"/>
                <a:gd name="T16" fmla="*/ 621 w 628"/>
                <a:gd name="T17" fmla="*/ 7 h 423"/>
                <a:gd name="T18" fmla="*/ 314 w 628"/>
                <a:gd name="T19" fmla="*/ 13 h 423"/>
                <a:gd name="T20" fmla="*/ 321 w 628"/>
                <a:gd name="T21" fmla="*/ 20 h 423"/>
                <a:gd name="T22" fmla="*/ 314 w 628"/>
                <a:gd name="T23" fmla="*/ 27 h 423"/>
                <a:gd name="T24" fmla="*/ 307 w 628"/>
                <a:gd name="T25" fmla="*/ 20 h 423"/>
                <a:gd name="T26" fmla="*/ 314 w 628"/>
                <a:gd name="T27" fmla="*/ 13 h 423"/>
                <a:gd name="T28" fmla="*/ 587 w 628"/>
                <a:gd name="T29" fmla="*/ 382 h 423"/>
                <a:gd name="T30" fmla="*/ 41 w 628"/>
                <a:gd name="T31" fmla="*/ 382 h 423"/>
                <a:gd name="T32" fmla="*/ 41 w 628"/>
                <a:gd name="T33" fmla="*/ 41 h 423"/>
                <a:gd name="T34" fmla="*/ 587 w 628"/>
                <a:gd name="T35" fmla="*/ 41 h 423"/>
                <a:gd name="T36" fmla="*/ 587 w 628"/>
                <a:gd name="T37" fmla="*/ 382 h 4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628" h="423">
                  <a:moveTo>
                    <a:pt x="621" y="7"/>
                  </a:moveTo>
                  <a:cubicBezTo>
                    <a:pt x="617" y="2"/>
                    <a:pt x="611" y="0"/>
                    <a:pt x="605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17" y="0"/>
                    <a:pt x="11" y="2"/>
                    <a:pt x="7" y="7"/>
                  </a:cubicBezTo>
                  <a:cubicBezTo>
                    <a:pt x="2" y="11"/>
                    <a:pt x="0" y="17"/>
                    <a:pt x="0" y="23"/>
                  </a:cubicBezTo>
                  <a:cubicBezTo>
                    <a:pt x="0" y="423"/>
                    <a:pt x="0" y="423"/>
                    <a:pt x="0" y="423"/>
                  </a:cubicBezTo>
                  <a:cubicBezTo>
                    <a:pt x="628" y="423"/>
                    <a:pt x="628" y="423"/>
                    <a:pt x="628" y="423"/>
                  </a:cubicBezTo>
                  <a:cubicBezTo>
                    <a:pt x="628" y="23"/>
                    <a:pt x="628" y="23"/>
                    <a:pt x="628" y="23"/>
                  </a:cubicBezTo>
                  <a:cubicBezTo>
                    <a:pt x="628" y="17"/>
                    <a:pt x="626" y="11"/>
                    <a:pt x="621" y="7"/>
                  </a:cubicBezTo>
                  <a:close/>
                  <a:moveTo>
                    <a:pt x="314" y="13"/>
                  </a:moveTo>
                  <a:cubicBezTo>
                    <a:pt x="318" y="13"/>
                    <a:pt x="321" y="16"/>
                    <a:pt x="321" y="20"/>
                  </a:cubicBezTo>
                  <a:cubicBezTo>
                    <a:pt x="321" y="24"/>
                    <a:pt x="318" y="27"/>
                    <a:pt x="314" y="27"/>
                  </a:cubicBezTo>
                  <a:cubicBezTo>
                    <a:pt x="310" y="27"/>
                    <a:pt x="307" y="24"/>
                    <a:pt x="307" y="20"/>
                  </a:cubicBezTo>
                  <a:cubicBezTo>
                    <a:pt x="307" y="16"/>
                    <a:pt x="310" y="13"/>
                    <a:pt x="314" y="13"/>
                  </a:cubicBezTo>
                  <a:close/>
                  <a:moveTo>
                    <a:pt x="587" y="382"/>
                  </a:moveTo>
                  <a:cubicBezTo>
                    <a:pt x="41" y="382"/>
                    <a:pt x="41" y="382"/>
                    <a:pt x="41" y="382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587" y="41"/>
                    <a:pt x="587" y="41"/>
                    <a:pt x="587" y="41"/>
                  </a:cubicBezTo>
                  <a:lnTo>
                    <a:pt x="587" y="3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3" name="Freeform 13"/>
            <p:cNvSpPr>
              <a:spLocks noEditPoints="1"/>
            </p:cNvSpPr>
            <p:nvPr/>
          </p:nvSpPr>
          <p:spPr bwMode="auto">
            <a:xfrm>
              <a:off x="1407" y="1538"/>
              <a:ext cx="800" cy="97"/>
            </a:xfrm>
            <a:custGeom>
              <a:avLst/>
              <a:gdLst>
                <a:gd name="T0" fmla="*/ 87 w 802"/>
                <a:gd name="T1" fmla="*/ 0 h 97"/>
                <a:gd name="T2" fmla="*/ 4 w 802"/>
                <a:gd name="T3" fmla="*/ 83 h 97"/>
                <a:gd name="T4" fmla="*/ 2 w 802"/>
                <a:gd name="T5" fmla="*/ 92 h 97"/>
                <a:gd name="T6" fmla="*/ 10 w 802"/>
                <a:gd name="T7" fmla="*/ 97 h 97"/>
                <a:gd name="T8" fmla="*/ 792 w 802"/>
                <a:gd name="T9" fmla="*/ 97 h 97"/>
                <a:gd name="T10" fmla="*/ 800 w 802"/>
                <a:gd name="T11" fmla="*/ 92 h 97"/>
                <a:gd name="T12" fmla="*/ 798 w 802"/>
                <a:gd name="T13" fmla="*/ 83 h 97"/>
                <a:gd name="T14" fmla="*/ 715 w 802"/>
                <a:gd name="T15" fmla="*/ 0 h 97"/>
                <a:gd name="T16" fmla="*/ 87 w 802"/>
                <a:gd name="T17" fmla="*/ 0 h 97"/>
                <a:gd name="T18" fmla="*/ 711 w 802"/>
                <a:gd name="T19" fmla="*/ 47 h 97"/>
                <a:gd name="T20" fmla="*/ 712 w 802"/>
                <a:gd name="T21" fmla="*/ 54 h 97"/>
                <a:gd name="T22" fmla="*/ 706 w 802"/>
                <a:gd name="T23" fmla="*/ 58 h 97"/>
                <a:gd name="T24" fmla="*/ 484 w 802"/>
                <a:gd name="T25" fmla="*/ 58 h 97"/>
                <a:gd name="T26" fmla="*/ 485 w 802"/>
                <a:gd name="T27" fmla="*/ 64 h 97"/>
                <a:gd name="T28" fmla="*/ 484 w 802"/>
                <a:gd name="T29" fmla="*/ 67 h 97"/>
                <a:gd name="T30" fmla="*/ 481 w 802"/>
                <a:gd name="T31" fmla="*/ 69 h 97"/>
                <a:gd name="T32" fmla="*/ 321 w 802"/>
                <a:gd name="T33" fmla="*/ 69 h 97"/>
                <a:gd name="T34" fmla="*/ 318 w 802"/>
                <a:gd name="T35" fmla="*/ 67 h 97"/>
                <a:gd name="T36" fmla="*/ 317 w 802"/>
                <a:gd name="T37" fmla="*/ 64 h 97"/>
                <a:gd name="T38" fmla="*/ 318 w 802"/>
                <a:gd name="T39" fmla="*/ 58 h 97"/>
                <a:gd name="T40" fmla="*/ 96 w 802"/>
                <a:gd name="T41" fmla="*/ 58 h 97"/>
                <a:gd name="T42" fmla="*/ 90 w 802"/>
                <a:gd name="T43" fmla="*/ 54 h 97"/>
                <a:gd name="T44" fmla="*/ 91 w 802"/>
                <a:gd name="T45" fmla="*/ 47 h 97"/>
                <a:gd name="T46" fmla="*/ 113 w 802"/>
                <a:gd name="T47" fmla="*/ 20 h 97"/>
                <a:gd name="T48" fmla="*/ 689 w 802"/>
                <a:gd name="T49" fmla="*/ 20 h 97"/>
                <a:gd name="T50" fmla="*/ 711 w 802"/>
                <a:gd name="T51" fmla="*/ 47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802" h="97">
                  <a:moveTo>
                    <a:pt x="87" y="0"/>
                  </a:moveTo>
                  <a:cubicBezTo>
                    <a:pt x="4" y="83"/>
                    <a:pt x="4" y="83"/>
                    <a:pt x="4" y="83"/>
                  </a:cubicBezTo>
                  <a:cubicBezTo>
                    <a:pt x="1" y="85"/>
                    <a:pt x="0" y="89"/>
                    <a:pt x="2" y="92"/>
                  </a:cubicBezTo>
                  <a:cubicBezTo>
                    <a:pt x="3" y="95"/>
                    <a:pt x="6" y="97"/>
                    <a:pt x="10" y="97"/>
                  </a:cubicBezTo>
                  <a:cubicBezTo>
                    <a:pt x="792" y="97"/>
                    <a:pt x="792" y="97"/>
                    <a:pt x="792" y="97"/>
                  </a:cubicBezTo>
                  <a:cubicBezTo>
                    <a:pt x="796" y="97"/>
                    <a:pt x="799" y="95"/>
                    <a:pt x="800" y="92"/>
                  </a:cubicBezTo>
                  <a:cubicBezTo>
                    <a:pt x="802" y="89"/>
                    <a:pt x="801" y="85"/>
                    <a:pt x="798" y="83"/>
                  </a:cubicBezTo>
                  <a:cubicBezTo>
                    <a:pt x="715" y="0"/>
                    <a:pt x="715" y="0"/>
                    <a:pt x="715" y="0"/>
                  </a:cubicBezTo>
                  <a:lnTo>
                    <a:pt x="87" y="0"/>
                  </a:lnTo>
                  <a:close/>
                  <a:moveTo>
                    <a:pt x="711" y="47"/>
                  </a:moveTo>
                  <a:cubicBezTo>
                    <a:pt x="713" y="49"/>
                    <a:pt x="713" y="51"/>
                    <a:pt x="712" y="54"/>
                  </a:cubicBezTo>
                  <a:cubicBezTo>
                    <a:pt x="711" y="56"/>
                    <a:pt x="709" y="58"/>
                    <a:pt x="706" y="58"/>
                  </a:cubicBezTo>
                  <a:cubicBezTo>
                    <a:pt x="484" y="58"/>
                    <a:pt x="484" y="58"/>
                    <a:pt x="484" y="58"/>
                  </a:cubicBezTo>
                  <a:cubicBezTo>
                    <a:pt x="485" y="64"/>
                    <a:pt x="485" y="64"/>
                    <a:pt x="485" y="64"/>
                  </a:cubicBezTo>
                  <a:cubicBezTo>
                    <a:pt x="485" y="65"/>
                    <a:pt x="485" y="66"/>
                    <a:pt x="484" y="67"/>
                  </a:cubicBezTo>
                  <a:cubicBezTo>
                    <a:pt x="483" y="68"/>
                    <a:pt x="482" y="69"/>
                    <a:pt x="481" y="69"/>
                  </a:cubicBezTo>
                  <a:cubicBezTo>
                    <a:pt x="321" y="69"/>
                    <a:pt x="321" y="69"/>
                    <a:pt x="321" y="69"/>
                  </a:cubicBezTo>
                  <a:cubicBezTo>
                    <a:pt x="320" y="69"/>
                    <a:pt x="319" y="68"/>
                    <a:pt x="318" y="67"/>
                  </a:cubicBezTo>
                  <a:cubicBezTo>
                    <a:pt x="317" y="66"/>
                    <a:pt x="317" y="65"/>
                    <a:pt x="317" y="64"/>
                  </a:cubicBezTo>
                  <a:cubicBezTo>
                    <a:pt x="318" y="58"/>
                    <a:pt x="318" y="58"/>
                    <a:pt x="318" y="58"/>
                  </a:cubicBezTo>
                  <a:cubicBezTo>
                    <a:pt x="96" y="58"/>
                    <a:pt x="96" y="58"/>
                    <a:pt x="96" y="58"/>
                  </a:cubicBezTo>
                  <a:cubicBezTo>
                    <a:pt x="93" y="58"/>
                    <a:pt x="91" y="56"/>
                    <a:pt x="90" y="54"/>
                  </a:cubicBezTo>
                  <a:cubicBezTo>
                    <a:pt x="89" y="51"/>
                    <a:pt x="89" y="49"/>
                    <a:pt x="91" y="47"/>
                  </a:cubicBezTo>
                  <a:cubicBezTo>
                    <a:pt x="113" y="20"/>
                    <a:pt x="113" y="20"/>
                    <a:pt x="113" y="20"/>
                  </a:cubicBezTo>
                  <a:cubicBezTo>
                    <a:pt x="689" y="20"/>
                    <a:pt x="689" y="20"/>
                    <a:pt x="689" y="20"/>
                  </a:cubicBezTo>
                  <a:lnTo>
                    <a:pt x="711" y="4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4" name="Freeform 14"/>
            <p:cNvSpPr>
              <a:spLocks noEditPoints="1"/>
            </p:cNvSpPr>
            <p:nvPr/>
          </p:nvSpPr>
          <p:spPr bwMode="auto">
            <a:xfrm>
              <a:off x="1408" y="1637"/>
              <a:ext cx="798" cy="29"/>
            </a:xfrm>
            <a:custGeom>
              <a:avLst/>
              <a:gdLst>
                <a:gd name="T0" fmla="*/ 791 w 800"/>
                <a:gd name="T1" fmla="*/ 3 h 29"/>
                <a:gd name="T2" fmla="*/ 469 w 800"/>
                <a:gd name="T3" fmla="*/ 3 h 29"/>
                <a:gd name="T4" fmla="*/ 468 w 800"/>
                <a:gd name="T5" fmla="*/ 6 h 29"/>
                <a:gd name="T6" fmla="*/ 461 w 800"/>
                <a:gd name="T7" fmla="*/ 9 h 29"/>
                <a:gd name="T8" fmla="*/ 339 w 800"/>
                <a:gd name="T9" fmla="*/ 9 h 29"/>
                <a:gd name="T10" fmla="*/ 332 w 800"/>
                <a:gd name="T11" fmla="*/ 6 h 29"/>
                <a:gd name="T12" fmla="*/ 331 w 800"/>
                <a:gd name="T13" fmla="*/ 3 h 29"/>
                <a:gd name="T14" fmla="*/ 9 w 800"/>
                <a:gd name="T15" fmla="*/ 3 h 29"/>
                <a:gd name="T16" fmla="*/ 0 w 800"/>
                <a:gd name="T17" fmla="*/ 0 h 29"/>
                <a:gd name="T18" fmla="*/ 0 w 800"/>
                <a:gd name="T19" fmla="*/ 9 h 29"/>
                <a:gd name="T20" fmla="*/ 6 w 800"/>
                <a:gd name="T21" fmla="*/ 23 h 29"/>
                <a:gd name="T22" fmla="*/ 21 w 800"/>
                <a:gd name="T23" fmla="*/ 29 h 29"/>
                <a:gd name="T24" fmla="*/ 779 w 800"/>
                <a:gd name="T25" fmla="*/ 29 h 29"/>
                <a:gd name="T26" fmla="*/ 794 w 800"/>
                <a:gd name="T27" fmla="*/ 23 h 29"/>
                <a:gd name="T28" fmla="*/ 800 w 800"/>
                <a:gd name="T29" fmla="*/ 9 h 29"/>
                <a:gd name="T30" fmla="*/ 800 w 800"/>
                <a:gd name="T31" fmla="*/ 0 h 29"/>
                <a:gd name="T32" fmla="*/ 791 w 800"/>
                <a:gd name="T33" fmla="*/ 3 h 29"/>
                <a:gd name="T34" fmla="*/ 72 w 800"/>
                <a:gd name="T35" fmla="*/ 21 h 29"/>
                <a:gd name="T36" fmla="*/ 68 w 800"/>
                <a:gd name="T37" fmla="*/ 16 h 29"/>
                <a:gd name="T38" fmla="*/ 72 w 800"/>
                <a:gd name="T39" fmla="*/ 12 h 29"/>
                <a:gd name="T40" fmla="*/ 77 w 800"/>
                <a:gd name="T41" fmla="*/ 16 h 29"/>
                <a:gd name="T42" fmla="*/ 72 w 800"/>
                <a:gd name="T43" fmla="*/ 21 h 29"/>
                <a:gd name="T44" fmla="*/ 94 w 800"/>
                <a:gd name="T45" fmla="*/ 21 h 29"/>
                <a:gd name="T46" fmla="*/ 89 w 800"/>
                <a:gd name="T47" fmla="*/ 16 h 29"/>
                <a:gd name="T48" fmla="*/ 94 w 800"/>
                <a:gd name="T49" fmla="*/ 12 h 29"/>
                <a:gd name="T50" fmla="*/ 98 w 800"/>
                <a:gd name="T51" fmla="*/ 16 h 29"/>
                <a:gd name="T52" fmla="*/ 94 w 800"/>
                <a:gd name="T53" fmla="*/ 21 h 29"/>
                <a:gd name="T54" fmla="*/ 115 w 800"/>
                <a:gd name="T55" fmla="*/ 21 h 29"/>
                <a:gd name="T56" fmla="*/ 111 w 800"/>
                <a:gd name="T57" fmla="*/ 16 h 29"/>
                <a:gd name="T58" fmla="*/ 115 w 800"/>
                <a:gd name="T59" fmla="*/ 12 h 29"/>
                <a:gd name="T60" fmla="*/ 120 w 800"/>
                <a:gd name="T61" fmla="*/ 16 h 29"/>
                <a:gd name="T62" fmla="*/ 115 w 800"/>
                <a:gd name="T63" fmla="*/ 21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800" h="29">
                  <a:moveTo>
                    <a:pt x="791" y="3"/>
                  </a:moveTo>
                  <a:cubicBezTo>
                    <a:pt x="469" y="3"/>
                    <a:pt x="469" y="3"/>
                    <a:pt x="469" y="3"/>
                  </a:cubicBezTo>
                  <a:cubicBezTo>
                    <a:pt x="469" y="4"/>
                    <a:pt x="468" y="5"/>
                    <a:pt x="468" y="6"/>
                  </a:cubicBezTo>
                  <a:cubicBezTo>
                    <a:pt x="466" y="8"/>
                    <a:pt x="463" y="9"/>
                    <a:pt x="461" y="9"/>
                  </a:cubicBezTo>
                  <a:cubicBezTo>
                    <a:pt x="339" y="9"/>
                    <a:pt x="339" y="9"/>
                    <a:pt x="339" y="9"/>
                  </a:cubicBezTo>
                  <a:cubicBezTo>
                    <a:pt x="337" y="9"/>
                    <a:pt x="334" y="8"/>
                    <a:pt x="332" y="6"/>
                  </a:cubicBezTo>
                  <a:cubicBezTo>
                    <a:pt x="332" y="5"/>
                    <a:pt x="331" y="4"/>
                    <a:pt x="331" y="3"/>
                  </a:cubicBezTo>
                  <a:cubicBezTo>
                    <a:pt x="9" y="3"/>
                    <a:pt x="9" y="3"/>
                    <a:pt x="9" y="3"/>
                  </a:cubicBezTo>
                  <a:cubicBezTo>
                    <a:pt x="5" y="3"/>
                    <a:pt x="2" y="2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14"/>
                    <a:pt x="2" y="19"/>
                    <a:pt x="6" y="23"/>
                  </a:cubicBezTo>
                  <a:cubicBezTo>
                    <a:pt x="10" y="27"/>
                    <a:pt x="15" y="29"/>
                    <a:pt x="21" y="29"/>
                  </a:cubicBezTo>
                  <a:cubicBezTo>
                    <a:pt x="779" y="29"/>
                    <a:pt x="779" y="29"/>
                    <a:pt x="779" y="29"/>
                  </a:cubicBezTo>
                  <a:cubicBezTo>
                    <a:pt x="785" y="29"/>
                    <a:pt x="790" y="27"/>
                    <a:pt x="794" y="23"/>
                  </a:cubicBezTo>
                  <a:cubicBezTo>
                    <a:pt x="798" y="19"/>
                    <a:pt x="800" y="14"/>
                    <a:pt x="800" y="9"/>
                  </a:cubicBezTo>
                  <a:cubicBezTo>
                    <a:pt x="800" y="0"/>
                    <a:pt x="800" y="0"/>
                    <a:pt x="800" y="0"/>
                  </a:cubicBezTo>
                  <a:cubicBezTo>
                    <a:pt x="798" y="2"/>
                    <a:pt x="795" y="3"/>
                    <a:pt x="791" y="3"/>
                  </a:cubicBezTo>
                  <a:close/>
                  <a:moveTo>
                    <a:pt x="72" y="21"/>
                  </a:moveTo>
                  <a:cubicBezTo>
                    <a:pt x="70" y="21"/>
                    <a:pt x="68" y="19"/>
                    <a:pt x="68" y="16"/>
                  </a:cubicBezTo>
                  <a:cubicBezTo>
                    <a:pt x="68" y="14"/>
                    <a:pt x="70" y="12"/>
                    <a:pt x="72" y="12"/>
                  </a:cubicBezTo>
                  <a:cubicBezTo>
                    <a:pt x="75" y="12"/>
                    <a:pt x="77" y="14"/>
                    <a:pt x="77" y="16"/>
                  </a:cubicBezTo>
                  <a:cubicBezTo>
                    <a:pt x="77" y="19"/>
                    <a:pt x="75" y="21"/>
                    <a:pt x="72" y="21"/>
                  </a:cubicBezTo>
                  <a:close/>
                  <a:moveTo>
                    <a:pt x="94" y="21"/>
                  </a:moveTo>
                  <a:cubicBezTo>
                    <a:pt x="91" y="21"/>
                    <a:pt x="89" y="19"/>
                    <a:pt x="89" y="16"/>
                  </a:cubicBezTo>
                  <a:cubicBezTo>
                    <a:pt x="89" y="14"/>
                    <a:pt x="91" y="12"/>
                    <a:pt x="94" y="12"/>
                  </a:cubicBezTo>
                  <a:cubicBezTo>
                    <a:pt x="96" y="12"/>
                    <a:pt x="98" y="14"/>
                    <a:pt x="98" y="16"/>
                  </a:cubicBezTo>
                  <a:cubicBezTo>
                    <a:pt x="98" y="19"/>
                    <a:pt x="96" y="21"/>
                    <a:pt x="94" y="21"/>
                  </a:cubicBezTo>
                  <a:close/>
                  <a:moveTo>
                    <a:pt x="115" y="21"/>
                  </a:moveTo>
                  <a:cubicBezTo>
                    <a:pt x="113" y="21"/>
                    <a:pt x="111" y="19"/>
                    <a:pt x="111" y="16"/>
                  </a:cubicBezTo>
                  <a:cubicBezTo>
                    <a:pt x="111" y="14"/>
                    <a:pt x="113" y="12"/>
                    <a:pt x="115" y="12"/>
                  </a:cubicBezTo>
                  <a:cubicBezTo>
                    <a:pt x="118" y="12"/>
                    <a:pt x="120" y="14"/>
                    <a:pt x="120" y="16"/>
                  </a:cubicBezTo>
                  <a:cubicBezTo>
                    <a:pt x="120" y="19"/>
                    <a:pt x="118" y="21"/>
                    <a:pt x="115" y="2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5" name="Freeform 15"/>
            <p:cNvSpPr>
              <a:spLocks/>
            </p:cNvSpPr>
            <p:nvPr/>
          </p:nvSpPr>
          <p:spPr bwMode="auto">
            <a:xfrm>
              <a:off x="1624" y="1386"/>
              <a:ext cx="48" cy="56"/>
            </a:xfrm>
            <a:custGeom>
              <a:avLst/>
              <a:gdLst>
                <a:gd name="T0" fmla="*/ 48 w 48"/>
                <a:gd name="T1" fmla="*/ 56 h 56"/>
                <a:gd name="T2" fmla="*/ 0 w 48"/>
                <a:gd name="T3" fmla="*/ 56 h 56"/>
                <a:gd name="T4" fmla="*/ 0 w 48"/>
                <a:gd name="T5" fmla="*/ 5 h 56"/>
                <a:gd name="T6" fmla="*/ 2 w 48"/>
                <a:gd name="T7" fmla="*/ 2 h 56"/>
                <a:gd name="T8" fmla="*/ 5 w 48"/>
                <a:gd name="T9" fmla="*/ 0 h 56"/>
                <a:gd name="T10" fmla="*/ 43 w 48"/>
                <a:gd name="T11" fmla="*/ 0 h 56"/>
                <a:gd name="T12" fmla="*/ 47 w 48"/>
                <a:gd name="T13" fmla="*/ 2 h 56"/>
                <a:gd name="T14" fmla="*/ 48 w 48"/>
                <a:gd name="T15" fmla="*/ 5 h 56"/>
                <a:gd name="T16" fmla="*/ 48 w 48"/>
                <a:gd name="T17" fmla="*/ 56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8" h="56">
                  <a:moveTo>
                    <a:pt x="48" y="56"/>
                  </a:moveTo>
                  <a:cubicBezTo>
                    <a:pt x="0" y="56"/>
                    <a:pt x="0" y="56"/>
                    <a:pt x="0" y="56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4"/>
                    <a:pt x="1" y="3"/>
                    <a:pt x="2" y="2"/>
                  </a:cubicBezTo>
                  <a:cubicBezTo>
                    <a:pt x="3" y="1"/>
                    <a:pt x="4" y="0"/>
                    <a:pt x="5" y="0"/>
                  </a:cubicBezTo>
                  <a:cubicBezTo>
                    <a:pt x="43" y="0"/>
                    <a:pt x="43" y="0"/>
                    <a:pt x="43" y="0"/>
                  </a:cubicBezTo>
                  <a:cubicBezTo>
                    <a:pt x="44" y="0"/>
                    <a:pt x="46" y="1"/>
                    <a:pt x="47" y="2"/>
                  </a:cubicBezTo>
                  <a:cubicBezTo>
                    <a:pt x="48" y="3"/>
                    <a:pt x="48" y="4"/>
                    <a:pt x="48" y="5"/>
                  </a:cubicBezTo>
                  <a:cubicBezTo>
                    <a:pt x="48" y="56"/>
                    <a:pt x="48" y="56"/>
                    <a:pt x="48" y="5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6" name="Freeform 16"/>
            <p:cNvSpPr>
              <a:spLocks/>
            </p:cNvSpPr>
            <p:nvPr/>
          </p:nvSpPr>
          <p:spPr bwMode="auto">
            <a:xfrm>
              <a:off x="1723" y="1314"/>
              <a:ext cx="47" cy="128"/>
            </a:xfrm>
            <a:custGeom>
              <a:avLst/>
              <a:gdLst>
                <a:gd name="T0" fmla="*/ 47 w 47"/>
                <a:gd name="T1" fmla="*/ 128 h 128"/>
                <a:gd name="T2" fmla="*/ 0 w 47"/>
                <a:gd name="T3" fmla="*/ 128 h 128"/>
                <a:gd name="T4" fmla="*/ 0 w 47"/>
                <a:gd name="T5" fmla="*/ 5 h 128"/>
                <a:gd name="T6" fmla="*/ 1 w 47"/>
                <a:gd name="T7" fmla="*/ 2 h 128"/>
                <a:gd name="T8" fmla="*/ 5 w 47"/>
                <a:gd name="T9" fmla="*/ 0 h 128"/>
                <a:gd name="T10" fmla="*/ 42 w 47"/>
                <a:gd name="T11" fmla="*/ 0 h 128"/>
                <a:gd name="T12" fmla="*/ 46 w 47"/>
                <a:gd name="T13" fmla="*/ 2 h 128"/>
                <a:gd name="T14" fmla="*/ 47 w 47"/>
                <a:gd name="T15" fmla="*/ 5 h 128"/>
                <a:gd name="T16" fmla="*/ 47 w 47"/>
                <a:gd name="T17" fmla="*/ 128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28">
                  <a:moveTo>
                    <a:pt x="47" y="128"/>
                  </a:moveTo>
                  <a:cubicBezTo>
                    <a:pt x="0" y="128"/>
                    <a:pt x="0" y="128"/>
                    <a:pt x="0" y="128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4"/>
                    <a:pt x="0" y="3"/>
                    <a:pt x="1" y="2"/>
                  </a:cubicBezTo>
                  <a:cubicBezTo>
                    <a:pt x="2" y="1"/>
                    <a:pt x="3" y="0"/>
                    <a:pt x="5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4" y="0"/>
                    <a:pt x="45" y="1"/>
                    <a:pt x="46" y="2"/>
                  </a:cubicBezTo>
                  <a:cubicBezTo>
                    <a:pt x="47" y="3"/>
                    <a:pt x="47" y="4"/>
                    <a:pt x="47" y="5"/>
                  </a:cubicBezTo>
                  <a:lnTo>
                    <a:pt x="47" y="1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7" name="Freeform 17"/>
            <p:cNvSpPr>
              <a:spLocks/>
            </p:cNvSpPr>
            <p:nvPr/>
          </p:nvSpPr>
          <p:spPr bwMode="auto">
            <a:xfrm>
              <a:off x="1821" y="1353"/>
              <a:ext cx="48" cy="89"/>
            </a:xfrm>
            <a:custGeom>
              <a:avLst/>
              <a:gdLst>
                <a:gd name="T0" fmla="*/ 48 w 48"/>
                <a:gd name="T1" fmla="*/ 89 h 89"/>
                <a:gd name="T2" fmla="*/ 0 w 48"/>
                <a:gd name="T3" fmla="*/ 89 h 89"/>
                <a:gd name="T4" fmla="*/ 0 w 48"/>
                <a:gd name="T5" fmla="*/ 6 h 89"/>
                <a:gd name="T6" fmla="*/ 1 w 48"/>
                <a:gd name="T7" fmla="*/ 2 h 89"/>
                <a:gd name="T8" fmla="*/ 5 w 48"/>
                <a:gd name="T9" fmla="*/ 0 h 89"/>
                <a:gd name="T10" fmla="*/ 43 w 48"/>
                <a:gd name="T11" fmla="*/ 0 h 89"/>
                <a:gd name="T12" fmla="*/ 46 w 48"/>
                <a:gd name="T13" fmla="*/ 2 h 89"/>
                <a:gd name="T14" fmla="*/ 48 w 48"/>
                <a:gd name="T15" fmla="*/ 6 h 89"/>
                <a:gd name="T16" fmla="*/ 48 w 48"/>
                <a:gd name="T17" fmla="*/ 89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8" h="89">
                  <a:moveTo>
                    <a:pt x="48" y="89"/>
                  </a:moveTo>
                  <a:cubicBezTo>
                    <a:pt x="0" y="89"/>
                    <a:pt x="0" y="89"/>
                    <a:pt x="0" y="89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4"/>
                    <a:pt x="0" y="3"/>
                    <a:pt x="1" y="2"/>
                  </a:cubicBezTo>
                  <a:cubicBezTo>
                    <a:pt x="2" y="1"/>
                    <a:pt x="4" y="0"/>
                    <a:pt x="5" y="0"/>
                  </a:cubicBezTo>
                  <a:cubicBezTo>
                    <a:pt x="43" y="0"/>
                    <a:pt x="43" y="0"/>
                    <a:pt x="43" y="0"/>
                  </a:cubicBezTo>
                  <a:cubicBezTo>
                    <a:pt x="44" y="0"/>
                    <a:pt x="45" y="1"/>
                    <a:pt x="46" y="2"/>
                  </a:cubicBezTo>
                  <a:cubicBezTo>
                    <a:pt x="47" y="3"/>
                    <a:pt x="48" y="4"/>
                    <a:pt x="48" y="6"/>
                  </a:cubicBezTo>
                  <a:cubicBezTo>
                    <a:pt x="48" y="89"/>
                    <a:pt x="48" y="89"/>
                    <a:pt x="48" y="8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8" name="Freeform 18"/>
            <p:cNvSpPr>
              <a:spLocks/>
            </p:cNvSpPr>
            <p:nvPr/>
          </p:nvSpPr>
          <p:spPr bwMode="auto">
            <a:xfrm>
              <a:off x="1901" y="1205"/>
              <a:ext cx="84" cy="237"/>
            </a:xfrm>
            <a:custGeom>
              <a:avLst/>
              <a:gdLst>
                <a:gd name="T0" fmla="*/ 79 w 84"/>
                <a:gd name="T1" fmla="*/ 64 h 237"/>
                <a:gd name="T2" fmla="*/ 84 w 84"/>
                <a:gd name="T3" fmla="*/ 62 h 237"/>
                <a:gd name="T4" fmla="*/ 83 w 84"/>
                <a:gd name="T5" fmla="*/ 56 h 237"/>
                <a:gd name="T6" fmla="*/ 46 w 84"/>
                <a:gd name="T7" fmla="*/ 2 h 237"/>
                <a:gd name="T8" fmla="*/ 42 w 84"/>
                <a:gd name="T9" fmla="*/ 0 h 237"/>
                <a:gd name="T10" fmla="*/ 38 w 84"/>
                <a:gd name="T11" fmla="*/ 2 h 237"/>
                <a:gd name="T12" fmla="*/ 1 w 84"/>
                <a:gd name="T13" fmla="*/ 56 h 237"/>
                <a:gd name="T14" fmla="*/ 1 w 84"/>
                <a:gd name="T15" fmla="*/ 62 h 237"/>
                <a:gd name="T16" fmla="*/ 5 w 84"/>
                <a:gd name="T17" fmla="*/ 64 h 237"/>
                <a:gd name="T18" fmla="*/ 18 w 84"/>
                <a:gd name="T19" fmla="*/ 64 h 237"/>
                <a:gd name="T20" fmla="*/ 18 w 84"/>
                <a:gd name="T21" fmla="*/ 237 h 237"/>
                <a:gd name="T22" fmla="*/ 66 w 84"/>
                <a:gd name="T23" fmla="*/ 237 h 237"/>
                <a:gd name="T24" fmla="*/ 66 w 84"/>
                <a:gd name="T25" fmla="*/ 64 h 237"/>
                <a:gd name="T26" fmla="*/ 79 w 84"/>
                <a:gd name="T27" fmla="*/ 64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4" h="237">
                  <a:moveTo>
                    <a:pt x="79" y="64"/>
                  </a:moveTo>
                  <a:cubicBezTo>
                    <a:pt x="81" y="64"/>
                    <a:pt x="83" y="63"/>
                    <a:pt x="84" y="62"/>
                  </a:cubicBezTo>
                  <a:cubicBezTo>
                    <a:pt x="84" y="60"/>
                    <a:pt x="84" y="58"/>
                    <a:pt x="83" y="56"/>
                  </a:cubicBezTo>
                  <a:cubicBezTo>
                    <a:pt x="46" y="2"/>
                    <a:pt x="46" y="2"/>
                    <a:pt x="46" y="2"/>
                  </a:cubicBezTo>
                  <a:cubicBezTo>
                    <a:pt x="45" y="1"/>
                    <a:pt x="44" y="0"/>
                    <a:pt x="42" y="0"/>
                  </a:cubicBezTo>
                  <a:cubicBezTo>
                    <a:pt x="40" y="0"/>
                    <a:pt x="39" y="1"/>
                    <a:pt x="38" y="2"/>
                  </a:cubicBezTo>
                  <a:cubicBezTo>
                    <a:pt x="1" y="56"/>
                    <a:pt x="1" y="56"/>
                    <a:pt x="1" y="56"/>
                  </a:cubicBezTo>
                  <a:cubicBezTo>
                    <a:pt x="0" y="58"/>
                    <a:pt x="0" y="60"/>
                    <a:pt x="1" y="62"/>
                  </a:cubicBezTo>
                  <a:cubicBezTo>
                    <a:pt x="1" y="63"/>
                    <a:pt x="3" y="64"/>
                    <a:pt x="5" y="64"/>
                  </a:cubicBezTo>
                  <a:cubicBezTo>
                    <a:pt x="18" y="64"/>
                    <a:pt x="18" y="64"/>
                    <a:pt x="18" y="64"/>
                  </a:cubicBezTo>
                  <a:cubicBezTo>
                    <a:pt x="18" y="237"/>
                    <a:pt x="18" y="237"/>
                    <a:pt x="18" y="237"/>
                  </a:cubicBezTo>
                  <a:cubicBezTo>
                    <a:pt x="66" y="237"/>
                    <a:pt x="66" y="237"/>
                    <a:pt x="66" y="237"/>
                  </a:cubicBezTo>
                  <a:cubicBezTo>
                    <a:pt x="66" y="64"/>
                    <a:pt x="66" y="64"/>
                    <a:pt x="66" y="64"/>
                  </a:cubicBezTo>
                  <a:lnTo>
                    <a:pt x="79" y="6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9" name="Freeform 19"/>
            <p:cNvSpPr>
              <a:spLocks/>
            </p:cNvSpPr>
            <p:nvPr/>
          </p:nvSpPr>
          <p:spPr bwMode="auto">
            <a:xfrm>
              <a:off x="1552" y="1187"/>
              <a:ext cx="510" cy="276"/>
            </a:xfrm>
            <a:custGeom>
              <a:avLst/>
              <a:gdLst>
                <a:gd name="T0" fmla="*/ 8 w 512"/>
                <a:gd name="T1" fmla="*/ 268 h 276"/>
                <a:gd name="T2" fmla="*/ 8 w 512"/>
                <a:gd name="T3" fmla="*/ 4 h 276"/>
                <a:gd name="T4" fmla="*/ 7 w 512"/>
                <a:gd name="T5" fmla="*/ 1 h 276"/>
                <a:gd name="T6" fmla="*/ 4 w 512"/>
                <a:gd name="T7" fmla="*/ 0 h 276"/>
                <a:gd name="T8" fmla="*/ 4 w 512"/>
                <a:gd name="T9" fmla="*/ 0 h 276"/>
                <a:gd name="T10" fmla="*/ 1 w 512"/>
                <a:gd name="T11" fmla="*/ 1 h 276"/>
                <a:gd name="T12" fmla="*/ 0 w 512"/>
                <a:gd name="T13" fmla="*/ 4 h 276"/>
                <a:gd name="T14" fmla="*/ 0 w 512"/>
                <a:gd name="T15" fmla="*/ 276 h 276"/>
                <a:gd name="T16" fmla="*/ 508 w 512"/>
                <a:gd name="T17" fmla="*/ 276 h 276"/>
                <a:gd name="T18" fmla="*/ 511 w 512"/>
                <a:gd name="T19" fmla="*/ 275 h 276"/>
                <a:gd name="T20" fmla="*/ 512 w 512"/>
                <a:gd name="T21" fmla="*/ 272 h 276"/>
                <a:gd name="T22" fmla="*/ 512 w 512"/>
                <a:gd name="T23" fmla="*/ 272 h 276"/>
                <a:gd name="T24" fmla="*/ 511 w 512"/>
                <a:gd name="T25" fmla="*/ 269 h 276"/>
                <a:gd name="T26" fmla="*/ 508 w 512"/>
                <a:gd name="T27" fmla="*/ 268 h 276"/>
                <a:gd name="T28" fmla="*/ 8 w 512"/>
                <a:gd name="T29" fmla="*/ 268 h 2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512" h="276">
                  <a:moveTo>
                    <a:pt x="8" y="268"/>
                  </a:moveTo>
                  <a:cubicBezTo>
                    <a:pt x="8" y="4"/>
                    <a:pt x="8" y="4"/>
                    <a:pt x="8" y="4"/>
                  </a:cubicBezTo>
                  <a:cubicBezTo>
                    <a:pt x="8" y="3"/>
                    <a:pt x="8" y="2"/>
                    <a:pt x="7" y="1"/>
                  </a:cubicBezTo>
                  <a:cubicBezTo>
                    <a:pt x="6" y="1"/>
                    <a:pt x="5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3" y="0"/>
                    <a:pt x="2" y="1"/>
                    <a:pt x="1" y="1"/>
                  </a:cubicBezTo>
                  <a:cubicBezTo>
                    <a:pt x="0" y="2"/>
                    <a:pt x="0" y="3"/>
                    <a:pt x="0" y="4"/>
                  </a:cubicBezTo>
                  <a:cubicBezTo>
                    <a:pt x="0" y="276"/>
                    <a:pt x="0" y="276"/>
                    <a:pt x="0" y="276"/>
                  </a:cubicBezTo>
                  <a:cubicBezTo>
                    <a:pt x="508" y="276"/>
                    <a:pt x="508" y="276"/>
                    <a:pt x="508" y="276"/>
                  </a:cubicBezTo>
                  <a:cubicBezTo>
                    <a:pt x="509" y="276"/>
                    <a:pt x="510" y="276"/>
                    <a:pt x="511" y="275"/>
                  </a:cubicBezTo>
                  <a:cubicBezTo>
                    <a:pt x="512" y="274"/>
                    <a:pt x="512" y="273"/>
                    <a:pt x="512" y="272"/>
                  </a:cubicBezTo>
                  <a:cubicBezTo>
                    <a:pt x="512" y="272"/>
                    <a:pt x="512" y="272"/>
                    <a:pt x="512" y="272"/>
                  </a:cubicBezTo>
                  <a:cubicBezTo>
                    <a:pt x="512" y="271"/>
                    <a:pt x="512" y="270"/>
                    <a:pt x="511" y="269"/>
                  </a:cubicBezTo>
                  <a:cubicBezTo>
                    <a:pt x="510" y="268"/>
                    <a:pt x="509" y="268"/>
                    <a:pt x="508" y="268"/>
                  </a:cubicBezTo>
                  <a:cubicBezTo>
                    <a:pt x="8" y="268"/>
                    <a:pt x="8" y="268"/>
                    <a:pt x="8" y="26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sp>
        <p:nvSpPr>
          <p:cNvPr id="120" name="Hexagon 64"/>
          <p:cNvSpPr/>
          <p:nvPr/>
        </p:nvSpPr>
        <p:spPr>
          <a:xfrm rot="5400000">
            <a:off x="524707" y="2557820"/>
            <a:ext cx="687167" cy="597625"/>
          </a:xfrm>
          <a:prstGeom prst="hexagon">
            <a:avLst>
              <a:gd name="adj" fmla="val 28802"/>
              <a:gd name="vf" fmla="val 11547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vert270" wrap="square" lIns="0" tIns="0" rIns="0" bIns="0" numCol="1" spcCol="1270" anchor="ctr" anchorCtr="0">
            <a:noAutofit/>
          </a:bodyPr>
          <a:lstStyle/>
          <a:p>
            <a:pPr algn="ctr" defTabSz="888978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altLang="zh-CN" sz="2667" dirty="0">
                <a:solidFill>
                  <a:schemeClr val="bg1"/>
                </a:solidFill>
              </a:rPr>
              <a:t>01</a:t>
            </a:r>
            <a:endParaRPr lang="en-US" sz="2667" dirty="0">
              <a:solidFill>
                <a:schemeClr val="bg1"/>
              </a:solidFill>
            </a:endParaRPr>
          </a:p>
        </p:txBody>
      </p:sp>
      <p:sp>
        <p:nvSpPr>
          <p:cNvPr id="121" name="Hexagon 65"/>
          <p:cNvSpPr/>
          <p:nvPr/>
        </p:nvSpPr>
        <p:spPr>
          <a:xfrm rot="5400000">
            <a:off x="524707" y="3642998"/>
            <a:ext cx="687167" cy="597625"/>
          </a:xfrm>
          <a:prstGeom prst="hexagon">
            <a:avLst>
              <a:gd name="adj" fmla="val 28802"/>
              <a:gd name="vf" fmla="val 115470"/>
            </a:avLst>
          </a:prstGeom>
          <a:solidFill>
            <a:schemeClr val="accent5"/>
          </a:solidFill>
          <a:ln>
            <a:noFill/>
          </a:ln>
          <a:effectLst/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vert270" wrap="square" lIns="0" tIns="0" rIns="0" bIns="0" numCol="1" spcCol="1270" anchor="ctr" anchorCtr="0">
            <a:noAutofit/>
          </a:bodyPr>
          <a:lstStyle/>
          <a:p>
            <a:pPr algn="ctr" defTabSz="888978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altLang="zh-CN" sz="2667" dirty="0">
                <a:solidFill>
                  <a:schemeClr val="bg1"/>
                </a:solidFill>
              </a:rPr>
              <a:t>03</a:t>
            </a:r>
            <a:endParaRPr lang="en-US" sz="2667" dirty="0">
              <a:solidFill>
                <a:schemeClr val="bg1"/>
              </a:solidFill>
            </a:endParaRPr>
          </a:p>
        </p:txBody>
      </p:sp>
      <p:sp>
        <p:nvSpPr>
          <p:cNvPr id="122" name="Hexagon 66"/>
          <p:cNvSpPr/>
          <p:nvPr/>
        </p:nvSpPr>
        <p:spPr>
          <a:xfrm rot="5400000">
            <a:off x="820691" y="3100409"/>
            <a:ext cx="687167" cy="597625"/>
          </a:xfrm>
          <a:prstGeom prst="hexagon">
            <a:avLst>
              <a:gd name="adj" fmla="val 28802"/>
              <a:gd name="vf" fmla="val 115470"/>
            </a:avLst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vert270" wrap="square" lIns="0" tIns="0" rIns="0" bIns="0" numCol="1" spcCol="1270" anchor="ctr" anchorCtr="0">
            <a:noAutofit/>
          </a:bodyPr>
          <a:lstStyle/>
          <a:p>
            <a:pPr algn="ctr" defTabSz="888978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altLang="zh-CN" sz="2667" dirty="0">
                <a:solidFill>
                  <a:schemeClr val="bg1"/>
                </a:solidFill>
              </a:rPr>
              <a:t>02</a:t>
            </a:r>
            <a:endParaRPr lang="en-US" sz="2667" dirty="0">
              <a:solidFill>
                <a:schemeClr val="bg1"/>
              </a:solidFill>
            </a:endParaRPr>
          </a:p>
        </p:txBody>
      </p:sp>
      <p:sp>
        <p:nvSpPr>
          <p:cNvPr id="123" name="Hexagon 67"/>
          <p:cNvSpPr/>
          <p:nvPr/>
        </p:nvSpPr>
        <p:spPr>
          <a:xfrm rot="5400000">
            <a:off x="832254" y="4185588"/>
            <a:ext cx="687167" cy="597625"/>
          </a:xfrm>
          <a:prstGeom prst="hexagon">
            <a:avLst>
              <a:gd name="adj" fmla="val 28802"/>
              <a:gd name="vf" fmla="val 115470"/>
            </a:avLst>
          </a:prstGeom>
          <a:solidFill>
            <a:schemeClr val="accent5"/>
          </a:solidFill>
          <a:ln>
            <a:noFill/>
          </a:ln>
          <a:effectLst/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vert270" wrap="square" lIns="0" tIns="0" rIns="0" bIns="0" numCol="1" spcCol="1270" anchor="ctr" anchorCtr="0">
            <a:noAutofit/>
          </a:bodyPr>
          <a:lstStyle/>
          <a:p>
            <a:pPr algn="ctr" defTabSz="888978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altLang="zh-CN" sz="2667" dirty="0">
                <a:solidFill>
                  <a:schemeClr val="bg1"/>
                </a:solidFill>
              </a:rPr>
              <a:t>04</a:t>
            </a:r>
            <a:endParaRPr lang="en-US" sz="2667" dirty="0">
              <a:solidFill>
                <a:schemeClr val="bg1"/>
              </a:solidFill>
            </a:endParaRPr>
          </a:p>
        </p:txBody>
      </p:sp>
      <p:sp>
        <p:nvSpPr>
          <p:cNvPr id="124" name="Rectangle 68"/>
          <p:cNvSpPr/>
          <p:nvPr/>
        </p:nvSpPr>
        <p:spPr>
          <a:xfrm>
            <a:off x="1250047" y="2708746"/>
            <a:ext cx="182614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</a:rPr>
              <a:t>点击此处添加标题</a:t>
            </a:r>
          </a:p>
        </p:txBody>
      </p:sp>
      <p:sp>
        <p:nvSpPr>
          <p:cNvPr id="125" name="Rectangle 69"/>
          <p:cNvSpPr/>
          <p:nvPr/>
        </p:nvSpPr>
        <p:spPr>
          <a:xfrm>
            <a:off x="1557594" y="3249412"/>
            <a:ext cx="182614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</a:rPr>
              <a:t>点击此处添加标题</a:t>
            </a:r>
          </a:p>
        </p:txBody>
      </p:sp>
      <p:sp>
        <p:nvSpPr>
          <p:cNvPr id="126" name="Rectangle 70"/>
          <p:cNvSpPr/>
          <p:nvPr/>
        </p:nvSpPr>
        <p:spPr>
          <a:xfrm>
            <a:off x="1250047" y="3790079"/>
            <a:ext cx="182614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</a:rPr>
              <a:t>点击此处添加标题</a:t>
            </a:r>
          </a:p>
        </p:txBody>
      </p:sp>
      <p:sp>
        <p:nvSpPr>
          <p:cNvPr id="127" name="Rectangle 71"/>
          <p:cNvSpPr/>
          <p:nvPr/>
        </p:nvSpPr>
        <p:spPr>
          <a:xfrm>
            <a:off x="1557593" y="4330746"/>
            <a:ext cx="182614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</a:rPr>
              <a:t>点击此处添加标题</a:t>
            </a:r>
          </a:p>
        </p:txBody>
      </p:sp>
      <p:sp>
        <p:nvSpPr>
          <p:cNvPr id="128" name="Hexagon 72"/>
          <p:cNvSpPr/>
          <p:nvPr/>
        </p:nvSpPr>
        <p:spPr>
          <a:xfrm rot="5400000">
            <a:off x="524707" y="4728177"/>
            <a:ext cx="687167" cy="597625"/>
          </a:xfrm>
          <a:prstGeom prst="hexagon">
            <a:avLst>
              <a:gd name="adj" fmla="val 28802"/>
              <a:gd name="vf" fmla="val 115470"/>
            </a:avLst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vert270" wrap="square" lIns="0" tIns="0" rIns="0" bIns="0" numCol="1" spcCol="1270" anchor="ctr" anchorCtr="0">
            <a:noAutofit/>
          </a:bodyPr>
          <a:lstStyle/>
          <a:p>
            <a:pPr algn="ctr" defTabSz="888978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altLang="zh-CN" sz="2667" dirty="0">
                <a:solidFill>
                  <a:schemeClr val="bg1"/>
                </a:solidFill>
              </a:rPr>
              <a:t>05</a:t>
            </a:r>
            <a:endParaRPr lang="en-US" sz="2667" dirty="0">
              <a:solidFill>
                <a:schemeClr val="bg1"/>
              </a:solidFill>
            </a:endParaRPr>
          </a:p>
        </p:txBody>
      </p:sp>
      <p:sp>
        <p:nvSpPr>
          <p:cNvPr id="129" name="Hexagon 73"/>
          <p:cNvSpPr/>
          <p:nvPr/>
        </p:nvSpPr>
        <p:spPr>
          <a:xfrm rot="5400000">
            <a:off x="832254" y="5270765"/>
            <a:ext cx="687167" cy="597625"/>
          </a:xfrm>
          <a:prstGeom prst="hexagon">
            <a:avLst>
              <a:gd name="adj" fmla="val 28802"/>
              <a:gd name="vf" fmla="val 11547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vert270" wrap="square" lIns="0" tIns="0" rIns="0" bIns="0" numCol="1" spcCol="1270" anchor="ctr" anchorCtr="0">
            <a:noAutofit/>
          </a:bodyPr>
          <a:lstStyle/>
          <a:p>
            <a:pPr algn="ctr" defTabSz="888978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altLang="zh-CN" sz="2667" dirty="0">
                <a:solidFill>
                  <a:schemeClr val="bg1"/>
                </a:solidFill>
              </a:rPr>
              <a:t>06</a:t>
            </a:r>
          </a:p>
        </p:txBody>
      </p:sp>
      <p:sp>
        <p:nvSpPr>
          <p:cNvPr id="130" name="Rectangle 74"/>
          <p:cNvSpPr/>
          <p:nvPr/>
        </p:nvSpPr>
        <p:spPr>
          <a:xfrm>
            <a:off x="1250046" y="4871412"/>
            <a:ext cx="182614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</a:rPr>
              <a:t>点击此处添加标题</a:t>
            </a:r>
          </a:p>
        </p:txBody>
      </p:sp>
      <p:sp>
        <p:nvSpPr>
          <p:cNvPr id="131" name="Rectangle 75"/>
          <p:cNvSpPr/>
          <p:nvPr/>
        </p:nvSpPr>
        <p:spPr>
          <a:xfrm>
            <a:off x="1557593" y="5412080"/>
            <a:ext cx="182614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</a:rPr>
              <a:t>点击此处添加标题</a:t>
            </a:r>
          </a:p>
        </p:txBody>
      </p:sp>
      <p:cxnSp>
        <p:nvCxnSpPr>
          <p:cNvPr id="138" name="直接连接符 137"/>
          <p:cNvCxnSpPr/>
          <p:nvPr/>
        </p:nvCxnSpPr>
        <p:spPr>
          <a:xfrm>
            <a:off x="558800" y="2327343"/>
            <a:ext cx="316985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59136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分析讨论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Part Four</a:t>
            </a:r>
          </a:p>
        </p:txBody>
      </p:sp>
      <p:pic>
        <p:nvPicPr>
          <p:cNvPr id="5" name="图片 4">
            <a:hlinkClick r:id="rId2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800" y="6334619"/>
            <a:ext cx="1828800" cy="241402"/>
          </a:xfrm>
          <a:prstGeom prst="rect">
            <a:avLst/>
          </a:prstGeom>
        </p:spPr>
      </p:pic>
      <p:grpSp>
        <p:nvGrpSpPr>
          <p:cNvPr id="4" name="组合 3"/>
          <p:cNvGrpSpPr/>
          <p:nvPr/>
        </p:nvGrpSpPr>
        <p:grpSpPr>
          <a:xfrm>
            <a:off x="356275" y="2452231"/>
            <a:ext cx="2031325" cy="1374270"/>
            <a:chOff x="356275" y="2452231"/>
            <a:chExt cx="2031325" cy="1374270"/>
          </a:xfrm>
        </p:grpSpPr>
        <p:grpSp>
          <p:nvGrpSpPr>
            <p:cNvPr id="6" name="Group 11"/>
            <p:cNvGrpSpPr>
              <a:grpSpLocks noChangeAspect="1"/>
            </p:cNvGrpSpPr>
            <p:nvPr/>
          </p:nvGrpSpPr>
          <p:grpSpPr bwMode="auto">
            <a:xfrm>
              <a:off x="481129" y="2452231"/>
              <a:ext cx="1243260" cy="882715"/>
              <a:chOff x="1407" y="1098"/>
              <a:chExt cx="800" cy="568"/>
            </a:xfrm>
            <a:solidFill>
              <a:schemeClr val="bg1"/>
            </a:solidFill>
          </p:grpSpPr>
          <p:sp>
            <p:nvSpPr>
              <p:cNvPr id="7" name="Freeform 12"/>
              <p:cNvSpPr>
                <a:spLocks noEditPoints="1"/>
              </p:cNvSpPr>
              <p:nvPr/>
            </p:nvSpPr>
            <p:spPr bwMode="auto">
              <a:xfrm>
                <a:off x="1494" y="1098"/>
                <a:ext cx="626" cy="423"/>
              </a:xfrm>
              <a:custGeom>
                <a:avLst/>
                <a:gdLst>
                  <a:gd name="T0" fmla="*/ 621 w 628"/>
                  <a:gd name="T1" fmla="*/ 7 h 423"/>
                  <a:gd name="T2" fmla="*/ 605 w 628"/>
                  <a:gd name="T3" fmla="*/ 0 h 423"/>
                  <a:gd name="T4" fmla="*/ 23 w 628"/>
                  <a:gd name="T5" fmla="*/ 0 h 423"/>
                  <a:gd name="T6" fmla="*/ 7 w 628"/>
                  <a:gd name="T7" fmla="*/ 7 h 423"/>
                  <a:gd name="T8" fmla="*/ 0 w 628"/>
                  <a:gd name="T9" fmla="*/ 23 h 423"/>
                  <a:gd name="T10" fmla="*/ 0 w 628"/>
                  <a:gd name="T11" fmla="*/ 423 h 423"/>
                  <a:gd name="T12" fmla="*/ 628 w 628"/>
                  <a:gd name="T13" fmla="*/ 423 h 423"/>
                  <a:gd name="T14" fmla="*/ 628 w 628"/>
                  <a:gd name="T15" fmla="*/ 23 h 423"/>
                  <a:gd name="T16" fmla="*/ 621 w 628"/>
                  <a:gd name="T17" fmla="*/ 7 h 423"/>
                  <a:gd name="T18" fmla="*/ 314 w 628"/>
                  <a:gd name="T19" fmla="*/ 13 h 423"/>
                  <a:gd name="T20" fmla="*/ 321 w 628"/>
                  <a:gd name="T21" fmla="*/ 20 h 423"/>
                  <a:gd name="T22" fmla="*/ 314 w 628"/>
                  <a:gd name="T23" fmla="*/ 27 h 423"/>
                  <a:gd name="T24" fmla="*/ 307 w 628"/>
                  <a:gd name="T25" fmla="*/ 20 h 423"/>
                  <a:gd name="T26" fmla="*/ 314 w 628"/>
                  <a:gd name="T27" fmla="*/ 13 h 423"/>
                  <a:gd name="T28" fmla="*/ 587 w 628"/>
                  <a:gd name="T29" fmla="*/ 382 h 423"/>
                  <a:gd name="T30" fmla="*/ 41 w 628"/>
                  <a:gd name="T31" fmla="*/ 382 h 423"/>
                  <a:gd name="T32" fmla="*/ 41 w 628"/>
                  <a:gd name="T33" fmla="*/ 41 h 423"/>
                  <a:gd name="T34" fmla="*/ 587 w 628"/>
                  <a:gd name="T35" fmla="*/ 41 h 423"/>
                  <a:gd name="T36" fmla="*/ 587 w 628"/>
                  <a:gd name="T37" fmla="*/ 382 h 4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628" h="423">
                    <a:moveTo>
                      <a:pt x="621" y="7"/>
                    </a:moveTo>
                    <a:cubicBezTo>
                      <a:pt x="617" y="2"/>
                      <a:pt x="611" y="0"/>
                      <a:pt x="605" y="0"/>
                    </a:cubicBezTo>
                    <a:cubicBezTo>
                      <a:pt x="23" y="0"/>
                      <a:pt x="23" y="0"/>
                      <a:pt x="23" y="0"/>
                    </a:cubicBezTo>
                    <a:cubicBezTo>
                      <a:pt x="17" y="0"/>
                      <a:pt x="11" y="2"/>
                      <a:pt x="7" y="7"/>
                    </a:cubicBezTo>
                    <a:cubicBezTo>
                      <a:pt x="2" y="11"/>
                      <a:pt x="0" y="17"/>
                      <a:pt x="0" y="23"/>
                    </a:cubicBezTo>
                    <a:cubicBezTo>
                      <a:pt x="0" y="423"/>
                      <a:pt x="0" y="423"/>
                      <a:pt x="0" y="423"/>
                    </a:cubicBezTo>
                    <a:cubicBezTo>
                      <a:pt x="628" y="423"/>
                      <a:pt x="628" y="423"/>
                      <a:pt x="628" y="423"/>
                    </a:cubicBezTo>
                    <a:cubicBezTo>
                      <a:pt x="628" y="23"/>
                      <a:pt x="628" y="23"/>
                      <a:pt x="628" y="23"/>
                    </a:cubicBezTo>
                    <a:cubicBezTo>
                      <a:pt x="628" y="17"/>
                      <a:pt x="626" y="11"/>
                      <a:pt x="621" y="7"/>
                    </a:cubicBezTo>
                    <a:close/>
                    <a:moveTo>
                      <a:pt x="314" y="13"/>
                    </a:moveTo>
                    <a:cubicBezTo>
                      <a:pt x="318" y="13"/>
                      <a:pt x="321" y="16"/>
                      <a:pt x="321" y="20"/>
                    </a:cubicBezTo>
                    <a:cubicBezTo>
                      <a:pt x="321" y="24"/>
                      <a:pt x="318" y="27"/>
                      <a:pt x="314" y="27"/>
                    </a:cubicBezTo>
                    <a:cubicBezTo>
                      <a:pt x="310" y="27"/>
                      <a:pt x="307" y="24"/>
                      <a:pt x="307" y="20"/>
                    </a:cubicBezTo>
                    <a:cubicBezTo>
                      <a:pt x="307" y="16"/>
                      <a:pt x="310" y="13"/>
                      <a:pt x="314" y="13"/>
                    </a:cubicBezTo>
                    <a:close/>
                    <a:moveTo>
                      <a:pt x="587" y="382"/>
                    </a:moveTo>
                    <a:cubicBezTo>
                      <a:pt x="41" y="382"/>
                      <a:pt x="41" y="382"/>
                      <a:pt x="41" y="382"/>
                    </a:cubicBezTo>
                    <a:cubicBezTo>
                      <a:pt x="41" y="41"/>
                      <a:pt x="41" y="41"/>
                      <a:pt x="41" y="41"/>
                    </a:cubicBezTo>
                    <a:cubicBezTo>
                      <a:pt x="587" y="41"/>
                      <a:pt x="587" y="41"/>
                      <a:pt x="587" y="41"/>
                    </a:cubicBezTo>
                    <a:lnTo>
                      <a:pt x="587" y="38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" name="Freeform 13"/>
              <p:cNvSpPr>
                <a:spLocks noEditPoints="1"/>
              </p:cNvSpPr>
              <p:nvPr/>
            </p:nvSpPr>
            <p:spPr bwMode="auto">
              <a:xfrm>
                <a:off x="1407" y="1538"/>
                <a:ext cx="800" cy="97"/>
              </a:xfrm>
              <a:custGeom>
                <a:avLst/>
                <a:gdLst>
                  <a:gd name="T0" fmla="*/ 87 w 802"/>
                  <a:gd name="T1" fmla="*/ 0 h 97"/>
                  <a:gd name="T2" fmla="*/ 4 w 802"/>
                  <a:gd name="T3" fmla="*/ 83 h 97"/>
                  <a:gd name="T4" fmla="*/ 2 w 802"/>
                  <a:gd name="T5" fmla="*/ 92 h 97"/>
                  <a:gd name="T6" fmla="*/ 10 w 802"/>
                  <a:gd name="T7" fmla="*/ 97 h 97"/>
                  <a:gd name="T8" fmla="*/ 792 w 802"/>
                  <a:gd name="T9" fmla="*/ 97 h 97"/>
                  <a:gd name="T10" fmla="*/ 800 w 802"/>
                  <a:gd name="T11" fmla="*/ 92 h 97"/>
                  <a:gd name="T12" fmla="*/ 798 w 802"/>
                  <a:gd name="T13" fmla="*/ 83 h 97"/>
                  <a:gd name="T14" fmla="*/ 715 w 802"/>
                  <a:gd name="T15" fmla="*/ 0 h 97"/>
                  <a:gd name="T16" fmla="*/ 87 w 802"/>
                  <a:gd name="T17" fmla="*/ 0 h 97"/>
                  <a:gd name="T18" fmla="*/ 711 w 802"/>
                  <a:gd name="T19" fmla="*/ 47 h 97"/>
                  <a:gd name="T20" fmla="*/ 712 w 802"/>
                  <a:gd name="T21" fmla="*/ 54 h 97"/>
                  <a:gd name="T22" fmla="*/ 706 w 802"/>
                  <a:gd name="T23" fmla="*/ 58 h 97"/>
                  <a:gd name="T24" fmla="*/ 484 w 802"/>
                  <a:gd name="T25" fmla="*/ 58 h 97"/>
                  <a:gd name="T26" fmla="*/ 485 w 802"/>
                  <a:gd name="T27" fmla="*/ 64 h 97"/>
                  <a:gd name="T28" fmla="*/ 484 w 802"/>
                  <a:gd name="T29" fmla="*/ 67 h 97"/>
                  <a:gd name="T30" fmla="*/ 481 w 802"/>
                  <a:gd name="T31" fmla="*/ 69 h 97"/>
                  <a:gd name="T32" fmla="*/ 321 w 802"/>
                  <a:gd name="T33" fmla="*/ 69 h 97"/>
                  <a:gd name="T34" fmla="*/ 318 w 802"/>
                  <a:gd name="T35" fmla="*/ 67 h 97"/>
                  <a:gd name="T36" fmla="*/ 317 w 802"/>
                  <a:gd name="T37" fmla="*/ 64 h 97"/>
                  <a:gd name="T38" fmla="*/ 318 w 802"/>
                  <a:gd name="T39" fmla="*/ 58 h 97"/>
                  <a:gd name="T40" fmla="*/ 96 w 802"/>
                  <a:gd name="T41" fmla="*/ 58 h 97"/>
                  <a:gd name="T42" fmla="*/ 90 w 802"/>
                  <a:gd name="T43" fmla="*/ 54 h 97"/>
                  <a:gd name="T44" fmla="*/ 91 w 802"/>
                  <a:gd name="T45" fmla="*/ 47 h 97"/>
                  <a:gd name="T46" fmla="*/ 113 w 802"/>
                  <a:gd name="T47" fmla="*/ 20 h 97"/>
                  <a:gd name="T48" fmla="*/ 689 w 802"/>
                  <a:gd name="T49" fmla="*/ 20 h 97"/>
                  <a:gd name="T50" fmla="*/ 711 w 802"/>
                  <a:gd name="T51" fmla="*/ 47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802" h="97">
                    <a:moveTo>
                      <a:pt x="87" y="0"/>
                    </a:moveTo>
                    <a:cubicBezTo>
                      <a:pt x="4" y="83"/>
                      <a:pt x="4" y="83"/>
                      <a:pt x="4" y="83"/>
                    </a:cubicBezTo>
                    <a:cubicBezTo>
                      <a:pt x="1" y="85"/>
                      <a:pt x="0" y="89"/>
                      <a:pt x="2" y="92"/>
                    </a:cubicBezTo>
                    <a:cubicBezTo>
                      <a:pt x="3" y="95"/>
                      <a:pt x="6" y="97"/>
                      <a:pt x="10" y="97"/>
                    </a:cubicBezTo>
                    <a:cubicBezTo>
                      <a:pt x="792" y="97"/>
                      <a:pt x="792" y="97"/>
                      <a:pt x="792" y="97"/>
                    </a:cubicBezTo>
                    <a:cubicBezTo>
                      <a:pt x="796" y="97"/>
                      <a:pt x="799" y="95"/>
                      <a:pt x="800" y="92"/>
                    </a:cubicBezTo>
                    <a:cubicBezTo>
                      <a:pt x="802" y="89"/>
                      <a:pt x="801" y="85"/>
                      <a:pt x="798" y="83"/>
                    </a:cubicBezTo>
                    <a:cubicBezTo>
                      <a:pt x="715" y="0"/>
                      <a:pt x="715" y="0"/>
                      <a:pt x="715" y="0"/>
                    </a:cubicBezTo>
                    <a:lnTo>
                      <a:pt x="87" y="0"/>
                    </a:lnTo>
                    <a:close/>
                    <a:moveTo>
                      <a:pt x="711" y="47"/>
                    </a:moveTo>
                    <a:cubicBezTo>
                      <a:pt x="713" y="49"/>
                      <a:pt x="713" y="51"/>
                      <a:pt x="712" y="54"/>
                    </a:cubicBezTo>
                    <a:cubicBezTo>
                      <a:pt x="711" y="56"/>
                      <a:pt x="709" y="58"/>
                      <a:pt x="706" y="58"/>
                    </a:cubicBezTo>
                    <a:cubicBezTo>
                      <a:pt x="484" y="58"/>
                      <a:pt x="484" y="58"/>
                      <a:pt x="484" y="58"/>
                    </a:cubicBezTo>
                    <a:cubicBezTo>
                      <a:pt x="485" y="64"/>
                      <a:pt x="485" y="64"/>
                      <a:pt x="485" y="64"/>
                    </a:cubicBezTo>
                    <a:cubicBezTo>
                      <a:pt x="485" y="65"/>
                      <a:pt x="485" y="66"/>
                      <a:pt x="484" y="67"/>
                    </a:cubicBezTo>
                    <a:cubicBezTo>
                      <a:pt x="483" y="68"/>
                      <a:pt x="482" y="69"/>
                      <a:pt x="481" y="69"/>
                    </a:cubicBezTo>
                    <a:cubicBezTo>
                      <a:pt x="321" y="69"/>
                      <a:pt x="321" y="69"/>
                      <a:pt x="321" y="69"/>
                    </a:cubicBezTo>
                    <a:cubicBezTo>
                      <a:pt x="320" y="69"/>
                      <a:pt x="319" y="68"/>
                      <a:pt x="318" y="67"/>
                    </a:cubicBezTo>
                    <a:cubicBezTo>
                      <a:pt x="317" y="66"/>
                      <a:pt x="317" y="65"/>
                      <a:pt x="317" y="64"/>
                    </a:cubicBezTo>
                    <a:cubicBezTo>
                      <a:pt x="318" y="58"/>
                      <a:pt x="318" y="58"/>
                      <a:pt x="318" y="58"/>
                    </a:cubicBezTo>
                    <a:cubicBezTo>
                      <a:pt x="96" y="58"/>
                      <a:pt x="96" y="58"/>
                      <a:pt x="96" y="58"/>
                    </a:cubicBezTo>
                    <a:cubicBezTo>
                      <a:pt x="93" y="58"/>
                      <a:pt x="91" y="56"/>
                      <a:pt x="90" y="54"/>
                    </a:cubicBezTo>
                    <a:cubicBezTo>
                      <a:pt x="89" y="51"/>
                      <a:pt x="89" y="49"/>
                      <a:pt x="91" y="47"/>
                    </a:cubicBezTo>
                    <a:cubicBezTo>
                      <a:pt x="113" y="20"/>
                      <a:pt x="113" y="20"/>
                      <a:pt x="113" y="20"/>
                    </a:cubicBezTo>
                    <a:cubicBezTo>
                      <a:pt x="689" y="20"/>
                      <a:pt x="689" y="20"/>
                      <a:pt x="689" y="20"/>
                    </a:cubicBezTo>
                    <a:lnTo>
                      <a:pt x="711" y="4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" name="Freeform 14"/>
              <p:cNvSpPr>
                <a:spLocks noEditPoints="1"/>
              </p:cNvSpPr>
              <p:nvPr/>
            </p:nvSpPr>
            <p:spPr bwMode="auto">
              <a:xfrm>
                <a:off x="1408" y="1637"/>
                <a:ext cx="798" cy="29"/>
              </a:xfrm>
              <a:custGeom>
                <a:avLst/>
                <a:gdLst>
                  <a:gd name="T0" fmla="*/ 791 w 800"/>
                  <a:gd name="T1" fmla="*/ 3 h 29"/>
                  <a:gd name="T2" fmla="*/ 469 w 800"/>
                  <a:gd name="T3" fmla="*/ 3 h 29"/>
                  <a:gd name="T4" fmla="*/ 468 w 800"/>
                  <a:gd name="T5" fmla="*/ 6 h 29"/>
                  <a:gd name="T6" fmla="*/ 461 w 800"/>
                  <a:gd name="T7" fmla="*/ 9 h 29"/>
                  <a:gd name="T8" fmla="*/ 339 w 800"/>
                  <a:gd name="T9" fmla="*/ 9 h 29"/>
                  <a:gd name="T10" fmla="*/ 332 w 800"/>
                  <a:gd name="T11" fmla="*/ 6 h 29"/>
                  <a:gd name="T12" fmla="*/ 331 w 800"/>
                  <a:gd name="T13" fmla="*/ 3 h 29"/>
                  <a:gd name="T14" fmla="*/ 9 w 800"/>
                  <a:gd name="T15" fmla="*/ 3 h 29"/>
                  <a:gd name="T16" fmla="*/ 0 w 800"/>
                  <a:gd name="T17" fmla="*/ 0 h 29"/>
                  <a:gd name="T18" fmla="*/ 0 w 800"/>
                  <a:gd name="T19" fmla="*/ 9 h 29"/>
                  <a:gd name="T20" fmla="*/ 6 w 800"/>
                  <a:gd name="T21" fmla="*/ 23 h 29"/>
                  <a:gd name="T22" fmla="*/ 21 w 800"/>
                  <a:gd name="T23" fmla="*/ 29 h 29"/>
                  <a:gd name="T24" fmla="*/ 779 w 800"/>
                  <a:gd name="T25" fmla="*/ 29 h 29"/>
                  <a:gd name="T26" fmla="*/ 794 w 800"/>
                  <a:gd name="T27" fmla="*/ 23 h 29"/>
                  <a:gd name="T28" fmla="*/ 800 w 800"/>
                  <a:gd name="T29" fmla="*/ 9 h 29"/>
                  <a:gd name="T30" fmla="*/ 800 w 800"/>
                  <a:gd name="T31" fmla="*/ 0 h 29"/>
                  <a:gd name="T32" fmla="*/ 791 w 800"/>
                  <a:gd name="T33" fmla="*/ 3 h 29"/>
                  <a:gd name="T34" fmla="*/ 72 w 800"/>
                  <a:gd name="T35" fmla="*/ 21 h 29"/>
                  <a:gd name="T36" fmla="*/ 68 w 800"/>
                  <a:gd name="T37" fmla="*/ 16 h 29"/>
                  <a:gd name="T38" fmla="*/ 72 w 800"/>
                  <a:gd name="T39" fmla="*/ 12 h 29"/>
                  <a:gd name="T40" fmla="*/ 77 w 800"/>
                  <a:gd name="T41" fmla="*/ 16 h 29"/>
                  <a:gd name="T42" fmla="*/ 72 w 800"/>
                  <a:gd name="T43" fmla="*/ 21 h 29"/>
                  <a:gd name="T44" fmla="*/ 94 w 800"/>
                  <a:gd name="T45" fmla="*/ 21 h 29"/>
                  <a:gd name="T46" fmla="*/ 89 w 800"/>
                  <a:gd name="T47" fmla="*/ 16 h 29"/>
                  <a:gd name="T48" fmla="*/ 94 w 800"/>
                  <a:gd name="T49" fmla="*/ 12 h 29"/>
                  <a:gd name="T50" fmla="*/ 98 w 800"/>
                  <a:gd name="T51" fmla="*/ 16 h 29"/>
                  <a:gd name="T52" fmla="*/ 94 w 800"/>
                  <a:gd name="T53" fmla="*/ 21 h 29"/>
                  <a:gd name="T54" fmla="*/ 115 w 800"/>
                  <a:gd name="T55" fmla="*/ 21 h 29"/>
                  <a:gd name="T56" fmla="*/ 111 w 800"/>
                  <a:gd name="T57" fmla="*/ 16 h 29"/>
                  <a:gd name="T58" fmla="*/ 115 w 800"/>
                  <a:gd name="T59" fmla="*/ 12 h 29"/>
                  <a:gd name="T60" fmla="*/ 120 w 800"/>
                  <a:gd name="T61" fmla="*/ 16 h 29"/>
                  <a:gd name="T62" fmla="*/ 115 w 800"/>
                  <a:gd name="T63" fmla="*/ 21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800" h="29">
                    <a:moveTo>
                      <a:pt x="791" y="3"/>
                    </a:moveTo>
                    <a:cubicBezTo>
                      <a:pt x="469" y="3"/>
                      <a:pt x="469" y="3"/>
                      <a:pt x="469" y="3"/>
                    </a:cubicBezTo>
                    <a:cubicBezTo>
                      <a:pt x="469" y="4"/>
                      <a:pt x="468" y="5"/>
                      <a:pt x="468" y="6"/>
                    </a:cubicBezTo>
                    <a:cubicBezTo>
                      <a:pt x="466" y="8"/>
                      <a:pt x="463" y="9"/>
                      <a:pt x="461" y="9"/>
                    </a:cubicBezTo>
                    <a:cubicBezTo>
                      <a:pt x="339" y="9"/>
                      <a:pt x="339" y="9"/>
                      <a:pt x="339" y="9"/>
                    </a:cubicBezTo>
                    <a:cubicBezTo>
                      <a:pt x="337" y="9"/>
                      <a:pt x="334" y="8"/>
                      <a:pt x="332" y="6"/>
                    </a:cubicBezTo>
                    <a:cubicBezTo>
                      <a:pt x="332" y="5"/>
                      <a:pt x="331" y="4"/>
                      <a:pt x="331" y="3"/>
                    </a:cubicBezTo>
                    <a:cubicBezTo>
                      <a:pt x="9" y="3"/>
                      <a:pt x="9" y="3"/>
                      <a:pt x="9" y="3"/>
                    </a:cubicBezTo>
                    <a:cubicBezTo>
                      <a:pt x="5" y="3"/>
                      <a:pt x="2" y="2"/>
                      <a:pt x="0" y="0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0" y="14"/>
                      <a:pt x="2" y="19"/>
                      <a:pt x="6" y="23"/>
                    </a:cubicBezTo>
                    <a:cubicBezTo>
                      <a:pt x="10" y="27"/>
                      <a:pt x="15" y="29"/>
                      <a:pt x="21" y="29"/>
                    </a:cubicBezTo>
                    <a:cubicBezTo>
                      <a:pt x="779" y="29"/>
                      <a:pt x="779" y="29"/>
                      <a:pt x="779" y="29"/>
                    </a:cubicBezTo>
                    <a:cubicBezTo>
                      <a:pt x="785" y="29"/>
                      <a:pt x="790" y="27"/>
                      <a:pt x="794" y="23"/>
                    </a:cubicBezTo>
                    <a:cubicBezTo>
                      <a:pt x="798" y="19"/>
                      <a:pt x="800" y="14"/>
                      <a:pt x="800" y="9"/>
                    </a:cubicBezTo>
                    <a:cubicBezTo>
                      <a:pt x="800" y="0"/>
                      <a:pt x="800" y="0"/>
                      <a:pt x="800" y="0"/>
                    </a:cubicBezTo>
                    <a:cubicBezTo>
                      <a:pt x="798" y="2"/>
                      <a:pt x="795" y="3"/>
                      <a:pt x="791" y="3"/>
                    </a:cubicBezTo>
                    <a:close/>
                    <a:moveTo>
                      <a:pt x="72" y="21"/>
                    </a:moveTo>
                    <a:cubicBezTo>
                      <a:pt x="70" y="21"/>
                      <a:pt x="68" y="19"/>
                      <a:pt x="68" y="16"/>
                    </a:cubicBezTo>
                    <a:cubicBezTo>
                      <a:pt x="68" y="14"/>
                      <a:pt x="70" y="12"/>
                      <a:pt x="72" y="12"/>
                    </a:cubicBezTo>
                    <a:cubicBezTo>
                      <a:pt x="75" y="12"/>
                      <a:pt x="77" y="14"/>
                      <a:pt x="77" y="16"/>
                    </a:cubicBezTo>
                    <a:cubicBezTo>
                      <a:pt x="77" y="19"/>
                      <a:pt x="75" y="21"/>
                      <a:pt x="72" y="21"/>
                    </a:cubicBezTo>
                    <a:close/>
                    <a:moveTo>
                      <a:pt x="94" y="21"/>
                    </a:moveTo>
                    <a:cubicBezTo>
                      <a:pt x="91" y="21"/>
                      <a:pt x="89" y="19"/>
                      <a:pt x="89" y="16"/>
                    </a:cubicBezTo>
                    <a:cubicBezTo>
                      <a:pt x="89" y="14"/>
                      <a:pt x="91" y="12"/>
                      <a:pt x="94" y="12"/>
                    </a:cubicBezTo>
                    <a:cubicBezTo>
                      <a:pt x="96" y="12"/>
                      <a:pt x="98" y="14"/>
                      <a:pt x="98" y="16"/>
                    </a:cubicBezTo>
                    <a:cubicBezTo>
                      <a:pt x="98" y="19"/>
                      <a:pt x="96" y="21"/>
                      <a:pt x="94" y="21"/>
                    </a:cubicBezTo>
                    <a:close/>
                    <a:moveTo>
                      <a:pt x="115" y="21"/>
                    </a:moveTo>
                    <a:cubicBezTo>
                      <a:pt x="113" y="21"/>
                      <a:pt x="111" y="19"/>
                      <a:pt x="111" y="16"/>
                    </a:cubicBezTo>
                    <a:cubicBezTo>
                      <a:pt x="111" y="14"/>
                      <a:pt x="113" y="12"/>
                      <a:pt x="115" y="12"/>
                    </a:cubicBezTo>
                    <a:cubicBezTo>
                      <a:pt x="118" y="12"/>
                      <a:pt x="120" y="14"/>
                      <a:pt x="120" y="16"/>
                    </a:cubicBezTo>
                    <a:cubicBezTo>
                      <a:pt x="120" y="19"/>
                      <a:pt x="118" y="21"/>
                      <a:pt x="115" y="2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" name="Freeform 15"/>
              <p:cNvSpPr>
                <a:spLocks/>
              </p:cNvSpPr>
              <p:nvPr/>
            </p:nvSpPr>
            <p:spPr bwMode="auto">
              <a:xfrm>
                <a:off x="1624" y="1386"/>
                <a:ext cx="48" cy="56"/>
              </a:xfrm>
              <a:custGeom>
                <a:avLst/>
                <a:gdLst>
                  <a:gd name="T0" fmla="*/ 48 w 48"/>
                  <a:gd name="T1" fmla="*/ 56 h 56"/>
                  <a:gd name="T2" fmla="*/ 0 w 48"/>
                  <a:gd name="T3" fmla="*/ 56 h 56"/>
                  <a:gd name="T4" fmla="*/ 0 w 48"/>
                  <a:gd name="T5" fmla="*/ 5 h 56"/>
                  <a:gd name="T6" fmla="*/ 2 w 48"/>
                  <a:gd name="T7" fmla="*/ 2 h 56"/>
                  <a:gd name="T8" fmla="*/ 5 w 48"/>
                  <a:gd name="T9" fmla="*/ 0 h 56"/>
                  <a:gd name="T10" fmla="*/ 43 w 48"/>
                  <a:gd name="T11" fmla="*/ 0 h 56"/>
                  <a:gd name="T12" fmla="*/ 47 w 48"/>
                  <a:gd name="T13" fmla="*/ 2 h 56"/>
                  <a:gd name="T14" fmla="*/ 48 w 48"/>
                  <a:gd name="T15" fmla="*/ 5 h 56"/>
                  <a:gd name="T16" fmla="*/ 48 w 48"/>
                  <a:gd name="T17" fmla="*/ 56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8" h="56">
                    <a:moveTo>
                      <a:pt x="48" y="56"/>
                    </a:moveTo>
                    <a:cubicBezTo>
                      <a:pt x="0" y="56"/>
                      <a:pt x="0" y="56"/>
                      <a:pt x="0" y="56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4"/>
                      <a:pt x="1" y="3"/>
                      <a:pt x="2" y="2"/>
                    </a:cubicBezTo>
                    <a:cubicBezTo>
                      <a:pt x="3" y="1"/>
                      <a:pt x="4" y="0"/>
                      <a:pt x="5" y="0"/>
                    </a:cubicBezTo>
                    <a:cubicBezTo>
                      <a:pt x="43" y="0"/>
                      <a:pt x="43" y="0"/>
                      <a:pt x="43" y="0"/>
                    </a:cubicBezTo>
                    <a:cubicBezTo>
                      <a:pt x="44" y="0"/>
                      <a:pt x="46" y="1"/>
                      <a:pt x="47" y="2"/>
                    </a:cubicBezTo>
                    <a:cubicBezTo>
                      <a:pt x="48" y="3"/>
                      <a:pt x="48" y="4"/>
                      <a:pt x="48" y="5"/>
                    </a:cubicBezTo>
                    <a:cubicBezTo>
                      <a:pt x="48" y="56"/>
                      <a:pt x="48" y="56"/>
                      <a:pt x="48" y="5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" name="Freeform 16"/>
              <p:cNvSpPr>
                <a:spLocks/>
              </p:cNvSpPr>
              <p:nvPr/>
            </p:nvSpPr>
            <p:spPr bwMode="auto">
              <a:xfrm>
                <a:off x="1723" y="1314"/>
                <a:ext cx="47" cy="128"/>
              </a:xfrm>
              <a:custGeom>
                <a:avLst/>
                <a:gdLst>
                  <a:gd name="T0" fmla="*/ 47 w 47"/>
                  <a:gd name="T1" fmla="*/ 128 h 128"/>
                  <a:gd name="T2" fmla="*/ 0 w 47"/>
                  <a:gd name="T3" fmla="*/ 128 h 128"/>
                  <a:gd name="T4" fmla="*/ 0 w 47"/>
                  <a:gd name="T5" fmla="*/ 5 h 128"/>
                  <a:gd name="T6" fmla="*/ 1 w 47"/>
                  <a:gd name="T7" fmla="*/ 2 h 128"/>
                  <a:gd name="T8" fmla="*/ 5 w 47"/>
                  <a:gd name="T9" fmla="*/ 0 h 128"/>
                  <a:gd name="T10" fmla="*/ 42 w 47"/>
                  <a:gd name="T11" fmla="*/ 0 h 128"/>
                  <a:gd name="T12" fmla="*/ 46 w 47"/>
                  <a:gd name="T13" fmla="*/ 2 h 128"/>
                  <a:gd name="T14" fmla="*/ 47 w 47"/>
                  <a:gd name="T15" fmla="*/ 5 h 128"/>
                  <a:gd name="T16" fmla="*/ 47 w 47"/>
                  <a:gd name="T17" fmla="*/ 128 h 1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7" h="128">
                    <a:moveTo>
                      <a:pt x="47" y="128"/>
                    </a:moveTo>
                    <a:cubicBezTo>
                      <a:pt x="0" y="128"/>
                      <a:pt x="0" y="128"/>
                      <a:pt x="0" y="128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4"/>
                      <a:pt x="0" y="3"/>
                      <a:pt x="1" y="2"/>
                    </a:cubicBezTo>
                    <a:cubicBezTo>
                      <a:pt x="2" y="1"/>
                      <a:pt x="3" y="0"/>
                      <a:pt x="5" y="0"/>
                    </a:cubicBezTo>
                    <a:cubicBezTo>
                      <a:pt x="42" y="0"/>
                      <a:pt x="42" y="0"/>
                      <a:pt x="42" y="0"/>
                    </a:cubicBezTo>
                    <a:cubicBezTo>
                      <a:pt x="44" y="0"/>
                      <a:pt x="45" y="1"/>
                      <a:pt x="46" y="2"/>
                    </a:cubicBezTo>
                    <a:cubicBezTo>
                      <a:pt x="47" y="3"/>
                      <a:pt x="47" y="4"/>
                      <a:pt x="47" y="5"/>
                    </a:cubicBezTo>
                    <a:lnTo>
                      <a:pt x="47" y="12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2" name="Freeform 17"/>
              <p:cNvSpPr>
                <a:spLocks/>
              </p:cNvSpPr>
              <p:nvPr/>
            </p:nvSpPr>
            <p:spPr bwMode="auto">
              <a:xfrm>
                <a:off x="1821" y="1353"/>
                <a:ext cx="48" cy="89"/>
              </a:xfrm>
              <a:custGeom>
                <a:avLst/>
                <a:gdLst>
                  <a:gd name="T0" fmla="*/ 48 w 48"/>
                  <a:gd name="T1" fmla="*/ 89 h 89"/>
                  <a:gd name="T2" fmla="*/ 0 w 48"/>
                  <a:gd name="T3" fmla="*/ 89 h 89"/>
                  <a:gd name="T4" fmla="*/ 0 w 48"/>
                  <a:gd name="T5" fmla="*/ 6 h 89"/>
                  <a:gd name="T6" fmla="*/ 1 w 48"/>
                  <a:gd name="T7" fmla="*/ 2 h 89"/>
                  <a:gd name="T8" fmla="*/ 5 w 48"/>
                  <a:gd name="T9" fmla="*/ 0 h 89"/>
                  <a:gd name="T10" fmla="*/ 43 w 48"/>
                  <a:gd name="T11" fmla="*/ 0 h 89"/>
                  <a:gd name="T12" fmla="*/ 46 w 48"/>
                  <a:gd name="T13" fmla="*/ 2 h 89"/>
                  <a:gd name="T14" fmla="*/ 48 w 48"/>
                  <a:gd name="T15" fmla="*/ 6 h 89"/>
                  <a:gd name="T16" fmla="*/ 48 w 48"/>
                  <a:gd name="T17" fmla="*/ 89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8" h="89">
                    <a:moveTo>
                      <a:pt x="48" y="89"/>
                    </a:moveTo>
                    <a:cubicBezTo>
                      <a:pt x="0" y="89"/>
                      <a:pt x="0" y="89"/>
                      <a:pt x="0" y="89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4"/>
                      <a:pt x="0" y="3"/>
                      <a:pt x="1" y="2"/>
                    </a:cubicBezTo>
                    <a:cubicBezTo>
                      <a:pt x="2" y="1"/>
                      <a:pt x="4" y="0"/>
                      <a:pt x="5" y="0"/>
                    </a:cubicBezTo>
                    <a:cubicBezTo>
                      <a:pt x="43" y="0"/>
                      <a:pt x="43" y="0"/>
                      <a:pt x="43" y="0"/>
                    </a:cubicBezTo>
                    <a:cubicBezTo>
                      <a:pt x="44" y="0"/>
                      <a:pt x="45" y="1"/>
                      <a:pt x="46" y="2"/>
                    </a:cubicBezTo>
                    <a:cubicBezTo>
                      <a:pt x="47" y="3"/>
                      <a:pt x="48" y="4"/>
                      <a:pt x="48" y="6"/>
                    </a:cubicBezTo>
                    <a:cubicBezTo>
                      <a:pt x="48" y="89"/>
                      <a:pt x="48" y="89"/>
                      <a:pt x="48" y="8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3" name="Freeform 18"/>
              <p:cNvSpPr>
                <a:spLocks/>
              </p:cNvSpPr>
              <p:nvPr/>
            </p:nvSpPr>
            <p:spPr bwMode="auto">
              <a:xfrm>
                <a:off x="1901" y="1205"/>
                <a:ext cx="84" cy="237"/>
              </a:xfrm>
              <a:custGeom>
                <a:avLst/>
                <a:gdLst>
                  <a:gd name="T0" fmla="*/ 79 w 84"/>
                  <a:gd name="T1" fmla="*/ 64 h 237"/>
                  <a:gd name="T2" fmla="*/ 84 w 84"/>
                  <a:gd name="T3" fmla="*/ 62 h 237"/>
                  <a:gd name="T4" fmla="*/ 83 w 84"/>
                  <a:gd name="T5" fmla="*/ 56 h 237"/>
                  <a:gd name="T6" fmla="*/ 46 w 84"/>
                  <a:gd name="T7" fmla="*/ 2 h 237"/>
                  <a:gd name="T8" fmla="*/ 42 w 84"/>
                  <a:gd name="T9" fmla="*/ 0 h 237"/>
                  <a:gd name="T10" fmla="*/ 38 w 84"/>
                  <a:gd name="T11" fmla="*/ 2 h 237"/>
                  <a:gd name="T12" fmla="*/ 1 w 84"/>
                  <a:gd name="T13" fmla="*/ 56 h 237"/>
                  <a:gd name="T14" fmla="*/ 1 w 84"/>
                  <a:gd name="T15" fmla="*/ 62 h 237"/>
                  <a:gd name="T16" fmla="*/ 5 w 84"/>
                  <a:gd name="T17" fmla="*/ 64 h 237"/>
                  <a:gd name="T18" fmla="*/ 18 w 84"/>
                  <a:gd name="T19" fmla="*/ 64 h 237"/>
                  <a:gd name="T20" fmla="*/ 18 w 84"/>
                  <a:gd name="T21" fmla="*/ 237 h 237"/>
                  <a:gd name="T22" fmla="*/ 66 w 84"/>
                  <a:gd name="T23" fmla="*/ 237 h 237"/>
                  <a:gd name="T24" fmla="*/ 66 w 84"/>
                  <a:gd name="T25" fmla="*/ 64 h 237"/>
                  <a:gd name="T26" fmla="*/ 79 w 84"/>
                  <a:gd name="T27" fmla="*/ 64 h 2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84" h="237">
                    <a:moveTo>
                      <a:pt x="79" y="64"/>
                    </a:moveTo>
                    <a:cubicBezTo>
                      <a:pt x="81" y="64"/>
                      <a:pt x="83" y="63"/>
                      <a:pt x="84" y="62"/>
                    </a:cubicBezTo>
                    <a:cubicBezTo>
                      <a:pt x="84" y="60"/>
                      <a:pt x="84" y="58"/>
                      <a:pt x="83" y="56"/>
                    </a:cubicBezTo>
                    <a:cubicBezTo>
                      <a:pt x="46" y="2"/>
                      <a:pt x="46" y="2"/>
                      <a:pt x="46" y="2"/>
                    </a:cubicBezTo>
                    <a:cubicBezTo>
                      <a:pt x="45" y="1"/>
                      <a:pt x="44" y="0"/>
                      <a:pt x="42" y="0"/>
                    </a:cubicBezTo>
                    <a:cubicBezTo>
                      <a:pt x="40" y="0"/>
                      <a:pt x="39" y="1"/>
                      <a:pt x="38" y="2"/>
                    </a:cubicBezTo>
                    <a:cubicBezTo>
                      <a:pt x="1" y="56"/>
                      <a:pt x="1" y="56"/>
                      <a:pt x="1" y="56"/>
                    </a:cubicBezTo>
                    <a:cubicBezTo>
                      <a:pt x="0" y="58"/>
                      <a:pt x="0" y="60"/>
                      <a:pt x="1" y="62"/>
                    </a:cubicBezTo>
                    <a:cubicBezTo>
                      <a:pt x="1" y="63"/>
                      <a:pt x="3" y="64"/>
                      <a:pt x="5" y="64"/>
                    </a:cubicBezTo>
                    <a:cubicBezTo>
                      <a:pt x="18" y="64"/>
                      <a:pt x="18" y="64"/>
                      <a:pt x="18" y="64"/>
                    </a:cubicBezTo>
                    <a:cubicBezTo>
                      <a:pt x="18" y="237"/>
                      <a:pt x="18" y="237"/>
                      <a:pt x="18" y="237"/>
                    </a:cubicBezTo>
                    <a:cubicBezTo>
                      <a:pt x="66" y="237"/>
                      <a:pt x="66" y="237"/>
                      <a:pt x="66" y="237"/>
                    </a:cubicBezTo>
                    <a:cubicBezTo>
                      <a:pt x="66" y="64"/>
                      <a:pt x="66" y="64"/>
                      <a:pt x="66" y="64"/>
                    </a:cubicBezTo>
                    <a:lnTo>
                      <a:pt x="79" y="6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" name="Freeform 19"/>
              <p:cNvSpPr>
                <a:spLocks/>
              </p:cNvSpPr>
              <p:nvPr/>
            </p:nvSpPr>
            <p:spPr bwMode="auto">
              <a:xfrm>
                <a:off x="1552" y="1187"/>
                <a:ext cx="510" cy="276"/>
              </a:xfrm>
              <a:custGeom>
                <a:avLst/>
                <a:gdLst>
                  <a:gd name="T0" fmla="*/ 8 w 512"/>
                  <a:gd name="T1" fmla="*/ 268 h 276"/>
                  <a:gd name="T2" fmla="*/ 8 w 512"/>
                  <a:gd name="T3" fmla="*/ 4 h 276"/>
                  <a:gd name="T4" fmla="*/ 7 w 512"/>
                  <a:gd name="T5" fmla="*/ 1 h 276"/>
                  <a:gd name="T6" fmla="*/ 4 w 512"/>
                  <a:gd name="T7" fmla="*/ 0 h 276"/>
                  <a:gd name="T8" fmla="*/ 4 w 512"/>
                  <a:gd name="T9" fmla="*/ 0 h 276"/>
                  <a:gd name="T10" fmla="*/ 1 w 512"/>
                  <a:gd name="T11" fmla="*/ 1 h 276"/>
                  <a:gd name="T12" fmla="*/ 0 w 512"/>
                  <a:gd name="T13" fmla="*/ 4 h 276"/>
                  <a:gd name="T14" fmla="*/ 0 w 512"/>
                  <a:gd name="T15" fmla="*/ 276 h 276"/>
                  <a:gd name="T16" fmla="*/ 508 w 512"/>
                  <a:gd name="T17" fmla="*/ 276 h 276"/>
                  <a:gd name="T18" fmla="*/ 511 w 512"/>
                  <a:gd name="T19" fmla="*/ 275 h 276"/>
                  <a:gd name="T20" fmla="*/ 512 w 512"/>
                  <a:gd name="T21" fmla="*/ 272 h 276"/>
                  <a:gd name="T22" fmla="*/ 512 w 512"/>
                  <a:gd name="T23" fmla="*/ 272 h 276"/>
                  <a:gd name="T24" fmla="*/ 511 w 512"/>
                  <a:gd name="T25" fmla="*/ 269 h 276"/>
                  <a:gd name="T26" fmla="*/ 508 w 512"/>
                  <a:gd name="T27" fmla="*/ 268 h 276"/>
                  <a:gd name="T28" fmla="*/ 8 w 512"/>
                  <a:gd name="T29" fmla="*/ 268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12" h="276">
                    <a:moveTo>
                      <a:pt x="8" y="268"/>
                    </a:moveTo>
                    <a:cubicBezTo>
                      <a:pt x="8" y="4"/>
                      <a:pt x="8" y="4"/>
                      <a:pt x="8" y="4"/>
                    </a:cubicBezTo>
                    <a:cubicBezTo>
                      <a:pt x="8" y="3"/>
                      <a:pt x="8" y="2"/>
                      <a:pt x="7" y="1"/>
                    </a:cubicBezTo>
                    <a:cubicBezTo>
                      <a:pt x="6" y="1"/>
                      <a:pt x="5" y="0"/>
                      <a:pt x="4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3" y="0"/>
                      <a:pt x="2" y="1"/>
                      <a:pt x="1" y="1"/>
                    </a:cubicBezTo>
                    <a:cubicBezTo>
                      <a:pt x="0" y="2"/>
                      <a:pt x="0" y="3"/>
                      <a:pt x="0" y="4"/>
                    </a:cubicBezTo>
                    <a:cubicBezTo>
                      <a:pt x="0" y="276"/>
                      <a:pt x="0" y="276"/>
                      <a:pt x="0" y="276"/>
                    </a:cubicBezTo>
                    <a:cubicBezTo>
                      <a:pt x="508" y="276"/>
                      <a:pt x="508" y="276"/>
                      <a:pt x="508" y="276"/>
                    </a:cubicBezTo>
                    <a:cubicBezTo>
                      <a:pt x="509" y="276"/>
                      <a:pt x="510" y="276"/>
                      <a:pt x="511" y="275"/>
                    </a:cubicBezTo>
                    <a:cubicBezTo>
                      <a:pt x="512" y="274"/>
                      <a:pt x="512" y="273"/>
                      <a:pt x="512" y="272"/>
                    </a:cubicBezTo>
                    <a:cubicBezTo>
                      <a:pt x="512" y="272"/>
                      <a:pt x="512" y="272"/>
                      <a:pt x="512" y="272"/>
                    </a:cubicBezTo>
                    <a:cubicBezTo>
                      <a:pt x="512" y="271"/>
                      <a:pt x="512" y="270"/>
                      <a:pt x="511" y="269"/>
                    </a:cubicBezTo>
                    <a:cubicBezTo>
                      <a:pt x="510" y="268"/>
                      <a:pt x="509" y="268"/>
                      <a:pt x="508" y="268"/>
                    </a:cubicBezTo>
                    <a:cubicBezTo>
                      <a:pt x="8" y="268"/>
                      <a:pt x="8" y="268"/>
                      <a:pt x="8" y="26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cxnSp>
          <p:nvCxnSpPr>
            <p:cNvPr id="156" name="直接连接符 155"/>
            <p:cNvCxnSpPr/>
            <p:nvPr/>
          </p:nvCxnSpPr>
          <p:spPr>
            <a:xfrm>
              <a:off x="481129" y="3429000"/>
              <a:ext cx="1906471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6" name="矩形 165"/>
            <p:cNvSpPr/>
            <p:nvPr/>
          </p:nvSpPr>
          <p:spPr>
            <a:xfrm>
              <a:off x="356275" y="3457169"/>
              <a:ext cx="2031325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defTabSz="609585"/>
              <a:r>
                <a:rPr lang="zh-CN" altLang="en-US" b="1" dirty="0">
                  <a:solidFill>
                    <a:schemeClr val="bg1"/>
                  </a:solidFill>
                  <a:ea typeface="微软雅黑" charset="0"/>
                </a:rPr>
                <a:t>点击此处添加标题</a:t>
              </a:r>
            </a:p>
          </p:txBody>
        </p:sp>
      </p:grpSp>
      <p:grpSp>
        <p:nvGrpSpPr>
          <p:cNvPr id="26" name="组合 25"/>
          <p:cNvGrpSpPr/>
          <p:nvPr/>
        </p:nvGrpSpPr>
        <p:grpSpPr>
          <a:xfrm>
            <a:off x="356275" y="4464719"/>
            <a:ext cx="2031325" cy="1341695"/>
            <a:chOff x="356275" y="4464719"/>
            <a:chExt cx="2031325" cy="1341695"/>
          </a:xfrm>
        </p:grpSpPr>
        <p:grpSp>
          <p:nvGrpSpPr>
            <p:cNvPr id="15" name="Group 67"/>
            <p:cNvGrpSpPr>
              <a:grpSpLocks noChangeAspect="1"/>
            </p:cNvGrpSpPr>
            <p:nvPr/>
          </p:nvGrpSpPr>
          <p:grpSpPr bwMode="auto">
            <a:xfrm>
              <a:off x="526389" y="4464719"/>
              <a:ext cx="1188866" cy="879605"/>
              <a:chOff x="6149" y="2123"/>
              <a:chExt cx="765" cy="566"/>
            </a:xfrm>
            <a:solidFill>
              <a:schemeClr val="bg1"/>
            </a:solidFill>
          </p:grpSpPr>
          <p:sp>
            <p:nvSpPr>
              <p:cNvPr id="16" name="Freeform 68"/>
              <p:cNvSpPr>
                <a:spLocks/>
              </p:cNvSpPr>
              <p:nvPr/>
            </p:nvSpPr>
            <p:spPr bwMode="auto">
              <a:xfrm>
                <a:off x="6281" y="2401"/>
                <a:ext cx="501" cy="288"/>
              </a:xfrm>
              <a:custGeom>
                <a:avLst/>
                <a:gdLst>
                  <a:gd name="T0" fmla="*/ 485 w 524"/>
                  <a:gd name="T1" fmla="*/ 56 h 300"/>
                  <a:gd name="T2" fmla="*/ 473 w 524"/>
                  <a:gd name="T3" fmla="*/ 36 h 300"/>
                  <a:gd name="T4" fmla="*/ 450 w 524"/>
                  <a:gd name="T5" fmla="*/ 26 h 300"/>
                  <a:gd name="T6" fmla="*/ 318 w 524"/>
                  <a:gd name="T7" fmla="*/ 0 h 300"/>
                  <a:gd name="T8" fmla="*/ 356 w 524"/>
                  <a:gd name="T9" fmla="*/ 25 h 300"/>
                  <a:gd name="T10" fmla="*/ 296 w 524"/>
                  <a:gd name="T11" fmla="*/ 215 h 300"/>
                  <a:gd name="T12" fmla="*/ 262 w 524"/>
                  <a:gd name="T13" fmla="*/ 74 h 300"/>
                  <a:gd name="T14" fmla="*/ 228 w 524"/>
                  <a:gd name="T15" fmla="*/ 215 h 300"/>
                  <a:gd name="T16" fmla="*/ 168 w 524"/>
                  <a:gd name="T17" fmla="*/ 25 h 300"/>
                  <a:gd name="T18" fmla="*/ 206 w 524"/>
                  <a:gd name="T19" fmla="*/ 0 h 300"/>
                  <a:gd name="T20" fmla="*/ 74 w 524"/>
                  <a:gd name="T21" fmla="*/ 26 h 300"/>
                  <a:gd name="T22" fmla="*/ 51 w 524"/>
                  <a:gd name="T23" fmla="*/ 36 h 300"/>
                  <a:gd name="T24" fmla="*/ 39 w 524"/>
                  <a:gd name="T25" fmla="*/ 56 h 300"/>
                  <a:gd name="T26" fmla="*/ 0 w 524"/>
                  <a:gd name="T27" fmla="*/ 228 h 300"/>
                  <a:gd name="T28" fmla="*/ 73 w 524"/>
                  <a:gd name="T29" fmla="*/ 254 h 300"/>
                  <a:gd name="T30" fmla="*/ 249 w 524"/>
                  <a:gd name="T31" fmla="*/ 300 h 300"/>
                  <a:gd name="T32" fmla="*/ 262 w 524"/>
                  <a:gd name="T33" fmla="*/ 300 h 300"/>
                  <a:gd name="T34" fmla="*/ 275 w 524"/>
                  <a:gd name="T35" fmla="*/ 300 h 300"/>
                  <a:gd name="T36" fmla="*/ 451 w 524"/>
                  <a:gd name="T37" fmla="*/ 254 h 300"/>
                  <a:gd name="T38" fmla="*/ 524 w 524"/>
                  <a:gd name="T39" fmla="*/ 228 h 300"/>
                  <a:gd name="T40" fmla="*/ 485 w 524"/>
                  <a:gd name="T41" fmla="*/ 56 h 3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524" h="300">
                    <a:moveTo>
                      <a:pt x="485" y="56"/>
                    </a:moveTo>
                    <a:cubicBezTo>
                      <a:pt x="484" y="48"/>
                      <a:pt x="479" y="41"/>
                      <a:pt x="473" y="36"/>
                    </a:cubicBezTo>
                    <a:cubicBezTo>
                      <a:pt x="467" y="30"/>
                      <a:pt x="459" y="27"/>
                      <a:pt x="450" y="26"/>
                    </a:cubicBezTo>
                    <a:cubicBezTo>
                      <a:pt x="318" y="0"/>
                      <a:pt x="318" y="0"/>
                      <a:pt x="318" y="0"/>
                    </a:cubicBezTo>
                    <a:cubicBezTo>
                      <a:pt x="356" y="25"/>
                      <a:pt x="356" y="25"/>
                      <a:pt x="356" y="25"/>
                    </a:cubicBezTo>
                    <a:cubicBezTo>
                      <a:pt x="296" y="215"/>
                      <a:pt x="296" y="215"/>
                      <a:pt x="296" y="215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28" y="215"/>
                      <a:pt x="228" y="215"/>
                      <a:pt x="228" y="215"/>
                    </a:cubicBezTo>
                    <a:cubicBezTo>
                      <a:pt x="168" y="25"/>
                      <a:pt x="168" y="25"/>
                      <a:pt x="168" y="25"/>
                    </a:cubicBezTo>
                    <a:cubicBezTo>
                      <a:pt x="206" y="0"/>
                      <a:pt x="206" y="0"/>
                      <a:pt x="206" y="0"/>
                    </a:cubicBezTo>
                    <a:cubicBezTo>
                      <a:pt x="74" y="26"/>
                      <a:pt x="74" y="26"/>
                      <a:pt x="74" y="26"/>
                    </a:cubicBezTo>
                    <a:cubicBezTo>
                      <a:pt x="65" y="27"/>
                      <a:pt x="57" y="30"/>
                      <a:pt x="51" y="36"/>
                    </a:cubicBezTo>
                    <a:cubicBezTo>
                      <a:pt x="45" y="41"/>
                      <a:pt x="40" y="48"/>
                      <a:pt x="39" y="56"/>
                    </a:cubicBezTo>
                    <a:cubicBezTo>
                      <a:pt x="0" y="228"/>
                      <a:pt x="0" y="228"/>
                      <a:pt x="0" y="228"/>
                    </a:cubicBezTo>
                    <a:cubicBezTo>
                      <a:pt x="73" y="254"/>
                      <a:pt x="73" y="254"/>
                      <a:pt x="73" y="254"/>
                    </a:cubicBezTo>
                    <a:cubicBezTo>
                      <a:pt x="98" y="279"/>
                      <a:pt x="167" y="298"/>
                      <a:pt x="249" y="300"/>
                    </a:cubicBezTo>
                    <a:cubicBezTo>
                      <a:pt x="262" y="300"/>
                      <a:pt x="262" y="300"/>
                      <a:pt x="262" y="300"/>
                    </a:cubicBezTo>
                    <a:cubicBezTo>
                      <a:pt x="275" y="300"/>
                      <a:pt x="275" y="300"/>
                      <a:pt x="275" y="300"/>
                    </a:cubicBezTo>
                    <a:cubicBezTo>
                      <a:pt x="357" y="298"/>
                      <a:pt x="426" y="279"/>
                      <a:pt x="451" y="254"/>
                    </a:cubicBezTo>
                    <a:cubicBezTo>
                      <a:pt x="524" y="228"/>
                      <a:pt x="524" y="228"/>
                      <a:pt x="524" y="228"/>
                    </a:cubicBezTo>
                    <a:lnTo>
                      <a:pt x="485" y="5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7" name="Freeform 69"/>
              <p:cNvSpPr>
                <a:spLocks/>
              </p:cNvSpPr>
              <p:nvPr/>
            </p:nvSpPr>
            <p:spPr bwMode="auto">
              <a:xfrm>
                <a:off x="6503" y="2419"/>
                <a:ext cx="57" cy="53"/>
              </a:xfrm>
              <a:custGeom>
                <a:avLst/>
                <a:gdLst>
                  <a:gd name="T0" fmla="*/ 29 w 57"/>
                  <a:gd name="T1" fmla="*/ 0 h 53"/>
                  <a:gd name="T2" fmla="*/ 0 w 57"/>
                  <a:gd name="T3" fmla="*/ 11 h 53"/>
                  <a:gd name="T4" fmla="*/ 29 w 57"/>
                  <a:gd name="T5" fmla="*/ 53 h 53"/>
                  <a:gd name="T6" fmla="*/ 57 w 57"/>
                  <a:gd name="T7" fmla="*/ 11 h 53"/>
                  <a:gd name="T8" fmla="*/ 29 w 57"/>
                  <a:gd name="T9" fmla="*/ 0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7" h="53">
                    <a:moveTo>
                      <a:pt x="29" y="0"/>
                    </a:moveTo>
                    <a:lnTo>
                      <a:pt x="0" y="11"/>
                    </a:lnTo>
                    <a:lnTo>
                      <a:pt x="29" y="53"/>
                    </a:lnTo>
                    <a:lnTo>
                      <a:pt x="57" y="11"/>
                    </a:lnTo>
                    <a:lnTo>
                      <a:pt x="29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8" name="Freeform 70"/>
              <p:cNvSpPr>
                <a:spLocks/>
              </p:cNvSpPr>
              <p:nvPr/>
            </p:nvSpPr>
            <p:spPr bwMode="auto">
              <a:xfrm>
                <a:off x="6410" y="2123"/>
                <a:ext cx="243" cy="292"/>
              </a:xfrm>
              <a:custGeom>
                <a:avLst/>
                <a:gdLst>
                  <a:gd name="T0" fmla="*/ 240 w 254"/>
                  <a:gd name="T1" fmla="*/ 140 h 304"/>
                  <a:gd name="T2" fmla="*/ 127 w 254"/>
                  <a:gd name="T3" fmla="*/ 0 h 304"/>
                  <a:gd name="T4" fmla="*/ 14 w 254"/>
                  <a:gd name="T5" fmla="*/ 140 h 304"/>
                  <a:gd name="T6" fmla="*/ 8 w 254"/>
                  <a:gd name="T7" fmla="*/ 177 h 304"/>
                  <a:gd name="T8" fmla="*/ 26 w 254"/>
                  <a:gd name="T9" fmla="*/ 202 h 304"/>
                  <a:gd name="T10" fmla="*/ 127 w 254"/>
                  <a:gd name="T11" fmla="*/ 304 h 304"/>
                  <a:gd name="T12" fmla="*/ 228 w 254"/>
                  <a:gd name="T13" fmla="*/ 202 h 304"/>
                  <a:gd name="T14" fmla="*/ 246 w 254"/>
                  <a:gd name="T15" fmla="*/ 177 h 304"/>
                  <a:gd name="T16" fmla="*/ 240 w 254"/>
                  <a:gd name="T17" fmla="*/ 140 h 3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54" h="304">
                    <a:moveTo>
                      <a:pt x="240" y="140"/>
                    </a:moveTo>
                    <a:cubicBezTo>
                      <a:pt x="240" y="61"/>
                      <a:pt x="208" y="0"/>
                      <a:pt x="127" y="0"/>
                    </a:cubicBezTo>
                    <a:cubicBezTo>
                      <a:pt x="46" y="0"/>
                      <a:pt x="14" y="62"/>
                      <a:pt x="14" y="140"/>
                    </a:cubicBezTo>
                    <a:cubicBezTo>
                      <a:pt x="5" y="144"/>
                      <a:pt x="0" y="154"/>
                      <a:pt x="8" y="177"/>
                    </a:cubicBezTo>
                    <a:cubicBezTo>
                      <a:pt x="12" y="188"/>
                      <a:pt x="20" y="197"/>
                      <a:pt x="26" y="202"/>
                    </a:cubicBezTo>
                    <a:cubicBezTo>
                      <a:pt x="49" y="260"/>
                      <a:pt x="94" y="304"/>
                      <a:pt x="127" y="304"/>
                    </a:cubicBezTo>
                    <a:cubicBezTo>
                      <a:pt x="160" y="304"/>
                      <a:pt x="205" y="260"/>
                      <a:pt x="228" y="202"/>
                    </a:cubicBezTo>
                    <a:cubicBezTo>
                      <a:pt x="234" y="197"/>
                      <a:pt x="242" y="188"/>
                      <a:pt x="246" y="177"/>
                    </a:cubicBezTo>
                    <a:cubicBezTo>
                      <a:pt x="254" y="154"/>
                      <a:pt x="249" y="144"/>
                      <a:pt x="240" y="14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9" name="Freeform 71"/>
              <p:cNvSpPr>
                <a:spLocks noEditPoints="1"/>
              </p:cNvSpPr>
              <p:nvPr/>
            </p:nvSpPr>
            <p:spPr bwMode="auto">
              <a:xfrm>
                <a:off x="6149" y="2218"/>
                <a:ext cx="765" cy="365"/>
              </a:xfrm>
              <a:custGeom>
                <a:avLst/>
                <a:gdLst>
                  <a:gd name="T0" fmla="*/ 128 w 800"/>
                  <a:gd name="T1" fmla="*/ 380 h 380"/>
                  <a:gd name="T2" fmla="*/ 48 w 800"/>
                  <a:gd name="T3" fmla="*/ 352 h 380"/>
                  <a:gd name="T4" fmla="*/ 0 w 800"/>
                  <a:gd name="T5" fmla="*/ 336 h 380"/>
                  <a:gd name="T6" fmla="*/ 25 w 800"/>
                  <a:gd name="T7" fmla="*/ 224 h 380"/>
                  <a:gd name="T8" fmla="*/ 33 w 800"/>
                  <a:gd name="T9" fmla="*/ 211 h 380"/>
                  <a:gd name="T10" fmla="*/ 48 w 800"/>
                  <a:gd name="T11" fmla="*/ 204 h 380"/>
                  <a:gd name="T12" fmla="*/ 141 w 800"/>
                  <a:gd name="T13" fmla="*/ 183 h 380"/>
                  <a:gd name="T14" fmla="*/ 105 w 800"/>
                  <a:gd name="T15" fmla="*/ 131 h 380"/>
                  <a:gd name="T16" fmla="*/ 93 w 800"/>
                  <a:gd name="T17" fmla="*/ 114 h 380"/>
                  <a:gd name="T18" fmla="*/ 97 w 800"/>
                  <a:gd name="T19" fmla="*/ 90 h 380"/>
                  <a:gd name="T20" fmla="*/ 170 w 800"/>
                  <a:gd name="T21" fmla="*/ 0 h 380"/>
                  <a:gd name="T22" fmla="*/ 170 w 800"/>
                  <a:gd name="T23" fmla="*/ 0 h 380"/>
                  <a:gd name="T24" fmla="*/ 244 w 800"/>
                  <a:gd name="T25" fmla="*/ 90 h 380"/>
                  <a:gd name="T26" fmla="*/ 247 w 800"/>
                  <a:gd name="T27" fmla="*/ 114 h 380"/>
                  <a:gd name="T28" fmla="*/ 236 w 800"/>
                  <a:gd name="T29" fmla="*/ 131 h 380"/>
                  <a:gd name="T30" fmla="*/ 199 w 800"/>
                  <a:gd name="T31" fmla="*/ 183 h 380"/>
                  <a:gd name="T32" fmla="*/ 240 w 800"/>
                  <a:gd name="T33" fmla="*/ 192 h 380"/>
                  <a:gd name="T34" fmla="*/ 209 w 800"/>
                  <a:gd name="T35" fmla="*/ 199 h 380"/>
                  <a:gd name="T36" fmla="*/ 177 w 800"/>
                  <a:gd name="T37" fmla="*/ 213 h 380"/>
                  <a:gd name="T38" fmla="*/ 159 w 800"/>
                  <a:gd name="T39" fmla="*/ 243 h 380"/>
                  <a:gd name="T40" fmla="*/ 128 w 800"/>
                  <a:gd name="T41" fmla="*/ 380 h 380"/>
                  <a:gd name="T42" fmla="*/ 775 w 800"/>
                  <a:gd name="T43" fmla="*/ 224 h 380"/>
                  <a:gd name="T44" fmla="*/ 767 w 800"/>
                  <a:gd name="T45" fmla="*/ 211 h 380"/>
                  <a:gd name="T46" fmla="*/ 752 w 800"/>
                  <a:gd name="T47" fmla="*/ 204 h 380"/>
                  <a:gd name="T48" fmla="*/ 659 w 800"/>
                  <a:gd name="T49" fmla="*/ 183 h 380"/>
                  <a:gd name="T50" fmla="*/ 695 w 800"/>
                  <a:gd name="T51" fmla="*/ 131 h 380"/>
                  <a:gd name="T52" fmla="*/ 707 w 800"/>
                  <a:gd name="T53" fmla="*/ 114 h 380"/>
                  <a:gd name="T54" fmla="*/ 703 w 800"/>
                  <a:gd name="T55" fmla="*/ 90 h 380"/>
                  <a:gd name="T56" fmla="*/ 630 w 800"/>
                  <a:gd name="T57" fmla="*/ 0 h 380"/>
                  <a:gd name="T58" fmla="*/ 630 w 800"/>
                  <a:gd name="T59" fmla="*/ 0 h 380"/>
                  <a:gd name="T60" fmla="*/ 556 w 800"/>
                  <a:gd name="T61" fmla="*/ 90 h 380"/>
                  <a:gd name="T62" fmla="*/ 553 w 800"/>
                  <a:gd name="T63" fmla="*/ 114 h 380"/>
                  <a:gd name="T64" fmla="*/ 564 w 800"/>
                  <a:gd name="T65" fmla="*/ 131 h 380"/>
                  <a:gd name="T66" fmla="*/ 601 w 800"/>
                  <a:gd name="T67" fmla="*/ 183 h 380"/>
                  <a:gd name="T68" fmla="*/ 560 w 800"/>
                  <a:gd name="T69" fmla="*/ 192 h 380"/>
                  <a:gd name="T70" fmla="*/ 591 w 800"/>
                  <a:gd name="T71" fmla="*/ 199 h 380"/>
                  <a:gd name="T72" fmla="*/ 623 w 800"/>
                  <a:gd name="T73" fmla="*/ 213 h 380"/>
                  <a:gd name="T74" fmla="*/ 641 w 800"/>
                  <a:gd name="T75" fmla="*/ 243 h 380"/>
                  <a:gd name="T76" fmla="*/ 672 w 800"/>
                  <a:gd name="T77" fmla="*/ 380 h 380"/>
                  <a:gd name="T78" fmla="*/ 752 w 800"/>
                  <a:gd name="T79" fmla="*/ 352 h 380"/>
                  <a:gd name="T80" fmla="*/ 800 w 800"/>
                  <a:gd name="T81" fmla="*/ 336 h 380"/>
                  <a:gd name="T82" fmla="*/ 775 w 800"/>
                  <a:gd name="T83" fmla="*/ 224 h 3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800" h="380">
                    <a:moveTo>
                      <a:pt x="128" y="380"/>
                    </a:moveTo>
                    <a:cubicBezTo>
                      <a:pt x="90" y="375"/>
                      <a:pt x="60" y="365"/>
                      <a:pt x="48" y="352"/>
                    </a:cubicBezTo>
                    <a:cubicBezTo>
                      <a:pt x="0" y="336"/>
                      <a:pt x="0" y="336"/>
                      <a:pt x="0" y="336"/>
                    </a:cubicBezTo>
                    <a:cubicBezTo>
                      <a:pt x="25" y="224"/>
                      <a:pt x="25" y="224"/>
                      <a:pt x="25" y="224"/>
                    </a:cubicBezTo>
                    <a:cubicBezTo>
                      <a:pt x="27" y="219"/>
                      <a:pt x="29" y="215"/>
                      <a:pt x="33" y="211"/>
                    </a:cubicBezTo>
                    <a:cubicBezTo>
                      <a:pt x="38" y="207"/>
                      <a:pt x="43" y="205"/>
                      <a:pt x="48" y="204"/>
                    </a:cubicBezTo>
                    <a:cubicBezTo>
                      <a:pt x="141" y="183"/>
                      <a:pt x="141" y="183"/>
                      <a:pt x="141" y="183"/>
                    </a:cubicBezTo>
                    <a:cubicBezTo>
                      <a:pt x="127" y="171"/>
                      <a:pt x="113" y="152"/>
                      <a:pt x="105" y="131"/>
                    </a:cubicBezTo>
                    <a:cubicBezTo>
                      <a:pt x="101" y="128"/>
                      <a:pt x="96" y="122"/>
                      <a:pt x="93" y="114"/>
                    </a:cubicBezTo>
                    <a:cubicBezTo>
                      <a:pt x="88" y="100"/>
                      <a:pt x="91" y="93"/>
                      <a:pt x="97" y="90"/>
                    </a:cubicBezTo>
                    <a:cubicBezTo>
                      <a:pt x="97" y="40"/>
                      <a:pt x="118" y="0"/>
                      <a:pt x="170" y="0"/>
                    </a:cubicBezTo>
                    <a:cubicBezTo>
                      <a:pt x="170" y="0"/>
                      <a:pt x="170" y="0"/>
                      <a:pt x="170" y="0"/>
                    </a:cubicBezTo>
                    <a:cubicBezTo>
                      <a:pt x="223" y="0"/>
                      <a:pt x="244" y="40"/>
                      <a:pt x="244" y="90"/>
                    </a:cubicBezTo>
                    <a:cubicBezTo>
                      <a:pt x="249" y="93"/>
                      <a:pt x="253" y="100"/>
                      <a:pt x="247" y="114"/>
                    </a:cubicBezTo>
                    <a:cubicBezTo>
                      <a:pt x="245" y="122"/>
                      <a:pt x="240" y="128"/>
                      <a:pt x="236" y="131"/>
                    </a:cubicBezTo>
                    <a:cubicBezTo>
                      <a:pt x="227" y="152"/>
                      <a:pt x="213" y="171"/>
                      <a:pt x="199" y="183"/>
                    </a:cubicBezTo>
                    <a:cubicBezTo>
                      <a:pt x="240" y="192"/>
                      <a:pt x="240" y="192"/>
                      <a:pt x="240" y="192"/>
                    </a:cubicBezTo>
                    <a:cubicBezTo>
                      <a:pt x="209" y="199"/>
                      <a:pt x="209" y="199"/>
                      <a:pt x="209" y="199"/>
                    </a:cubicBezTo>
                    <a:cubicBezTo>
                      <a:pt x="197" y="200"/>
                      <a:pt x="186" y="205"/>
                      <a:pt x="177" y="213"/>
                    </a:cubicBezTo>
                    <a:cubicBezTo>
                      <a:pt x="168" y="221"/>
                      <a:pt x="162" y="231"/>
                      <a:pt x="159" y="243"/>
                    </a:cubicBezTo>
                    <a:lnTo>
                      <a:pt x="128" y="380"/>
                    </a:lnTo>
                    <a:close/>
                    <a:moveTo>
                      <a:pt x="775" y="224"/>
                    </a:moveTo>
                    <a:cubicBezTo>
                      <a:pt x="773" y="219"/>
                      <a:pt x="771" y="215"/>
                      <a:pt x="767" y="211"/>
                    </a:cubicBezTo>
                    <a:cubicBezTo>
                      <a:pt x="762" y="207"/>
                      <a:pt x="757" y="205"/>
                      <a:pt x="752" y="204"/>
                    </a:cubicBezTo>
                    <a:cubicBezTo>
                      <a:pt x="659" y="183"/>
                      <a:pt x="659" y="183"/>
                      <a:pt x="659" y="183"/>
                    </a:cubicBezTo>
                    <a:cubicBezTo>
                      <a:pt x="673" y="171"/>
                      <a:pt x="687" y="152"/>
                      <a:pt x="695" y="131"/>
                    </a:cubicBezTo>
                    <a:cubicBezTo>
                      <a:pt x="699" y="128"/>
                      <a:pt x="704" y="121"/>
                      <a:pt x="707" y="114"/>
                    </a:cubicBezTo>
                    <a:cubicBezTo>
                      <a:pt x="712" y="100"/>
                      <a:pt x="709" y="93"/>
                      <a:pt x="703" y="90"/>
                    </a:cubicBezTo>
                    <a:cubicBezTo>
                      <a:pt x="703" y="40"/>
                      <a:pt x="682" y="0"/>
                      <a:pt x="630" y="0"/>
                    </a:cubicBezTo>
                    <a:cubicBezTo>
                      <a:pt x="630" y="0"/>
                      <a:pt x="630" y="0"/>
                      <a:pt x="630" y="0"/>
                    </a:cubicBezTo>
                    <a:cubicBezTo>
                      <a:pt x="577" y="0"/>
                      <a:pt x="556" y="40"/>
                      <a:pt x="556" y="90"/>
                    </a:cubicBezTo>
                    <a:cubicBezTo>
                      <a:pt x="551" y="93"/>
                      <a:pt x="547" y="100"/>
                      <a:pt x="553" y="114"/>
                    </a:cubicBezTo>
                    <a:cubicBezTo>
                      <a:pt x="555" y="121"/>
                      <a:pt x="560" y="128"/>
                      <a:pt x="564" y="131"/>
                    </a:cubicBezTo>
                    <a:cubicBezTo>
                      <a:pt x="573" y="152"/>
                      <a:pt x="587" y="171"/>
                      <a:pt x="601" y="183"/>
                    </a:cubicBezTo>
                    <a:cubicBezTo>
                      <a:pt x="560" y="192"/>
                      <a:pt x="560" y="192"/>
                      <a:pt x="560" y="192"/>
                    </a:cubicBezTo>
                    <a:cubicBezTo>
                      <a:pt x="591" y="199"/>
                      <a:pt x="591" y="199"/>
                      <a:pt x="591" y="199"/>
                    </a:cubicBezTo>
                    <a:cubicBezTo>
                      <a:pt x="603" y="200"/>
                      <a:pt x="614" y="205"/>
                      <a:pt x="623" y="213"/>
                    </a:cubicBezTo>
                    <a:cubicBezTo>
                      <a:pt x="632" y="221"/>
                      <a:pt x="638" y="231"/>
                      <a:pt x="641" y="243"/>
                    </a:cubicBezTo>
                    <a:cubicBezTo>
                      <a:pt x="672" y="380"/>
                      <a:pt x="672" y="380"/>
                      <a:pt x="672" y="380"/>
                    </a:cubicBezTo>
                    <a:cubicBezTo>
                      <a:pt x="710" y="375"/>
                      <a:pt x="740" y="365"/>
                      <a:pt x="752" y="352"/>
                    </a:cubicBezTo>
                    <a:cubicBezTo>
                      <a:pt x="800" y="336"/>
                      <a:pt x="800" y="336"/>
                      <a:pt x="800" y="336"/>
                    </a:cubicBezTo>
                    <a:lnTo>
                      <a:pt x="775" y="22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cxnSp>
          <p:nvCxnSpPr>
            <p:cNvPr id="162" name="直接连接符 161"/>
            <p:cNvCxnSpPr/>
            <p:nvPr/>
          </p:nvCxnSpPr>
          <p:spPr>
            <a:xfrm>
              <a:off x="481129" y="5450305"/>
              <a:ext cx="1906471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7" name="矩形 166"/>
            <p:cNvSpPr/>
            <p:nvPr/>
          </p:nvSpPr>
          <p:spPr>
            <a:xfrm>
              <a:off x="356275" y="5437082"/>
              <a:ext cx="2031325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defTabSz="609585"/>
              <a:r>
                <a:rPr lang="zh-CN" altLang="en-US" b="1" dirty="0">
                  <a:solidFill>
                    <a:schemeClr val="bg1"/>
                  </a:solidFill>
                  <a:ea typeface="微软雅黑" charset="0"/>
                </a:rPr>
                <a:t>点击此处添加标题</a:t>
              </a: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3456237" y="2451100"/>
            <a:ext cx="2031325" cy="1375401"/>
            <a:chOff x="3456237" y="2451100"/>
            <a:chExt cx="2031325" cy="1375401"/>
          </a:xfrm>
        </p:grpSpPr>
        <p:grpSp>
          <p:nvGrpSpPr>
            <p:cNvPr id="90" name="Group 11"/>
            <p:cNvGrpSpPr>
              <a:grpSpLocks noChangeAspect="1"/>
            </p:cNvGrpSpPr>
            <p:nvPr/>
          </p:nvGrpSpPr>
          <p:grpSpPr bwMode="auto">
            <a:xfrm>
              <a:off x="3465348" y="2451100"/>
              <a:ext cx="1243260" cy="882715"/>
              <a:chOff x="1407" y="1098"/>
              <a:chExt cx="800" cy="568"/>
            </a:xfrm>
            <a:solidFill>
              <a:schemeClr val="bg1"/>
            </a:solidFill>
          </p:grpSpPr>
          <p:sp>
            <p:nvSpPr>
              <p:cNvPr id="91" name="Freeform 12"/>
              <p:cNvSpPr>
                <a:spLocks noEditPoints="1"/>
              </p:cNvSpPr>
              <p:nvPr/>
            </p:nvSpPr>
            <p:spPr bwMode="auto">
              <a:xfrm>
                <a:off x="1494" y="1098"/>
                <a:ext cx="626" cy="423"/>
              </a:xfrm>
              <a:custGeom>
                <a:avLst/>
                <a:gdLst>
                  <a:gd name="T0" fmla="*/ 621 w 628"/>
                  <a:gd name="T1" fmla="*/ 7 h 423"/>
                  <a:gd name="T2" fmla="*/ 605 w 628"/>
                  <a:gd name="T3" fmla="*/ 0 h 423"/>
                  <a:gd name="T4" fmla="*/ 23 w 628"/>
                  <a:gd name="T5" fmla="*/ 0 h 423"/>
                  <a:gd name="T6" fmla="*/ 7 w 628"/>
                  <a:gd name="T7" fmla="*/ 7 h 423"/>
                  <a:gd name="T8" fmla="*/ 0 w 628"/>
                  <a:gd name="T9" fmla="*/ 23 h 423"/>
                  <a:gd name="T10" fmla="*/ 0 w 628"/>
                  <a:gd name="T11" fmla="*/ 423 h 423"/>
                  <a:gd name="T12" fmla="*/ 628 w 628"/>
                  <a:gd name="T13" fmla="*/ 423 h 423"/>
                  <a:gd name="T14" fmla="*/ 628 w 628"/>
                  <a:gd name="T15" fmla="*/ 23 h 423"/>
                  <a:gd name="T16" fmla="*/ 621 w 628"/>
                  <a:gd name="T17" fmla="*/ 7 h 423"/>
                  <a:gd name="T18" fmla="*/ 314 w 628"/>
                  <a:gd name="T19" fmla="*/ 13 h 423"/>
                  <a:gd name="T20" fmla="*/ 321 w 628"/>
                  <a:gd name="T21" fmla="*/ 20 h 423"/>
                  <a:gd name="T22" fmla="*/ 314 w 628"/>
                  <a:gd name="T23" fmla="*/ 27 h 423"/>
                  <a:gd name="T24" fmla="*/ 307 w 628"/>
                  <a:gd name="T25" fmla="*/ 20 h 423"/>
                  <a:gd name="T26" fmla="*/ 314 w 628"/>
                  <a:gd name="T27" fmla="*/ 13 h 423"/>
                  <a:gd name="T28" fmla="*/ 587 w 628"/>
                  <a:gd name="T29" fmla="*/ 382 h 423"/>
                  <a:gd name="T30" fmla="*/ 41 w 628"/>
                  <a:gd name="T31" fmla="*/ 382 h 423"/>
                  <a:gd name="T32" fmla="*/ 41 w 628"/>
                  <a:gd name="T33" fmla="*/ 41 h 423"/>
                  <a:gd name="T34" fmla="*/ 587 w 628"/>
                  <a:gd name="T35" fmla="*/ 41 h 423"/>
                  <a:gd name="T36" fmla="*/ 587 w 628"/>
                  <a:gd name="T37" fmla="*/ 382 h 4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628" h="423">
                    <a:moveTo>
                      <a:pt x="621" y="7"/>
                    </a:moveTo>
                    <a:cubicBezTo>
                      <a:pt x="617" y="2"/>
                      <a:pt x="611" y="0"/>
                      <a:pt x="605" y="0"/>
                    </a:cubicBezTo>
                    <a:cubicBezTo>
                      <a:pt x="23" y="0"/>
                      <a:pt x="23" y="0"/>
                      <a:pt x="23" y="0"/>
                    </a:cubicBezTo>
                    <a:cubicBezTo>
                      <a:pt x="17" y="0"/>
                      <a:pt x="11" y="2"/>
                      <a:pt x="7" y="7"/>
                    </a:cubicBezTo>
                    <a:cubicBezTo>
                      <a:pt x="2" y="11"/>
                      <a:pt x="0" y="17"/>
                      <a:pt x="0" y="23"/>
                    </a:cubicBezTo>
                    <a:cubicBezTo>
                      <a:pt x="0" y="423"/>
                      <a:pt x="0" y="423"/>
                      <a:pt x="0" y="423"/>
                    </a:cubicBezTo>
                    <a:cubicBezTo>
                      <a:pt x="628" y="423"/>
                      <a:pt x="628" y="423"/>
                      <a:pt x="628" y="423"/>
                    </a:cubicBezTo>
                    <a:cubicBezTo>
                      <a:pt x="628" y="23"/>
                      <a:pt x="628" y="23"/>
                      <a:pt x="628" y="23"/>
                    </a:cubicBezTo>
                    <a:cubicBezTo>
                      <a:pt x="628" y="17"/>
                      <a:pt x="626" y="11"/>
                      <a:pt x="621" y="7"/>
                    </a:cubicBezTo>
                    <a:close/>
                    <a:moveTo>
                      <a:pt x="314" y="13"/>
                    </a:moveTo>
                    <a:cubicBezTo>
                      <a:pt x="318" y="13"/>
                      <a:pt x="321" y="16"/>
                      <a:pt x="321" y="20"/>
                    </a:cubicBezTo>
                    <a:cubicBezTo>
                      <a:pt x="321" y="24"/>
                      <a:pt x="318" y="27"/>
                      <a:pt x="314" y="27"/>
                    </a:cubicBezTo>
                    <a:cubicBezTo>
                      <a:pt x="310" y="27"/>
                      <a:pt x="307" y="24"/>
                      <a:pt x="307" y="20"/>
                    </a:cubicBezTo>
                    <a:cubicBezTo>
                      <a:pt x="307" y="16"/>
                      <a:pt x="310" y="13"/>
                      <a:pt x="314" y="13"/>
                    </a:cubicBezTo>
                    <a:close/>
                    <a:moveTo>
                      <a:pt x="587" y="382"/>
                    </a:moveTo>
                    <a:cubicBezTo>
                      <a:pt x="41" y="382"/>
                      <a:pt x="41" y="382"/>
                      <a:pt x="41" y="382"/>
                    </a:cubicBezTo>
                    <a:cubicBezTo>
                      <a:pt x="41" y="41"/>
                      <a:pt x="41" y="41"/>
                      <a:pt x="41" y="41"/>
                    </a:cubicBezTo>
                    <a:cubicBezTo>
                      <a:pt x="587" y="41"/>
                      <a:pt x="587" y="41"/>
                      <a:pt x="587" y="41"/>
                    </a:cubicBezTo>
                    <a:lnTo>
                      <a:pt x="587" y="38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2" name="Freeform 13"/>
              <p:cNvSpPr>
                <a:spLocks noEditPoints="1"/>
              </p:cNvSpPr>
              <p:nvPr/>
            </p:nvSpPr>
            <p:spPr bwMode="auto">
              <a:xfrm>
                <a:off x="1407" y="1538"/>
                <a:ext cx="800" cy="97"/>
              </a:xfrm>
              <a:custGeom>
                <a:avLst/>
                <a:gdLst>
                  <a:gd name="T0" fmla="*/ 87 w 802"/>
                  <a:gd name="T1" fmla="*/ 0 h 97"/>
                  <a:gd name="T2" fmla="*/ 4 w 802"/>
                  <a:gd name="T3" fmla="*/ 83 h 97"/>
                  <a:gd name="T4" fmla="*/ 2 w 802"/>
                  <a:gd name="T5" fmla="*/ 92 h 97"/>
                  <a:gd name="T6" fmla="*/ 10 w 802"/>
                  <a:gd name="T7" fmla="*/ 97 h 97"/>
                  <a:gd name="T8" fmla="*/ 792 w 802"/>
                  <a:gd name="T9" fmla="*/ 97 h 97"/>
                  <a:gd name="T10" fmla="*/ 800 w 802"/>
                  <a:gd name="T11" fmla="*/ 92 h 97"/>
                  <a:gd name="T12" fmla="*/ 798 w 802"/>
                  <a:gd name="T13" fmla="*/ 83 h 97"/>
                  <a:gd name="T14" fmla="*/ 715 w 802"/>
                  <a:gd name="T15" fmla="*/ 0 h 97"/>
                  <a:gd name="T16" fmla="*/ 87 w 802"/>
                  <a:gd name="T17" fmla="*/ 0 h 97"/>
                  <a:gd name="T18" fmla="*/ 711 w 802"/>
                  <a:gd name="T19" fmla="*/ 47 h 97"/>
                  <a:gd name="T20" fmla="*/ 712 w 802"/>
                  <a:gd name="T21" fmla="*/ 54 h 97"/>
                  <a:gd name="T22" fmla="*/ 706 w 802"/>
                  <a:gd name="T23" fmla="*/ 58 h 97"/>
                  <a:gd name="T24" fmla="*/ 484 w 802"/>
                  <a:gd name="T25" fmla="*/ 58 h 97"/>
                  <a:gd name="T26" fmla="*/ 485 w 802"/>
                  <a:gd name="T27" fmla="*/ 64 h 97"/>
                  <a:gd name="T28" fmla="*/ 484 w 802"/>
                  <a:gd name="T29" fmla="*/ 67 h 97"/>
                  <a:gd name="T30" fmla="*/ 481 w 802"/>
                  <a:gd name="T31" fmla="*/ 69 h 97"/>
                  <a:gd name="T32" fmla="*/ 321 w 802"/>
                  <a:gd name="T33" fmla="*/ 69 h 97"/>
                  <a:gd name="T34" fmla="*/ 318 w 802"/>
                  <a:gd name="T35" fmla="*/ 67 h 97"/>
                  <a:gd name="T36" fmla="*/ 317 w 802"/>
                  <a:gd name="T37" fmla="*/ 64 h 97"/>
                  <a:gd name="T38" fmla="*/ 318 w 802"/>
                  <a:gd name="T39" fmla="*/ 58 h 97"/>
                  <a:gd name="T40" fmla="*/ 96 w 802"/>
                  <a:gd name="T41" fmla="*/ 58 h 97"/>
                  <a:gd name="T42" fmla="*/ 90 w 802"/>
                  <a:gd name="T43" fmla="*/ 54 h 97"/>
                  <a:gd name="T44" fmla="*/ 91 w 802"/>
                  <a:gd name="T45" fmla="*/ 47 h 97"/>
                  <a:gd name="T46" fmla="*/ 113 w 802"/>
                  <a:gd name="T47" fmla="*/ 20 h 97"/>
                  <a:gd name="T48" fmla="*/ 689 w 802"/>
                  <a:gd name="T49" fmla="*/ 20 h 97"/>
                  <a:gd name="T50" fmla="*/ 711 w 802"/>
                  <a:gd name="T51" fmla="*/ 47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802" h="97">
                    <a:moveTo>
                      <a:pt x="87" y="0"/>
                    </a:moveTo>
                    <a:cubicBezTo>
                      <a:pt x="4" y="83"/>
                      <a:pt x="4" y="83"/>
                      <a:pt x="4" y="83"/>
                    </a:cubicBezTo>
                    <a:cubicBezTo>
                      <a:pt x="1" y="85"/>
                      <a:pt x="0" y="89"/>
                      <a:pt x="2" y="92"/>
                    </a:cubicBezTo>
                    <a:cubicBezTo>
                      <a:pt x="3" y="95"/>
                      <a:pt x="6" y="97"/>
                      <a:pt x="10" y="97"/>
                    </a:cubicBezTo>
                    <a:cubicBezTo>
                      <a:pt x="792" y="97"/>
                      <a:pt x="792" y="97"/>
                      <a:pt x="792" y="97"/>
                    </a:cubicBezTo>
                    <a:cubicBezTo>
                      <a:pt x="796" y="97"/>
                      <a:pt x="799" y="95"/>
                      <a:pt x="800" y="92"/>
                    </a:cubicBezTo>
                    <a:cubicBezTo>
                      <a:pt x="802" y="89"/>
                      <a:pt x="801" y="85"/>
                      <a:pt x="798" y="83"/>
                    </a:cubicBezTo>
                    <a:cubicBezTo>
                      <a:pt x="715" y="0"/>
                      <a:pt x="715" y="0"/>
                      <a:pt x="715" y="0"/>
                    </a:cubicBezTo>
                    <a:lnTo>
                      <a:pt x="87" y="0"/>
                    </a:lnTo>
                    <a:close/>
                    <a:moveTo>
                      <a:pt x="711" y="47"/>
                    </a:moveTo>
                    <a:cubicBezTo>
                      <a:pt x="713" y="49"/>
                      <a:pt x="713" y="51"/>
                      <a:pt x="712" y="54"/>
                    </a:cubicBezTo>
                    <a:cubicBezTo>
                      <a:pt x="711" y="56"/>
                      <a:pt x="709" y="58"/>
                      <a:pt x="706" y="58"/>
                    </a:cubicBezTo>
                    <a:cubicBezTo>
                      <a:pt x="484" y="58"/>
                      <a:pt x="484" y="58"/>
                      <a:pt x="484" y="58"/>
                    </a:cubicBezTo>
                    <a:cubicBezTo>
                      <a:pt x="485" y="64"/>
                      <a:pt x="485" y="64"/>
                      <a:pt x="485" y="64"/>
                    </a:cubicBezTo>
                    <a:cubicBezTo>
                      <a:pt x="485" y="65"/>
                      <a:pt x="485" y="66"/>
                      <a:pt x="484" y="67"/>
                    </a:cubicBezTo>
                    <a:cubicBezTo>
                      <a:pt x="483" y="68"/>
                      <a:pt x="482" y="69"/>
                      <a:pt x="481" y="69"/>
                    </a:cubicBezTo>
                    <a:cubicBezTo>
                      <a:pt x="321" y="69"/>
                      <a:pt x="321" y="69"/>
                      <a:pt x="321" y="69"/>
                    </a:cubicBezTo>
                    <a:cubicBezTo>
                      <a:pt x="320" y="69"/>
                      <a:pt x="319" y="68"/>
                      <a:pt x="318" y="67"/>
                    </a:cubicBezTo>
                    <a:cubicBezTo>
                      <a:pt x="317" y="66"/>
                      <a:pt x="317" y="65"/>
                      <a:pt x="317" y="64"/>
                    </a:cubicBezTo>
                    <a:cubicBezTo>
                      <a:pt x="318" y="58"/>
                      <a:pt x="318" y="58"/>
                      <a:pt x="318" y="58"/>
                    </a:cubicBezTo>
                    <a:cubicBezTo>
                      <a:pt x="96" y="58"/>
                      <a:pt x="96" y="58"/>
                      <a:pt x="96" y="58"/>
                    </a:cubicBezTo>
                    <a:cubicBezTo>
                      <a:pt x="93" y="58"/>
                      <a:pt x="91" y="56"/>
                      <a:pt x="90" y="54"/>
                    </a:cubicBezTo>
                    <a:cubicBezTo>
                      <a:pt x="89" y="51"/>
                      <a:pt x="89" y="49"/>
                      <a:pt x="91" y="47"/>
                    </a:cubicBezTo>
                    <a:cubicBezTo>
                      <a:pt x="113" y="20"/>
                      <a:pt x="113" y="20"/>
                      <a:pt x="113" y="20"/>
                    </a:cubicBezTo>
                    <a:cubicBezTo>
                      <a:pt x="689" y="20"/>
                      <a:pt x="689" y="20"/>
                      <a:pt x="689" y="20"/>
                    </a:cubicBezTo>
                    <a:lnTo>
                      <a:pt x="711" y="4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3" name="Freeform 14"/>
              <p:cNvSpPr>
                <a:spLocks noEditPoints="1"/>
              </p:cNvSpPr>
              <p:nvPr/>
            </p:nvSpPr>
            <p:spPr bwMode="auto">
              <a:xfrm>
                <a:off x="1408" y="1637"/>
                <a:ext cx="798" cy="29"/>
              </a:xfrm>
              <a:custGeom>
                <a:avLst/>
                <a:gdLst>
                  <a:gd name="T0" fmla="*/ 791 w 800"/>
                  <a:gd name="T1" fmla="*/ 3 h 29"/>
                  <a:gd name="T2" fmla="*/ 469 w 800"/>
                  <a:gd name="T3" fmla="*/ 3 h 29"/>
                  <a:gd name="T4" fmla="*/ 468 w 800"/>
                  <a:gd name="T5" fmla="*/ 6 h 29"/>
                  <a:gd name="T6" fmla="*/ 461 w 800"/>
                  <a:gd name="T7" fmla="*/ 9 h 29"/>
                  <a:gd name="T8" fmla="*/ 339 w 800"/>
                  <a:gd name="T9" fmla="*/ 9 h 29"/>
                  <a:gd name="T10" fmla="*/ 332 w 800"/>
                  <a:gd name="T11" fmla="*/ 6 h 29"/>
                  <a:gd name="T12" fmla="*/ 331 w 800"/>
                  <a:gd name="T13" fmla="*/ 3 h 29"/>
                  <a:gd name="T14" fmla="*/ 9 w 800"/>
                  <a:gd name="T15" fmla="*/ 3 h 29"/>
                  <a:gd name="T16" fmla="*/ 0 w 800"/>
                  <a:gd name="T17" fmla="*/ 0 h 29"/>
                  <a:gd name="T18" fmla="*/ 0 w 800"/>
                  <a:gd name="T19" fmla="*/ 9 h 29"/>
                  <a:gd name="T20" fmla="*/ 6 w 800"/>
                  <a:gd name="T21" fmla="*/ 23 h 29"/>
                  <a:gd name="T22" fmla="*/ 21 w 800"/>
                  <a:gd name="T23" fmla="*/ 29 h 29"/>
                  <a:gd name="T24" fmla="*/ 779 w 800"/>
                  <a:gd name="T25" fmla="*/ 29 h 29"/>
                  <a:gd name="T26" fmla="*/ 794 w 800"/>
                  <a:gd name="T27" fmla="*/ 23 h 29"/>
                  <a:gd name="T28" fmla="*/ 800 w 800"/>
                  <a:gd name="T29" fmla="*/ 9 h 29"/>
                  <a:gd name="T30" fmla="*/ 800 w 800"/>
                  <a:gd name="T31" fmla="*/ 0 h 29"/>
                  <a:gd name="T32" fmla="*/ 791 w 800"/>
                  <a:gd name="T33" fmla="*/ 3 h 29"/>
                  <a:gd name="T34" fmla="*/ 72 w 800"/>
                  <a:gd name="T35" fmla="*/ 21 h 29"/>
                  <a:gd name="T36" fmla="*/ 68 w 800"/>
                  <a:gd name="T37" fmla="*/ 16 h 29"/>
                  <a:gd name="T38" fmla="*/ 72 w 800"/>
                  <a:gd name="T39" fmla="*/ 12 h 29"/>
                  <a:gd name="T40" fmla="*/ 77 w 800"/>
                  <a:gd name="T41" fmla="*/ 16 h 29"/>
                  <a:gd name="T42" fmla="*/ 72 w 800"/>
                  <a:gd name="T43" fmla="*/ 21 h 29"/>
                  <a:gd name="T44" fmla="*/ 94 w 800"/>
                  <a:gd name="T45" fmla="*/ 21 h 29"/>
                  <a:gd name="T46" fmla="*/ 89 w 800"/>
                  <a:gd name="T47" fmla="*/ 16 h 29"/>
                  <a:gd name="T48" fmla="*/ 94 w 800"/>
                  <a:gd name="T49" fmla="*/ 12 h 29"/>
                  <a:gd name="T50" fmla="*/ 98 w 800"/>
                  <a:gd name="T51" fmla="*/ 16 h 29"/>
                  <a:gd name="T52" fmla="*/ 94 w 800"/>
                  <a:gd name="T53" fmla="*/ 21 h 29"/>
                  <a:gd name="T54" fmla="*/ 115 w 800"/>
                  <a:gd name="T55" fmla="*/ 21 h 29"/>
                  <a:gd name="T56" fmla="*/ 111 w 800"/>
                  <a:gd name="T57" fmla="*/ 16 h 29"/>
                  <a:gd name="T58" fmla="*/ 115 w 800"/>
                  <a:gd name="T59" fmla="*/ 12 h 29"/>
                  <a:gd name="T60" fmla="*/ 120 w 800"/>
                  <a:gd name="T61" fmla="*/ 16 h 29"/>
                  <a:gd name="T62" fmla="*/ 115 w 800"/>
                  <a:gd name="T63" fmla="*/ 21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800" h="29">
                    <a:moveTo>
                      <a:pt x="791" y="3"/>
                    </a:moveTo>
                    <a:cubicBezTo>
                      <a:pt x="469" y="3"/>
                      <a:pt x="469" y="3"/>
                      <a:pt x="469" y="3"/>
                    </a:cubicBezTo>
                    <a:cubicBezTo>
                      <a:pt x="469" y="4"/>
                      <a:pt x="468" y="5"/>
                      <a:pt x="468" y="6"/>
                    </a:cubicBezTo>
                    <a:cubicBezTo>
                      <a:pt x="466" y="8"/>
                      <a:pt x="463" y="9"/>
                      <a:pt x="461" y="9"/>
                    </a:cubicBezTo>
                    <a:cubicBezTo>
                      <a:pt x="339" y="9"/>
                      <a:pt x="339" y="9"/>
                      <a:pt x="339" y="9"/>
                    </a:cubicBezTo>
                    <a:cubicBezTo>
                      <a:pt x="337" y="9"/>
                      <a:pt x="334" y="8"/>
                      <a:pt x="332" y="6"/>
                    </a:cubicBezTo>
                    <a:cubicBezTo>
                      <a:pt x="332" y="5"/>
                      <a:pt x="331" y="4"/>
                      <a:pt x="331" y="3"/>
                    </a:cubicBezTo>
                    <a:cubicBezTo>
                      <a:pt x="9" y="3"/>
                      <a:pt x="9" y="3"/>
                      <a:pt x="9" y="3"/>
                    </a:cubicBezTo>
                    <a:cubicBezTo>
                      <a:pt x="5" y="3"/>
                      <a:pt x="2" y="2"/>
                      <a:pt x="0" y="0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0" y="14"/>
                      <a:pt x="2" y="19"/>
                      <a:pt x="6" y="23"/>
                    </a:cubicBezTo>
                    <a:cubicBezTo>
                      <a:pt x="10" y="27"/>
                      <a:pt x="15" y="29"/>
                      <a:pt x="21" y="29"/>
                    </a:cubicBezTo>
                    <a:cubicBezTo>
                      <a:pt x="779" y="29"/>
                      <a:pt x="779" y="29"/>
                      <a:pt x="779" y="29"/>
                    </a:cubicBezTo>
                    <a:cubicBezTo>
                      <a:pt x="785" y="29"/>
                      <a:pt x="790" y="27"/>
                      <a:pt x="794" y="23"/>
                    </a:cubicBezTo>
                    <a:cubicBezTo>
                      <a:pt x="798" y="19"/>
                      <a:pt x="800" y="14"/>
                      <a:pt x="800" y="9"/>
                    </a:cubicBezTo>
                    <a:cubicBezTo>
                      <a:pt x="800" y="0"/>
                      <a:pt x="800" y="0"/>
                      <a:pt x="800" y="0"/>
                    </a:cubicBezTo>
                    <a:cubicBezTo>
                      <a:pt x="798" y="2"/>
                      <a:pt x="795" y="3"/>
                      <a:pt x="791" y="3"/>
                    </a:cubicBezTo>
                    <a:close/>
                    <a:moveTo>
                      <a:pt x="72" y="21"/>
                    </a:moveTo>
                    <a:cubicBezTo>
                      <a:pt x="70" y="21"/>
                      <a:pt x="68" y="19"/>
                      <a:pt x="68" y="16"/>
                    </a:cubicBezTo>
                    <a:cubicBezTo>
                      <a:pt x="68" y="14"/>
                      <a:pt x="70" y="12"/>
                      <a:pt x="72" y="12"/>
                    </a:cubicBezTo>
                    <a:cubicBezTo>
                      <a:pt x="75" y="12"/>
                      <a:pt x="77" y="14"/>
                      <a:pt x="77" y="16"/>
                    </a:cubicBezTo>
                    <a:cubicBezTo>
                      <a:pt x="77" y="19"/>
                      <a:pt x="75" y="21"/>
                      <a:pt x="72" y="21"/>
                    </a:cubicBezTo>
                    <a:close/>
                    <a:moveTo>
                      <a:pt x="94" y="21"/>
                    </a:moveTo>
                    <a:cubicBezTo>
                      <a:pt x="91" y="21"/>
                      <a:pt x="89" y="19"/>
                      <a:pt x="89" y="16"/>
                    </a:cubicBezTo>
                    <a:cubicBezTo>
                      <a:pt x="89" y="14"/>
                      <a:pt x="91" y="12"/>
                      <a:pt x="94" y="12"/>
                    </a:cubicBezTo>
                    <a:cubicBezTo>
                      <a:pt x="96" y="12"/>
                      <a:pt x="98" y="14"/>
                      <a:pt x="98" y="16"/>
                    </a:cubicBezTo>
                    <a:cubicBezTo>
                      <a:pt x="98" y="19"/>
                      <a:pt x="96" y="21"/>
                      <a:pt x="94" y="21"/>
                    </a:cubicBezTo>
                    <a:close/>
                    <a:moveTo>
                      <a:pt x="115" y="21"/>
                    </a:moveTo>
                    <a:cubicBezTo>
                      <a:pt x="113" y="21"/>
                      <a:pt x="111" y="19"/>
                      <a:pt x="111" y="16"/>
                    </a:cubicBezTo>
                    <a:cubicBezTo>
                      <a:pt x="111" y="14"/>
                      <a:pt x="113" y="12"/>
                      <a:pt x="115" y="12"/>
                    </a:cubicBezTo>
                    <a:cubicBezTo>
                      <a:pt x="118" y="12"/>
                      <a:pt x="120" y="14"/>
                      <a:pt x="120" y="16"/>
                    </a:cubicBezTo>
                    <a:cubicBezTo>
                      <a:pt x="120" y="19"/>
                      <a:pt x="118" y="21"/>
                      <a:pt x="115" y="2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4" name="Freeform 15"/>
              <p:cNvSpPr>
                <a:spLocks/>
              </p:cNvSpPr>
              <p:nvPr/>
            </p:nvSpPr>
            <p:spPr bwMode="auto">
              <a:xfrm>
                <a:off x="1624" y="1386"/>
                <a:ext cx="48" cy="56"/>
              </a:xfrm>
              <a:custGeom>
                <a:avLst/>
                <a:gdLst>
                  <a:gd name="T0" fmla="*/ 48 w 48"/>
                  <a:gd name="T1" fmla="*/ 56 h 56"/>
                  <a:gd name="T2" fmla="*/ 0 w 48"/>
                  <a:gd name="T3" fmla="*/ 56 h 56"/>
                  <a:gd name="T4" fmla="*/ 0 w 48"/>
                  <a:gd name="T5" fmla="*/ 5 h 56"/>
                  <a:gd name="T6" fmla="*/ 2 w 48"/>
                  <a:gd name="T7" fmla="*/ 2 h 56"/>
                  <a:gd name="T8" fmla="*/ 5 w 48"/>
                  <a:gd name="T9" fmla="*/ 0 h 56"/>
                  <a:gd name="T10" fmla="*/ 43 w 48"/>
                  <a:gd name="T11" fmla="*/ 0 h 56"/>
                  <a:gd name="T12" fmla="*/ 47 w 48"/>
                  <a:gd name="T13" fmla="*/ 2 h 56"/>
                  <a:gd name="T14" fmla="*/ 48 w 48"/>
                  <a:gd name="T15" fmla="*/ 5 h 56"/>
                  <a:gd name="T16" fmla="*/ 48 w 48"/>
                  <a:gd name="T17" fmla="*/ 56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8" h="56">
                    <a:moveTo>
                      <a:pt x="48" y="56"/>
                    </a:moveTo>
                    <a:cubicBezTo>
                      <a:pt x="0" y="56"/>
                      <a:pt x="0" y="56"/>
                      <a:pt x="0" y="56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4"/>
                      <a:pt x="1" y="3"/>
                      <a:pt x="2" y="2"/>
                    </a:cubicBezTo>
                    <a:cubicBezTo>
                      <a:pt x="3" y="1"/>
                      <a:pt x="4" y="0"/>
                      <a:pt x="5" y="0"/>
                    </a:cubicBezTo>
                    <a:cubicBezTo>
                      <a:pt x="43" y="0"/>
                      <a:pt x="43" y="0"/>
                      <a:pt x="43" y="0"/>
                    </a:cubicBezTo>
                    <a:cubicBezTo>
                      <a:pt x="44" y="0"/>
                      <a:pt x="46" y="1"/>
                      <a:pt x="47" y="2"/>
                    </a:cubicBezTo>
                    <a:cubicBezTo>
                      <a:pt x="48" y="3"/>
                      <a:pt x="48" y="4"/>
                      <a:pt x="48" y="5"/>
                    </a:cubicBezTo>
                    <a:cubicBezTo>
                      <a:pt x="48" y="56"/>
                      <a:pt x="48" y="56"/>
                      <a:pt x="48" y="5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5" name="Freeform 16"/>
              <p:cNvSpPr>
                <a:spLocks/>
              </p:cNvSpPr>
              <p:nvPr/>
            </p:nvSpPr>
            <p:spPr bwMode="auto">
              <a:xfrm>
                <a:off x="1723" y="1314"/>
                <a:ext cx="47" cy="128"/>
              </a:xfrm>
              <a:custGeom>
                <a:avLst/>
                <a:gdLst>
                  <a:gd name="T0" fmla="*/ 47 w 47"/>
                  <a:gd name="T1" fmla="*/ 128 h 128"/>
                  <a:gd name="T2" fmla="*/ 0 w 47"/>
                  <a:gd name="T3" fmla="*/ 128 h 128"/>
                  <a:gd name="T4" fmla="*/ 0 w 47"/>
                  <a:gd name="T5" fmla="*/ 5 h 128"/>
                  <a:gd name="T6" fmla="*/ 1 w 47"/>
                  <a:gd name="T7" fmla="*/ 2 h 128"/>
                  <a:gd name="T8" fmla="*/ 5 w 47"/>
                  <a:gd name="T9" fmla="*/ 0 h 128"/>
                  <a:gd name="T10" fmla="*/ 42 w 47"/>
                  <a:gd name="T11" fmla="*/ 0 h 128"/>
                  <a:gd name="T12" fmla="*/ 46 w 47"/>
                  <a:gd name="T13" fmla="*/ 2 h 128"/>
                  <a:gd name="T14" fmla="*/ 47 w 47"/>
                  <a:gd name="T15" fmla="*/ 5 h 128"/>
                  <a:gd name="T16" fmla="*/ 47 w 47"/>
                  <a:gd name="T17" fmla="*/ 128 h 1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7" h="128">
                    <a:moveTo>
                      <a:pt x="47" y="128"/>
                    </a:moveTo>
                    <a:cubicBezTo>
                      <a:pt x="0" y="128"/>
                      <a:pt x="0" y="128"/>
                      <a:pt x="0" y="128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4"/>
                      <a:pt x="0" y="3"/>
                      <a:pt x="1" y="2"/>
                    </a:cubicBezTo>
                    <a:cubicBezTo>
                      <a:pt x="2" y="1"/>
                      <a:pt x="3" y="0"/>
                      <a:pt x="5" y="0"/>
                    </a:cubicBezTo>
                    <a:cubicBezTo>
                      <a:pt x="42" y="0"/>
                      <a:pt x="42" y="0"/>
                      <a:pt x="42" y="0"/>
                    </a:cubicBezTo>
                    <a:cubicBezTo>
                      <a:pt x="44" y="0"/>
                      <a:pt x="45" y="1"/>
                      <a:pt x="46" y="2"/>
                    </a:cubicBezTo>
                    <a:cubicBezTo>
                      <a:pt x="47" y="3"/>
                      <a:pt x="47" y="4"/>
                      <a:pt x="47" y="5"/>
                    </a:cubicBezTo>
                    <a:lnTo>
                      <a:pt x="47" y="12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6" name="Freeform 17"/>
              <p:cNvSpPr>
                <a:spLocks/>
              </p:cNvSpPr>
              <p:nvPr/>
            </p:nvSpPr>
            <p:spPr bwMode="auto">
              <a:xfrm>
                <a:off x="1821" y="1353"/>
                <a:ext cx="48" cy="89"/>
              </a:xfrm>
              <a:custGeom>
                <a:avLst/>
                <a:gdLst>
                  <a:gd name="T0" fmla="*/ 48 w 48"/>
                  <a:gd name="T1" fmla="*/ 89 h 89"/>
                  <a:gd name="T2" fmla="*/ 0 w 48"/>
                  <a:gd name="T3" fmla="*/ 89 h 89"/>
                  <a:gd name="T4" fmla="*/ 0 w 48"/>
                  <a:gd name="T5" fmla="*/ 6 h 89"/>
                  <a:gd name="T6" fmla="*/ 1 w 48"/>
                  <a:gd name="T7" fmla="*/ 2 h 89"/>
                  <a:gd name="T8" fmla="*/ 5 w 48"/>
                  <a:gd name="T9" fmla="*/ 0 h 89"/>
                  <a:gd name="T10" fmla="*/ 43 w 48"/>
                  <a:gd name="T11" fmla="*/ 0 h 89"/>
                  <a:gd name="T12" fmla="*/ 46 w 48"/>
                  <a:gd name="T13" fmla="*/ 2 h 89"/>
                  <a:gd name="T14" fmla="*/ 48 w 48"/>
                  <a:gd name="T15" fmla="*/ 6 h 89"/>
                  <a:gd name="T16" fmla="*/ 48 w 48"/>
                  <a:gd name="T17" fmla="*/ 89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8" h="89">
                    <a:moveTo>
                      <a:pt x="48" y="89"/>
                    </a:moveTo>
                    <a:cubicBezTo>
                      <a:pt x="0" y="89"/>
                      <a:pt x="0" y="89"/>
                      <a:pt x="0" y="89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4"/>
                      <a:pt x="0" y="3"/>
                      <a:pt x="1" y="2"/>
                    </a:cubicBezTo>
                    <a:cubicBezTo>
                      <a:pt x="2" y="1"/>
                      <a:pt x="4" y="0"/>
                      <a:pt x="5" y="0"/>
                    </a:cubicBezTo>
                    <a:cubicBezTo>
                      <a:pt x="43" y="0"/>
                      <a:pt x="43" y="0"/>
                      <a:pt x="43" y="0"/>
                    </a:cubicBezTo>
                    <a:cubicBezTo>
                      <a:pt x="44" y="0"/>
                      <a:pt x="45" y="1"/>
                      <a:pt x="46" y="2"/>
                    </a:cubicBezTo>
                    <a:cubicBezTo>
                      <a:pt x="47" y="3"/>
                      <a:pt x="48" y="4"/>
                      <a:pt x="48" y="6"/>
                    </a:cubicBezTo>
                    <a:cubicBezTo>
                      <a:pt x="48" y="89"/>
                      <a:pt x="48" y="89"/>
                      <a:pt x="48" y="8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7" name="Freeform 18"/>
              <p:cNvSpPr>
                <a:spLocks/>
              </p:cNvSpPr>
              <p:nvPr/>
            </p:nvSpPr>
            <p:spPr bwMode="auto">
              <a:xfrm>
                <a:off x="1901" y="1205"/>
                <a:ext cx="84" cy="237"/>
              </a:xfrm>
              <a:custGeom>
                <a:avLst/>
                <a:gdLst>
                  <a:gd name="T0" fmla="*/ 79 w 84"/>
                  <a:gd name="T1" fmla="*/ 64 h 237"/>
                  <a:gd name="T2" fmla="*/ 84 w 84"/>
                  <a:gd name="T3" fmla="*/ 62 h 237"/>
                  <a:gd name="T4" fmla="*/ 83 w 84"/>
                  <a:gd name="T5" fmla="*/ 56 h 237"/>
                  <a:gd name="T6" fmla="*/ 46 w 84"/>
                  <a:gd name="T7" fmla="*/ 2 h 237"/>
                  <a:gd name="T8" fmla="*/ 42 w 84"/>
                  <a:gd name="T9" fmla="*/ 0 h 237"/>
                  <a:gd name="T10" fmla="*/ 38 w 84"/>
                  <a:gd name="T11" fmla="*/ 2 h 237"/>
                  <a:gd name="T12" fmla="*/ 1 w 84"/>
                  <a:gd name="T13" fmla="*/ 56 h 237"/>
                  <a:gd name="T14" fmla="*/ 1 w 84"/>
                  <a:gd name="T15" fmla="*/ 62 h 237"/>
                  <a:gd name="T16" fmla="*/ 5 w 84"/>
                  <a:gd name="T17" fmla="*/ 64 h 237"/>
                  <a:gd name="T18" fmla="*/ 18 w 84"/>
                  <a:gd name="T19" fmla="*/ 64 h 237"/>
                  <a:gd name="T20" fmla="*/ 18 w 84"/>
                  <a:gd name="T21" fmla="*/ 237 h 237"/>
                  <a:gd name="T22" fmla="*/ 66 w 84"/>
                  <a:gd name="T23" fmla="*/ 237 h 237"/>
                  <a:gd name="T24" fmla="*/ 66 w 84"/>
                  <a:gd name="T25" fmla="*/ 64 h 237"/>
                  <a:gd name="T26" fmla="*/ 79 w 84"/>
                  <a:gd name="T27" fmla="*/ 64 h 2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84" h="237">
                    <a:moveTo>
                      <a:pt x="79" y="64"/>
                    </a:moveTo>
                    <a:cubicBezTo>
                      <a:pt x="81" y="64"/>
                      <a:pt x="83" y="63"/>
                      <a:pt x="84" y="62"/>
                    </a:cubicBezTo>
                    <a:cubicBezTo>
                      <a:pt x="84" y="60"/>
                      <a:pt x="84" y="58"/>
                      <a:pt x="83" y="56"/>
                    </a:cubicBezTo>
                    <a:cubicBezTo>
                      <a:pt x="46" y="2"/>
                      <a:pt x="46" y="2"/>
                      <a:pt x="46" y="2"/>
                    </a:cubicBezTo>
                    <a:cubicBezTo>
                      <a:pt x="45" y="1"/>
                      <a:pt x="44" y="0"/>
                      <a:pt x="42" y="0"/>
                    </a:cubicBezTo>
                    <a:cubicBezTo>
                      <a:pt x="40" y="0"/>
                      <a:pt x="39" y="1"/>
                      <a:pt x="38" y="2"/>
                    </a:cubicBezTo>
                    <a:cubicBezTo>
                      <a:pt x="1" y="56"/>
                      <a:pt x="1" y="56"/>
                      <a:pt x="1" y="56"/>
                    </a:cubicBezTo>
                    <a:cubicBezTo>
                      <a:pt x="0" y="58"/>
                      <a:pt x="0" y="60"/>
                      <a:pt x="1" y="62"/>
                    </a:cubicBezTo>
                    <a:cubicBezTo>
                      <a:pt x="1" y="63"/>
                      <a:pt x="3" y="64"/>
                      <a:pt x="5" y="64"/>
                    </a:cubicBezTo>
                    <a:cubicBezTo>
                      <a:pt x="18" y="64"/>
                      <a:pt x="18" y="64"/>
                      <a:pt x="18" y="64"/>
                    </a:cubicBezTo>
                    <a:cubicBezTo>
                      <a:pt x="18" y="237"/>
                      <a:pt x="18" y="237"/>
                      <a:pt x="18" y="237"/>
                    </a:cubicBezTo>
                    <a:cubicBezTo>
                      <a:pt x="66" y="237"/>
                      <a:pt x="66" y="237"/>
                      <a:pt x="66" y="237"/>
                    </a:cubicBezTo>
                    <a:cubicBezTo>
                      <a:pt x="66" y="64"/>
                      <a:pt x="66" y="64"/>
                      <a:pt x="66" y="64"/>
                    </a:cubicBezTo>
                    <a:lnTo>
                      <a:pt x="79" y="6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8" name="Freeform 19"/>
              <p:cNvSpPr>
                <a:spLocks/>
              </p:cNvSpPr>
              <p:nvPr/>
            </p:nvSpPr>
            <p:spPr bwMode="auto">
              <a:xfrm>
                <a:off x="1552" y="1187"/>
                <a:ext cx="510" cy="276"/>
              </a:xfrm>
              <a:custGeom>
                <a:avLst/>
                <a:gdLst>
                  <a:gd name="T0" fmla="*/ 8 w 512"/>
                  <a:gd name="T1" fmla="*/ 268 h 276"/>
                  <a:gd name="T2" fmla="*/ 8 w 512"/>
                  <a:gd name="T3" fmla="*/ 4 h 276"/>
                  <a:gd name="T4" fmla="*/ 7 w 512"/>
                  <a:gd name="T5" fmla="*/ 1 h 276"/>
                  <a:gd name="T6" fmla="*/ 4 w 512"/>
                  <a:gd name="T7" fmla="*/ 0 h 276"/>
                  <a:gd name="T8" fmla="*/ 4 w 512"/>
                  <a:gd name="T9" fmla="*/ 0 h 276"/>
                  <a:gd name="T10" fmla="*/ 1 w 512"/>
                  <a:gd name="T11" fmla="*/ 1 h 276"/>
                  <a:gd name="T12" fmla="*/ 0 w 512"/>
                  <a:gd name="T13" fmla="*/ 4 h 276"/>
                  <a:gd name="T14" fmla="*/ 0 w 512"/>
                  <a:gd name="T15" fmla="*/ 276 h 276"/>
                  <a:gd name="T16" fmla="*/ 508 w 512"/>
                  <a:gd name="T17" fmla="*/ 276 h 276"/>
                  <a:gd name="T18" fmla="*/ 511 w 512"/>
                  <a:gd name="T19" fmla="*/ 275 h 276"/>
                  <a:gd name="T20" fmla="*/ 512 w 512"/>
                  <a:gd name="T21" fmla="*/ 272 h 276"/>
                  <a:gd name="T22" fmla="*/ 512 w 512"/>
                  <a:gd name="T23" fmla="*/ 272 h 276"/>
                  <a:gd name="T24" fmla="*/ 511 w 512"/>
                  <a:gd name="T25" fmla="*/ 269 h 276"/>
                  <a:gd name="T26" fmla="*/ 508 w 512"/>
                  <a:gd name="T27" fmla="*/ 268 h 276"/>
                  <a:gd name="T28" fmla="*/ 8 w 512"/>
                  <a:gd name="T29" fmla="*/ 268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12" h="276">
                    <a:moveTo>
                      <a:pt x="8" y="268"/>
                    </a:moveTo>
                    <a:cubicBezTo>
                      <a:pt x="8" y="4"/>
                      <a:pt x="8" y="4"/>
                      <a:pt x="8" y="4"/>
                    </a:cubicBezTo>
                    <a:cubicBezTo>
                      <a:pt x="8" y="3"/>
                      <a:pt x="8" y="2"/>
                      <a:pt x="7" y="1"/>
                    </a:cubicBezTo>
                    <a:cubicBezTo>
                      <a:pt x="6" y="1"/>
                      <a:pt x="5" y="0"/>
                      <a:pt x="4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3" y="0"/>
                      <a:pt x="2" y="1"/>
                      <a:pt x="1" y="1"/>
                    </a:cubicBezTo>
                    <a:cubicBezTo>
                      <a:pt x="0" y="2"/>
                      <a:pt x="0" y="3"/>
                      <a:pt x="0" y="4"/>
                    </a:cubicBezTo>
                    <a:cubicBezTo>
                      <a:pt x="0" y="276"/>
                      <a:pt x="0" y="276"/>
                      <a:pt x="0" y="276"/>
                    </a:cubicBezTo>
                    <a:cubicBezTo>
                      <a:pt x="508" y="276"/>
                      <a:pt x="508" y="276"/>
                      <a:pt x="508" y="276"/>
                    </a:cubicBezTo>
                    <a:cubicBezTo>
                      <a:pt x="509" y="276"/>
                      <a:pt x="510" y="276"/>
                      <a:pt x="511" y="275"/>
                    </a:cubicBezTo>
                    <a:cubicBezTo>
                      <a:pt x="512" y="274"/>
                      <a:pt x="512" y="273"/>
                      <a:pt x="512" y="272"/>
                    </a:cubicBezTo>
                    <a:cubicBezTo>
                      <a:pt x="512" y="272"/>
                      <a:pt x="512" y="272"/>
                      <a:pt x="512" y="272"/>
                    </a:cubicBezTo>
                    <a:cubicBezTo>
                      <a:pt x="512" y="271"/>
                      <a:pt x="512" y="270"/>
                      <a:pt x="511" y="269"/>
                    </a:cubicBezTo>
                    <a:cubicBezTo>
                      <a:pt x="510" y="268"/>
                      <a:pt x="509" y="268"/>
                      <a:pt x="508" y="268"/>
                    </a:cubicBezTo>
                    <a:cubicBezTo>
                      <a:pt x="8" y="268"/>
                      <a:pt x="8" y="268"/>
                      <a:pt x="8" y="26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cxnSp>
          <p:nvCxnSpPr>
            <p:cNvPr id="159" name="直接连接符 158"/>
            <p:cNvCxnSpPr/>
            <p:nvPr/>
          </p:nvCxnSpPr>
          <p:spPr>
            <a:xfrm>
              <a:off x="3462283" y="3429000"/>
              <a:ext cx="1906471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8" name="矩形 167"/>
            <p:cNvSpPr/>
            <p:nvPr/>
          </p:nvSpPr>
          <p:spPr>
            <a:xfrm>
              <a:off x="3456237" y="3457169"/>
              <a:ext cx="2031325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defTabSz="609585"/>
              <a:r>
                <a:rPr lang="zh-CN" altLang="en-US" b="1" dirty="0">
                  <a:solidFill>
                    <a:schemeClr val="bg1"/>
                  </a:solidFill>
                  <a:ea typeface="微软雅黑" charset="0"/>
                </a:rPr>
                <a:t>点击此处添加标题</a:t>
              </a:r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3456237" y="4470400"/>
            <a:ext cx="2031325" cy="1336014"/>
            <a:chOff x="3456237" y="4470400"/>
            <a:chExt cx="2031325" cy="1336014"/>
          </a:xfrm>
        </p:grpSpPr>
        <p:grpSp>
          <p:nvGrpSpPr>
            <p:cNvPr id="141" name="Group 67"/>
            <p:cNvGrpSpPr>
              <a:grpSpLocks noChangeAspect="1"/>
            </p:cNvGrpSpPr>
            <p:nvPr/>
          </p:nvGrpSpPr>
          <p:grpSpPr bwMode="auto">
            <a:xfrm>
              <a:off x="3504032" y="4470400"/>
              <a:ext cx="1188866" cy="879605"/>
              <a:chOff x="6149" y="2123"/>
              <a:chExt cx="765" cy="566"/>
            </a:xfrm>
            <a:solidFill>
              <a:schemeClr val="bg1"/>
            </a:solidFill>
          </p:grpSpPr>
          <p:sp>
            <p:nvSpPr>
              <p:cNvPr id="142" name="Freeform 68"/>
              <p:cNvSpPr>
                <a:spLocks/>
              </p:cNvSpPr>
              <p:nvPr/>
            </p:nvSpPr>
            <p:spPr bwMode="auto">
              <a:xfrm>
                <a:off x="6281" y="2401"/>
                <a:ext cx="501" cy="288"/>
              </a:xfrm>
              <a:custGeom>
                <a:avLst/>
                <a:gdLst>
                  <a:gd name="T0" fmla="*/ 485 w 524"/>
                  <a:gd name="T1" fmla="*/ 56 h 300"/>
                  <a:gd name="T2" fmla="*/ 473 w 524"/>
                  <a:gd name="T3" fmla="*/ 36 h 300"/>
                  <a:gd name="T4" fmla="*/ 450 w 524"/>
                  <a:gd name="T5" fmla="*/ 26 h 300"/>
                  <a:gd name="T6" fmla="*/ 318 w 524"/>
                  <a:gd name="T7" fmla="*/ 0 h 300"/>
                  <a:gd name="T8" fmla="*/ 356 w 524"/>
                  <a:gd name="T9" fmla="*/ 25 h 300"/>
                  <a:gd name="T10" fmla="*/ 296 w 524"/>
                  <a:gd name="T11" fmla="*/ 215 h 300"/>
                  <a:gd name="T12" fmla="*/ 262 w 524"/>
                  <a:gd name="T13" fmla="*/ 74 h 300"/>
                  <a:gd name="T14" fmla="*/ 228 w 524"/>
                  <a:gd name="T15" fmla="*/ 215 h 300"/>
                  <a:gd name="T16" fmla="*/ 168 w 524"/>
                  <a:gd name="T17" fmla="*/ 25 h 300"/>
                  <a:gd name="T18" fmla="*/ 206 w 524"/>
                  <a:gd name="T19" fmla="*/ 0 h 300"/>
                  <a:gd name="T20" fmla="*/ 74 w 524"/>
                  <a:gd name="T21" fmla="*/ 26 h 300"/>
                  <a:gd name="T22" fmla="*/ 51 w 524"/>
                  <a:gd name="T23" fmla="*/ 36 h 300"/>
                  <a:gd name="T24" fmla="*/ 39 w 524"/>
                  <a:gd name="T25" fmla="*/ 56 h 300"/>
                  <a:gd name="T26" fmla="*/ 0 w 524"/>
                  <a:gd name="T27" fmla="*/ 228 h 300"/>
                  <a:gd name="T28" fmla="*/ 73 w 524"/>
                  <a:gd name="T29" fmla="*/ 254 h 300"/>
                  <a:gd name="T30" fmla="*/ 249 w 524"/>
                  <a:gd name="T31" fmla="*/ 300 h 300"/>
                  <a:gd name="T32" fmla="*/ 262 w 524"/>
                  <a:gd name="T33" fmla="*/ 300 h 300"/>
                  <a:gd name="T34" fmla="*/ 275 w 524"/>
                  <a:gd name="T35" fmla="*/ 300 h 300"/>
                  <a:gd name="T36" fmla="*/ 451 w 524"/>
                  <a:gd name="T37" fmla="*/ 254 h 300"/>
                  <a:gd name="T38" fmla="*/ 524 w 524"/>
                  <a:gd name="T39" fmla="*/ 228 h 300"/>
                  <a:gd name="T40" fmla="*/ 485 w 524"/>
                  <a:gd name="T41" fmla="*/ 56 h 3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524" h="300">
                    <a:moveTo>
                      <a:pt x="485" y="56"/>
                    </a:moveTo>
                    <a:cubicBezTo>
                      <a:pt x="484" y="48"/>
                      <a:pt x="479" y="41"/>
                      <a:pt x="473" y="36"/>
                    </a:cubicBezTo>
                    <a:cubicBezTo>
                      <a:pt x="467" y="30"/>
                      <a:pt x="459" y="27"/>
                      <a:pt x="450" y="26"/>
                    </a:cubicBezTo>
                    <a:cubicBezTo>
                      <a:pt x="318" y="0"/>
                      <a:pt x="318" y="0"/>
                      <a:pt x="318" y="0"/>
                    </a:cubicBezTo>
                    <a:cubicBezTo>
                      <a:pt x="356" y="25"/>
                      <a:pt x="356" y="25"/>
                      <a:pt x="356" y="25"/>
                    </a:cubicBezTo>
                    <a:cubicBezTo>
                      <a:pt x="296" y="215"/>
                      <a:pt x="296" y="215"/>
                      <a:pt x="296" y="215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28" y="215"/>
                      <a:pt x="228" y="215"/>
                      <a:pt x="228" y="215"/>
                    </a:cubicBezTo>
                    <a:cubicBezTo>
                      <a:pt x="168" y="25"/>
                      <a:pt x="168" y="25"/>
                      <a:pt x="168" y="25"/>
                    </a:cubicBezTo>
                    <a:cubicBezTo>
                      <a:pt x="206" y="0"/>
                      <a:pt x="206" y="0"/>
                      <a:pt x="206" y="0"/>
                    </a:cubicBezTo>
                    <a:cubicBezTo>
                      <a:pt x="74" y="26"/>
                      <a:pt x="74" y="26"/>
                      <a:pt x="74" y="26"/>
                    </a:cubicBezTo>
                    <a:cubicBezTo>
                      <a:pt x="65" y="27"/>
                      <a:pt x="57" y="30"/>
                      <a:pt x="51" y="36"/>
                    </a:cubicBezTo>
                    <a:cubicBezTo>
                      <a:pt x="45" y="41"/>
                      <a:pt x="40" y="48"/>
                      <a:pt x="39" y="56"/>
                    </a:cubicBezTo>
                    <a:cubicBezTo>
                      <a:pt x="0" y="228"/>
                      <a:pt x="0" y="228"/>
                      <a:pt x="0" y="228"/>
                    </a:cubicBezTo>
                    <a:cubicBezTo>
                      <a:pt x="73" y="254"/>
                      <a:pt x="73" y="254"/>
                      <a:pt x="73" y="254"/>
                    </a:cubicBezTo>
                    <a:cubicBezTo>
                      <a:pt x="98" y="279"/>
                      <a:pt x="167" y="298"/>
                      <a:pt x="249" y="300"/>
                    </a:cubicBezTo>
                    <a:cubicBezTo>
                      <a:pt x="262" y="300"/>
                      <a:pt x="262" y="300"/>
                      <a:pt x="262" y="300"/>
                    </a:cubicBezTo>
                    <a:cubicBezTo>
                      <a:pt x="275" y="300"/>
                      <a:pt x="275" y="300"/>
                      <a:pt x="275" y="300"/>
                    </a:cubicBezTo>
                    <a:cubicBezTo>
                      <a:pt x="357" y="298"/>
                      <a:pt x="426" y="279"/>
                      <a:pt x="451" y="254"/>
                    </a:cubicBezTo>
                    <a:cubicBezTo>
                      <a:pt x="524" y="228"/>
                      <a:pt x="524" y="228"/>
                      <a:pt x="524" y="228"/>
                    </a:cubicBezTo>
                    <a:lnTo>
                      <a:pt x="485" y="5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3" name="Freeform 69"/>
              <p:cNvSpPr>
                <a:spLocks/>
              </p:cNvSpPr>
              <p:nvPr/>
            </p:nvSpPr>
            <p:spPr bwMode="auto">
              <a:xfrm>
                <a:off x="6503" y="2419"/>
                <a:ext cx="57" cy="53"/>
              </a:xfrm>
              <a:custGeom>
                <a:avLst/>
                <a:gdLst>
                  <a:gd name="T0" fmla="*/ 29 w 57"/>
                  <a:gd name="T1" fmla="*/ 0 h 53"/>
                  <a:gd name="T2" fmla="*/ 0 w 57"/>
                  <a:gd name="T3" fmla="*/ 11 h 53"/>
                  <a:gd name="T4" fmla="*/ 29 w 57"/>
                  <a:gd name="T5" fmla="*/ 53 h 53"/>
                  <a:gd name="T6" fmla="*/ 57 w 57"/>
                  <a:gd name="T7" fmla="*/ 11 h 53"/>
                  <a:gd name="T8" fmla="*/ 29 w 57"/>
                  <a:gd name="T9" fmla="*/ 0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7" h="53">
                    <a:moveTo>
                      <a:pt x="29" y="0"/>
                    </a:moveTo>
                    <a:lnTo>
                      <a:pt x="0" y="11"/>
                    </a:lnTo>
                    <a:lnTo>
                      <a:pt x="29" y="53"/>
                    </a:lnTo>
                    <a:lnTo>
                      <a:pt x="57" y="11"/>
                    </a:lnTo>
                    <a:lnTo>
                      <a:pt x="29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4" name="Freeform 70"/>
              <p:cNvSpPr>
                <a:spLocks/>
              </p:cNvSpPr>
              <p:nvPr/>
            </p:nvSpPr>
            <p:spPr bwMode="auto">
              <a:xfrm>
                <a:off x="6410" y="2123"/>
                <a:ext cx="243" cy="292"/>
              </a:xfrm>
              <a:custGeom>
                <a:avLst/>
                <a:gdLst>
                  <a:gd name="T0" fmla="*/ 240 w 254"/>
                  <a:gd name="T1" fmla="*/ 140 h 304"/>
                  <a:gd name="T2" fmla="*/ 127 w 254"/>
                  <a:gd name="T3" fmla="*/ 0 h 304"/>
                  <a:gd name="T4" fmla="*/ 14 w 254"/>
                  <a:gd name="T5" fmla="*/ 140 h 304"/>
                  <a:gd name="T6" fmla="*/ 8 w 254"/>
                  <a:gd name="T7" fmla="*/ 177 h 304"/>
                  <a:gd name="T8" fmla="*/ 26 w 254"/>
                  <a:gd name="T9" fmla="*/ 202 h 304"/>
                  <a:gd name="T10" fmla="*/ 127 w 254"/>
                  <a:gd name="T11" fmla="*/ 304 h 304"/>
                  <a:gd name="T12" fmla="*/ 228 w 254"/>
                  <a:gd name="T13" fmla="*/ 202 h 304"/>
                  <a:gd name="T14" fmla="*/ 246 w 254"/>
                  <a:gd name="T15" fmla="*/ 177 h 304"/>
                  <a:gd name="T16" fmla="*/ 240 w 254"/>
                  <a:gd name="T17" fmla="*/ 140 h 3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54" h="304">
                    <a:moveTo>
                      <a:pt x="240" y="140"/>
                    </a:moveTo>
                    <a:cubicBezTo>
                      <a:pt x="240" y="61"/>
                      <a:pt x="208" y="0"/>
                      <a:pt x="127" y="0"/>
                    </a:cubicBezTo>
                    <a:cubicBezTo>
                      <a:pt x="46" y="0"/>
                      <a:pt x="14" y="62"/>
                      <a:pt x="14" y="140"/>
                    </a:cubicBezTo>
                    <a:cubicBezTo>
                      <a:pt x="5" y="144"/>
                      <a:pt x="0" y="154"/>
                      <a:pt x="8" y="177"/>
                    </a:cubicBezTo>
                    <a:cubicBezTo>
                      <a:pt x="12" y="188"/>
                      <a:pt x="20" y="197"/>
                      <a:pt x="26" y="202"/>
                    </a:cubicBezTo>
                    <a:cubicBezTo>
                      <a:pt x="49" y="260"/>
                      <a:pt x="94" y="304"/>
                      <a:pt x="127" y="304"/>
                    </a:cubicBezTo>
                    <a:cubicBezTo>
                      <a:pt x="160" y="304"/>
                      <a:pt x="205" y="260"/>
                      <a:pt x="228" y="202"/>
                    </a:cubicBezTo>
                    <a:cubicBezTo>
                      <a:pt x="234" y="197"/>
                      <a:pt x="242" y="188"/>
                      <a:pt x="246" y="177"/>
                    </a:cubicBezTo>
                    <a:cubicBezTo>
                      <a:pt x="254" y="154"/>
                      <a:pt x="249" y="144"/>
                      <a:pt x="240" y="14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5" name="Freeform 71"/>
              <p:cNvSpPr>
                <a:spLocks noEditPoints="1"/>
              </p:cNvSpPr>
              <p:nvPr/>
            </p:nvSpPr>
            <p:spPr bwMode="auto">
              <a:xfrm>
                <a:off x="6149" y="2218"/>
                <a:ext cx="765" cy="365"/>
              </a:xfrm>
              <a:custGeom>
                <a:avLst/>
                <a:gdLst>
                  <a:gd name="T0" fmla="*/ 128 w 800"/>
                  <a:gd name="T1" fmla="*/ 380 h 380"/>
                  <a:gd name="T2" fmla="*/ 48 w 800"/>
                  <a:gd name="T3" fmla="*/ 352 h 380"/>
                  <a:gd name="T4" fmla="*/ 0 w 800"/>
                  <a:gd name="T5" fmla="*/ 336 h 380"/>
                  <a:gd name="T6" fmla="*/ 25 w 800"/>
                  <a:gd name="T7" fmla="*/ 224 h 380"/>
                  <a:gd name="T8" fmla="*/ 33 w 800"/>
                  <a:gd name="T9" fmla="*/ 211 h 380"/>
                  <a:gd name="T10" fmla="*/ 48 w 800"/>
                  <a:gd name="T11" fmla="*/ 204 h 380"/>
                  <a:gd name="T12" fmla="*/ 141 w 800"/>
                  <a:gd name="T13" fmla="*/ 183 h 380"/>
                  <a:gd name="T14" fmla="*/ 105 w 800"/>
                  <a:gd name="T15" fmla="*/ 131 h 380"/>
                  <a:gd name="T16" fmla="*/ 93 w 800"/>
                  <a:gd name="T17" fmla="*/ 114 h 380"/>
                  <a:gd name="T18" fmla="*/ 97 w 800"/>
                  <a:gd name="T19" fmla="*/ 90 h 380"/>
                  <a:gd name="T20" fmla="*/ 170 w 800"/>
                  <a:gd name="T21" fmla="*/ 0 h 380"/>
                  <a:gd name="T22" fmla="*/ 170 w 800"/>
                  <a:gd name="T23" fmla="*/ 0 h 380"/>
                  <a:gd name="T24" fmla="*/ 244 w 800"/>
                  <a:gd name="T25" fmla="*/ 90 h 380"/>
                  <a:gd name="T26" fmla="*/ 247 w 800"/>
                  <a:gd name="T27" fmla="*/ 114 h 380"/>
                  <a:gd name="T28" fmla="*/ 236 w 800"/>
                  <a:gd name="T29" fmla="*/ 131 h 380"/>
                  <a:gd name="T30" fmla="*/ 199 w 800"/>
                  <a:gd name="T31" fmla="*/ 183 h 380"/>
                  <a:gd name="T32" fmla="*/ 240 w 800"/>
                  <a:gd name="T33" fmla="*/ 192 h 380"/>
                  <a:gd name="T34" fmla="*/ 209 w 800"/>
                  <a:gd name="T35" fmla="*/ 199 h 380"/>
                  <a:gd name="T36" fmla="*/ 177 w 800"/>
                  <a:gd name="T37" fmla="*/ 213 h 380"/>
                  <a:gd name="T38" fmla="*/ 159 w 800"/>
                  <a:gd name="T39" fmla="*/ 243 h 380"/>
                  <a:gd name="T40" fmla="*/ 128 w 800"/>
                  <a:gd name="T41" fmla="*/ 380 h 380"/>
                  <a:gd name="T42" fmla="*/ 775 w 800"/>
                  <a:gd name="T43" fmla="*/ 224 h 380"/>
                  <a:gd name="T44" fmla="*/ 767 w 800"/>
                  <a:gd name="T45" fmla="*/ 211 h 380"/>
                  <a:gd name="T46" fmla="*/ 752 w 800"/>
                  <a:gd name="T47" fmla="*/ 204 h 380"/>
                  <a:gd name="T48" fmla="*/ 659 w 800"/>
                  <a:gd name="T49" fmla="*/ 183 h 380"/>
                  <a:gd name="T50" fmla="*/ 695 w 800"/>
                  <a:gd name="T51" fmla="*/ 131 h 380"/>
                  <a:gd name="T52" fmla="*/ 707 w 800"/>
                  <a:gd name="T53" fmla="*/ 114 h 380"/>
                  <a:gd name="T54" fmla="*/ 703 w 800"/>
                  <a:gd name="T55" fmla="*/ 90 h 380"/>
                  <a:gd name="T56" fmla="*/ 630 w 800"/>
                  <a:gd name="T57" fmla="*/ 0 h 380"/>
                  <a:gd name="T58" fmla="*/ 630 w 800"/>
                  <a:gd name="T59" fmla="*/ 0 h 380"/>
                  <a:gd name="T60" fmla="*/ 556 w 800"/>
                  <a:gd name="T61" fmla="*/ 90 h 380"/>
                  <a:gd name="T62" fmla="*/ 553 w 800"/>
                  <a:gd name="T63" fmla="*/ 114 h 380"/>
                  <a:gd name="T64" fmla="*/ 564 w 800"/>
                  <a:gd name="T65" fmla="*/ 131 h 380"/>
                  <a:gd name="T66" fmla="*/ 601 w 800"/>
                  <a:gd name="T67" fmla="*/ 183 h 380"/>
                  <a:gd name="T68" fmla="*/ 560 w 800"/>
                  <a:gd name="T69" fmla="*/ 192 h 380"/>
                  <a:gd name="T70" fmla="*/ 591 w 800"/>
                  <a:gd name="T71" fmla="*/ 199 h 380"/>
                  <a:gd name="T72" fmla="*/ 623 w 800"/>
                  <a:gd name="T73" fmla="*/ 213 h 380"/>
                  <a:gd name="T74" fmla="*/ 641 w 800"/>
                  <a:gd name="T75" fmla="*/ 243 h 380"/>
                  <a:gd name="T76" fmla="*/ 672 w 800"/>
                  <a:gd name="T77" fmla="*/ 380 h 380"/>
                  <a:gd name="T78" fmla="*/ 752 w 800"/>
                  <a:gd name="T79" fmla="*/ 352 h 380"/>
                  <a:gd name="T80" fmla="*/ 800 w 800"/>
                  <a:gd name="T81" fmla="*/ 336 h 380"/>
                  <a:gd name="T82" fmla="*/ 775 w 800"/>
                  <a:gd name="T83" fmla="*/ 224 h 3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800" h="380">
                    <a:moveTo>
                      <a:pt x="128" y="380"/>
                    </a:moveTo>
                    <a:cubicBezTo>
                      <a:pt x="90" y="375"/>
                      <a:pt x="60" y="365"/>
                      <a:pt x="48" y="352"/>
                    </a:cubicBezTo>
                    <a:cubicBezTo>
                      <a:pt x="0" y="336"/>
                      <a:pt x="0" y="336"/>
                      <a:pt x="0" y="336"/>
                    </a:cubicBezTo>
                    <a:cubicBezTo>
                      <a:pt x="25" y="224"/>
                      <a:pt x="25" y="224"/>
                      <a:pt x="25" y="224"/>
                    </a:cubicBezTo>
                    <a:cubicBezTo>
                      <a:pt x="27" y="219"/>
                      <a:pt x="29" y="215"/>
                      <a:pt x="33" y="211"/>
                    </a:cubicBezTo>
                    <a:cubicBezTo>
                      <a:pt x="38" y="207"/>
                      <a:pt x="43" y="205"/>
                      <a:pt x="48" y="204"/>
                    </a:cubicBezTo>
                    <a:cubicBezTo>
                      <a:pt x="141" y="183"/>
                      <a:pt x="141" y="183"/>
                      <a:pt x="141" y="183"/>
                    </a:cubicBezTo>
                    <a:cubicBezTo>
                      <a:pt x="127" y="171"/>
                      <a:pt x="113" y="152"/>
                      <a:pt x="105" y="131"/>
                    </a:cubicBezTo>
                    <a:cubicBezTo>
                      <a:pt x="101" y="128"/>
                      <a:pt x="96" y="122"/>
                      <a:pt x="93" y="114"/>
                    </a:cubicBezTo>
                    <a:cubicBezTo>
                      <a:pt x="88" y="100"/>
                      <a:pt x="91" y="93"/>
                      <a:pt x="97" y="90"/>
                    </a:cubicBezTo>
                    <a:cubicBezTo>
                      <a:pt x="97" y="40"/>
                      <a:pt x="118" y="0"/>
                      <a:pt x="170" y="0"/>
                    </a:cubicBezTo>
                    <a:cubicBezTo>
                      <a:pt x="170" y="0"/>
                      <a:pt x="170" y="0"/>
                      <a:pt x="170" y="0"/>
                    </a:cubicBezTo>
                    <a:cubicBezTo>
                      <a:pt x="223" y="0"/>
                      <a:pt x="244" y="40"/>
                      <a:pt x="244" y="90"/>
                    </a:cubicBezTo>
                    <a:cubicBezTo>
                      <a:pt x="249" y="93"/>
                      <a:pt x="253" y="100"/>
                      <a:pt x="247" y="114"/>
                    </a:cubicBezTo>
                    <a:cubicBezTo>
                      <a:pt x="245" y="122"/>
                      <a:pt x="240" y="128"/>
                      <a:pt x="236" y="131"/>
                    </a:cubicBezTo>
                    <a:cubicBezTo>
                      <a:pt x="227" y="152"/>
                      <a:pt x="213" y="171"/>
                      <a:pt x="199" y="183"/>
                    </a:cubicBezTo>
                    <a:cubicBezTo>
                      <a:pt x="240" y="192"/>
                      <a:pt x="240" y="192"/>
                      <a:pt x="240" y="192"/>
                    </a:cubicBezTo>
                    <a:cubicBezTo>
                      <a:pt x="209" y="199"/>
                      <a:pt x="209" y="199"/>
                      <a:pt x="209" y="199"/>
                    </a:cubicBezTo>
                    <a:cubicBezTo>
                      <a:pt x="197" y="200"/>
                      <a:pt x="186" y="205"/>
                      <a:pt x="177" y="213"/>
                    </a:cubicBezTo>
                    <a:cubicBezTo>
                      <a:pt x="168" y="221"/>
                      <a:pt x="162" y="231"/>
                      <a:pt x="159" y="243"/>
                    </a:cubicBezTo>
                    <a:lnTo>
                      <a:pt x="128" y="380"/>
                    </a:lnTo>
                    <a:close/>
                    <a:moveTo>
                      <a:pt x="775" y="224"/>
                    </a:moveTo>
                    <a:cubicBezTo>
                      <a:pt x="773" y="219"/>
                      <a:pt x="771" y="215"/>
                      <a:pt x="767" y="211"/>
                    </a:cubicBezTo>
                    <a:cubicBezTo>
                      <a:pt x="762" y="207"/>
                      <a:pt x="757" y="205"/>
                      <a:pt x="752" y="204"/>
                    </a:cubicBezTo>
                    <a:cubicBezTo>
                      <a:pt x="659" y="183"/>
                      <a:pt x="659" y="183"/>
                      <a:pt x="659" y="183"/>
                    </a:cubicBezTo>
                    <a:cubicBezTo>
                      <a:pt x="673" y="171"/>
                      <a:pt x="687" y="152"/>
                      <a:pt x="695" y="131"/>
                    </a:cubicBezTo>
                    <a:cubicBezTo>
                      <a:pt x="699" y="128"/>
                      <a:pt x="704" y="121"/>
                      <a:pt x="707" y="114"/>
                    </a:cubicBezTo>
                    <a:cubicBezTo>
                      <a:pt x="712" y="100"/>
                      <a:pt x="709" y="93"/>
                      <a:pt x="703" y="90"/>
                    </a:cubicBezTo>
                    <a:cubicBezTo>
                      <a:pt x="703" y="40"/>
                      <a:pt x="682" y="0"/>
                      <a:pt x="630" y="0"/>
                    </a:cubicBezTo>
                    <a:cubicBezTo>
                      <a:pt x="630" y="0"/>
                      <a:pt x="630" y="0"/>
                      <a:pt x="630" y="0"/>
                    </a:cubicBezTo>
                    <a:cubicBezTo>
                      <a:pt x="577" y="0"/>
                      <a:pt x="556" y="40"/>
                      <a:pt x="556" y="90"/>
                    </a:cubicBezTo>
                    <a:cubicBezTo>
                      <a:pt x="551" y="93"/>
                      <a:pt x="547" y="100"/>
                      <a:pt x="553" y="114"/>
                    </a:cubicBezTo>
                    <a:cubicBezTo>
                      <a:pt x="555" y="121"/>
                      <a:pt x="560" y="128"/>
                      <a:pt x="564" y="131"/>
                    </a:cubicBezTo>
                    <a:cubicBezTo>
                      <a:pt x="573" y="152"/>
                      <a:pt x="587" y="171"/>
                      <a:pt x="601" y="183"/>
                    </a:cubicBezTo>
                    <a:cubicBezTo>
                      <a:pt x="560" y="192"/>
                      <a:pt x="560" y="192"/>
                      <a:pt x="560" y="192"/>
                    </a:cubicBezTo>
                    <a:cubicBezTo>
                      <a:pt x="591" y="199"/>
                      <a:pt x="591" y="199"/>
                      <a:pt x="591" y="199"/>
                    </a:cubicBezTo>
                    <a:cubicBezTo>
                      <a:pt x="603" y="200"/>
                      <a:pt x="614" y="205"/>
                      <a:pt x="623" y="213"/>
                    </a:cubicBezTo>
                    <a:cubicBezTo>
                      <a:pt x="632" y="221"/>
                      <a:pt x="638" y="231"/>
                      <a:pt x="641" y="243"/>
                    </a:cubicBezTo>
                    <a:cubicBezTo>
                      <a:pt x="672" y="380"/>
                      <a:pt x="672" y="380"/>
                      <a:pt x="672" y="380"/>
                    </a:cubicBezTo>
                    <a:cubicBezTo>
                      <a:pt x="710" y="375"/>
                      <a:pt x="740" y="365"/>
                      <a:pt x="752" y="352"/>
                    </a:cubicBezTo>
                    <a:cubicBezTo>
                      <a:pt x="800" y="336"/>
                      <a:pt x="800" y="336"/>
                      <a:pt x="800" y="336"/>
                    </a:cubicBezTo>
                    <a:lnTo>
                      <a:pt x="775" y="22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cxnSp>
          <p:nvCxnSpPr>
            <p:cNvPr id="163" name="直接连接符 162"/>
            <p:cNvCxnSpPr/>
            <p:nvPr/>
          </p:nvCxnSpPr>
          <p:spPr>
            <a:xfrm>
              <a:off x="3462283" y="5450305"/>
              <a:ext cx="1906471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9" name="矩形 168"/>
            <p:cNvSpPr/>
            <p:nvPr/>
          </p:nvSpPr>
          <p:spPr>
            <a:xfrm>
              <a:off x="3456237" y="5437082"/>
              <a:ext cx="2031325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defTabSz="609585"/>
              <a:r>
                <a:rPr lang="zh-CN" altLang="en-US" b="1" dirty="0">
                  <a:solidFill>
                    <a:schemeClr val="bg1"/>
                  </a:solidFill>
                  <a:ea typeface="微软雅黑" charset="0"/>
                </a:rPr>
                <a:t>点击此处添加标题</a:t>
              </a: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6441966" y="2451100"/>
            <a:ext cx="2039010" cy="1375401"/>
            <a:chOff x="6441966" y="2451100"/>
            <a:chExt cx="2039010" cy="1375401"/>
          </a:xfrm>
        </p:grpSpPr>
        <p:grpSp>
          <p:nvGrpSpPr>
            <p:cNvPr id="99" name="Group 11"/>
            <p:cNvGrpSpPr>
              <a:grpSpLocks noChangeAspect="1"/>
            </p:cNvGrpSpPr>
            <p:nvPr/>
          </p:nvGrpSpPr>
          <p:grpSpPr bwMode="auto">
            <a:xfrm>
              <a:off x="6448097" y="2451100"/>
              <a:ext cx="1243260" cy="882715"/>
              <a:chOff x="1407" y="1098"/>
              <a:chExt cx="800" cy="568"/>
            </a:xfrm>
            <a:solidFill>
              <a:schemeClr val="bg1"/>
            </a:solidFill>
          </p:grpSpPr>
          <p:sp>
            <p:nvSpPr>
              <p:cNvPr id="100" name="Freeform 12"/>
              <p:cNvSpPr>
                <a:spLocks noEditPoints="1"/>
              </p:cNvSpPr>
              <p:nvPr/>
            </p:nvSpPr>
            <p:spPr bwMode="auto">
              <a:xfrm>
                <a:off x="1494" y="1098"/>
                <a:ext cx="626" cy="423"/>
              </a:xfrm>
              <a:custGeom>
                <a:avLst/>
                <a:gdLst>
                  <a:gd name="T0" fmla="*/ 621 w 628"/>
                  <a:gd name="T1" fmla="*/ 7 h 423"/>
                  <a:gd name="T2" fmla="*/ 605 w 628"/>
                  <a:gd name="T3" fmla="*/ 0 h 423"/>
                  <a:gd name="T4" fmla="*/ 23 w 628"/>
                  <a:gd name="T5" fmla="*/ 0 h 423"/>
                  <a:gd name="T6" fmla="*/ 7 w 628"/>
                  <a:gd name="T7" fmla="*/ 7 h 423"/>
                  <a:gd name="T8" fmla="*/ 0 w 628"/>
                  <a:gd name="T9" fmla="*/ 23 h 423"/>
                  <a:gd name="T10" fmla="*/ 0 w 628"/>
                  <a:gd name="T11" fmla="*/ 423 h 423"/>
                  <a:gd name="T12" fmla="*/ 628 w 628"/>
                  <a:gd name="T13" fmla="*/ 423 h 423"/>
                  <a:gd name="T14" fmla="*/ 628 w 628"/>
                  <a:gd name="T15" fmla="*/ 23 h 423"/>
                  <a:gd name="T16" fmla="*/ 621 w 628"/>
                  <a:gd name="T17" fmla="*/ 7 h 423"/>
                  <a:gd name="T18" fmla="*/ 314 w 628"/>
                  <a:gd name="T19" fmla="*/ 13 h 423"/>
                  <a:gd name="T20" fmla="*/ 321 w 628"/>
                  <a:gd name="T21" fmla="*/ 20 h 423"/>
                  <a:gd name="T22" fmla="*/ 314 w 628"/>
                  <a:gd name="T23" fmla="*/ 27 h 423"/>
                  <a:gd name="T24" fmla="*/ 307 w 628"/>
                  <a:gd name="T25" fmla="*/ 20 h 423"/>
                  <a:gd name="T26" fmla="*/ 314 w 628"/>
                  <a:gd name="T27" fmla="*/ 13 h 423"/>
                  <a:gd name="T28" fmla="*/ 587 w 628"/>
                  <a:gd name="T29" fmla="*/ 382 h 423"/>
                  <a:gd name="T30" fmla="*/ 41 w 628"/>
                  <a:gd name="T31" fmla="*/ 382 h 423"/>
                  <a:gd name="T32" fmla="*/ 41 w 628"/>
                  <a:gd name="T33" fmla="*/ 41 h 423"/>
                  <a:gd name="T34" fmla="*/ 587 w 628"/>
                  <a:gd name="T35" fmla="*/ 41 h 423"/>
                  <a:gd name="T36" fmla="*/ 587 w 628"/>
                  <a:gd name="T37" fmla="*/ 382 h 4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628" h="423">
                    <a:moveTo>
                      <a:pt x="621" y="7"/>
                    </a:moveTo>
                    <a:cubicBezTo>
                      <a:pt x="617" y="2"/>
                      <a:pt x="611" y="0"/>
                      <a:pt x="605" y="0"/>
                    </a:cubicBezTo>
                    <a:cubicBezTo>
                      <a:pt x="23" y="0"/>
                      <a:pt x="23" y="0"/>
                      <a:pt x="23" y="0"/>
                    </a:cubicBezTo>
                    <a:cubicBezTo>
                      <a:pt x="17" y="0"/>
                      <a:pt x="11" y="2"/>
                      <a:pt x="7" y="7"/>
                    </a:cubicBezTo>
                    <a:cubicBezTo>
                      <a:pt x="2" y="11"/>
                      <a:pt x="0" y="17"/>
                      <a:pt x="0" y="23"/>
                    </a:cubicBezTo>
                    <a:cubicBezTo>
                      <a:pt x="0" y="423"/>
                      <a:pt x="0" y="423"/>
                      <a:pt x="0" y="423"/>
                    </a:cubicBezTo>
                    <a:cubicBezTo>
                      <a:pt x="628" y="423"/>
                      <a:pt x="628" y="423"/>
                      <a:pt x="628" y="423"/>
                    </a:cubicBezTo>
                    <a:cubicBezTo>
                      <a:pt x="628" y="23"/>
                      <a:pt x="628" y="23"/>
                      <a:pt x="628" y="23"/>
                    </a:cubicBezTo>
                    <a:cubicBezTo>
                      <a:pt x="628" y="17"/>
                      <a:pt x="626" y="11"/>
                      <a:pt x="621" y="7"/>
                    </a:cubicBezTo>
                    <a:close/>
                    <a:moveTo>
                      <a:pt x="314" y="13"/>
                    </a:moveTo>
                    <a:cubicBezTo>
                      <a:pt x="318" y="13"/>
                      <a:pt x="321" y="16"/>
                      <a:pt x="321" y="20"/>
                    </a:cubicBezTo>
                    <a:cubicBezTo>
                      <a:pt x="321" y="24"/>
                      <a:pt x="318" y="27"/>
                      <a:pt x="314" y="27"/>
                    </a:cubicBezTo>
                    <a:cubicBezTo>
                      <a:pt x="310" y="27"/>
                      <a:pt x="307" y="24"/>
                      <a:pt x="307" y="20"/>
                    </a:cubicBezTo>
                    <a:cubicBezTo>
                      <a:pt x="307" y="16"/>
                      <a:pt x="310" y="13"/>
                      <a:pt x="314" y="13"/>
                    </a:cubicBezTo>
                    <a:close/>
                    <a:moveTo>
                      <a:pt x="587" y="382"/>
                    </a:moveTo>
                    <a:cubicBezTo>
                      <a:pt x="41" y="382"/>
                      <a:pt x="41" y="382"/>
                      <a:pt x="41" y="382"/>
                    </a:cubicBezTo>
                    <a:cubicBezTo>
                      <a:pt x="41" y="41"/>
                      <a:pt x="41" y="41"/>
                      <a:pt x="41" y="41"/>
                    </a:cubicBezTo>
                    <a:cubicBezTo>
                      <a:pt x="587" y="41"/>
                      <a:pt x="587" y="41"/>
                      <a:pt x="587" y="41"/>
                    </a:cubicBezTo>
                    <a:lnTo>
                      <a:pt x="587" y="38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1" name="Freeform 13"/>
              <p:cNvSpPr>
                <a:spLocks noEditPoints="1"/>
              </p:cNvSpPr>
              <p:nvPr/>
            </p:nvSpPr>
            <p:spPr bwMode="auto">
              <a:xfrm>
                <a:off x="1407" y="1538"/>
                <a:ext cx="800" cy="97"/>
              </a:xfrm>
              <a:custGeom>
                <a:avLst/>
                <a:gdLst>
                  <a:gd name="T0" fmla="*/ 87 w 802"/>
                  <a:gd name="T1" fmla="*/ 0 h 97"/>
                  <a:gd name="T2" fmla="*/ 4 w 802"/>
                  <a:gd name="T3" fmla="*/ 83 h 97"/>
                  <a:gd name="T4" fmla="*/ 2 w 802"/>
                  <a:gd name="T5" fmla="*/ 92 h 97"/>
                  <a:gd name="T6" fmla="*/ 10 w 802"/>
                  <a:gd name="T7" fmla="*/ 97 h 97"/>
                  <a:gd name="T8" fmla="*/ 792 w 802"/>
                  <a:gd name="T9" fmla="*/ 97 h 97"/>
                  <a:gd name="T10" fmla="*/ 800 w 802"/>
                  <a:gd name="T11" fmla="*/ 92 h 97"/>
                  <a:gd name="T12" fmla="*/ 798 w 802"/>
                  <a:gd name="T13" fmla="*/ 83 h 97"/>
                  <a:gd name="T14" fmla="*/ 715 w 802"/>
                  <a:gd name="T15" fmla="*/ 0 h 97"/>
                  <a:gd name="T16" fmla="*/ 87 w 802"/>
                  <a:gd name="T17" fmla="*/ 0 h 97"/>
                  <a:gd name="T18" fmla="*/ 711 w 802"/>
                  <a:gd name="T19" fmla="*/ 47 h 97"/>
                  <a:gd name="T20" fmla="*/ 712 w 802"/>
                  <a:gd name="T21" fmla="*/ 54 h 97"/>
                  <a:gd name="T22" fmla="*/ 706 w 802"/>
                  <a:gd name="T23" fmla="*/ 58 h 97"/>
                  <a:gd name="T24" fmla="*/ 484 w 802"/>
                  <a:gd name="T25" fmla="*/ 58 h 97"/>
                  <a:gd name="T26" fmla="*/ 485 w 802"/>
                  <a:gd name="T27" fmla="*/ 64 h 97"/>
                  <a:gd name="T28" fmla="*/ 484 w 802"/>
                  <a:gd name="T29" fmla="*/ 67 h 97"/>
                  <a:gd name="T30" fmla="*/ 481 w 802"/>
                  <a:gd name="T31" fmla="*/ 69 h 97"/>
                  <a:gd name="T32" fmla="*/ 321 w 802"/>
                  <a:gd name="T33" fmla="*/ 69 h 97"/>
                  <a:gd name="T34" fmla="*/ 318 w 802"/>
                  <a:gd name="T35" fmla="*/ 67 h 97"/>
                  <a:gd name="T36" fmla="*/ 317 w 802"/>
                  <a:gd name="T37" fmla="*/ 64 h 97"/>
                  <a:gd name="T38" fmla="*/ 318 w 802"/>
                  <a:gd name="T39" fmla="*/ 58 h 97"/>
                  <a:gd name="T40" fmla="*/ 96 w 802"/>
                  <a:gd name="T41" fmla="*/ 58 h 97"/>
                  <a:gd name="T42" fmla="*/ 90 w 802"/>
                  <a:gd name="T43" fmla="*/ 54 h 97"/>
                  <a:gd name="T44" fmla="*/ 91 w 802"/>
                  <a:gd name="T45" fmla="*/ 47 h 97"/>
                  <a:gd name="T46" fmla="*/ 113 w 802"/>
                  <a:gd name="T47" fmla="*/ 20 h 97"/>
                  <a:gd name="T48" fmla="*/ 689 w 802"/>
                  <a:gd name="T49" fmla="*/ 20 h 97"/>
                  <a:gd name="T50" fmla="*/ 711 w 802"/>
                  <a:gd name="T51" fmla="*/ 47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802" h="97">
                    <a:moveTo>
                      <a:pt x="87" y="0"/>
                    </a:moveTo>
                    <a:cubicBezTo>
                      <a:pt x="4" y="83"/>
                      <a:pt x="4" y="83"/>
                      <a:pt x="4" y="83"/>
                    </a:cubicBezTo>
                    <a:cubicBezTo>
                      <a:pt x="1" y="85"/>
                      <a:pt x="0" y="89"/>
                      <a:pt x="2" y="92"/>
                    </a:cubicBezTo>
                    <a:cubicBezTo>
                      <a:pt x="3" y="95"/>
                      <a:pt x="6" y="97"/>
                      <a:pt x="10" y="97"/>
                    </a:cubicBezTo>
                    <a:cubicBezTo>
                      <a:pt x="792" y="97"/>
                      <a:pt x="792" y="97"/>
                      <a:pt x="792" y="97"/>
                    </a:cubicBezTo>
                    <a:cubicBezTo>
                      <a:pt x="796" y="97"/>
                      <a:pt x="799" y="95"/>
                      <a:pt x="800" y="92"/>
                    </a:cubicBezTo>
                    <a:cubicBezTo>
                      <a:pt x="802" y="89"/>
                      <a:pt x="801" y="85"/>
                      <a:pt x="798" y="83"/>
                    </a:cubicBezTo>
                    <a:cubicBezTo>
                      <a:pt x="715" y="0"/>
                      <a:pt x="715" y="0"/>
                      <a:pt x="715" y="0"/>
                    </a:cubicBezTo>
                    <a:lnTo>
                      <a:pt x="87" y="0"/>
                    </a:lnTo>
                    <a:close/>
                    <a:moveTo>
                      <a:pt x="711" y="47"/>
                    </a:moveTo>
                    <a:cubicBezTo>
                      <a:pt x="713" y="49"/>
                      <a:pt x="713" y="51"/>
                      <a:pt x="712" y="54"/>
                    </a:cubicBezTo>
                    <a:cubicBezTo>
                      <a:pt x="711" y="56"/>
                      <a:pt x="709" y="58"/>
                      <a:pt x="706" y="58"/>
                    </a:cubicBezTo>
                    <a:cubicBezTo>
                      <a:pt x="484" y="58"/>
                      <a:pt x="484" y="58"/>
                      <a:pt x="484" y="58"/>
                    </a:cubicBezTo>
                    <a:cubicBezTo>
                      <a:pt x="485" y="64"/>
                      <a:pt x="485" y="64"/>
                      <a:pt x="485" y="64"/>
                    </a:cubicBezTo>
                    <a:cubicBezTo>
                      <a:pt x="485" y="65"/>
                      <a:pt x="485" y="66"/>
                      <a:pt x="484" y="67"/>
                    </a:cubicBezTo>
                    <a:cubicBezTo>
                      <a:pt x="483" y="68"/>
                      <a:pt x="482" y="69"/>
                      <a:pt x="481" y="69"/>
                    </a:cubicBezTo>
                    <a:cubicBezTo>
                      <a:pt x="321" y="69"/>
                      <a:pt x="321" y="69"/>
                      <a:pt x="321" y="69"/>
                    </a:cubicBezTo>
                    <a:cubicBezTo>
                      <a:pt x="320" y="69"/>
                      <a:pt x="319" y="68"/>
                      <a:pt x="318" y="67"/>
                    </a:cubicBezTo>
                    <a:cubicBezTo>
                      <a:pt x="317" y="66"/>
                      <a:pt x="317" y="65"/>
                      <a:pt x="317" y="64"/>
                    </a:cubicBezTo>
                    <a:cubicBezTo>
                      <a:pt x="318" y="58"/>
                      <a:pt x="318" y="58"/>
                      <a:pt x="318" y="58"/>
                    </a:cubicBezTo>
                    <a:cubicBezTo>
                      <a:pt x="96" y="58"/>
                      <a:pt x="96" y="58"/>
                      <a:pt x="96" y="58"/>
                    </a:cubicBezTo>
                    <a:cubicBezTo>
                      <a:pt x="93" y="58"/>
                      <a:pt x="91" y="56"/>
                      <a:pt x="90" y="54"/>
                    </a:cubicBezTo>
                    <a:cubicBezTo>
                      <a:pt x="89" y="51"/>
                      <a:pt x="89" y="49"/>
                      <a:pt x="91" y="47"/>
                    </a:cubicBezTo>
                    <a:cubicBezTo>
                      <a:pt x="113" y="20"/>
                      <a:pt x="113" y="20"/>
                      <a:pt x="113" y="20"/>
                    </a:cubicBezTo>
                    <a:cubicBezTo>
                      <a:pt x="689" y="20"/>
                      <a:pt x="689" y="20"/>
                      <a:pt x="689" y="20"/>
                    </a:cubicBezTo>
                    <a:lnTo>
                      <a:pt x="711" y="4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2" name="Freeform 14"/>
              <p:cNvSpPr>
                <a:spLocks noEditPoints="1"/>
              </p:cNvSpPr>
              <p:nvPr/>
            </p:nvSpPr>
            <p:spPr bwMode="auto">
              <a:xfrm>
                <a:off x="1408" y="1637"/>
                <a:ext cx="798" cy="29"/>
              </a:xfrm>
              <a:custGeom>
                <a:avLst/>
                <a:gdLst>
                  <a:gd name="T0" fmla="*/ 791 w 800"/>
                  <a:gd name="T1" fmla="*/ 3 h 29"/>
                  <a:gd name="T2" fmla="*/ 469 w 800"/>
                  <a:gd name="T3" fmla="*/ 3 h 29"/>
                  <a:gd name="T4" fmla="*/ 468 w 800"/>
                  <a:gd name="T5" fmla="*/ 6 h 29"/>
                  <a:gd name="T6" fmla="*/ 461 w 800"/>
                  <a:gd name="T7" fmla="*/ 9 h 29"/>
                  <a:gd name="T8" fmla="*/ 339 w 800"/>
                  <a:gd name="T9" fmla="*/ 9 h 29"/>
                  <a:gd name="T10" fmla="*/ 332 w 800"/>
                  <a:gd name="T11" fmla="*/ 6 h 29"/>
                  <a:gd name="T12" fmla="*/ 331 w 800"/>
                  <a:gd name="T13" fmla="*/ 3 h 29"/>
                  <a:gd name="T14" fmla="*/ 9 w 800"/>
                  <a:gd name="T15" fmla="*/ 3 h 29"/>
                  <a:gd name="T16" fmla="*/ 0 w 800"/>
                  <a:gd name="T17" fmla="*/ 0 h 29"/>
                  <a:gd name="T18" fmla="*/ 0 w 800"/>
                  <a:gd name="T19" fmla="*/ 9 h 29"/>
                  <a:gd name="T20" fmla="*/ 6 w 800"/>
                  <a:gd name="T21" fmla="*/ 23 h 29"/>
                  <a:gd name="T22" fmla="*/ 21 w 800"/>
                  <a:gd name="T23" fmla="*/ 29 h 29"/>
                  <a:gd name="T24" fmla="*/ 779 w 800"/>
                  <a:gd name="T25" fmla="*/ 29 h 29"/>
                  <a:gd name="T26" fmla="*/ 794 w 800"/>
                  <a:gd name="T27" fmla="*/ 23 h 29"/>
                  <a:gd name="T28" fmla="*/ 800 w 800"/>
                  <a:gd name="T29" fmla="*/ 9 h 29"/>
                  <a:gd name="T30" fmla="*/ 800 w 800"/>
                  <a:gd name="T31" fmla="*/ 0 h 29"/>
                  <a:gd name="T32" fmla="*/ 791 w 800"/>
                  <a:gd name="T33" fmla="*/ 3 h 29"/>
                  <a:gd name="T34" fmla="*/ 72 w 800"/>
                  <a:gd name="T35" fmla="*/ 21 h 29"/>
                  <a:gd name="T36" fmla="*/ 68 w 800"/>
                  <a:gd name="T37" fmla="*/ 16 h 29"/>
                  <a:gd name="T38" fmla="*/ 72 w 800"/>
                  <a:gd name="T39" fmla="*/ 12 h 29"/>
                  <a:gd name="T40" fmla="*/ 77 w 800"/>
                  <a:gd name="T41" fmla="*/ 16 h 29"/>
                  <a:gd name="T42" fmla="*/ 72 w 800"/>
                  <a:gd name="T43" fmla="*/ 21 h 29"/>
                  <a:gd name="T44" fmla="*/ 94 w 800"/>
                  <a:gd name="T45" fmla="*/ 21 h 29"/>
                  <a:gd name="T46" fmla="*/ 89 w 800"/>
                  <a:gd name="T47" fmla="*/ 16 h 29"/>
                  <a:gd name="T48" fmla="*/ 94 w 800"/>
                  <a:gd name="T49" fmla="*/ 12 h 29"/>
                  <a:gd name="T50" fmla="*/ 98 w 800"/>
                  <a:gd name="T51" fmla="*/ 16 h 29"/>
                  <a:gd name="T52" fmla="*/ 94 w 800"/>
                  <a:gd name="T53" fmla="*/ 21 h 29"/>
                  <a:gd name="T54" fmla="*/ 115 w 800"/>
                  <a:gd name="T55" fmla="*/ 21 h 29"/>
                  <a:gd name="T56" fmla="*/ 111 w 800"/>
                  <a:gd name="T57" fmla="*/ 16 h 29"/>
                  <a:gd name="T58" fmla="*/ 115 w 800"/>
                  <a:gd name="T59" fmla="*/ 12 h 29"/>
                  <a:gd name="T60" fmla="*/ 120 w 800"/>
                  <a:gd name="T61" fmla="*/ 16 h 29"/>
                  <a:gd name="T62" fmla="*/ 115 w 800"/>
                  <a:gd name="T63" fmla="*/ 21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800" h="29">
                    <a:moveTo>
                      <a:pt x="791" y="3"/>
                    </a:moveTo>
                    <a:cubicBezTo>
                      <a:pt x="469" y="3"/>
                      <a:pt x="469" y="3"/>
                      <a:pt x="469" y="3"/>
                    </a:cubicBezTo>
                    <a:cubicBezTo>
                      <a:pt x="469" y="4"/>
                      <a:pt x="468" y="5"/>
                      <a:pt x="468" y="6"/>
                    </a:cubicBezTo>
                    <a:cubicBezTo>
                      <a:pt x="466" y="8"/>
                      <a:pt x="463" y="9"/>
                      <a:pt x="461" y="9"/>
                    </a:cubicBezTo>
                    <a:cubicBezTo>
                      <a:pt x="339" y="9"/>
                      <a:pt x="339" y="9"/>
                      <a:pt x="339" y="9"/>
                    </a:cubicBezTo>
                    <a:cubicBezTo>
                      <a:pt x="337" y="9"/>
                      <a:pt x="334" y="8"/>
                      <a:pt x="332" y="6"/>
                    </a:cubicBezTo>
                    <a:cubicBezTo>
                      <a:pt x="332" y="5"/>
                      <a:pt x="331" y="4"/>
                      <a:pt x="331" y="3"/>
                    </a:cubicBezTo>
                    <a:cubicBezTo>
                      <a:pt x="9" y="3"/>
                      <a:pt x="9" y="3"/>
                      <a:pt x="9" y="3"/>
                    </a:cubicBezTo>
                    <a:cubicBezTo>
                      <a:pt x="5" y="3"/>
                      <a:pt x="2" y="2"/>
                      <a:pt x="0" y="0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0" y="14"/>
                      <a:pt x="2" y="19"/>
                      <a:pt x="6" y="23"/>
                    </a:cubicBezTo>
                    <a:cubicBezTo>
                      <a:pt x="10" y="27"/>
                      <a:pt x="15" y="29"/>
                      <a:pt x="21" y="29"/>
                    </a:cubicBezTo>
                    <a:cubicBezTo>
                      <a:pt x="779" y="29"/>
                      <a:pt x="779" y="29"/>
                      <a:pt x="779" y="29"/>
                    </a:cubicBezTo>
                    <a:cubicBezTo>
                      <a:pt x="785" y="29"/>
                      <a:pt x="790" y="27"/>
                      <a:pt x="794" y="23"/>
                    </a:cubicBezTo>
                    <a:cubicBezTo>
                      <a:pt x="798" y="19"/>
                      <a:pt x="800" y="14"/>
                      <a:pt x="800" y="9"/>
                    </a:cubicBezTo>
                    <a:cubicBezTo>
                      <a:pt x="800" y="0"/>
                      <a:pt x="800" y="0"/>
                      <a:pt x="800" y="0"/>
                    </a:cubicBezTo>
                    <a:cubicBezTo>
                      <a:pt x="798" y="2"/>
                      <a:pt x="795" y="3"/>
                      <a:pt x="791" y="3"/>
                    </a:cubicBezTo>
                    <a:close/>
                    <a:moveTo>
                      <a:pt x="72" y="21"/>
                    </a:moveTo>
                    <a:cubicBezTo>
                      <a:pt x="70" y="21"/>
                      <a:pt x="68" y="19"/>
                      <a:pt x="68" y="16"/>
                    </a:cubicBezTo>
                    <a:cubicBezTo>
                      <a:pt x="68" y="14"/>
                      <a:pt x="70" y="12"/>
                      <a:pt x="72" y="12"/>
                    </a:cubicBezTo>
                    <a:cubicBezTo>
                      <a:pt x="75" y="12"/>
                      <a:pt x="77" y="14"/>
                      <a:pt x="77" y="16"/>
                    </a:cubicBezTo>
                    <a:cubicBezTo>
                      <a:pt x="77" y="19"/>
                      <a:pt x="75" y="21"/>
                      <a:pt x="72" y="21"/>
                    </a:cubicBezTo>
                    <a:close/>
                    <a:moveTo>
                      <a:pt x="94" y="21"/>
                    </a:moveTo>
                    <a:cubicBezTo>
                      <a:pt x="91" y="21"/>
                      <a:pt x="89" y="19"/>
                      <a:pt x="89" y="16"/>
                    </a:cubicBezTo>
                    <a:cubicBezTo>
                      <a:pt x="89" y="14"/>
                      <a:pt x="91" y="12"/>
                      <a:pt x="94" y="12"/>
                    </a:cubicBezTo>
                    <a:cubicBezTo>
                      <a:pt x="96" y="12"/>
                      <a:pt x="98" y="14"/>
                      <a:pt x="98" y="16"/>
                    </a:cubicBezTo>
                    <a:cubicBezTo>
                      <a:pt x="98" y="19"/>
                      <a:pt x="96" y="21"/>
                      <a:pt x="94" y="21"/>
                    </a:cubicBezTo>
                    <a:close/>
                    <a:moveTo>
                      <a:pt x="115" y="21"/>
                    </a:moveTo>
                    <a:cubicBezTo>
                      <a:pt x="113" y="21"/>
                      <a:pt x="111" y="19"/>
                      <a:pt x="111" y="16"/>
                    </a:cubicBezTo>
                    <a:cubicBezTo>
                      <a:pt x="111" y="14"/>
                      <a:pt x="113" y="12"/>
                      <a:pt x="115" y="12"/>
                    </a:cubicBezTo>
                    <a:cubicBezTo>
                      <a:pt x="118" y="12"/>
                      <a:pt x="120" y="14"/>
                      <a:pt x="120" y="16"/>
                    </a:cubicBezTo>
                    <a:cubicBezTo>
                      <a:pt x="120" y="19"/>
                      <a:pt x="118" y="21"/>
                      <a:pt x="115" y="2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3" name="Freeform 15"/>
              <p:cNvSpPr>
                <a:spLocks/>
              </p:cNvSpPr>
              <p:nvPr/>
            </p:nvSpPr>
            <p:spPr bwMode="auto">
              <a:xfrm>
                <a:off x="1624" y="1386"/>
                <a:ext cx="48" cy="56"/>
              </a:xfrm>
              <a:custGeom>
                <a:avLst/>
                <a:gdLst>
                  <a:gd name="T0" fmla="*/ 48 w 48"/>
                  <a:gd name="T1" fmla="*/ 56 h 56"/>
                  <a:gd name="T2" fmla="*/ 0 w 48"/>
                  <a:gd name="T3" fmla="*/ 56 h 56"/>
                  <a:gd name="T4" fmla="*/ 0 w 48"/>
                  <a:gd name="T5" fmla="*/ 5 h 56"/>
                  <a:gd name="T6" fmla="*/ 2 w 48"/>
                  <a:gd name="T7" fmla="*/ 2 h 56"/>
                  <a:gd name="T8" fmla="*/ 5 w 48"/>
                  <a:gd name="T9" fmla="*/ 0 h 56"/>
                  <a:gd name="T10" fmla="*/ 43 w 48"/>
                  <a:gd name="T11" fmla="*/ 0 h 56"/>
                  <a:gd name="T12" fmla="*/ 47 w 48"/>
                  <a:gd name="T13" fmla="*/ 2 h 56"/>
                  <a:gd name="T14" fmla="*/ 48 w 48"/>
                  <a:gd name="T15" fmla="*/ 5 h 56"/>
                  <a:gd name="T16" fmla="*/ 48 w 48"/>
                  <a:gd name="T17" fmla="*/ 56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8" h="56">
                    <a:moveTo>
                      <a:pt x="48" y="56"/>
                    </a:moveTo>
                    <a:cubicBezTo>
                      <a:pt x="0" y="56"/>
                      <a:pt x="0" y="56"/>
                      <a:pt x="0" y="56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4"/>
                      <a:pt x="1" y="3"/>
                      <a:pt x="2" y="2"/>
                    </a:cubicBezTo>
                    <a:cubicBezTo>
                      <a:pt x="3" y="1"/>
                      <a:pt x="4" y="0"/>
                      <a:pt x="5" y="0"/>
                    </a:cubicBezTo>
                    <a:cubicBezTo>
                      <a:pt x="43" y="0"/>
                      <a:pt x="43" y="0"/>
                      <a:pt x="43" y="0"/>
                    </a:cubicBezTo>
                    <a:cubicBezTo>
                      <a:pt x="44" y="0"/>
                      <a:pt x="46" y="1"/>
                      <a:pt x="47" y="2"/>
                    </a:cubicBezTo>
                    <a:cubicBezTo>
                      <a:pt x="48" y="3"/>
                      <a:pt x="48" y="4"/>
                      <a:pt x="48" y="5"/>
                    </a:cubicBezTo>
                    <a:cubicBezTo>
                      <a:pt x="48" y="56"/>
                      <a:pt x="48" y="56"/>
                      <a:pt x="48" y="5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4" name="Freeform 16"/>
              <p:cNvSpPr>
                <a:spLocks/>
              </p:cNvSpPr>
              <p:nvPr/>
            </p:nvSpPr>
            <p:spPr bwMode="auto">
              <a:xfrm>
                <a:off x="1723" y="1314"/>
                <a:ext cx="47" cy="128"/>
              </a:xfrm>
              <a:custGeom>
                <a:avLst/>
                <a:gdLst>
                  <a:gd name="T0" fmla="*/ 47 w 47"/>
                  <a:gd name="T1" fmla="*/ 128 h 128"/>
                  <a:gd name="T2" fmla="*/ 0 w 47"/>
                  <a:gd name="T3" fmla="*/ 128 h 128"/>
                  <a:gd name="T4" fmla="*/ 0 w 47"/>
                  <a:gd name="T5" fmla="*/ 5 h 128"/>
                  <a:gd name="T6" fmla="*/ 1 w 47"/>
                  <a:gd name="T7" fmla="*/ 2 h 128"/>
                  <a:gd name="T8" fmla="*/ 5 w 47"/>
                  <a:gd name="T9" fmla="*/ 0 h 128"/>
                  <a:gd name="T10" fmla="*/ 42 w 47"/>
                  <a:gd name="T11" fmla="*/ 0 h 128"/>
                  <a:gd name="T12" fmla="*/ 46 w 47"/>
                  <a:gd name="T13" fmla="*/ 2 h 128"/>
                  <a:gd name="T14" fmla="*/ 47 w 47"/>
                  <a:gd name="T15" fmla="*/ 5 h 128"/>
                  <a:gd name="T16" fmla="*/ 47 w 47"/>
                  <a:gd name="T17" fmla="*/ 128 h 1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7" h="128">
                    <a:moveTo>
                      <a:pt x="47" y="128"/>
                    </a:moveTo>
                    <a:cubicBezTo>
                      <a:pt x="0" y="128"/>
                      <a:pt x="0" y="128"/>
                      <a:pt x="0" y="128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4"/>
                      <a:pt x="0" y="3"/>
                      <a:pt x="1" y="2"/>
                    </a:cubicBezTo>
                    <a:cubicBezTo>
                      <a:pt x="2" y="1"/>
                      <a:pt x="3" y="0"/>
                      <a:pt x="5" y="0"/>
                    </a:cubicBezTo>
                    <a:cubicBezTo>
                      <a:pt x="42" y="0"/>
                      <a:pt x="42" y="0"/>
                      <a:pt x="42" y="0"/>
                    </a:cubicBezTo>
                    <a:cubicBezTo>
                      <a:pt x="44" y="0"/>
                      <a:pt x="45" y="1"/>
                      <a:pt x="46" y="2"/>
                    </a:cubicBezTo>
                    <a:cubicBezTo>
                      <a:pt x="47" y="3"/>
                      <a:pt x="47" y="4"/>
                      <a:pt x="47" y="5"/>
                    </a:cubicBezTo>
                    <a:lnTo>
                      <a:pt x="47" y="12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5" name="Freeform 17"/>
              <p:cNvSpPr>
                <a:spLocks/>
              </p:cNvSpPr>
              <p:nvPr/>
            </p:nvSpPr>
            <p:spPr bwMode="auto">
              <a:xfrm>
                <a:off x="1821" y="1353"/>
                <a:ext cx="48" cy="89"/>
              </a:xfrm>
              <a:custGeom>
                <a:avLst/>
                <a:gdLst>
                  <a:gd name="T0" fmla="*/ 48 w 48"/>
                  <a:gd name="T1" fmla="*/ 89 h 89"/>
                  <a:gd name="T2" fmla="*/ 0 w 48"/>
                  <a:gd name="T3" fmla="*/ 89 h 89"/>
                  <a:gd name="T4" fmla="*/ 0 w 48"/>
                  <a:gd name="T5" fmla="*/ 6 h 89"/>
                  <a:gd name="T6" fmla="*/ 1 w 48"/>
                  <a:gd name="T7" fmla="*/ 2 h 89"/>
                  <a:gd name="T8" fmla="*/ 5 w 48"/>
                  <a:gd name="T9" fmla="*/ 0 h 89"/>
                  <a:gd name="T10" fmla="*/ 43 w 48"/>
                  <a:gd name="T11" fmla="*/ 0 h 89"/>
                  <a:gd name="T12" fmla="*/ 46 w 48"/>
                  <a:gd name="T13" fmla="*/ 2 h 89"/>
                  <a:gd name="T14" fmla="*/ 48 w 48"/>
                  <a:gd name="T15" fmla="*/ 6 h 89"/>
                  <a:gd name="T16" fmla="*/ 48 w 48"/>
                  <a:gd name="T17" fmla="*/ 89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8" h="89">
                    <a:moveTo>
                      <a:pt x="48" y="89"/>
                    </a:moveTo>
                    <a:cubicBezTo>
                      <a:pt x="0" y="89"/>
                      <a:pt x="0" y="89"/>
                      <a:pt x="0" y="89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4"/>
                      <a:pt x="0" y="3"/>
                      <a:pt x="1" y="2"/>
                    </a:cubicBezTo>
                    <a:cubicBezTo>
                      <a:pt x="2" y="1"/>
                      <a:pt x="4" y="0"/>
                      <a:pt x="5" y="0"/>
                    </a:cubicBezTo>
                    <a:cubicBezTo>
                      <a:pt x="43" y="0"/>
                      <a:pt x="43" y="0"/>
                      <a:pt x="43" y="0"/>
                    </a:cubicBezTo>
                    <a:cubicBezTo>
                      <a:pt x="44" y="0"/>
                      <a:pt x="45" y="1"/>
                      <a:pt x="46" y="2"/>
                    </a:cubicBezTo>
                    <a:cubicBezTo>
                      <a:pt x="47" y="3"/>
                      <a:pt x="48" y="4"/>
                      <a:pt x="48" y="6"/>
                    </a:cubicBezTo>
                    <a:cubicBezTo>
                      <a:pt x="48" y="89"/>
                      <a:pt x="48" y="89"/>
                      <a:pt x="48" y="8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6" name="Freeform 18"/>
              <p:cNvSpPr>
                <a:spLocks/>
              </p:cNvSpPr>
              <p:nvPr/>
            </p:nvSpPr>
            <p:spPr bwMode="auto">
              <a:xfrm>
                <a:off x="1901" y="1205"/>
                <a:ext cx="84" cy="237"/>
              </a:xfrm>
              <a:custGeom>
                <a:avLst/>
                <a:gdLst>
                  <a:gd name="T0" fmla="*/ 79 w 84"/>
                  <a:gd name="T1" fmla="*/ 64 h 237"/>
                  <a:gd name="T2" fmla="*/ 84 w 84"/>
                  <a:gd name="T3" fmla="*/ 62 h 237"/>
                  <a:gd name="T4" fmla="*/ 83 w 84"/>
                  <a:gd name="T5" fmla="*/ 56 h 237"/>
                  <a:gd name="T6" fmla="*/ 46 w 84"/>
                  <a:gd name="T7" fmla="*/ 2 h 237"/>
                  <a:gd name="T8" fmla="*/ 42 w 84"/>
                  <a:gd name="T9" fmla="*/ 0 h 237"/>
                  <a:gd name="T10" fmla="*/ 38 w 84"/>
                  <a:gd name="T11" fmla="*/ 2 h 237"/>
                  <a:gd name="T12" fmla="*/ 1 w 84"/>
                  <a:gd name="T13" fmla="*/ 56 h 237"/>
                  <a:gd name="T14" fmla="*/ 1 w 84"/>
                  <a:gd name="T15" fmla="*/ 62 h 237"/>
                  <a:gd name="T16" fmla="*/ 5 w 84"/>
                  <a:gd name="T17" fmla="*/ 64 h 237"/>
                  <a:gd name="T18" fmla="*/ 18 w 84"/>
                  <a:gd name="T19" fmla="*/ 64 h 237"/>
                  <a:gd name="T20" fmla="*/ 18 w 84"/>
                  <a:gd name="T21" fmla="*/ 237 h 237"/>
                  <a:gd name="T22" fmla="*/ 66 w 84"/>
                  <a:gd name="T23" fmla="*/ 237 h 237"/>
                  <a:gd name="T24" fmla="*/ 66 w 84"/>
                  <a:gd name="T25" fmla="*/ 64 h 237"/>
                  <a:gd name="T26" fmla="*/ 79 w 84"/>
                  <a:gd name="T27" fmla="*/ 64 h 2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84" h="237">
                    <a:moveTo>
                      <a:pt x="79" y="64"/>
                    </a:moveTo>
                    <a:cubicBezTo>
                      <a:pt x="81" y="64"/>
                      <a:pt x="83" y="63"/>
                      <a:pt x="84" y="62"/>
                    </a:cubicBezTo>
                    <a:cubicBezTo>
                      <a:pt x="84" y="60"/>
                      <a:pt x="84" y="58"/>
                      <a:pt x="83" y="56"/>
                    </a:cubicBezTo>
                    <a:cubicBezTo>
                      <a:pt x="46" y="2"/>
                      <a:pt x="46" y="2"/>
                      <a:pt x="46" y="2"/>
                    </a:cubicBezTo>
                    <a:cubicBezTo>
                      <a:pt x="45" y="1"/>
                      <a:pt x="44" y="0"/>
                      <a:pt x="42" y="0"/>
                    </a:cubicBezTo>
                    <a:cubicBezTo>
                      <a:pt x="40" y="0"/>
                      <a:pt x="39" y="1"/>
                      <a:pt x="38" y="2"/>
                    </a:cubicBezTo>
                    <a:cubicBezTo>
                      <a:pt x="1" y="56"/>
                      <a:pt x="1" y="56"/>
                      <a:pt x="1" y="56"/>
                    </a:cubicBezTo>
                    <a:cubicBezTo>
                      <a:pt x="0" y="58"/>
                      <a:pt x="0" y="60"/>
                      <a:pt x="1" y="62"/>
                    </a:cubicBezTo>
                    <a:cubicBezTo>
                      <a:pt x="1" y="63"/>
                      <a:pt x="3" y="64"/>
                      <a:pt x="5" y="64"/>
                    </a:cubicBezTo>
                    <a:cubicBezTo>
                      <a:pt x="18" y="64"/>
                      <a:pt x="18" y="64"/>
                      <a:pt x="18" y="64"/>
                    </a:cubicBezTo>
                    <a:cubicBezTo>
                      <a:pt x="18" y="237"/>
                      <a:pt x="18" y="237"/>
                      <a:pt x="18" y="237"/>
                    </a:cubicBezTo>
                    <a:cubicBezTo>
                      <a:pt x="66" y="237"/>
                      <a:pt x="66" y="237"/>
                      <a:pt x="66" y="237"/>
                    </a:cubicBezTo>
                    <a:cubicBezTo>
                      <a:pt x="66" y="64"/>
                      <a:pt x="66" y="64"/>
                      <a:pt x="66" y="64"/>
                    </a:cubicBezTo>
                    <a:lnTo>
                      <a:pt x="79" y="6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7" name="Freeform 19"/>
              <p:cNvSpPr>
                <a:spLocks/>
              </p:cNvSpPr>
              <p:nvPr/>
            </p:nvSpPr>
            <p:spPr bwMode="auto">
              <a:xfrm>
                <a:off x="1552" y="1187"/>
                <a:ext cx="510" cy="276"/>
              </a:xfrm>
              <a:custGeom>
                <a:avLst/>
                <a:gdLst>
                  <a:gd name="T0" fmla="*/ 8 w 512"/>
                  <a:gd name="T1" fmla="*/ 268 h 276"/>
                  <a:gd name="T2" fmla="*/ 8 w 512"/>
                  <a:gd name="T3" fmla="*/ 4 h 276"/>
                  <a:gd name="T4" fmla="*/ 7 w 512"/>
                  <a:gd name="T5" fmla="*/ 1 h 276"/>
                  <a:gd name="T6" fmla="*/ 4 w 512"/>
                  <a:gd name="T7" fmla="*/ 0 h 276"/>
                  <a:gd name="T8" fmla="*/ 4 w 512"/>
                  <a:gd name="T9" fmla="*/ 0 h 276"/>
                  <a:gd name="T10" fmla="*/ 1 w 512"/>
                  <a:gd name="T11" fmla="*/ 1 h 276"/>
                  <a:gd name="T12" fmla="*/ 0 w 512"/>
                  <a:gd name="T13" fmla="*/ 4 h 276"/>
                  <a:gd name="T14" fmla="*/ 0 w 512"/>
                  <a:gd name="T15" fmla="*/ 276 h 276"/>
                  <a:gd name="T16" fmla="*/ 508 w 512"/>
                  <a:gd name="T17" fmla="*/ 276 h 276"/>
                  <a:gd name="T18" fmla="*/ 511 w 512"/>
                  <a:gd name="T19" fmla="*/ 275 h 276"/>
                  <a:gd name="T20" fmla="*/ 512 w 512"/>
                  <a:gd name="T21" fmla="*/ 272 h 276"/>
                  <a:gd name="T22" fmla="*/ 512 w 512"/>
                  <a:gd name="T23" fmla="*/ 272 h 276"/>
                  <a:gd name="T24" fmla="*/ 511 w 512"/>
                  <a:gd name="T25" fmla="*/ 269 h 276"/>
                  <a:gd name="T26" fmla="*/ 508 w 512"/>
                  <a:gd name="T27" fmla="*/ 268 h 276"/>
                  <a:gd name="T28" fmla="*/ 8 w 512"/>
                  <a:gd name="T29" fmla="*/ 268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12" h="276">
                    <a:moveTo>
                      <a:pt x="8" y="268"/>
                    </a:moveTo>
                    <a:cubicBezTo>
                      <a:pt x="8" y="4"/>
                      <a:pt x="8" y="4"/>
                      <a:pt x="8" y="4"/>
                    </a:cubicBezTo>
                    <a:cubicBezTo>
                      <a:pt x="8" y="3"/>
                      <a:pt x="8" y="2"/>
                      <a:pt x="7" y="1"/>
                    </a:cubicBezTo>
                    <a:cubicBezTo>
                      <a:pt x="6" y="1"/>
                      <a:pt x="5" y="0"/>
                      <a:pt x="4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3" y="0"/>
                      <a:pt x="2" y="1"/>
                      <a:pt x="1" y="1"/>
                    </a:cubicBezTo>
                    <a:cubicBezTo>
                      <a:pt x="0" y="2"/>
                      <a:pt x="0" y="3"/>
                      <a:pt x="0" y="4"/>
                    </a:cubicBezTo>
                    <a:cubicBezTo>
                      <a:pt x="0" y="276"/>
                      <a:pt x="0" y="276"/>
                      <a:pt x="0" y="276"/>
                    </a:cubicBezTo>
                    <a:cubicBezTo>
                      <a:pt x="508" y="276"/>
                      <a:pt x="508" y="276"/>
                      <a:pt x="508" y="276"/>
                    </a:cubicBezTo>
                    <a:cubicBezTo>
                      <a:pt x="509" y="276"/>
                      <a:pt x="510" y="276"/>
                      <a:pt x="511" y="275"/>
                    </a:cubicBezTo>
                    <a:cubicBezTo>
                      <a:pt x="512" y="274"/>
                      <a:pt x="512" y="273"/>
                      <a:pt x="512" y="272"/>
                    </a:cubicBezTo>
                    <a:cubicBezTo>
                      <a:pt x="512" y="272"/>
                      <a:pt x="512" y="272"/>
                      <a:pt x="512" y="272"/>
                    </a:cubicBezTo>
                    <a:cubicBezTo>
                      <a:pt x="512" y="271"/>
                      <a:pt x="512" y="270"/>
                      <a:pt x="511" y="269"/>
                    </a:cubicBezTo>
                    <a:cubicBezTo>
                      <a:pt x="510" y="268"/>
                      <a:pt x="509" y="268"/>
                      <a:pt x="508" y="268"/>
                    </a:cubicBezTo>
                    <a:cubicBezTo>
                      <a:pt x="8" y="268"/>
                      <a:pt x="8" y="268"/>
                      <a:pt x="8" y="26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cxnSp>
          <p:nvCxnSpPr>
            <p:cNvPr id="160" name="直接连接符 159"/>
            <p:cNvCxnSpPr/>
            <p:nvPr/>
          </p:nvCxnSpPr>
          <p:spPr>
            <a:xfrm>
              <a:off x="6441966" y="3429000"/>
              <a:ext cx="1906471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0" name="矩形 169"/>
            <p:cNvSpPr/>
            <p:nvPr/>
          </p:nvSpPr>
          <p:spPr>
            <a:xfrm>
              <a:off x="6449651" y="3457169"/>
              <a:ext cx="2031325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defTabSz="609585"/>
              <a:r>
                <a:rPr lang="zh-CN" altLang="en-US" b="1" dirty="0">
                  <a:solidFill>
                    <a:schemeClr val="bg1"/>
                  </a:solidFill>
                  <a:ea typeface="微软雅黑" charset="0"/>
                </a:rPr>
                <a:t>点击此处添加标题</a:t>
              </a:r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6441966" y="4470400"/>
            <a:ext cx="2039010" cy="1336014"/>
            <a:chOff x="6441966" y="4470400"/>
            <a:chExt cx="2039010" cy="1336014"/>
          </a:xfrm>
        </p:grpSpPr>
        <p:grpSp>
          <p:nvGrpSpPr>
            <p:cNvPr id="146" name="Group 67"/>
            <p:cNvGrpSpPr>
              <a:grpSpLocks noChangeAspect="1"/>
            </p:cNvGrpSpPr>
            <p:nvPr/>
          </p:nvGrpSpPr>
          <p:grpSpPr bwMode="auto">
            <a:xfrm>
              <a:off x="6487364" y="4470400"/>
              <a:ext cx="1188866" cy="879605"/>
              <a:chOff x="6149" y="2123"/>
              <a:chExt cx="765" cy="566"/>
            </a:xfrm>
            <a:solidFill>
              <a:schemeClr val="bg1"/>
            </a:solidFill>
          </p:grpSpPr>
          <p:sp>
            <p:nvSpPr>
              <p:cNvPr id="147" name="Freeform 68"/>
              <p:cNvSpPr>
                <a:spLocks/>
              </p:cNvSpPr>
              <p:nvPr/>
            </p:nvSpPr>
            <p:spPr bwMode="auto">
              <a:xfrm>
                <a:off x="6281" y="2401"/>
                <a:ext cx="501" cy="288"/>
              </a:xfrm>
              <a:custGeom>
                <a:avLst/>
                <a:gdLst>
                  <a:gd name="T0" fmla="*/ 485 w 524"/>
                  <a:gd name="T1" fmla="*/ 56 h 300"/>
                  <a:gd name="T2" fmla="*/ 473 w 524"/>
                  <a:gd name="T3" fmla="*/ 36 h 300"/>
                  <a:gd name="T4" fmla="*/ 450 w 524"/>
                  <a:gd name="T5" fmla="*/ 26 h 300"/>
                  <a:gd name="T6" fmla="*/ 318 w 524"/>
                  <a:gd name="T7" fmla="*/ 0 h 300"/>
                  <a:gd name="T8" fmla="*/ 356 w 524"/>
                  <a:gd name="T9" fmla="*/ 25 h 300"/>
                  <a:gd name="T10" fmla="*/ 296 w 524"/>
                  <a:gd name="T11" fmla="*/ 215 h 300"/>
                  <a:gd name="T12" fmla="*/ 262 w 524"/>
                  <a:gd name="T13" fmla="*/ 74 h 300"/>
                  <a:gd name="T14" fmla="*/ 228 w 524"/>
                  <a:gd name="T15" fmla="*/ 215 h 300"/>
                  <a:gd name="T16" fmla="*/ 168 w 524"/>
                  <a:gd name="T17" fmla="*/ 25 h 300"/>
                  <a:gd name="T18" fmla="*/ 206 w 524"/>
                  <a:gd name="T19" fmla="*/ 0 h 300"/>
                  <a:gd name="T20" fmla="*/ 74 w 524"/>
                  <a:gd name="T21" fmla="*/ 26 h 300"/>
                  <a:gd name="T22" fmla="*/ 51 w 524"/>
                  <a:gd name="T23" fmla="*/ 36 h 300"/>
                  <a:gd name="T24" fmla="*/ 39 w 524"/>
                  <a:gd name="T25" fmla="*/ 56 h 300"/>
                  <a:gd name="T26" fmla="*/ 0 w 524"/>
                  <a:gd name="T27" fmla="*/ 228 h 300"/>
                  <a:gd name="T28" fmla="*/ 73 w 524"/>
                  <a:gd name="T29" fmla="*/ 254 h 300"/>
                  <a:gd name="T30" fmla="*/ 249 w 524"/>
                  <a:gd name="T31" fmla="*/ 300 h 300"/>
                  <a:gd name="T32" fmla="*/ 262 w 524"/>
                  <a:gd name="T33" fmla="*/ 300 h 300"/>
                  <a:gd name="T34" fmla="*/ 275 w 524"/>
                  <a:gd name="T35" fmla="*/ 300 h 300"/>
                  <a:gd name="T36" fmla="*/ 451 w 524"/>
                  <a:gd name="T37" fmla="*/ 254 h 300"/>
                  <a:gd name="T38" fmla="*/ 524 w 524"/>
                  <a:gd name="T39" fmla="*/ 228 h 300"/>
                  <a:gd name="T40" fmla="*/ 485 w 524"/>
                  <a:gd name="T41" fmla="*/ 56 h 3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524" h="300">
                    <a:moveTo>
                      <a:pt x="485" y="56"/>
                    </a:moveTo>
                    <a:cubicBezTo>
                      <a:pt x="484" y="48"/>
                      <a:pt x="479" y="41"/>
                      <a:pt x="473" y="36"/>
                    </a:cubicBezTo>
                    <a:cubicBezTo>
                      <a:pt x="467" y="30"/>
                      <a:pt x="459" y="27"/>
                      <a:pt x="450" y="26"/>
                    </a:cubicBezTo>
                    <a:cubicBezTo>
                      <a:pt x="318" y="0"/>
                      <a:pt x="318" y="0"/>
                      <a:pt x="318" y="0"/>
                    </a:cubicBezTo>
                    <a:cubicBezTo>
                      <a:pt x="356" y="25"/>
                      <a:pt x="356" y="25"/>
                      <a:pt x="356" y="25"/>
                    </a:cubicBezTo>
                    <a:cubicBezTo>
                      <a:pt x="296" y="215"/>
                      <a:pt x="296" y="215"/>
                      <a:pt x="296" y="215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28" y="215"/>
                      <a:pt x="228" y="215"/>
                      <a:pt x="228" y="215"/>
                    </a:cubicBezTo>
                    <a:cubicBezTo>
                      <a:pt x="168" y="25"/>
                      <a:pt x="168" y="25"/>
                      <a:pt x="168" y="25"/>
                    </a:cubicBezTo>
                    <a:cubicBezTo>
                      <a:pt x="206" y="0"/>
                      <a:pt x="206" y="0"/>
                      <a:pt x="206" y="0"/>
                    </a:cubicBezTo>
                    <a:cubicBezTo>
                      <a:pt x="74" y="26"/>
                      <a:pt x="74" y="26"/>
                      <a:pt x="74" y="26"/>
                    </a:cubicBezTo>
                    <a:cubicBezTo>
                      <a:pt x="65" y="27"/>
                      <a:pt x="57" y="30"/>
                      <a:pt x="51" y="36"/>
                    </a:cubicBezTo>
                    <a:cubicBezTo>
                      <a:pt x="45" y="41"/>
                      <a:pt x="40" y="48"/>
                      <a:pt x="39" y="56"/>
                    </a:cubicBezTo>
                    <a:cubicBezTo>
                      <a:pt x="0" y="228"/>
                      <a:pt x="0" y="228"/>
                      <a:pt x="0" y="228"/>
                    </a:cubicBezTo>
                    <a:cubicBezTo>
                      <a:pt x="73" y="254"/>
                      <a:pt x="73" y="254"/>
                      <a:pt x="73" y="254"/>
                    </a:cubicBezTo>
                    <a:cubicBezTo>
                      <a:pt x="98" y="279"/>
                      <a:pt x="167" y="298"/>
                      <a:pt x="249" y="300"/>
                    </a:cubicBezTo>
                    <a:cubicBezTo>
                      <a:pt x="262" y="300"/>
                      <a:pt x="262" y="300"/>
                      <a:pt x="262" y="300"/>
                    </a:cubicBezTo>
                    <a:cubicBezTo>
                      <a:pt x="275" y="300"/>
                      <a:pt x="275" y="300"/>
                      <a:pt x="275" y="300"/>
                    </a:cubicBezTo>
                    <a:cubicBezTo>
                      <a:pt x="357" y="298"/>
                      <a:pt x="426" y="279"/>
                      <a:pt x="451" y="254"/>
                    </a:cubicBezTo>
                    <a:cubicBezTo>
                      <a:pt x="524" y="228"/>
                      <a:pt x="524" y="228"/>
                      <a:pt x="524" y="228"/>
                    </a:cubicBezTo>
                    <a:lnTo>
                      <a:pt x="485" y="5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8" name="Freeform 69"/>
              <p:cNvSpPr>
                <a:spLocks/>
              </p:cNvSpPr>
              <p:nvPr/>
            </p:nvSpPr>
            <p:spPr bwMode="auto">
              <a:xfrm>
                <a:off x="6503" y="2419"/>
                <a:ext cx="57" cy="53"/>
              </a:xfrm>
              <a:custGeom>
                <a:avLst/>
                <a:gdLst>
                  <a:gd name="T0" fmla="*/ 29 w 57"/>
                  <a:gd name="T1" fmla="*/ 0 h 53"/>
                  <a:gd name="T2" fmla="*/ 0 w 57"/>
                  <a:gd name="T3" fmla="*/ 11 h 53"/>
                  <a:gd name="T4" fmla="*/ 29 w 57"/>
                  <a:gd name="T5" fmla="*/ 53 h 53"/>
                  <a:gd name="T6" fmla="*/ 57 w 57"/>
                  <a:gd name="T7" fmla="*/ 11 h 53"/>
                  <a:gd name="T8" fmla="*/ 29 w 57"/>
                  <a:gd name="T9" fmla="*/ 0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7" h="53">
                    <a:moveTo>
                      <a:pt x="29" y="0"/>
                    </a:moveTo>
                    <a:lnTo>
                      <a:pt x="0" y="11"/>
                    </a:lnTo>
                    <a:lnTo>
                      <a:pt x="29" y="53"/>
                    </a:lnTo>
                    <a:lnTo>
                      <a:pt x="57" y="11"/>
                    </a:lnTo>
                    <a:lnTo>
                      <a:pt x="29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9" name="Freeform 70"/>
              <p:cNvSpPr>
                <a:spLocks/>
              </p:cNvSpPr>
              <p:nvPr/>
            </p:nvSpPr>
            <p:spPr bwMode="auto">
              <a:xfrm>
                <a:off x="6410" y="2123"/>
                <a:ext cx="243" cy="292"/>
              </a:xfrm>
              <a:custGeom>
                <a:avLst/>
                <a:gdLst>
                  <a:gd name="T0" fmla="*/ 240 w 254"/>
                  <a:gd name="T1" fmla="*/ 140 h 304"/>
                  <a:gd name="T2" fmla="*/ 127 w 254"/>
                  <a:gd name="T3" fmla="*/ 0 h 304"/>
                  <a:gd name="T4" fmla="*/ 14 w 254"/>
                  <a:gd name="T5" fmla="*/ 140 h 304"/>
                  <a:gd name="T6" fmla="*/ 8 w 254"/>
                  <a:gd name="T7" fmla="*/ 177 h 304"/>
                  <a:gd name="T8" fmla="*/ 26 w 254"/>
                  <a:gd name="T9" fmla="*/ 202 h 304"/>
                  <a:gd name="T10" fmla="*/ 127 w 254"/>
                  <a:gd name="T11" fmla="*/ 304 h 304"/>
                  <a:gd name="T12" fmla="*/ 228 w 254"/>
                  <a:gd name="T13" fmla="*/ 202 h 304"/>
                  <a:gd name="T14" fmla="*/ 246 w 254"/>
                  <a:gd name="T15" fmla="*/ 177 h 304"/>
                  <a:gd name="T16" fmla="*/ 240 w 254"/>
                  <a:gd name="T17" fmla="*/ 140 h 3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54" h="304">
                    <a:moveTo>
                      <a:pt x="240" y="140"/>
                    </a:moveTo>
                    <a:cubicBezTo>
                      <a:pt x="240" y="61"/>
                      <a:pt x="208" y="0"/>
                      <a:pt x="127" y="0"/>
                    </a:cubicBezTo>
                    <a:cubicBezTo>
                      <a:pt x="46" y="0"/>
                      <a:pt x="14" y="62"/>
                      <a:pt x="14" y="140"/>
                    </a:cubicBezTo>
                    <a:cubicBezTo>
                      <a:pt x="5" y="144"/>
                      <a:pt x="0" y="154"/>
                      <a:pt x="8" y="177"/>
                    </a:cubicBezTo>
                    <a:cubicBezTo>
                      <a:pt x="12" y="188"/>
                      <a:pt x="20" y="197"/>
                      <a:pt x="26" y="202"/>
                    </a:cubicBezTo>
                    <a:cubicBezTo>
                      <a:pt x="49" y="260"/>
                      <a:pt x="94" y="304"/>
                      <a:pt x="127" y="304"/>
                    </a:cubicBezTo>
                    <a:cubicBezTo>
                      <a:pt x="160" y="304"/>
                      <a:pt x="205" y="260"/>
                      <a:pt x="228" y="202"/>
                    </a:cubicBezTo>
                    <a:cubicBezTo>
                      <a:pt x="234" y="197"/>
                      <a:pt x="242" y="188"/>
                      <a:pt x="246" y="177"/>
                    </a:cubicBezTo>
                    <a:cubicBezTo>
                      <a:pt x="254" y="154"/>
                      <a:pt x="249" y="144"/>
                      <a:pt x="240" y="14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50" name="Freeform 71"/>
              <p:cNvSpPr>
                <a:spLocks noEditPoints="1"/>
              </p:cNvSpPr>
              <p:nvPr/>
            </p:nvSpPr>
            <p:spPr bwMode="auto">
              <a:xfrm>
                <a:off x="6149" y="2218"/>
                <a:ext cx="765" cy="365"/>
              </a:xfrm>
              <a:custGeom>
                <a:avLst/>
                <a:gdLst>
                  <a:gd name="T0" fmla="*/ 128 w 800"/>
                  <a:gd name="T1" fmla="*/ 380 h 380"/>
                  <a:gd name="T2" fmla="*/ 48 w 800"/>
                  <a:gd name="T3" fmla="*/ 352 h 380"/>
                  <a:gd name="T4" fmla="*/ 0 w 800"/>
                  <a:gd name="T5" fmla="*/ 336 h 380"/>
                  <a:gd name="T6" fmla="*/ 25 w 800"/>
                  <a:gd name="T7" fmla="*/ 224 h 380"/>
                  <a:gd name="T8" fmla="*/ 33 w 800"/>
                  <a:gd name="T9" fmla="*/ 211 h 380"/>
                  <a:gd name="T10" fmla="*/ 48 w 800"/>
                  <a:gd name="T11" fmla="*/ 204 h 380"/>
                  <a:gd name="T12" fmla="*/ 141 w 800"/>
                  <a:gd name="T13" fmla="*/ 183 h 380"/>
                  <a:gd name="T14" fmla="*/ 105 w 800"/>
                  <a:gd name="T15" fmla="*/ 131 h 380"/>
                  <a:gd name="T16" fmla="*/ 93 w 800"/>
                  <a:gd name="T17" fmla="*/ 114 h 380"/>
                  <a:gd name="T18" fmla="*/ 97 w 800"/>
                  <a:gd name="T19" fmla="*/ 90 h 380"/>
                  <a:gd name="T20" fmla="*/ 170 w 800"/>
                  <a:gd name="T21" fmla="*/ 0 h 380"/>
                  <a:gd name="T22" fmla="*/ 170 w 800"/>
                  <a:gd name="T23" fmla="*/ 0 h 380"/>
                  <a:gd name="T24" fmla="*/ 244 w 800"/>
                  <a:gd name="T25" fmla="*/ 90 h 380"/>
                  <a:gd name="T26" fmla="*/ 247 w 800"/>
                  <a:gd name="T27" fmla="*/ 114 h 380"/>
                  <a:gd name="T28" fmla="*/ 236 w 800"/>
                  <a:gd name="T29" fmla="*/ 131 h 380"/>
                  <a:gd name="T30" fmla="*/ 199 w 800"/>
                  <a:gd name="T31" fmla="*/ 183 h 380"/>
                  <a:gd name="T32" fmla="*/ 240 w 800"/>
                  <a:gd name="T33" fmla="*/ 192 h 380"/>
                  <a:gd name="T34" fmla="*/ 209 w 800"/>
                  <a:gd name="T35" fmla="*/ 199 h 380"/>
                  <a:gd name="T36" fmla="*/ 177 w 800"/>
                  <a:gd name="T37" fmla="*/ 213 h 380"/>
                  <a:gd name="T38" fmla="*/ 159 w 800"/>
                  <a:gd name="T39" fmla="*/ 243 h 380"/>
                  <a:gd name="T40" fmla="*/ 128 w 800"/>
                  <a:gd name="T41" fmla="*/ 380 h 380"/>
                  <a:gd name="T42" fmla="*/ 775 w 800"/>
                  <a:gd name="T43" fmla="*/ 224 h 380"/>
                  <a:gd name="T44" fmla="*/ 767 w 800"/>
                  <a:gd name="T45" fmla="*/ 211 h 380"/>
                  <a:gd name="T46" fmla="*/ 752 w 800"/>
                  <a:gd name="T47" fmla="*/ 204 h 380"/>
                  <a:gd name="T48" fmla="*/ 659 w 800"/>
                  <a:gd name="T49" fmla="*/ 183 h 380"/>
                  <a:gd name="T50" fmla="*/ 695 w 800"/>
                  <a:gd name="T51" fmla="*/ 131 h 380"/>
                  <a:gd name="T52" fmla="*/ 707 w 800"/>
                  <a:gd name="T53" fmla="*/ 114 h 380"/>
                  <a:gd name="T54" fmla="*/ 703 w 800"/>
                  <a:gd name="T55" fmla="*/ 90 h 380"/>
                  <a:gd name="T56" fmla="*/ 630 w 800"/>
                  <a:gd name="T57" fmla="*/ 0 h 380"/>
                  <a:gd name="T58" fmla="*/ 630 w 800"/>
                  <a:gd name="T59" fmla="*/ 0 h 380"/>
                  <a:gd name="T60" fmla="*/ 556 w 800"/>
                  <a:gd name="T61" fmla="*/ 90 h 380"/>
                  <a:gd name="T62" fmla="*/ 553 w 800"/>
                  <a:gd name="T63" fmla="*/ 114 h 380"/>
                  <a:gd name="T64" fmla="*/ 564 w 800"/>
                  <a:gd name="T65" fmla="*/ 131 h 380"/>
                  <a:gd name="T66" fmla="*/ 601 w 800"/>
                  <a:gd name="T67" fmla="*/ 183 h 380"/>
                  <a:gd name="T68" fmla="*/ 560 w 800"/>
                  <a:gd name="T69" fmla="*/ 192 h 380"/>
                  <a:gd name="T70" fmla="*/ 591 w 800"/>
                  <a:gd name="T71" fmla="*/ 199 h 380"/>
                  <a:gd name="T72" fmla="*/ 623 w 800"/>
                  <a:gd name="T73" fmla="*/ 213 h 380"/>
                  <a:gd name="T74" fmla="*/ 641 w 800"/>
                  <a:gd name="T75" fmla="*/ 243 h 380"/>
                  <a:gd name="T76" fmla="*/ 672 w 800"/>
                  <a:gd name="T77" fmla="*/ 380 h 380"/>
                  <a:gd name="T78" fmla="*/ 752 w 800"/>
                  <a:gd name="T79" fmla="*/ 352 h 380"/>
                  <a:gd name="T80" fmla="*/ 800 w 800"/>
                  <a:gd name="T81" fmla="*/ 336 h 380"/>
                  <a:gd name="T82" fmla="*/ 775 w 800"/>
                  <a:gd name="T83" fmla="*/ 224 h 3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800" h="380">
                    <a:moveTo>
                      <a:pt x="128" y="380"/>
                    </a:moveTo>
                    <a:cubicBezTo>
                      <a:pt x="90" y="375"/>
                      <a:pt x="60" y="365"/>
                      <a:pt x="48" y="352"/>
                    </a:cubicBezTo>
                    <a:cubicBezTo>
                      <a:pt x="0" y="336"/>
                      <a:pt x="0" y="336"/>
                      <a:pt x="0" y="336"/>
                    </a:cubicBezTo>
                    <a:cubicBezTo>
                      <a:pt x="25" y="224"/>
                      <a:pt x="25" y="224"/>
                      <a:pt x="25" y="224"/>
                    </a:cubicBezTo>
                    <a:cubicBezTo>
                      <a:pt x="27" y="219"/>
                      <a:pt x="29" y="215"/>
                      <a:pt x="33" y="211"/>
                    </a:cubicBezTo>
                    <a:cubicBezTo>
                      <a:pt x="38" y="207"/>
                      <a:pt x="43" y="205"/>
                      <a:pt x="48" y="204"/>
                    </a:cubicBezTo>
                    <a:cubicBezTo>
                      <a:pt x="141" y="183"/>
                      <a:pt x="141" y="183"/>
                      <a:pt x="141" y="183"/>
                    </a:cubicBezTo>
                    <a:cubicBezTo>
                      <a:pt x="127" y="171"/>
                      <a:pt x="113" y="152"/>
                      <a:pt x="105" y="131"/>
                    </a:cubicBezTo>
                    <a:cubicBezTo>
                      <a:pt x="101" y="128"/>
                      <a:pt x="96" y="122"/>
                      <a:pt x="93" y="114"/>
                    </a:cubicBezTo>
                    <a:cubicBezTo>
                      <a:pt x="88" y="100"/>
                      <a:pt x="91" y="93"/>
                      <a:pt x="97" y="90"/>
                    </a:cubicBezTo>
                    <a:cubicBezTo>
                      <a:pt x="97" y="40"/>
                      <a:pt x="118" y="0"/>
                      <a:pt x="170" y="0"/>
                    </a:cubicBezTo>
                    <a:cubicBezTo>
                      <a:pt x="170" y="0"/>
                      <a:pt x="170" y="0"/>
                      <a:pt x="170" y="0"/>
                    </a:cubicBezTo>
                    <a:cubicBezTo>
                      <a:pt x="223" y="0"/>
                      <a:pt x="244" y="40"/>
                      <a:pt x="244" y="90"/>
                    </a:cubicBezTo>
                    <a:cubicBezTo>
                      <a:pt x="249" y="93"/>
                      <a:pt x="253" y="100"/>
                      <a:pt x="247" y="114"/>
                    </a:cubicBezTo>
                    <a:cubicBezTo>
                      <a:pt x="245" y="122"/>
                      <a:pt x="240" y="128"/>
                      <a:pt x="236" y="131"/>
                    </a:cubicBezTo>
                    <a:cubicBezTo>
                      <a:pt x="227" y="152"/>
                      <a:pt x="213" y="171"/>
                      <a:pt x="199" y="183"/>
                    </a:cubicBezTo>
                    <a:cubicBezTo>
                      <a:pt x="240" y="192"/>
                      <a:pt x="240" y="192"/>
                      <a:pt x="240" y="192"/>
                    </a:cubicBezTo>
                    <a:cubicBezTo>
                      <a:pt x="209" y="199"/>
                      <a:pt x="209" y="199"/>
                      <a:pt x="209" y="199"/>
                    </a:cubicBezTo>
                    <a:cubicBezTo>
                      <a:pt x="197" y="200"/>
                      <a:pt x="186" y="205"/>
                      <a:pt x="177" y="213"/>
                    </a:cubicBezTo>
                    <a:cubicBezTo>
                      <a:pt x="168" y="221"/>
                      <a:pt x="162" y="231"/>
                      <a:pt x="159" y="243"/>
                    </a:cubicBezTo>
                    <a:lnTo>
                      <a:pt x="128" y="380"/>
                    </a:lnTo>
                    <a:close/>
                    <a:moveTo>
                      <a:pt x="775" y="224"/>
                    </a:moveTo>
                    <a:cubicBezTo>
                      <a:pt x="773" y="219"/>
                      <a:pt x="771" y="215"/>
                      <a:pt x="767" y="211"/>
                    </a:cubicBezTo>
                    <a:cubicBezTo>
                      <a:pt x="762" y="207"/>
                      <a:pt x="757" y="205"/>
                      <a:pt x="752" y="204"/>
                    </a:cubicBezTo>
                    <a:cubicBezTo>
                      <a:pt x="659" y="183"/>
                      <a:pt x="659" y="183"/>
                      <a:pt x="659" y="183"/>
                    </a:cubicBezTo>
                    <a:cubicBezTo>
                      <a:pt x="673" y="171"/>
                      <a:pt x="687" y="152"/>
                      <a:pt x="695" y="131"/>
                    </a:cubicBezTo>
                    <a:cubicBezTo>
                      <a:pt x="699" y="128"/>
                      <a:pt x="704" y="121"/>
                      <a:pt x="707" y="114"/>
                    </a:cubicBezTo>
                    <a:cubicBezTo>
                      <a:pt x="712" y="100"/>
                      <a:pt x="709" y="93"/>
                      <a:pt x="703" y="90"/>
                    </a:cubicBezTo>
                    <a:cubicBezTo>
                      <a:pt x="703" y="40"/>
                      <a:pt x="682" y="0"/>
                      <a:pt x="630" y="0"/>
                    </a:cubicBezTo>
                    <a:cubicBezTo>
                      <a:pt x="630" y="0"/>
                      <a:pt x="630" y="0"/>
                      <a:pt x="630" y="0"/>
                    </a:cubicBezTo>
                    <a:cubicBezTo>
                      <a:pt x="577" y="0"/>
                      <a:pt x="556" y="40"/>
                      <a:pt x="556" y="90"/>
                    </a:cubicBezTo>
                    <a:cubicBezTo>
                      <a:pt x="551" y="93"/>
                      <a:pt x="547" y="100"/>
                      <a:pt x="553" y="114"/>
                    </a:cubicBezTo>
                    <a:cubicBezTo>
                      <a:pt x="555" y="121"/>
                      <a:pt x="560" y="128"/>
                      <a:pt x="564" y="131"/>
                    </a:cubicBezTo>
                    <a:cubicBezTo>
                      <a:pt x="573" y="152"/>
                      <a:pt x="587" y="171"/>
                      <a:pt x="601" y="183"/>
                    </a:cubicBezTo>
                    <a:cubicBezTo>
                      <a:pt x="560" y="192"/>
                      <a:pt x="560" y="192"/>
                      <a:pt x="560" y="192"/>
                    </a:cubicBezTo>
                    <a:cubicBezTo>
                      <a:pt x="591" y="199"/>
                      <a:pt x="591" y="199"/>
                      <a:pt x="591" y="199"/>
                    </a:cubicBezTo>
                    <a:cubicBezTo>
                      <a:pt x="603" y="200"/>
                      <a:pt x="614" y="205"/>
                      <a:pt x="623" y="213"/>
                    </a:cubicBezTo>
                    <a:cubicBezTo>
                      <a:pt x="632" y="221"/>
                      <a:pt x="638" y="231"/>
                      <a:pt x="641" y="243"/>
                    </a:cubicBezTo>
                    <a:cubicBezTo>
                      <a:pt x="672" y="380"/>
                      <a:pt x="672" y="380"/>
                      <a:pt x="672" y="380"/>
                    </a:cubicBezTo>
                    <a:cubicBezTo>
                      <a:pt x="710" y="375"/>
                      <a:pt x="740" y="365"/>
                      <a:pt x="752" y="352"/>
                    </a:cubicBezTo>
                    <a:cubicBezTo>
                      <a:pt x="800" y="336"/>
                      <a:pt x="800" y="336"/>
                      <a:pt x="800" y="336"/>
                    </a:cubicBezTo>
                    <a:lnTo>
                      <a:pt x="775" y="22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cxnSp>
          <p:nvCxnSpPr>
            <p:cNvPr id="164" name="直接连接符 163"/>
            <p:cNvCxnSpPr/>
            <p:nvPr/>
          </p:nvCxnSpPr>
          <p:spPr>
            <a:xfrm>
              <a:off x="6441966" y="5450305"/>
              <a:ext cx="1906471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1" name="矩形 170"/>
            <p:cNvSpPr/>
            <p:nvPr/>
          </p:nvSpPr>
          <p:spPr>
            <a:xfrm>
              <a:off x="6449651" y="5437082"/>
              <a:ext cx="2031325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defTabSz="609585"/>
              <a:r>
                <a:rPr lang="zh-CN" altLang="en-US" b="1" dirty="0">
                  <a:solidFill>
                    <a:schemeClr val="bg1"/>
                  </a:solidFill>
                  <a:ea typeface="微软雅黑" charset="0"/>
                </a:rPr>
                <a:t>点击此处添加标题</a:t>
              </a:r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9421648" y="2451100"/>
            <a:ext cx="2031325" cy="1375401"/>
            <a:chOff x="9421648" y="2451100"/>
            <a:chExt cx="2031325" cy="1375401"/>
          </a:xfrm>
        </p:grpSpPr>
        <p:grpSp>
          <p:nvGrpSpPr>
            <p:cNvPr id="108" name="Group 11"/>
            <p:cNvGrpSpPr>
              <a:grpSpLocks noChangeAspect="1"/>
            </p:cNvGrpSpPr>
            <p:nvPr/>
          </p:nvGrpSpPr>
          <p:grpSpPr bwMode="auto">
            <a:xfrm>
              <a:off x="9430845" y="2451100"/>
              <a:ext cx="1243260" cy="882715"/>
              <a:chOff x="1407" y="1098"/>
              <a:chExt cx="800" cy="568"/>
            </a:xfrm>
            <a:solidFill>
              <a:schemeClr val="bg1"/>
            </a:solidFill>
          </p:grpSpPr>
          <p:sp>
            <p:nvSpPr>
              <p:cNvPr id="109" name="Freeform 12"/>
              <p:cNvSpPr>
                <a:spLocks noEditPoints="1"/>
              </p:cNvSpPr>
              <p:nvPr/>
            </p:nvSpPr>
            <p:spPr bwMode="auto">
              <a:xfrm>
                <a:off x="1494" y="1098"/>
                <a:ext cx="626" cy="423"/>
              </a:xfrm>
              <a:custGeom>
                <a:avLst/>
                <a:gdLst>
                  <a:gd name="T0" fmla="*/ 621 w 628"/>
                  <a:gd name="T1" fmla="*/ 7 h 423"/>
                  <a:gd name="T2" fmla="*/ 605 w 628"/>
                  <a:gd name="T3" fmla="*/ 0 h 423"/>
                  <a:gd name="T4" fmla="*/ 23 w 628"/>
                  <a:gd name="T5" fmla="*/ 0 h 423"/>
                  <a:gd name="T6" fmla="*/ 7 w 628"/>
                  <a:gd name="T7" fmla="*/ 7 h 423"/>
                  <a:gd name="T8" fmla="*/ 0 w 628"/>
                  <a:gd name="T9" fmla="*/ 23 h 423"/>
                  <a:gd name="T10" fmla="*/ 0 w 628"/>
                  <a:gd name="T11" fmla="*/ 423 h 423"/>
                  <a:gd name="T12" fmla="*/ 628 w 628"/>
                  <a:gd name="T13" fmla="*/ 423 h 423"/>
                  <a:gd name="T14" fmla="*/ 628 w 628"/>
                  <a:gd name="T15" fmla="*/ 23 h 423"/>
                  <a:gd name="T16" fmla="*/ 621 w 628"/>
                  <a:gd name="T17" fmla="*/ 7 h 423"/>
                  <a:gd name="T18" fmla="*/ 314 w 628"/>
                  <a:gd name="T19" fmla="*/ 13 h 423"/>
                  <a:gd name="T20" fmla="*/ 321 w 628"/>
                  <a:gd name="T21" fmla="*/ 20 h 423"/>
                  <a:gd name="T22" fmla="*/ 314 w 628"/>
                  <a:gd name="T23" fmla="*/ 27 h 423"/>
                  <a:gd name="T24" fmla="*/ 307 w 628"/>
                  <a:gd name="T25" fmla="*/ 20 h 423"/>
                  <a:gd name="T26" fmla="*/ 314 w 628"/>
                  <a:gd name="T27" fmla="*/ 13 h 423"/>
                  <a:gd name="T28" fmla="*/ 587 w 628"/>
                  <a:gd name="T29" fmla="*/ 382 h 423"/>
                  <a:gd name="T30" fmla="*/ 41 w 628"/>
                  <a:gd name="T31" fmla="*/ 382 h 423"/>
                  <a:gd name="T32" fmla="*/ 41 w 628"/>
                  <a:gd name="T33" fmla="*/ 41 h 423"/>
                  <a:gd name="T34" fmla="*/ 587 w 628"/>
                  <a:gd name="T35" fmla="*/ 41 h 423"/>
                  <a:gd name="T36" fmla="*/ 587 w 628"/>
                  <a:gd name="T37" fmla="*/ 382 h 4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628" h="423">
                    <a:moveTo>
                      <a:pt x="621" y="7"/>
                    </a:moveTo>
                    <a:cubicBezTo>
                      <a:pt x="617" y="2"/>
                      <a:pt x="611" y="0"/>
                      <a:pt x="605" y="0"/>
                    </a:cubicBezTo>
                    <a:cubicBezTo>
                      <a:pt x="23" y="0"/>
                      <a:pt x="23" y="0"/>
                      <a:pt x="23" y="0"/>
                    </a:cubicBezTo>
                    <a:cubicBezTo>
                      <a:pt x="17" y="0"/>
                      <a:pt x="11" y="2"/>
                      <a:pt x="7" y="7"/>
                    </a:cubicBezTo>
                    <a:cubicBezTo>
                      <a:pt x="2" y="11"/>
                      <a:pt x="0" y="17"/>
                      <a:pt x="0" y="23"/>
                    </a:cubicBezTo>
                    <a:cubicBezTo>
                      <a:pt x="0" y="423"/>
                      <a:pt x="0" y="423"/>
                      <a:pt x="0" y="423"/>
                    </a:cubicBezTo>
                    <a:cubicBezTo>
                      <a:pt x="628" y="423"/>
                      <a:pt x="628" y="423"/>
                      <a:pt x="628" y="423"/>
                    </a:cubicBezTo>
                    <a:cubicBezTo>
                      <a:pt x="628" y="23"/>
                      <a:pt x="628" y="23"/>
                      <a:pt x="628" y="23"/>
                    </a:cubicBezTo>
                    <a:cubicBezTo>
                      <a:pt x="628" y="17"/>
                      <a:pt x="626" y="11"/>
                      <a:pt x="621" y="7"/>
                    </a:cubicBezTo>
                    <a:close/>
                    <a:moveTo>
                      <a:pt x="314" y="13"/>
                    </a:moveTo>
                    <a:cubicBezTo>
                      <a:pt x="318" y="13"/>
                      <a:pt x="321" y="16"/>
                      <a:pt x="321" y="20"/>
                    </a:cubicBezTo>
                    <a:cubicBezTo>
                      <a:pt x="321" y="24"/>
                      <a:pt x="318" y="27"/>
                      <a:pt x="314" y="27"/>
                    </a:cubicBezTo>
                    <a:cubicBezTo>
                      <a:pt x="310" y="27"/>
                      <a:pt x="307" y="24"/>
                      <a:pt x="307" y="20"/>
                    </a:cubicBezTo>
                    <a:cubicBezTo>
                      <a:pt x="307" y="16"/>
                      <a:pt x="310" y="13"/>
                      <a:pt x="314" y="13"/>
                    </a:cubicBezTo>
                    <a:close/>
                    <a:moveTo>
                      <a:pt x="587" y="382"/>
                    </a:moveTo>
                    <a:cubicBezTo>
                      <a:pt x="41" y="382"/>
                      <a:pt x="41" y="382"/>
                      <a:pt x="41" y="382"/>
                    </a:cubicBezTo>
                    <a:cubicBezTo>
                      <a:pt x="41" y="41"/>
                      <a:pt x="41" y="41"/>
                      <a:pt x="41" y="41"/>
                    </a:cubicBezTo>
                    <a:cubicBezTo>
                      <a:pt x="587" y="41"/>
                      <a:pt x="587" y="41"/>
                      <a:pt x="587" y="41"/>
                    </a:cubicBezTo>
                    <a:lnTo>
                      <a:pt x="587" y="38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0" name="Freeform 13"/>
              <p:cNvSpPr>
                <a:spLocks noEditPoints="1"/>
              </p:cNvSpPr>
              <p:nvPr/>
            </p:nvSpPr>
            <p:spPr bwMode="auto">
              <a:xfrm>
                <a:off x="1407" y="1538"/>
                <a:ext cx="800" cy="97"/>
              </a:xfrm>
              <a:custGeom>
                <a:avLst/>
                <a:gdLst>
                  <a:gd name="T0" fmla="*/ 87 w 802"/>
                  <a:gd name="T1" fmla="*/ 0 h 97"/>
                  <a:gd name="T2" fmla="*/ 4 w 802"/>
                  <a:gd name="T3" fmla="*/ 83 h 97"/>
                  <a:gd name="T4" fmla="*/ 2 w 802"/>
                  <a:gd name="T5" fmla="*/ 92 h 97"/>
                  <a:gd name="T6" fmla="*/ 10 w 802"/>
                  <a:gd name="T7" fmla="*/ 97 h 97"/>
                  <a:gd name="T8" fmla="*/ 792 w 802"/>
                  <a:gd name="T9" fmla="*/ 97 h 97"/>
                  <a:gd name="T10" fmla="*/ 800 w 802"/>
                  <a:gd name="T11" fmla="*/ 92 h 97"/>
                  <a:gd name="T12" fmla="*/ 798 w 802"/>
                  <a:gd name="T13" fmla="*/ 83 h 97"/>
                  <a:gd name="T14" fmla="*/ 715 w 802"/>
                  <a:gd name="T15" fmla="*/ 0 h 97"/>
                  <a:gd name="T16" fmla="*/ 87 w 802"/>
                  <a:gd name="T17" fmla="*/ 0 h 97"/>
                  <a:gd name="T18" fmla="*/ 711 w 802"/>
                  <a:gd name="T19" fmla="*/ 47 h 97"/>
                  <a:gd name="T20" fmla="*/ 712 w 802"/>
                  <a:gd name="T21" fmla="*/ 54 h 97"/>
                  <a:gd name="T22" fmla="*/ 706 w 802"/>
                  <a:gd name="T23" fmla="*/ 58 h 97"/>
                  <a:gd name="T24" fmla="*/ 484 w 802"/>
                  <a:gd name="T25" fmla="*/ 58 h 97"/>
                  <a:gd name="T26" fmla="*/ 485 w 802"/>
                  <a:gd name="T27" fmla="*/ 64 h 97"/>
                  <a:gd name="T28" fmla="*/ 484 w 802"/>
                  <a:gd name="T29" fmla="*/ 67 h 97"/>
                  <a:gd name="T30" fmla="*/ 481 w 802"/>
                  <a:gd name="T31" fmla="*/ 69 h 97"/>
                  <a:gd name="T32" fmla="*/ 321 w 802"/>
                  <a:gd name="T33" fmla="*/ 69 h 97"/>
                  <a:gd name="T34" fmla="*/ 318 w 802"/>
                  <a:gd name="T35" fmla="*/ 67 h 97"/>
                  <a:gd name="T36" fmla="*/ 317 w 802"/>
                  <a:gd name="T37" fmla="*/ 64 h 97"/>
                  <a:gd name="T38" fmla="*/ 318 w 802"/>
                  <a:gd name="T39" fmla="*/ 58 h 97"/>
                  <a:gd name="T40" fmla="*/ 96 w 802"/>
                  <a:gd name="T41" fmla="*/ 58 h 97"/>
                  <a:gd name="T42" fmla="*/ 90 w 802"/>
                  <a:gd name="T43" fmla="*/ 54 h 97"/>
                  <a:gd name="T44" fmla="*/ 91 w 802"/>
                  <a:gd name="T45" fmla="*/ 47 h 97"/>
                  <a:gd name="T46" fmla="*/ 113 w 802"/>
                  <a:gd name="T47" fmla="*/ 20 h 97"/>
                  <a:gd name="T48" fmla="*/ 689 w 802"/>
                  <a:gd name="T49" fmla="*/ 20 h 97"/>
                  <a:gd name="T50" fmla="*/ 711 w 802"/>
                  <a:gd name="T51" fmla="*/ 47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802" h="97">
                    <a:moveTo>
                      <a:pt x="87" y="0"/>
                    </a:moveTo>
                    <a:cubicBezTo>
                      <a:pt x="4" y="83"/>
                      <a:pt x="4" y="83"/>
                      <a:pt x="4" y="83"/>
                    </a:cubicBezTo>
                    <a:cubicBezTo>
                      <a:pt x="1" y="85"/>
                      <a:pt x="0" y="89"/>
                      <a:pt x="2" y="92"/>
                    </a:cubicBezTo>
                    <a:cubicBezTo>
                      <a:pt x="3" y="95"/>
                      <a:pt x="6" y="97"/>
                      <a:pt x="10" y="97"/>
                    </a:cubicBezTo>
                    <a:cubicBezTo>
                      <a:pt x="792" y="97"/>
                      <a:pt x="792" y="97"/>
                      <a:pt x="792" y="97"/>
                    </a:cubicBezTo>
                    <a:cubicBezTo>
                      <a:pt x="796" y="97"/>
                      <a:pt x="799" y="95"/>
                      <a:pt x="800" y="92"/>
                    </a:cubicBezTo>
                    <a:cubicBezTo>
                      <a:pt x="802" y="89"/>
                      <a:pt x="801" y="85"/>
                      <a:pt x="798" y="83"/>
                    </a:cubicBezTo>
                    <a:cubicBezTo>
                      <a:pt x="715" y="0"/>
                      <a:pt x="715" y="0"/>
                      <a:pt x="715" y="0"/>
                    </a:cubicBezTo>
                    <a:lnTo>
                      <a:pt x="87" y="0"/>
                    </a:lnTo>
                    <a:close/>
                    <a:moveTo>
                      <a:pt x="711" y="47"/>
                    </a:moveTo>
                    <a:cubicBezTo>
                      <a:pt x="713" y="49"/>
                      <a:pt x="713" y="51"/>
                      <a:pt x="712" y="54"/>
                    </a:cubicBezTo>
                    <a:cubicBezTo>
                      <a:pt x="711" y="56"/>
                      <a:pt x="709" y="58"/>
                      <a:pt x="706" y="58"/>
                    </a:cubicBezTo>
                    <a:cubicBezTo>
                      <a:pt x="484" y="58"/>
                      <a:pt x="484" y="58"/>
                      <a:pt x="484" y="58"/>
                    </a:cubicBezTo>
                    <a:cubicBezTo>
                      <a:pt x="485" y="64"/>
                      <a:pt x="485" y="64"/>
                      <a:pt x="485" y="64"/>
                    </a:cubicBezTo>
                    <a:cubicBezTo>
                      <a:pt x="485" y="65"/>
                      <a:pt x="485" y="66"/>
                      <a:pt x="484" y="67"/>
                    </a:cubicBezTo>
                    <a:cubicBezTo>
                      <a:pt x="483" y="68"/>
                      <a:pt x="482" y="69"/>
                      <a:pt x="481" y="69"/>
                    </a:cubicBezTo>
                    <a:cubicBezTo>
                      <a:pt x="321" y="69"/>
                      <a:pt x="321" y="69"/>
                      <a:pt x="321" y="69"/>
                    </a:cubicBezTo>
                    <a:cubicBezTo>
                      <a:pt x="320" y="69"/>
                      <a:pt x="319" y="68"/>
                      <a:pt x="318" y="67"/>
                    </a:cubicBezTo>
                    <a:cubicBezTo>
                      <a:pt x="317" y="66"/>
                      <a:pt x="317" y="65"/>
                      <a:pt x="317" y="64"/>
                    </a:cubicBezTo>
                    <a:cubicBezTo>
                      <a:pt x="318" y="58"/>
                      <a:pt x="318" y="58"/>
                      <a:pt x="318" y="58"/>
                    </a:cubicBezTo>
                    <a:cubicBezTo>
                      <a:pt x="96" y="58"/>
                      <a:pt x="96" y="58"/>
                      <a:pt x="96" y="58"/>
                    </a:cubicBezTo>
                    <a:cubicBezTo>
                      <a:pt x="93" y="58"/>
                      <a:pt x="91" y="56"/>
                      <a:pt x="90" y="54"/>
                    </a:cubicBezTo>
                    <a:cubicBezTo>
                      <a:pt x="89" y="51"/>
                      <a:pt x="89" y="49"/>
                      <a:pt x="91" y="47"/>
                    </a:cubicBezTo>
                    <a:cubicBezTo>
                      <a:pt x="113" y="20"/>
                      <a:pt x="113" y="20"/>
                      <a:pt x="113" y="20"/>
                    </a:cubicBezTo>
                    <a:cubicBezTo>
                      <a:pt x="689" y="20"/>
                      <a:pt x="689" y="20"/>
                      <a:pt x="689" y="20"/>
                    </a:cubicBezTo>
                    <a:lnTo>
                      <a:pt x="711" y="4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1" name="Freeform 14"/>
              <p:cNvSpPr>
                <a:spLocks noEditPoints="1"/>
              </p:cNvSpPr>
              <p:nvPr/>
            </p:nvSpPr>
            <p:spPr bwMode="auto">
              <a:xfrm>
                <a:off x="1408" y="1637"/>
                <a:ext cx="798" cy="29"/>
              </a:xfrm>
              <a:custGeom>
                <a:avLst/>
                <a:gdLst>
                  <a:gd name="T0" fmla="*/ 791 w 800"/>
                  <a:gd name="T1" fmla="*/ 3 h 29"/>
                  <a:gd name="T2" fmla="*/ 469 w 800"/>
                  <a:gd name="T3" fmla="*/ 3 h 29"/>
                  <a:gd name="T4" fmla="*/ 468 w 800"/>
                  <a:gd name="T5" fmla="*/ 6 h 29"/>
                  <a:gd name="T6" fmla="*/ 461 w 800"/>
                  <a:gd name="T7" fmla="*/ 9 h 29"/>
                  <a:gd name="T8" fmla="*/ 339 w 800"/>
                  <a:gd name="T9" fmla="*/ 9 h 29"/>
                  <a:gd name="T10" fmla="*/ 332 w 800"/>
                  <a:gd name="T11" fmla="*/ 6 h 29"/>
                  <a:gd name="T12" fmla="*/ 331 w 800"/>
                  <a:gd name="T13" fmla="*/ 3 h 29"/>
                  <a:gd name="T14" fmla="*/ 9 w 800"/>
                  <a:gd name="T15" fmla="*/ 3 h 29"/>
                  <a:gd name="T16" fmla="*/ 0 w 800"/>
                  <a:gd name="T17" fmla="*/ 0 h 29"/>
                  <a:gd name="T18" fmla="*/ 0 w 800"/>
                  <a:gd name="T19" fmla="*/ 9 h 29"/>
                  <a:gd name="T20" fmla="*/ 6 w 800"/>
                  <a:gd name="T21" fmla="*/ 23 h 29"/>
                  <a:gd name="T22" fmla="*/ 21 w 800"/>
                  <a:gd name="T23" fmla="*/ 29 h 29"/>
                  <a:gd name="T24" fmla="*/ 779 w 800"/>
                  <a:gd name="T25" fmla="*/ 29 h 29"/>
                  <a:gd name="T26" fmla="*/ 794 w 800"/>
                  <a:gd name="T27" fmla="*/ 23 h 29"/>
                  <a:gd name="T28" fmla="*/ 800 w 800"/>
                  <a:gd name="T29" fmla="*/ 9 h 29"/>
                  <a:gd name="T30" fmla="*/ 800 w 800"/>
                  <a:gd name="T31" fmla="*/ 0 h 29"/>
                  <a:gd name="T32" fmla="*/ 791 w 800"/>
                  <a:gd name="T33" fmla="*/ 3 h 29"/>
                  <a:gd name="T34" fmla="*/ 72 w 800"/>
                  <a:gd name="T35" fmla="*/ 21 h 29"/>
                  <a:gd name="T36" fmla="*/ 68 w 800"/>
                  <a:gd name="T37" fmla="*/ 16 h 29"/>
                  <a:gd name="T38" fmla="*/ 72 w 800"/>
                  <a:gd name="T39" fmla="*/ 12 h 29"/>
                  <a:gd name="T40" fmla="*/ 77 w 800"/>
                  <a:gd name="T41" fmla="*/ 16 h 29"/>
                  <a:gd name="T42" fmla="*/ 72 w 800"/>
                  <a:gd name="T43" fmla="*/ 21 h 29"/>
                  <a:gd name="T44" fmla="*/ 94 w 800"/>
                  <a:gd name="T45" fmla="*/ 21 h 29"/>
                  <a:gd name="T46" fmla="*/ 89 w 800"/>
                  <a:gd name="T47" fmla="*/ 16 h 29"/>
                  <a:gd name="T48" fmla="*/ 94 w 800"/>
                  <a:gd name="T49" fmla="*/ 12 h 29"/>
                  <a:gd name="T50" fmla="*/ 98 w 800"/>
                  <a:gd name="T51" fmla="*/ 16 h 29"/>
                  <a:gd name="T52" fmla="*/ 94 w 800"/>
                  <a:gd name="T53" fmla="*/ 21 h 29"/>
                  <a:gd name="T54" fmla="*/ 115 w 800"/>
                  <a:gd name="T55" fmla="*/ 21 h 29"/>
                  <a:gd name="T56" fmla="*/ 111 w 800"/>
                  <a:gd name="T57" fmla="*/ 16 h 29"/>
                  <a:gd name="T58" fmla="*/ 115 w 800"/>
                  <a:gd name="T59" fmla="*/ 12 h 29"/>
                  <a:gd name="T60" fmla="*/ 120 w 800"/>
                  <a:gd name="T61" fmla="*/ 16 h 29"/>
                  <a:gd name="T62" fmla="*/ 115 w 800"/>
                  <a:gd name="T63" fmla="*/ 21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800" h="29">
                    <a:moveTo>
                      <a:pt x="791" y="3"/>
                    </a:moveTo>
                    <a:cubicBezTo>
                      <a:pt x="469" y="3"/>
                      <a:pt x="469" y="3"/>
                      <a:pt x="469" y="3"/>
                    </a:cubicBezTo>
                    <a:cubicBezTo>
                      <a:pt x="469" y="4"/>
                      <a:pt x="468" y="5"/>
                      <a:pt x="468" y="6"/>
                    </a:cubicBezTo>
                    <a:cubicBezTo>
                      <a:pt x="466" y="8"/>
                      <a:pt x="463" y="9"/>
                      <a:pt x="461" y="9"/>
                    </a:cubicBezTo>
                    <a:cubicBezTo>
                      <a:pt x="339" y="9"/>
                      <a:pt x="339" y="9"/>
                      <a:pt x="339" y="9"/>
                    </a:cubicBezTo>
                    <a:cubicBezTo>
                      <a:pt x="337" y="9"/>
                      <a:pt x="334" y="8"/>
                      <a:pt x="332" y="6"/>
                    </a:cubicBezTo>
                    <a:cubicBezTo>
                      <a:pt x="332" y="5"/>
                      <a:pt x="331" y="4"/>
                      <a:pt x="331" y="3"/>
                    </a:cubicBezTo>
                    <a:cubicBezTo>
                      <a:pt x="9" y="3"/>
                      <a:pt x="9" y="3"/>
                      <a:pt x="9" y="3"/>
                    </a:cubicBezTo>
                    <a:cubicBezTo>
                      <a:pt x="5" y="3"/>
                      <a:pt x="2" y="2"/>
                      <a:pt x="0" y="0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0" y="14"/>
                      <a:pt x="2" y="19"/>
                      <a:pt x="6" y="23"/>
                    </a:cubicBezTo>
                    <a:cubicBezTo>
                      <a:pt x="10" y="27"/>
                      <a:pt x="15" y="29"/>
                      <a:pt x="21" y="29"/>
                    </a:cubicBezTo>
                    <a:cubicBezTo>
                      <a:pt x="779" y="29"/>
                      <a:pt x="779" y="29"/>
                      <a:pt x="779" y="29"/>
                    </a:cubicBezTo>
                    <a:cubicBezTo>
                      <a:pt x="785" y="29"/>
                      <a:pt x="790" y="27"/>
                      <a:pt x="794" y="23"/>
                    </a:cubicBezTo>
                    <a:cubicBezTo>
                      <a:pt x="798" y="19"/>
                      <a:pt x="800" y="14"/>
                      <a:pt x="800" y="9"/>
                    </a:cubicBezTo>
                    <a:cubicBezTo>
                      <a:pt x="800" y="0"/>
                      <a:pt x="800" y="0"/>
                      <a:pt x="800" y="0"/>
                    </a:cubicBezTo>
                    <a:cubicBezTo>
                      <a:pt x="798" y="2"/>
                      <a:pt x="795" y="3"/>
                      <a:pt x="791" y="3"/>
                    </a:cubicBezTo>
                    <a:close/>
                    <a:moveTo>
                      <a:pt x="72" y="21"/>
                    </a:moveTo>
                    <a:cubicBezTo>
                      <a:pt x="70" y="21"/>
                      <a:pt x="68" y="19"/>
                      <a:pt x="68" y="16"/>
                    </a:cubicBezTo>
                    <a:cubicBezTo>
                      <a:pt x="68" y="14"/>
                      <a:pt x="70" y="12"/>
                      <a:pt x="72" y="12"/>
                    </a:cubicBezTo>
                    <a:cubicBezTo>
                      <a:pt x="75" y="12"/>
                      <a:pt x="77" y="14"/>
                      <a:pt x="77" y="16"/>
                    </a:cubicBezTo>
                    <a:cubicBezTo>
                      <a:pt x="77" y="19"/>
                      <a:pt x="75" y="21"/>
                      <a:pt x="72" y="21"/>
                    </a:cubicBezTo>
                    <a:close/>
                    <a:moveTo>
                      <a:pt x="94" y="21"/>
                    </a:moveTo>
                    <a:cubicBezTo>
                      <a:pt x="91" y="21"/>
                      <a:pt x="89" y="19"/>
                      <a:pt x="89" y="16"/>
                    </a:cubicBezTo>
                    <a:cubicBezTo>
                      <a:pt x="89" y="14"/>
                      <a:pt x="91" y="12"/>
                      <a:pt x="94" y="12"/>
                    </a:cubicBezTo>
                    <a:cubicBezTo>
                      <a:pt x="96" y="12"/>
                      <a:pt x="98" y="14"/>
                      <a:pt x="98" y="16"/>
                    </a:cubicBezTo>
                    <a:cubicBezTo>
                      <a:pt x="98" y="19"/>
                      <a:pt x="96" y="21"/>
                      <a:pt x="94" y="21"/>
                    </a:cubicBezTo>
                    <a:close/>
                    <a:moveTo>
                      <a:pt x="115" y="21"/>
                    </a:moveTo>
                    <a:cubicBezTo>
                      <a:pt x="113" y="21"/>
                      <a:pt x="111" y="19"/>
                      <a:pt x="111" y="16"/>
                    </a:cubicBezTo>
                    <a:cubicBezTo>
                      <a:pt x="111" y="14"/>
                      <a:pt x="113" y="12"/>
                      <a:pt x="115" y="12"/>
                    </a:cubicBezTo>
                    <a:cubicBezTo>
                      <a:pt x="118" y="12"/>
                      <a:pt x="120" y="14"/>
                      <a:pt x="120" y="16"/>
                    </a:cubicBezTo>
                    <a:cubicBezTo>
                      <a:pt x="120" y="19"/>
                      <a:pt x="118" y="21"/>
                      <a:pt x="115" y="2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2" name="Freeform 15"/>
              <p:cNvSpPr>
                <a:spLocks/>
              </p:cNvSpPr>
              <p:nvPr/>
            </p:nvSpPr>
            <p:spPr bwMode="auto">
              <a:xfrm>
                <a:off x="1624" y="1386"/>
                <a:ext cx="48" cy="56"/>
              </a:xfrm>
              <a:custGeom>
                <a:avLst/>
                <a:gdLst>
                  <a:gd name="T0" fmla="*/ 48 w 48"/>
                  <a:gd name="T1" fmla="*/ 56 h 56"/>
                  <a:gd name="T2" fmla="*/ 0 w 48"/>
                  <a:gd name="T3" fmla="*/ 56 h 56"/>
                  <a:gd name="T4" fmla="*/ 0 w 48"/>
                  <a:gd name="T5" fmla="*/ 5 h 56"/>
                  <a:gd name="T6" fmla="*/ 2 w 48"/>
                  <a:gd name="T7" fmla="*/ 2 h 56"/>
                  <a:gd name="T8" fmla="*/ 5 w 48"/>
                  <a:gd name="T9" fmla="*/ 0 h 56"/>
                  <a:gd name="T10" fmla="*/ 43 w 48"/>
                  <a:gd name="T11" fmla="*/ 0 h 56"/>
                  <a:gd name="T12" fmla="*/ 47 w 48"/>
                  <a:gd name="T13" fmla="*/ 2 h 56"/>
                  <a:gd name="T14" fmla="*/ 48 w 48"/>
                  <a:gd name="T15" fmla="*/ 5 h 56"/>
                  <a:gd name="T16" fmla="*/ 48 w 48"/>
                  <a:gd name="T17" fmla="*/ 56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8" h="56">
                    <a:moveTo>
                      <a:pt x="48" y="56"/>
                    </a:moveTo>
                    <a:cubicBezTo>
                      <a:pt x="0" y="56"/>
                      <a:pt x="0" y="56"/>
                      <a:pt x="0" y="56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4"/>
                      <a:pt x="1" y="3"/>
                      <a:pt x="2" y="2"/>
                    </a:cubicBezTo>
                    <a:cubicBezTo>
                      <a:pt x="3" y="1"/>
                      <a:pt x="4" y="0"/>
                      <a:pt x="5" y="0"/>
                    </a:cubicBezTo>
                    <a:cubicBezTo>
                      <a:pt x="43" y="0"/>
                      <a:pt x="43" y="0"/>
                      <a:pt x="43" y="0"/>
                    </a:cubicBezTo>
                    <a:cubicBezTo>
                      <a:pt x="44" y="0"/>
                      <a:pt x="46" y="1"/>
                      <a:pt x="47" y="2"/>
                    </a:cubicBezTo>
                    <a:cubicBezTo>
                      <a:pt x="48" y="3"/>
                      <a:pt x="48" y="4"/>
                      <a:pt x="48" y="5"/>
                    </a:cubicBezTo>
                    <a:cubicBezTo>
                      <a:pt x="48" y="56"/>
                      <a:pt x="48" y="56"/>
                      <a:pt x="48" y="5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3" name="Freeform 16"/>
              <p:cNvSpPr>
                <a:spLocks/>
              </p:cNvSpPr>
              <p:nvPr/>
            </p:nvSpPr>
            <p:spPr bwMode="auto">
              <a:xfrm>
                <a:off x="1723" y="1314"/>
                <a:ext cx="47" cy="128"/>
              </a:xfrm>
              <a:custGeom>
                <a:avLst/>
                <a:gdLst>
                  <a:gd name="T0" fmla="*/ 47 w 47"/>
                  <a:gd name="T1" fmla="*/ 128 h 128"/>
                  <a:gd name="T2" fmla="*/ 0 w 47"/>
                  <a:gd name="T3" fmla="*/ 128 h 128"/>
                  <a:gd name="T4" fmla="*/ 0 w 47"/>
                  <a:gd name="T5" fmla="*/ 5 h 128"/>
                  <a:gd name="T6" fmla="*/ 1 w 47"/>
                  <a:gd name="T7" fmla="*/ 2 h 128"/>
                  <a:gd name="T8" fmla="*/ 5 w 47"/>
                  <a:gd name="T9" fmla="*/ 0 h 128"/>
                  <a:gd name="T10" fmla="*/ 42 w 47"/>
                  <a:gd name="T11" fmla="*/ 0 h 128"/>
                  <a:gd name="T12" fmla="*/ 46 w 47"/>
                  <a:gd name="T13" fmla="*/ 2 h 128"/>
                  <a:gd name="T14" fmla="*/ 47 w 47"/>
                  <a:gd name="T15" fmla="*/ 5 h 128"/>
                  <a:gd name="T16" fmla="*/ 47 w 47"/>
                  <a:gd name="T17" fmla="*/ 128 h 1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7" h="128">
                    <a:moveTo>
                      <a:pt x="47" y="128"/>
                    </a:moveTo>
                    <a:cubicBezTo>
                      <a:pt x="0" y="128"/>
                      <a:pt x="0" y="128"/>
                      <a:pt x="0" y="128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4"/>
                      <a:pt x="0" y="3"/>
                      <a:pt x="1" y="2"/>
                    </a:cubicBezTo>
                    <a:cubicBezTo>
                      <a:pt x="2" y="1"/>
                      <a:pt x="3" y="0"/>
                      <a:pt x="5" y="0"/>
                    </a:cubicBezTo>
                    <a:cubicBezTo>
                      <a:pt x="42" y="0"/>
                      <a:pt x="42" y="0"/>
                      <a:pt x="42" y="0"/>
                    </a:cubicBezTo>
                    <a:cubicBezTo>
                      <a:pt x="44" y="0"/>
                      <a:pt x="45" y="1"/>
                      <a:pt x="46" y="2"/>
                    </a:cubicBezTo>
                    <a:cubicBezTo>
                      <a:pt x="47" y="3"/>
                      <a:pt x="47" y="4"/>
                      <a:pt x="47" y="5"/>
                    </a:cubicBezTo>
                    <a:lnTo>
                      <a:pt x="47" y="12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4" name="Freeform 17"/>
              <p:cNvSpPr>
                <a:spLocks/>
              </p:cNvSpPr>
              <p:nvPr/>
            </p:nvSpPr>
            <p:spPr bwMode="auto">
              <a:xfrm>
                <a:off x="1821" y="1353"/>
                <a:ext cx="48" cy="89"/>
              </a:xfrm>
              <a:custGeom>
                <a:avLst/>
                <a:gdLst>
                  <a:gd name="T0" fmla="*/ 48 w 48"/>
                  <a:gd name="T1" fmla="*/ 89 h 89"/>
                  <a:gd name="T2" fmla="*/ 0 w 48"/>
                  <a:gd name="T3" fmla="*/ 89 h 89"/>
                  <a:gd name="T4" fmla="*/ 0 w 48"/>
                  <a:gd name="T5" fmla="*/ 6 h 89"/>
                  <a:gd name="T6" fmla="*/ 1 w 48"/>
                  <a:gd name="T7" fmla="*/ 2 h 89"/>
                  <a:gd name="T8" fmla="*/ 5 w 48"/>
                  <a:gd name="T9" fmla="*/ 0 h 89"/>
                  <a:gd name="T10" fmla="*/ 43 w 48"/>
                  <a:gd name="T11" fmla="*/ 0 h 89"/>
                  <a:gd name="T12" fmla="*/ 46 w 48"/>
                  <a:gd name="T13" fmla="*/ 2 h 89"/>
                  <a:gd name="T14" fmla="*/ 48 w 48"/>
                  <a:gd name="T15" fmla="*/ 6 h 89"/>
                  <a:gd name="T16" fmla="*/ 48 w 48"/>
                  <a:gd name="T17" fmla="*/ 89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8" h="89">
                    <a:moveTo>
                      <a:pt x="48" y="89"/>
                    </a:moveTo>
                    <a:cubicBezTo>
                      <a:pt x="0" y="89"/>
                      <a:pt x="0" y="89"/>
                      <a:pt x="0" y="89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4"/>
                      <a:pt x="0" y="3"/>
                      <a:pt x="1" y="2"/>
                    </a:cubicBezTo>
                    <a:cubicBezTo>
                      <a:pt x="2" y="1"/>
                      <a:pt x="4" y="0"/>
                      <a:pt x="5" y="0"/>
                    </a:cubicBezTo>
                    <a:cubicBezTo>
                      <a:pt x="43" y="0"/>
                      <a:pt x="43" y="0"/>
                      <a:pt x="43" y="0"/>
                    </a:cubicBezTo>
                    <a:cubicBezTo>
                      <a:pt x="44" y="0"/>
                      <a:pt x="45" y="1"/>
                      <a:pt x="46" y="2"/>
                    </a:cubicBezTo>
                    <a:cubicBezTo>
                      <a:pt x="47" y="3"/>
                      <a:pt x="48" y="4"/>
                      <a:pt x="48" y="6"/>
                    </a:cubicBezTo>
                    <a:cubicBezTo>
                      <a:pt x="48" y="89"/>
                      <a:pt x="48" y="89"/>
                      <a:pt x="48" y="8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5" name="Freeform 18"/>
              <p:cNvSpPr>
                <a:spLocks/>
              </p:cNvSpPr>
              <p:nvPr/>
            </p:nvSpPr>
            <p:spPr bwMode="auto">
              <a:xfrm>
                <a:off x="1901" y="1205"/>
                <a:ext cx="84" cy="237"/>
              </a:xfrm>
              <a:custGeom>
                <a:avLst/>
                <a:gdLst>
                  <a:gd name="T0" fmla="*/ 79 w 84"/>
                  <a:gd name="T1" fmla="*/ 64 h 237"/>
                  <a:gd name="T2" fmla="*/ 84 w 84"/>
                  <a:gd name="T3" fmla="*/ 62 h 237"/>
                  <a:gd name="T4" fmla="*/ 83 w 84"/>
                  <a:gd name="T5" fmla="*/ 56 h 237"/>
                  <a:gd name="T6" fmla="*/ 46 w 84"/>
                  <a:gd name="T7" fmla="*/ 2 h 237"/>
                  <a:gd name="T8" fmla="*/ 42 w 84"/>
                  <a:gd name="T9" fmla="*/ 0 h 237"/>
                  <a:gd name="T10" fmla="*/ 38 w 84"/>
                  <a:gd name="T11" fmla="*/ 2 h 237"/>
                  <a:gd name="T12" fmla="*/ 1 w 84"/>
                  <a:gd name="T13" fmla="*/ 56 h 237"/>
                  <a:gd name="T14" fmla="*/ 1 w 84"/>
                  <a:gd name="T15" fmla="*/ 62 h 237"/>
                  <a:gd name="T16" fmla="*/ 5 w 84"/>
                  <a:gd name="T17" fmla="*/ 64 h 237"/>
                  <a:gd name="T18" fmla="*/ 18 w 84"/>
                  <a:gd name="T19" fmla="*/ 64 h 237"/>
                  <a:gd name="T20" fmla="*/ 18 w 84"/>
                  <a:gd name="T21" fmla="*/ 237 h 237"/>
                  <a:gd name="T22" fmla="*/ 66 w 84"/>
                  <a:gd name="T23" fmla="*/ 237 h 237"/>
                  <a:gd name="T24" fmla="*/ 66 w 84"/>
                  <a:gd name="T25" fmla="*/ 64 h 237"/>
                  <a:gd name="T26" fmla="*/ 79 w 84"/>
                  <a:gd name="T27" fmla="*/ 64 h 2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84" h="237">
                    <a:moveTo>
                      <a:pt x="79" y="64"/>
                    </a:moveTo>
                    <a:cubicBezTo>
                      <a:pt x="81" y="64"/>
                      <a:pt x="83" y="63"/>
                      <a:pt x="84" y="62"/>
                    </a:cubicBezTo>
                    <a:cubicBezTo>
                      <a:pt x="84" y="60"/>
                      <a:pt x="84" y="58"/>
                      <a:pt x="83" y="56"/>
                    </a:cubicBezTo>
                    <a:cubicBezTo>
                      <a:pt x="46" y="2"/>
                      <a:pt x="46" y="2"/>
                      <a:pt x="46" y="2"/>
                    </a:cubicBezTo>
                    <a:cubicBezTo>
                      <a:pt x="45" y="1"/>
                      <a:pt x="44" y="0"/>
                      <a:pt x="42" y="0"/>
                    </a:cubicBezTo>
                    <a:cubicBezTo>
                      <a:pt x="40" y="0"/>
                      <a:pt x="39" y="1"/>
                      <a:pt x="38" y="2"/>
                    </a:cubicBezTo>
                    <a:cubicBezTo>
                      <a:pt x="1" y="56"/>
                      <a:pt x="1" y="56"/>
                      <a:pt x="1" y="56"/>
                    </a:cubicBezTo>
                    <a:cubicBezTo>
                      <a:pt x="0" y="58"/>
                      <a:pt x="0" y="60"/>
                      <a:pt x="1" y="62"/>
                    </a:cubicBezTo>
                    <a:cubicBezTo>
                      <a:pt x="1" y="63"/>
                      <a:pt x="3" y="64"/>
                      <a:pt x="5" y="64"/>
                    </a:cubicBezTo>
                    <a:cubicBezTo>
                      <a:pt x="18" y="64"/>
                      <a:pt x="18" y="64"/>
                      <a:pt x="18" y="64"/>
                    </a:cubicBezTo>
                    <a:cubicBezTo>
                      <a:pt x="18" y="237"/>
                      <a:pt x="18" y="237"/>
                      <a:pt x="18" y="237"/>
                    </a:cubicBezTo>
                    <a:cubicBezTo>
                      <a:pt x="66" y="237"/>
                      <a:pt x="66" y="237"/>
                      <a:pt x="66" y="237"/>
                    </a:cubicBezTo>
                    <a:cubicBezTo>
                      <a:pt x="66" y="64"/>
                      <a:pt x="66" y="64"/>
                      <a:pt x="66" y="64"/>
                    </a:cubicBezTo>
                    <a:lnTo>
                      <a:pt x="79" y="6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6" name="Freeform 19"/>
              <p:cNvSpPr>
                <a:spLocks/>
              </p:cNvSpPr>
              <p:nvPr/>
            </p:nvSpPr>
            <p:spPr bwMode="auto">
              <a:xfrm>
                <a:off x="1552" y="1187"/>
                <a:ext cx="510" cy="276"/>
              </a:xfrm>
              <a:custGeom>
                <a:avLst/>
                <a:gdLst>
                  <a:gd name="T0" fmla="*/ 8 w 512"/>
                  <a:gd name="T1" fmla="*/ 268 h 276"/>
                  <a:gd name="T2" fmla="*/ 8 w 512"/>
                  <a:gd name="T3" fmla="*/ 4 h 276"/>
                  <a:gd name="T4" fmla="*/ 7 w 512"/>
                  <a:gd name="T5" fmla="*/ 1 h 276"/>
                  <a:gd name="T6" fmla="*/ 4 w 512"/>
                  <a:gd name="T7" fmla="*/ 0 h 276"/>
                  <a:gd name="T8" fmla="*/ 4 w 512"/>
                  <a:gd name="T9" fmla="*/ 0 h 276"/>
                  <a:gd name="T10" fmla="*/ 1 w 512"/>
                  <a:gd name="T11" fmla="*/ 1 h 276"/>
                  <a:gd name="T12" fmla="*/ 0 w 512"/>
                  <a:gd name="T13" fmla="*/ 4 h 276"/>
                  <a:gd name="T14" fmla="*/ 0 w 512"/>
                  <a:gd name="T15" fmla="*/ 276 h 276"/>
                  <a:gd name="T16" fmla="*/ 508 w 512"/>
                  <a:gd name="T17" fmla="*/ 276 h 276"/>
                  <a:gd name="T18" fmla="*/ 511 w 512"/>
                  <a:gd name="T19" fmla="*/ 275 h 276"/>
                  <a:gd name="T20" fmla="*/ 512 w 512"/>
                  <a:gd name="T21" fmla="*/ 272 h 276"/>
                  <a:gd name="T22" fmla="*/ 512 w 512"/>
                  <a:gd name="T23" fmla="*/ 272 h 276"/>
                  <a:gd name="T24" fmla="*/ 511 w 512"/>
                  <a:gd name="T25" fmla="*/ 269 h 276"/>
                  <a:gd name="T26" fmla="*/ 508 w 512"/>
                  <a:gd name="T27" fmla="*/ 268 h 276"/>
                  <a:gd name="T28" fmla="*/ 8 w 512"/>
                  <a:gd name="T29" fmla="*/ 268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12" h="276">
                    <a:moveTo>
                      <a:pt x="8" y="268"/>
                    </a:moveTo>
                    <a:cubicBezTo>
                      <a:pt x="8" y="4"/>
                      <a:pt x="8" y="4"/>
                      <a:pt x="8" y="4"/>
                    </a:cubicBezTo>
                    <a:cubicBezTo>
                      <a:pt x="8" y="3"/>
                      <a:pt x="8" y="2"/>
                      <a:pt x="7" y="1"/>
                    </a:cubicBezTo>
                    <a:cubicBezTo>
                      <a:pt x="6" y="1"/>
                      <a:pt x="5" y="0"/>
                      <a:pt x="4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3" y="0"/>
                      <a:pt x="2" y="1"/>
                      <a:pt x="1" y="1"/>
                    </a:cubicBezTo>
                    <a:cubicBezTo>
                      <a:pt x="0" y="2"/>
                      <a:pt x="0" y="3"/>
                      <a:pt x="0" y="4"/>
                    </a:cubicBezTo>
                    <a:cubicBezTo>
                      <a:pt x="0" y="276"/>
                      <a:pt x="0" y="276"/>
                      <a:pt x="0" y="276"/>
                    </a:cubicBezTo>
                    <a:cubicBezTo>
                      <a:pt x="508" y="276"/>
                      <a:pt x="508" y="276"/>
                      <a:pt x="508" y="276"/>
                    </a:cubicBezTo>
                    <a:cubicBezTo>
                      <a:pt x="509" y="276"/>
                      <a:pt x="510" y="276"/>
                      <a:pt x="511" y="275"/>
                    </a:cubicBezTo>
                    <a:cubicBezTo>
                      <a:pt x="512" y="274"/>
                      <a:pt x="512" y="273"/>
                      <a:pt x="512" y="272"/>
                    </a:cubicBezTo>
                    <a:cubicBezTo>
                      <a:pt x="512" y="272"/>
                      <a:pt x="512" y="272"/>
                      <a:pt x="512" y="272"/>
                    </a:cubicBezTo>
                    <a:cubicBezTo>
                      <a:pt x="512" y="271"/>
                      <a:pt x="512" y="270"/>
                      <a:pt x="511" y="269"/>
                    </a:cubicBezTo>
                    <a:cubicBezTo>
                      <a:pt x="510" y="268"/>
                      <a:pt x="509" y="268"/>
                      <a:pt x="508" y="268"/>
                    </a:cubicBezTo>
                    <a:cubicBezTo>
                      <a:pt x="8" y="268"/>
                      <a:pt x="8" y="268"/>
                      <a:pt x="8" y="26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cxnSp>
          <p:nvCxnSpPr>
            <p:cNvPr id="161" name="直接连接符 160"/>
            <p:cNvCxnSpPr/>
            <p:nvPr/>
          </p:nvCxnSpPr>
          <p:spPr>
            <a:xfrm>
              <a:off x="9421648" y="3429000"/>
              <a:ext cx="1906471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2" name="矩形 171"/>
            <p:cNvSpPr/>
            <p:nvPr/>
          </p:nvSpPr>
          <p:spPr>
            <a:xfrm>
              <a:off x="9421648" y="3457169"/>
              <a:ext cx="2031325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defTabSz="609585"/>
              <a:r>
                <a:rPr lang="zh-CN" altLang="en-US" b="1" dirty="0">
                  <a:solidFill>
                    <a:schemeClr val="bg1"/>
                  </a:solidFill>
                  <a:ea typeface="微软雅黑" charset="0"/>
                </a:rPr>
                <a:t>点击此处添加标题</a:t>
              </a:r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9421648" y="4470400"/>
            <a:ext cx="2031325" cy="1336014"/>
            <a:chOff x="9421648" y="4470400"/>
            <a:chExt cx="2031325" cy="1336014"/>
          </a:xfrm>
        </p:grpSpPr>
        <p:grpSp>
          <p:nvGrpSpPr>
            <p:cNvPr id="151" name="Group 67"/>
            <p:cNvGrpSpPr>
              <a:grpSpLocks noChangeAspect="1"/>
            </p:cNvGrpSpPr>
            <p:nvPr/>
          </p:nvGrpSpPr>
          <p:grpSpPr bwMode="auto">
            <a:xfrm>
              <a:off x="9470696" y="4470400"/>
              <a:ext cx="1188866" cy="879605"/>
              <a:chOff x="6149" y="2123"/>
              <a:chExt cx="765" cy="566"/>
            </a:xfrm>
            <a:solidFill>
              <a:schemeClr val="bg1"/>
            </a:solidFill>
          </p:grpSpPr>
          <p:sp>
            <p:nvSpPr>
              <p:cNvPr id="152" name="Freeform 68"/>
              <p:cNvSpPr>
                <a:spLocks/>
              </p:cNvSpPr>
              <p:nvPr/>
            </p:nvSpPr>
            <p:spPr bwMode="auto">
              <a:xfrm>
                <a:off x="6281" y="2401"/>
                <a:ext cx="501" cy="288"/>
              </a:xfrm>
              <a:custGeom>
                <a:avLst/>
                <a:gdLst>
                  <a:gd name="T0" fmla="*/ 485 w 524"/>
                  <a:gd name="T1" fmla="*/ 56 h 300"/>
                  <a:gd name="T2" fmla="*/ 473 w 524"/>
                  <a:gd name="T3" fmla="*/ 36 h 300"/>
                  <a:gd name="T4" fmla="*/ 450 w 524"/>
                  <a:gd name="T5" fmla="*/ 26 h 300"/>
                  <a:gd name="T6" fmla="*/ 318 w 524"/>
                  <a:gd name="T7" fmla="*/ 0 h 300"/>
                  <a:gd name="T8" fmla="*/ 356 w 524"/>
                  <a:gd name="T9" fmla="*/ 25 h 300"/>
                  <a:gd name="T10" fmla="*/ 296 w 524"/>
                  <a:gd name="T11" fmla="*/ 215 h 300"/>
                  <a:gd name="T12" fmla="*/ 262 w 524"/>
                  <a:gd name="T13" fmla="*/ 74 h 300"/>
                  <a:gd name="T14" fmla="*/ 228 w 524"/>
                  <a:gd name="T15" fmla="*/ 215 h 300"/>
                  <a:gd name="T16" fmla="*/ 168 w 524"/>
                  <a:gd name="T17" fmla="*/ 25 h 300"/>
                  <a:gd name="T18" fmla="*/ 206 w 524"/>
                  <a:gd name="T19" fmla="*/ 0 h 300"/>
                  <a:gd name="T20" fmla="*/ 74 w 524"/>
                  <a:gd name="T21" fmla="*/ 26 h 300"/>
                  <a:gd name="T22" fmla="*/ 51 w 524"/>
                  <a:gd name="T23" fmla="*/ 36 h 300"/>
                  <a:gd name="T24" fmla="*/ 39 w 524"/>
                  <a:gd name="T25" fmla="*/ 56 h 300"/>
                  <a:gd name="T26" fmla="*/ 0 w 524"/>
                  <a:gd name="T27" fmla="*/ 228 h 300"/>
                  <a:gd name="T28" fmla="*/ 73 w 524"/>
                  <a:gd name="T29" fmla="*/ 254 h 300"/>
                  <a:gd name="T30" fmla="*/ 249 w 524"/>
                  <a:gd name="T31" fmla="*/ 300 h 300"/>
                  <a:gd name="T32" fmla="*/ 262 w 524"/>
                  <a:gd name="T33" fmla="*/ 300 h 300"/>
                  <a:gd name="T34" fmla="*/ 275 w 524"/>
                  <a:gd name="T35" fmla="*/ 300 h 300"/>
                  <a:gd name="T36" fmla="*/ 451 w 524"/>
                  <a:gd name="T37" fmla="*/ 254 h 300"/>
                  <a:gd name="T38" fmla="*/ 524 w 524"/>
                  <a:gd name="T39" fmla="*/ 228 h 300"/>
                  <a:gd name="T40" fmla="*/ 485 w 524"/>
                  <a:gd name="T41" fmla="*/ 56 h 3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524" h="300">
                    <a:moveTo>
                      <a:pt x="485" y="56"/>
                    </a:moveTo>
                    <a:cubicBezTo>
                      <a:pt x="484" y="48"/>
                      <a:pt x="479" y="41"/>
                      <a:pt x="473" y="36"/>
                    </a:cubicBezTo>
                    <a:cubicBezTo>
                      <a:pt x="467" y="30"/>
                      <a:pt x="459" y="27"/>
                      <a:pt x="450" y="26"/>
                    </a:cubicBezTo>
                    <a:cubicBezTo>
                      <a:pt x="318" y="0"/>
                      <a:pt x="318" y="0"/>
                      <a:pt x="318" y="0"/>
                    </a:cubicBezTo>
                    <a:cubicBezTo>
                      <a:pt x="356" y="25"/>
                      <a:pt x="356" y="25"/>
                      <a:pt x="356" y="25"/>
                    </a:cubicBezTo>
                    <a:cubicBezTo>
                      <a:pt x="296" y="215"/>
                      <a:pt x="296" y="215"/>
                      <a:pt x="296" y="215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28" y="215"/>
                      <a:pt x="228" y="215"/>
                      <a:pt x="228" y="215"/>
                    </a:cubicBezTo>
                    <a:cubicBezTo>
                      <a:pt x="168" y="25"/>
                      <a:pt x="168" y="25"/>
                      <a:pt x="168" y="25"/>
                    </a:cubicBezTo>
                    <a:cubicBezTo>
                      <a:pt x="206" y="0"/>
                      <a:pt x="206" y="0"/>
                      <a:pt x="206" y="0"/>
                    </a:cubicBezTo>
                    <a:cubicBezTo>
                      <a:pt x="74" y="26"/>
                      <a:pt x="74" y="26"/>
                      <a:pt x="74" y="26"/>
                    </a:cubicBezTo>
                    <a:cubicBezTo>
                      <a:pt x="65" y="27"/>
                      <a:pt x="57" y="30"/>
                      <a:pt x="51" y="36"/>
                    </a:cubicBezTo>
                    <a:cubicBezTo>
                      <a:pt x="45" y="41"/>
                      <a:pt x="40" y="48"/>
                      <a:pt x="39" y="56"/>
                    </a:cubicBezTo>
                    <a:cubicBezTo>
                      <a:pt x="0" y="228"/>
                      <a:pt x="0" y="228"/>
                      <a:pt x="0" y="228"/>
                    </a:cubicBezTo>
                    <a:cubicBezTo>
                      <a:pt x="73" y="254"/>
                      <a:pt x="73" y="254"/>
                      <a:pt x="73" y="254"/>
                    </a:cubicBezTo>
                    <a:cubicBezTo>
                      <a:pt x="98" y="279"/>
                      <a:pt x="167" y="298"/>
                      <a:pt x="249" y="300"/>
                    </a:cubicBezTo>
                    <a:cubicBezTo>
                      <a:pt x="262" y="300"/>
                      <a:pt x="262" y="300"/>
                      <a:pt x="262" y="300"/>
                    </a:cubicBezTo>
                    <a:cubicBezTo>
                      <a:pt x="275" y="300"/>
                      <a:pt x="275" y="300"/>
                      <a:pt x="275" y="300"/>
                    </a:cubicBezTo>
                    <a:cubicBezTo>
                      <a:pt x="357" y="298"/>
                      <a:pt x="426" y="279"/>
                      <a:pt x="451" y="254"/>
                    </a:cubicBezTo>
                    <a:cubicBezTo>
                      <a:pt x="524" y="228"/>
                      <a:pt x="524" y="228"/>
                      <a:pt x="524" y="228"/>
                    </a:cubicBezTo>
                    <a:lnTo>
                      <a:pt x="485" y="5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53" name="Freeform 69"/>
              <p:cNvSpPr>
                <a:spLocks/>
              </p:cNvSpPr>
              <p:nvPr/>
            </p:nvSpPr>
            <p:spPr bwMode="auto">
              <a:xfrm>
                <a:off x="6503" y="2419"/>
                <a:ext cx="57" cy="53"/>
              </a:xfrm>
              <a:custGeom>
                <a:avLst/>
                <a:gdLst>
                  <a:gd name="T0" fmla="*/ 29 w 57"/>
                  <a:gd name="T1" fmla="*/ 0 h 53"/>
                  <a:gd name="T2" fmla="*/ 0 w 57"/>
                  <a:gd name="T3" fmla="*/ 11 h 53"/>
                  <a:gd name="T4" fmla="*/ 29 w 57"/>
                  <a:gd name="T5" fmla="*/ 53 h 53"/>
                  <a:gd name="T6" fmla="*/ 57 w 57"/>
                  <a:gd name="T7" fmla="*/ 11 h 53"/>
                  <a:gd name="T8" fmla="*/ 29 w 57"/>
                  <a:gd name="T9" fmla="*/ 0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7" h="53">
                    <a:moveTo>
                      <a:pt x="29" y="0"/>
                    </a:moveTo>
                    <a:lnTo>
                      <a:pt x="0" y="11"/>
                    </a:lnTo>
                    <a:lnTo>
                      <a:pt x="29" y="53"/>
                    </a:lnTo>
                    <a:lnTo>
                      <a:pt x="57" y="11"/>
                    </a:lnTo>
                    <a:lnTo>
                      <a:pt x="29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54" name="Freeform 70"/>
              <p:cNvSpPr>
                <a:spLocks/>
              </p:cNvSpPr>
              <p:nvPr/>
            </p:nvSpPr>
            <p:spPr bwMode="auto">
              <a:xfrm>
                <a:off x="6410" y="2123"/>
                <a:ext cx="243" cy="292"/>
              </a:xfrm>
              <a:custGeom>
                <a:avLst/>
                <a:gdLst>
                  <a:gd name="T0" fmla="*/ 240 w 254"/>
                  <a:gd name="T1" fmla="*/ 140 h 304"/>
                  <a:gd name="T2" fmla="*/ 127 w 254"/>
                  <a:gd name="T3" fmla="*/ 0 h 304"/>
                  <a:gd name="T4" fmla="*/ 14 w 254"/>
                  <a:gd name="T5" fmla="*/ 140 h 304"/>
                  <a:gd name="T6" fmla="*/ 8 w 254"/>
                  <a:gd name="T7" fmla="*/ 177 h 304"/>
                  <a:gd name="T8" fmla="*/ 26 w 254"/>
                  <a:gd name="T9" fmla="*/ 202 h 304"/>
                  <a:gd name="T10" fmla="*/ 127 w 254"/>
                  <a:gd name="T11" fmla="*/ 304 h 304"/>
                  <a:gd name="T12" fmla="*/ 228 w 254"/>
                  <a:gd name="T13" fmla="*/ 202 h 304"/>
                  <a:gd name="T14" fmla="*/ 246 w 254"/>
                  <a:gd name="T15" fmla="*/ 177 h 304"/>
                  <a:gd name="T16" fmla="*/ 240 w 254"/>
                  <a:gd name="T17" fmla="*/ 140 h 3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54" h="304">
                    <a:moveTo>
                      <a:pt x="240" y="140"/>
                    </a:moveTo>
                    <a:cubicBezTo>
                      <a:pt x="240" y="61"/>
                      <a:pt x="208" y="0"/>
                      <a:pt x="127" y="0"/>
                    </a:cubicBezTo>
                    <a:cubicBezTo>
                      <a:pt x="46" y="0"/>
                      <a:pt x="14" y="62"/>
                      <a:pt x="14" y="140"/>
                    </a:cubicBezTo>
                    <a:cubicBezTo>
                      <a:pt x="5" y="144"/>
                      <a:pt x="0" y="154"/>
                      <a:pt x="8" y="177"/>
                    </a:cubicBezTo>
                    <a:cubicBezTo>
                      <a:pt x="12" y="188"/>
                      <a:pt x="20" y="197"/>
                      <a:pt x="26" y="202"/>
                    </a:cubicBezTo>
                    <a:cubicBezTo>
                      <a:pt x="49" y="260"/>
                      <a:pt x="94" y="304"/>
                      <a:pt x="127" y="304"/>
                    </a:cubicBezTo>
                    <a:cubicBezTo>
                      <a:pt x="160" y="304"/>
                      <a:pt x="205" y="260"/>
                      <a:pt x="228" y="202"/>
                    </a:cubicBezTo>
                    <a:cubicBezTo>
                      <a:pt x="234" y="197"/>
                      <a:pt x="242" y="188"/>
                      <a:pt x="246" y="177"/>
                    </a:cubicBezTo>
                    <a:cubicBezTo>
                      <a:pt x="254" y="154"/>
                      <a:pt x="249" y="144"/>
                      <a:pt x="240" y="14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55" name="Freeform 71"/>
              <p:cNvSpPr>
                <a:spLocks noEditPoints="1"/>
              </p:cNvSpPr>
              <p:nvPr/>
            </p:nvSpPr>
            <p:spPr bwMode="auto">
              <a:xfrm>
                <a:off x="6149" y="2218"/>
                <a:ext cx="765" cy="365"/>
              </a:xfrm>
              <a:custGeom>
                <a:avLst/>
                <a:gdLst>
                  <a:gd name="T0" fmla="*/ 128 w 800"/>
                  <a:gd name="T1" fmla="*/ 380 h 380"/>
                  <a:gd name="T2" fmla="*/ 48 w 800"/>
                  <a:gd name="T3" fmla="*/ 352 h 380"/>
                  <a:gd name="T4" fmla="*/ 0 w 800"/>
                  <a:gd name="T5" fmla="*/ 336 h 380"/>
                  <a:gd name="T6" fmla="*/ 25 w 800"/>
                  <a:gd name="T7" fmla="*/ 224 h 380"/>
                  <a:gd name="T8" fmla="*/ 33 w 800"/>
                  <a:gd name="T9" fmla="*/ 211 h 380"/>
                  <a:gd name="T10" fmla="*/ 48 w 800"/>
                  <a:gd name="T11" fmla="*/ 204 h 380"/>
                  <a:gd name="T12" fmla="*/ 141 w 800"/>
                  <a:gd name="T13" fmla="*/ 183 h 380"/>
                  <a:gd name="T14" fmla="*/ 105 w 800"/>
                  <a:gd name="T15" fmla="*/ 131 h 380"/>
                  <a:gd name="T16" fmla="*/ 93 w 800"/>
                  <a:gd name="T17" fmla="*/ 114 h 380"/>
                  <a:gd name="T18" fmla="*/ 97 w 800"/>
                  <a:gd name="T19" fmla="*/ 90 h 380"/>
                  <a:gd name="T20" fmla="*/ 170 w 800"/>
                  <a:gd name="T21" fmla="*/ 0 h 380"/>
                  <a:gd name="T22" fmla="*/ 170 w 800"/>
                  <a:gd name="T23" fmla="*/ 0 h 380"/>
                  <a:gd name="T24" fmla="*/ 244 w 800"/>
                  <a:gd name="T25" fmla="*/ 90 h 380"/>
                  <a:gd name="T26" fmla="*/ 247 w 800"/>
                  <a:gd name="T27" fmla="*/ 114 h 380"/>
                  <a:gd name="T28" fmla="*/ 236 w 800"/>
                  <a:gd name="T29" fmla="*/ 131 h 380"/>
                  <a:gd name="T30" fmla="*/ 199 w 800"/>
                  <a:gd name="T31" fmla="*/ 183 h 380"/>
                  <a:gd name="T32" fmla="*/ 240 w 800"/>
                  <a:gd name="T33" fmla="*/ 192 h 380"/>
                  <a:gd name="T34" fmla="*/ 209 w 800"/>
                  <a:gd name="T35" fmla="*/ 199 h 380"/>
                  <a:gd name="T36" fmla="*/ 177 w 800"/>
                  <a:gd name="T37" fmla="*/ 213 h 380"/>
                  <a:gd name="T38" fmla="*/ 159 w 800"/>
                  <a:gd name="T39" fmla="*/ 243 h 380"/>
                  <a:gd name="T40" fmla="*/ 128 w 800"/>
                  <a:gd name="T41" fmla="*/ 380 h 380"/>
                  <a:gd name="T42" fmla="*/ 775 w 800"/>
                  <a:gd name="T43" fmla="*/ 224 h 380"/>
                  <a:gd name="T44" fmla="*/ 767 w 800"/>
                  <a:gd name="T45" fmla="*/ 211 h 380"/>
                  <a:gd name="T46" fmla="*/ 752 w 800"/>
                  <a:gd name="T47" fmla="*/ 204 h 380"/>
                  <a:gd name="T48" fmla="*/ 659 w 800"/>
                  <a:gd name="T49" fmla="*/ 183 h 380"/>
                  <a:gd name="T50" fmla="*/ 695 w 800"/>
                  <a:gd name="T51" fmla="*/ 131 h 380"/>
                  <a:gd name="T52" fmla="*/ 707 w 800"/>
                  <a:gd name="T53" fmla="*/ 114 h 380"/>
                  <a:gd name="T54" fmla="*/ 703 w 800"/>
                  <a:gd name="T55" fmla="*/ 90 h 380"/>
                  <a:gd name="T56" fmla="*/ 630 w 800"/>
                  <a:gd name="T57" fmla="*/ 0 h 380"/>
                  <a:gd name="T58" fmla="*/ 630 w 800"/>
                  <a:gd name="T59" fmla="*/ 0 h 380"/>
                  <a:gd name="T60" fmla="*/ 556 w 800"/>
                  <a:gd name="T61" fmla="*/ 90 h 380"/>
                  <a:gd name="T62" fmla="*/ 553 w 800"/>
                  <a:gd name="T63" fmla="*/ 114 h 380"/>
                  <a:gd name="T64" fmla="*/ 564 w 800"/>
                  <a:gd name="T65" fmla="*/ 131 h 380"/>
                  <a:gd name="T66" fmla="*/ 601 w 800"/>
                  <a:gd name="T67" fmla="*/ 183 h 380"/>
                  <a:gd name="T68" fmla="*/ 560 w 800"/>
                  <a:gd name="T69" fmla="*/ 192 h 380"/>
                  <a:gd name="T70" fmla="*/ 591 w 800"/>
                  <a:gd name="T71" fmla="*/ 199 h 380"/>
                  <a:gd name="T72" fmla="*/ 623 w 800"/>
                  <a:gd name="T73" fmla="*/ 213 h 380"/>
                  <a:gd name="T74" fmla="*/ 641 w 800"/>
                  <a:gd name="T75" fmla="*/ 243 h 380"/>
                  <a:gd name="T76" fmla="*/ 672 w 800"/>
                  <a:gd name="T77" fmla="*/ 380 h 380"/>
                  <a:gd name="T78" fmla="*/ 752 w 800"/>
                  <a:gd name="T79" fmla="*/ 352 h 380"/>
                  <a:gd name="T80" fmla="*/ 800 w 800"/>
                  <a:gd name="T81" fmla="*/ 336 h 380"/>
                  <a:gd name="T82" fmla="*/ 775 w 800"/>
                  <a:gd name="T83" fmla="*/ 224 h 3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800" h="380">
                    <a:moveTo>
                      <a:pt x="128" y="380"/>
                    </a:moveTo>
                    <a:cubicBezTo>
                      <a:pt x="90" y="375"/>
                      <a:pt x="60" y="365"/>
                      <a:pt x="48" y="352"/>
                    </a:cubicBezTo>
                    <a:cubicBezTo>
                      <a:pt x="0" y="336"/>
                      <a:pt x="0" y="336"/>
                      <a:pt x="0" y="336"/>
                    </a:cubicBezTo>
                    <a:cubicBezTo>
                      <a:pt x="25" y="224"/>
                      <a:pt x="25" y="224"/>
                      <a:pt x="25" y="224"/>
                    </a:cubicBezTo>
                    <a:cubicBezTo>
                      <a:pt x="27" y="219"/>
                      <a:pt x="29" y="215"/>
                      <a:pt x="33" y="211"/>
                    </a:cubicBezTo>
                    <a:cubicBezTo>
                      <a:pt x="38" y="207"/>
                      <a:pt x="43" y="205"/>
                      <a:pt x="48" y="204"/>
                    </a:cubicBezTo>
                    <a:cubicBezTo>
                      <a:pt x="141" y="183"/>
                      <a:pt x="141" y="183"/>
                      <a:pt x="141" y="183"/>
                    </a:cubicBezTo>
                    <a:cubicBezTo>
                      <a:pt x="127" y="171"/>
                      <a:pt x="113" y="152"/>
                      <a:pt x="105" y="131"/>
                    </a:cubicBezTo>
                    <a:cubicBezTo>
                      <a:pt x="101" y="128"/>
                      <a:pt x="96" y="122"/>
                      <a:pt x="93" y="114"/>
                    </a:cubicBezTo>
                    <a:cubicBezTo>
                      <a:pt x="88" y="100"/>
                      <a:pt x="91" y="93"/>
                      <a:pt x="97" y="90"/>
                    </a:cubicBezTo>
                    <a:cubicBezTo>
                      <a:pt x="97" y="40"/>
                      <a:pt x="118" y="0"/>
                      <a:pt x="170" y="0"/>
                    </a:cubicBezTo>
                    <a:cubicBezTo>
                      <a:pt x="170" y="0"/>
                      <a:pt x="170" y="0"/>
                      <a:pt x="170" y="0"/>
                    </a:cubicBezTo>
                    <a:cubicBezTo>
                      <a:pt x="223" y="0"/>
                      <a:pt x="244" y="40"/>
                      <a:pt x="244" y="90"/>
                    </a:cubicBezTo>
                    <a:cubicBezTo>
                      <a:pt x="249" y="93"/>
                      <a:pt x="253" y="100"/>
                      <a:pt x="247" y="114"/>
                    </a:cubicBezTo>
                    <a:cubicBezTo>
                      <a:pt x="245" y="122"/>
                      <a:pt x="240" y="128"/>
                      <a:pt x="236" y="131"/>
                    </a:cubicBezTo>
                    <a:cubicBezTo>
                      <a:pt x="227" y="152"/>
                      <a:pt x="213" y="171"/>
                      <a:pt x="199" y="183"/>
                    </a:cubicBezTo>
                    <a:cubicBezTo>
                      <a:pt x="240" y="192"/>
                      <a:pt x="240" y="192"/>
                      <a:pt x="240" y="192"/>
                    </a:cubicBezTo>
                    <a:cubicBezTo>
                      <a:pt x="209" y="199"/>
                      <a:pt x="209" y="199"/>
                      <a:pt x="209" y="199"/>
                    </a:cubicBezTo>
                    <a:cubicBezTo>
                      <a:pt x="197" y="200"/>
                      <a:pt x="186" y="205"/>
                      <a:pt x="177" y="213"/>
                    </a:cubicBezTo>
                    <a:cubicBezTo>
                      <a:pt x="168" y="221"/>
                      <a:pt x="162" y="231"/>
                      <a:pt x="159" y="243"/>
                    </a:cubicBezTo>
                    <a:lnTo>
                      <a:pt x="128" y="380"/>
                    </a:lnTo>
                    <a:close/>
                    <a:moveTo>
                      <a:pt x="775" y="224"/>
                    </a:moveTo>
                    <a:cubicBezTo>
                      <a:pt x="773" y="219"/>
                      <a:pt x="771" y="215"/>
                      <a:pt x="767" y="211"/>
                    </a:cubicBezTo>
                    <a:cubicBezTo>
                      <a:pt x="762" y="207"/>
                      <a:pt x="757" y="205"/>
                      <a:pt x="752" y="204"/>
                    </a:cubicBezTo>
                    <a:cubicBezTo>
                      <a:pt x="659" y="183"/>
                      <a:pt x="659" y="183"/>
                      <a:pt x="659" y="183"/>
                    </a:cubicBezTo>
                    <a:cubicBezTo>
                      <a:pt x="673" y="171"/>
                      <a:pt x="687" y="152"/>
                      <a:pt x="695" y="131"/>
                    </a:cubicBezTo>
                    <a:cubicBezTo>
                      <a:pt x="699" y="128"/>
                      <a:pt x="704" y="121"/>
                      <a:pt x="707" y="114"/>
                    </a:cubicBezTo>
                    <a:cubicBezTo>
                      <a:pt x="712" y="100"/>
                      <a:pt x="709" y="93"/>
                      <a:pt x="703" y="90"/>
                    </a:cubicBezTo>
                    <a:cubicBezTo>
                      <a:pt x="703" y="40"/>
                      <a:pt x="682" y="0"/>
                      <a:pt x="630" y="0"/>
                    </a:cubicBezTo>
                    <a:cubicBezTo>
                      <a:pt x="630" y="0"/>
                      <a:pt x="630" y="0"/>
                      <a:pt x="630" y="0"/>
                    </a:cubicBezTo>
                    <a:cubicBezTo>
                      <a:pt x="577" y="0"/>
                      <a:pt x="556" y="40"/>
                      <a:pt x="556" y="90"/>
                    </a:cubicBezTo>
                    <a:cubicBezTo>
                      <a:pt x="551" y="93"/>
                      <a:pt x="547" y="100"/>
                      <a:pt x="553" y="114"/>
                    </a:cubicBezTo>
                    <a:cubicBezTo>
                      <a:pt x="555" y="121"/>
                      <a:pt x="560" y="128"/>
                      <a:pt x="564" y="131"/>
                    </a:cubicBezTo>
                    <a:cubicBezTo>
                      <a:pt x="573" y="152"/>
                      <a:pt x="587" y="171"/>
                      <a:pt x="601" y="183"/>
                    </a:cubicBezTo>
                    <a:cubicBezTo>
                      <a:pt x="560" y="192"/>
                      <a:pt x="560" y="192"/>
                      <a:pt x="560" y="192"/>
                    </a:cubicBezTo>
                    <a:cubicBezTo>
                      <a:pt x="591" y="199"/>
                      <a:pt x="591" y="199"/>
                      <a:pt x="591" y="199"/>
                    </a:cubicBezTo>
                    <a:cubicBezTo>
                      <a:pt x="603" y="200"/>
                      <a:pt x="614" y="205"/>
                      <a:pt x="623" y="213"/>
                    </a:cubicBezTo>
                    <a:cubicBezTo>
                      <a:pt x="632" y="221"/>
                      <a:pt x="638" y="231"/>
                      <a:pt x="641" y="243"/>
                    </a:cubicBezTo>
                    <a:cubicBezTo>
                      <a:pt x="672" y="380"/>
                      <a:pt x="672" y="380"/>
                      <a:pt x="672" y="380"/>
                    </a:cubicBezTo>
                    <a:cubicBezTo>
                      <a:pt x="710" y="375"/>
                      <a:pt x="740" y="365"/>
                      <a:pt x="752" y="352"/>
                    </a:cubicBezTo>
                    <a:cubicBezTo>
                      <a:pt x="800" y="336"/>
                      <a:pt x="800" y="336"/>
                      <a:pt x="800" y="336"/>
                    </a:cubicBezTo>
                    <a:lnTo>
                      <a:pt x="775" y="22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cxnSp>
          <p:nvCxnSpPr>
            <p:cNvPr id="165" name="直接连接符 164"/>
            <p:cNvCxnSpPr/>
            <p:nvPr/>
          </p:nvCxnSpPr>
          <p:spPr>
            <a:xfrm>
              <a:off x="9421648" y="5450305"/>
              <a:ext cx="1906471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3" name="矩形 172"/>
            <p:cNvSpPr/>
            <p:nvPr/>
          </p:nvSpPr>
          <p:spPr>
            <a:xfrm>
              <a:off x="9421648" y="5437082"/>
              <a:ext cx="2031325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defTabSz="609585"/>
              <a:r>
                <a:rPr lang="zh-CN" altLang="en-US" b="1" dirty="0">
                  <a:solidFill>
                    <a:schemeClr val="bg1"/>
                  </a:solidFill>
                  <a:ea typeface="微软雅黑" charset="0"/>
                </a:rPr>
                <a:t>点击此处添加标题</a:t>
              </a:r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4216608" y="491067"/>
            <a:ext cx="7111511" cy="1360134"/>
            <a:chOff x="4216608" y="491067"/>
            <a:chExt cx="7111511" cy="1360134"/>
          </a:xfrm>
        </p:grpSpPr>
        <p:sp>
          <p:nvSpPr>
            <p:cNvPr id="174" name="矩形 173"/>
            <p:cNvSpPr/>
            <p:nvPr/>
          </p:nvSpPr>
          <p:spPr>
            <a:xfrm>
              <a:off x="4216609" y="698450"/>
              <a:ext cx="2031325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defTabSz="609585"/>
              <a:r>
                <a:rPr lang="zh-CN" altLang="en-US" b="1" dirty="0">
                  <a:solidFill>
                    <a:schemeClr val="bg1"/>
                  </a:solidFill>
                  <a:ea typeface="微软雅黑" charset="0"/>
                </a:rPr>
                <a:t>点击此处添加标题</a:t>
              </a:r>
            </a:p>
          </p:txBody>
        </p:sp>
        <p:sp>
          <p:nvSpPr>
            <p:cNvPr id="175" name="矩形 174"/>
            <p:cNvSpPr/>
            <p:nvPr/>
          </p:nvSpPr>
          <p:spPr>
            <a:xfrm>
              <a:off x="4216608" y="1038671"/>
              <a:ext cx="7111511" cy="8125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 defTabSz="609585">
                <a:lnSpc>
                  <a:spcPct val="130000"/>
                </a:lnSpc>
              </a:pPr>
              <a:r>
                <a:rPr lang="zh-CN" altLang="en-US" sz="1200" dirty="0">
                  <a:solidFill>
                    <a:schemeClr val="bg1"/>
                  </a:solidFill>
                  <a:latin typeface="微软雅黑" charset="0"/>
                  <a:ea typeface="微软雅黑" charset="0"/>
                </a:rPr>
                <a:t>标题数字等都可以通过点击和重新输入进行更改，顶部“开始”面板中可以对字体、字号、颜色、行距等进行修改。建议正文</a:t>
              </a:r>
              <a:r>
                <a:rPr lang="en-US" altLang="zh-CN" sz="1200" dirty="0">
                  <a:solidFill>
                    <a:schemeClr val="bg1"/>
                  </a:solidFill>
                  <a:latin typeface="微软雅黑" charset="0"/>
                  <a:ea typeface="微软雅黑" charset="0"/>
                </a:rPr>
                <a:t>8-14</a:t>
              </a:r>
              <a:r>
                <a:rPr lang="zh-CN" altLang="en-US" sz="1200" dirty="0">
                  <a:solidFill>
                    <a:schemeClr val="bg1"/>
                  </a:solidFill>
                  <a:latin typeface="微软雅黑" charset="0"/>
                  <a:ea typeface="微软雅黑" charset="0"/>
                </a:rPr>
                <a:t>号字，</a:t>
              </a:r>
              <a:r>
                <a:rPr lang="en-US" altLang="zh-CN" sz="1200" dirty="0">
                  <a:solidFill>
                    <a:schemeClr val="bg1"/>
                  </a:solidFill>
                  <a:latin typeface="微软雅黑" charset="0"/>
                  <a:ea typeface="微软雅黑" charset="0"/>
                </a:rPr>
                <a:t>1.3</a:t>
              </a:r>
              <a:r>
                <a:rPr lang="zh-CN" altLang="en-US" sz="1200" dirty="0">
                  <a:solidFill>
                    <a:schemeClr val="bg1"/>
                  </a:solidFill>
                  <a:latin typeface="微软雅黑" charset="0"/>
                  <a:ea typeface="微软雅黑" charset="0"/>
                </a:rPr>
                <a:t>倍字间距。标题数字等都可以通过点击和重新输入进行更改，顶部“开始”面板中可以对字体、字号、颜色、行距等进行修改。</a:t>
              </a:r>
            </a:p>
          </p:txBody>
        </p:sp>
        <p:cxnSp>
          <p:nvCxnSpPr>
            <p:cNvPr id="79" name="直接连接符 78"/>
            <p:cNvCxnSpPr/>
            <p:nvPr/>
          </p:nvCxnSpPr>
          <p:spPr>
            <a:xfrm>
              <a:off x="4304523" y="491067"/>
              <a:ext cx="3327367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145251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主要结论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Part Five</a:t>
            </a:r>
            <a:endParaRPr lang="zh-CN" altLang="en-US" dirty="0"/>
          </a:p>
        </p:txBody>
      </p:sp>
      <p:pic>
        <p:nvPicPr>
          <p:cNvPr id="4" name="图片 3">
            <a:hlinkClick r:id="rId2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1600" y="6300817"/>
            <a:ext cx="1828800" cy="243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10399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主要结论</a:t>
            </a:r>
          </a:p>
          <a:p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Part Five</a:t>
            </a:r>
            <a:endParaRPr lang="zh-CN" altLang="en-US" dirty="0"/>
          </a:p>
        </p:txBody>
      </p:sp>
      <p:pic>
        <p:nvPicPr>
          <p:cNvPr id="4" name="图片 3">
            <a:hlinkClick r:id="rId2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800" y="6334619"/>
            <a:ext cx="1828800" cy="241402"/>
          </a:xfrm>
          <a:prstGeom prst="rect">
            <a:avLst/>
          </a:prstGeom>
        </p:spPr>
      </p:pic>
      <p:grpSp>
        <p:nvGrpSpPr>
          <p:cNvPr id="18" name="组合 17"/>
          <p:cNvGrpSpPr/>
          <p:nvPr/>
        </p:nvGrpSpPr>
        <p:grpSpPr>
          <a:xfrm>
            <a:off x="814434" y="2517159"/>
            <a:ext cx="10822030" cy="3533298"/>
            <a:chOff x="814434" y="2517159"/>
            <a:chExt cx="10822030" cy="3533298"/>
          </a:xfrm>
        </p:grpSpPr>
        <p:sp>
          <p:nvSpPr>
            <p:cNvPr id="5" name="Line 16"/>
            <p:cNvSpPr>
              <a:spLocks noChangeShapeType="1"/>
            </p:cNvSpPr>
            <p:nvPr/>
          </p:nvSpPr>
          <p:spPr bwMode="auto">
            <a:xfrm>
              <a:off x="3079141" y="4332024"/>
              <a:ext cx="6260755" cy="0"/>
            </a:xfrm>
            <a:prstGeom prst="line">
              <a:avLst/>
            </a:prstGeom>
            <a:noFill/>
            <a:ln w="41275" cap="rnd">
              <a:gradFill flip="none" rotWithShape="1">
                <a:gsLst>
                  <a:gs pos="0">
                    <a:schemeClr val="accent1"/>
                  </a:gs>
                  <a:gs pos="100000">
                    <a:schemeClr val="accent4"/>
                  </a:gs>
                </a:gsLst>
                <a:lin ang="0" scaled="1"/>
                <a:tileRect/>
              </a:gra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3200"/>
            </a:p>
          </p:txBody>
        </p:sp>
        <p:grpSp>
          <p:nvGrpSpPr>
            <p:cNvPr id="6" name="Group 25"/>
            <p:cNvGrpSpPr/>
            <p:nvPr/>
          </p:nvGrpSpPr>
          <p:grpSpPr>
            <a:xfrm>
              <a:off x="9371756" y="4057781"/>
              <a:ext cx="2264708" cy="1894923"/>
              <a:chOff x="6687200" y="2321439"/>
              <a:chExt cx="1698531" cy="1421192"/>
            </a:xfrm>
          </p:grpSpPr>
          <p:sp>
            <p:nvSpPr>
              <p:cNvPr id="7" name="Freeform 17"/>
              <p:cNvSpPr>
                <a:spLocks/>
              </p:cNvSpPr>
              <p:nvPr/>
            </p:nvSpPr>
            <p:spPr bwMode="auto">
              <a:xfrm>
                <a:off x="7658548" y="2321439"/>
                <a:ext cx="727183" cy="1421192"/>
              </a:xfrm>
              <a:custGeom>
                <a:avLst/>
                <a:gdLst>
                  <a:gd name="T0" fmla="*/ 0 w 548"/>
                  <a:gd name="T1" fmla="*/ 916 h 1071"/>
                  <a:gd name="T2" fmla="*/ 0 w 548"/>
                  <a:gd name="T3" fmla="*/ 1071 h 1071"/>
                  <a:gd name="T4" fmla="*/ 548 w 548"/>
                  <a:gd name="T5" fmla="*/ 533 h 1071"/>
                  <a:gd name="T6" fmla="*/ 0 w 548"/>
                  <a:gd name="T7" fmla="*/ 0 h 1071"/>
                  <a:gd name="T8" fmla="*/ 0 w 548"/>
                  <a:gd name="T9" fmla="*/ 155 h 10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48" h="1071">
                    <a:moveTo>
                      <a:pt x="0" y="916"/>
                    </a:moveTo>
                    <a:lnTo>
                      <a:pt x="0" y="1071"/>
                    </a:lnTo>
                    <a:lnTo>
                      <a:pt x="548" y="533"/>
                    </a:lnTo>
                    <a:lnTo>
                      <a:pt x="0" y="0"/>
                    </a:lnTo>
                    <a:lnTo>
                      <a:pt x="0" y="155"/>
                    </a:lnTo>
                  </a:path>
                </a:pathLst>
              </a:custGeom>
              <a:noFill/>
              <a:ln w="41275" cap="rnd">
                <a:solidFill>
                  <a:schemeClr val="accent4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3200"/>
              </a:p>
            </p:txBody>
          </p:sp>
          <p:sp>
            <p:nvSpPr>
              <p:cNvPr id="8" name="Line 18"/>
              <p:cNvSpPr>
                <a:spLocks noChangeShapeType="1"/>
              </p:cNvSpPr>
              <p:nvPr/>
            </p:nvSpPr>
            <p:spPr bwMode="auto">
              <a:xfrm>
                <a:off x="6687201" y="3536950"/>
                <a:ext cx="971347" cy="0"/>
              </a:xfrm>
              <a:prstGeom prst="line">
                <a:avLst/>
              </a:prstGeom>
              <a:noFill/>
              <a:ln w="41275" cap="rnd">
                <a:solidFill>
                  <a:schemeClr val="accent4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3200"/>
              </a:p>
            </p:txBody>
          </p:sp>
          <p:sp>
            <p:nvSpPr>
              <p:cNvPr id="9" name="Line 19"/>
              <p:cNvSpPr>
                <a:spLocks noChangeShapeType="1"/>
              </p:cNvSpPr>
              <p:nvPr/>
            </p:nvSpPr>
            <p:spPr bwMode="auto">
              <a:xfrm flipH="1">
                <a:off x="6687200" y="2527121"/>
                <a:ext cx="971347" cy="0"/>
              </a:xfrm>
              <a:prstGeom prst="line">
                <a:avLst/>
              </a:prstGeom>
              <a:noFill/>
              <a:ln w="41275" cap="rnd">
                <a:solidFill>
                  <a:schemeClr val="accent4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3200"/>
              </a:p>
            </p:txBody>
          </p:sp>
        </p:grpSp>
        <p:grpSp>
          <p:nvGrpSpPr>
            <p:cNvPr id="10" name="Group 28"/>
            <p:cNvGrpSpPr/>
            <p:nvPr/>
          </p:nvGrpSpPr>
          <p:grpSpPr>
            <a:xfrm>
              <a:off x="814434" y="2711342"/>
              <a:ext cx="2264707" cy="1884307"/>
              <a:chOff x="758270" y="1311610"/>
              <a:chExt cx="1698530" cy="1413230"/>
            </a:xfrm>
          </p:grpSpPr>
          <p:sp>
            <p:nvSpPr>
              <p:cNvPr id="11" name="Freeform 14"/>
              <p:cNvSpPr>
                <a:spLocks/>
              </p:cNvSpPr>
              <p:nvPr/>
            </p:nvSpPr>
            <p:spPr bwMode="auto">
              <a:xfrm>
                <a:off x="758270" y="1311610"/>
                <a:ext cx="727183" cy="1413230"/>
              </a:xfrm>
              <a:custGeom>
                <a:avLst/>
                <a:gdLst>
                  <a:gd name="T0" fmla="*/ 548 w 548"/>
                  <a:gd name="T1" fmla="*/ 149 h 1065"/>
                  <a:gd name="T2" fmla="*/ 548 w 548"/>
                  <a:gd name="T3" fmla="*/ 0 h 1065"/>
                  <a:gd name="T4" fmla="*/ 0 w 548"/>
                  <a:gd name="T5" fmla="*/ 532 h 1065"/>
                  <a:gd name="T6" fmla="*/ 548 w 548"/>
                  <a:gd name="T7" fmla="*/ 1065 h 1065"/>
                  <a:gd name="T8" fmla="*/ 548 w 548"/>
                  <a:gd name="T9" fmla="*/ 916 h 10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48" h="1065">
                    <a:moveTo>
                      <a:pt x="548" y="149"/>
                    </a:moveTo>
                    <a:lnTo>
                      <a:pt x="548" y="0"/>
                    </a:lnTo>
                    <a:lnTo>
                      <a:pt x="0" y="532"/>
                    </a:lnTo>
                    <a:lnTo>
                      <a:pt x="548" y="1065"/>
                    </a:lnTo>
                    <a:lnTo>
                      <a:pt x="548" y="916"/>
                    </a:lnTo>
                  </a:path>
                </a:pathLst>
              </a:custGeom>
              <a:noFill/>
              <a:ln w="41275" cap="rnd">
                <a:solidFill>
                  <a:schemeClr val="accent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3200"/>
              </a:p>
            </p:txBody>
          </p:sp>
          <p:sp>
            <p:nvSpPr>
              <p:cNvPr id="12" name="Line 15"/>
              <p:cNvSpPr>
                <a:spLocks noChangeShapeType="1"/>
              </p:cNvSpPr>
              <p:nvPr/>
            </p:nvSpPr>
            <p:spPr bwMode="auto">
              <a:xfrm flipH="1">
                <a:off x="1485453" y="1509330"/>
                <a:ext cx="971347" cy="0"/>
              </a:xfrm>
              <a:prstGeom prst="line">
                <a:avLst/>
              </a:prstGeom>
              <a:noFill/>
              <a:ln w="41275" cap="rnd">
                <a:solidFill>
                  <a:schemeClr val="accent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3200"/>
              </a:p>
            </p:txBody>
          </p:sp>
          <p:sp>
            <p:nvSpPr>
              <p:cNvPr id="13" name="Line 15"/>
              <p:cNvSpPr>
                <a:spLocks noChangeShapeType="1"/>
              </p:cNvSpPr>
              <p:nvPr/>
            </p:nvSpPr>
            <p:spPr bwMode="auto">
              <a:xfrm flipH="1">
                <a:off x="1485453" y="2527121"/>
                <a:ext cx="971347" cy="0"/>
              </a:xfrm>
              <a:prstGeom prst="line">
                <a:avLst/>
              </a:prstGeom>
              <a:noFill/>
              <a:ln w="41275" cap="rnd">
                <a:solidFill>
                  <a:schemeClr val="accent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3200"/>
              </a:p>
            </p:txBody>
          </p:sp>
        </p:grpSp>
        <p:sp>
          <p:nvSpPr>
            <p:cNvPr id="14" name="Oval 29"/>
            <p:cNvSpPr/>
            <p:nvPr/>
          </p:nvSpPr>
          <p:spPr>
            <a:xfrm>
              <a:off x="3120524" y="2611441"/>
              <a:ext cx="743989" cy="743989"/>
            </a:xfrm>
            <a:prstGeom prst="ellipse">
              <a:avLst/>
            </a:prstGeom>
            <a:noFill/>
            <a:ln w="41275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3200" b="1" dirty="0">
                  <a:solidFill>
                    <a:schemeClr val="tx1"/>
                  </a:solidFill>
                </a:rPr>
                <a:t>01</a:t>
              </a:r>
            </a:p>
          </p:txBody>
        </p:sp>
        <p:sp>
          <p:nvSpPr>
            <p:cNvPr id="15" name="Oval 30"/>
            <p:cNvSpPr/>
            <p:nvPr/>
          </p:nvSpPr>
          <p:spPr>
            <a:xfrm>
              <a:off x="8595908" y="5306468"/>
              <a:ext cx="743989" cy="743989"/>
            </a:xfrm>
            <a:prstGeom prst="ellipse">
              <a:avLst/>
            </a:prstGeom>
            <a:noFill/>
            <a:ln w="41275">
              <a:solidFill>
                <a:schemeClr val="accent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3200" b="1" dirty="0">
                  <a:solidFill>
                    <a:schemeClr val="tx1"/>
                  </a:solidFill>
                </a:rPr>
                <a:t>02</a:t>
              </a:r>
            </a:p>
          </p:txBody>
        </p:sp>
        <p:grpSp>
          <p:nvGrpSpPr>
            <p:cNvPr id="20" name="Group 11"/>
            <p:cNvGrpSpPr>
              <a:grpSpLocks noChangeAspect="1"/>
            </p:cNvGrpSpPr>
            <p:nvPr/>
          </p:nvGrpSpPr>
          <p:grpSpPr bwMode="auto">
            <a:xfrm>
              <a:off x="1784011" y="3265140"/>
              <a:ext cx="1034585" cy="734556"/>
              <a:chOff x="1407" y="1098"/>
              <a:chExt cx="800" cy="568"/>
            </a:xfrm>
            <a:solidFill>
              <a:schemeClr val="accent1"/>
            </a:solidFill>
          </p:grpSpPr>
          <p:sp>
            <p:nvSpPr>
              <p:cNvPr id="21" name="Freeform 12"/>
              <p:cNvSpPr>
                <a:spLocks noEditPoints="1"/>
              </p:cNvSpPr>
              <p:nvPr/>
            </p:nvSpPr>
            <p:spPr bwMode="auto">
              <a:xfrm>
                <a:off x="1494" y="1098"/>
                <a:ext cx="626" cy="423"/>
              </a:xfrm>
              <a:custGeom>
                <a:avLst/>
                <a:gdLst>
                  <a:gd name="T0" fmla="*/ 621 w 628"/>
                  <a:gd name="T1" fmla="*/ 7 h 423"/>
                  <a:gd name="T2" fmla="*/ 605 w 628"/>
                  <a:gd name="T3" fmla="*/ 0 h 423"/>
                  <a:gd name="T4" fmla="*/ 23 w 628"/>
                  <a:gd name="T5" fmla="*/ 0 h 423"/>
                  <a:gd name="T6" fmla="*/ 7 w 628"/>
                  <a:gd name="T7" fmla="*/ 7 h 423"/>
                  <a:gd name="T8" fmla="*/ 0 w 628"/>
                  <a:gd name="T9" fmla="*/ 23 h 423"/>
                  <a:gd name="T10" fmla="*/ 0 w 628"/>
                  <a:gd name="T11" fmla="*/ 423 h 423"/>
                  <a:gd name="T12" fmla="*/ 628 w 628"/>
                  <a:gd name="T13" fmla="*/ 423 h 423"/>
                  <a:gd name="T14" fmla="*/ 628 w 628"/>
                  <a:gd name="T15" fmla="*/ 23 h 423"/>
                  <a:gd name="T16" fmla="*/ 621 w 628"/>
                  <a:gd name="T17" fmla="*/ 7 h 423"/>
                  <a:gd name="T18" fmla="*/ 314 w 628"/>
                  <a:gd name="T19" fmla="*/ 13 h 423"/>
                  <a:gd name="T20" fmla="*/ 321 w 628"/>
                  <a:gd name="T21" fmla="*/ 20 h 423"/>
                  <a:gd name="T22" fmla="*/ 314 w 628"/>
                  <a:gd name="T23" fmla="*/ 27 h 423"/>
                  <a:gd name="T24" fmla="*/ 307 w 628"/>
                  <a:gd name="T25" fmla="*/ 20 h 423"/>
                  <a:gd name="T26" fmla="*/ 314 w 628"/>
                  <a:gd name="T27" fmla="*/ 13 h 423"/>
                  <a:gd name="T28" fmla="*/ 587 w 628"/>
                  <a:gd name="T29" fmla="*/ 382 h 423"/>
                  <a:gd name="T30" fmla="*/ 41 w 628"/>
                  <a:gd name="T31" fmla="*/ 382 h 423"/>
                  <a:gd name="T32" fmla="*/ 41 w 628"/>
                  <a:gd name="T33" fmla="*/ 41 h 423"/>
                  <a:gd name="T34" fmla="*/ 587 w 628"/>
                  <a:gd name="T35" fmla="*/ 41 h 423"/>
                  <a:gd name="T36" fmla="*/ 587 w 628"/>
                  <a:gd name="T37" fmla="*/ 382 h 4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628" h="423">
                    <a:moveTo>
                      <a:pt x="621" y="7"/>
                    </a:moveTo>
                    <a:cubicBezTo>
                      <a:pt x="617" y="2"/>
                      <a:pt x="611" y="0"/>
                      <a:pt x="605" y="0"/>
                    </a:cubicBezTo>
                    <a:cubicBezTo>
                      <a:pt x="23" y="0"/>
                      <a:pt x="23" y="0"/>
                      <a:pt x="23" y="0"/>
                    </a:cubicBezTo>
                    <a:cubicBezTo>
                      <a:pt x="17" y="0"/>
                      <a:pt x="11" y="2"/>
                      <a:pt x="7" y="7"/>
                    </a:cubicBezTo>
                    <a:cubicBezTo>
                      <a:pt x="2" y="11"/>
                      <a:pt x="0" y="17"/>
                      <a:pt x="0" y="23"/>
                    </a:cubicBezTo>
                    <a:cubicBezTo>
                      <a:pt x="0" y="423"/>
                      <a:pt x="0" y="423"/>
                      <a:pt x="0" y="423"/>
                    </a:cubicBezTo>
                    <a:cubicBezTo>
                      <a:pt x="628" y="423"/>
                      <a:pt x="628" y="423"/>
                      <a:pt x="628" y="423"/>
                    </a:cubicBezTo>
                    <a:cubicBezTo>
                      <a:pt x="628" y="23"/>
                      <a:pt x="628" y="23"/>
                      <a:pt x="628" y="23"/>
                    </a:cubicBezTo>
                    <a:cubicBezTo>
                      <a:pt x="628" y="17"/>
                      <a:pt x="626" y="11"/>
                      <a:pt x="621" y="7"/>
                    </a:cubicBezTo>
                    <a:close/>
                    <a:moveTo>
                      <a:pt x="314" y="13"/>
                    </a:moveTo>
                    <a:cubicBezTo>
                      <a:pt x="318" y="13"/>
                      <a:pt x="321" y="16"/>
                      <a:pt x="321" y="20"/>
                    </a:cubicBezTo>
                    <a:cubicBezTo>
                      <a:pt x="321" y="24"/>
                      <a:pt x="318" y="27"/>
                      <a:pt x="314" y="27"/>
                    </a:cubicBezTo>
                    <a:cubicBezTo>
                      <a:pt x="310" y="27"/>
                      <a:pt x="307" y="24"/>
                      <a:pt x="307" y="20"/>
                    </a:cubicBezTo>
                    <a:cubicBezTo>
                      <a:pt x="307" y="16"/>
                      <a:pt x="310" y="13"/>
                      <a:pt x="314" y="13"/>
                    </a:cubicBezTo>
                    <a:close/>
                    <a:moveTo>
                      <a:pt x="587" y="382"/>
                    </a:moveTo>
                    <a:cubicBezTo>
                      <a:pt x="41" y="382"/>
                      <a:pt x="41" y="382"/>
                      <a:pt x="41" y="382"/>
                    </a:cubicBezTo>
                    <a:cubicBezTo>
                      <a:pt x="41" y="41"/>
                      <a:pt x="41" y="41"/>
                      <a:pt x="41" y="41"/>
                    </a:cubicBezTo>
                    <a:cubicBezTo>
                      <a:pt x="587" y="41"/>
                      <a:pt x="587" y="41"/>
                      <a:pt x="587" y="41"/>
                    </a:cubicBezTo>
                    <a:lnTo>
                      <a:pt x="587" y="38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2" name="Freeform 13"/>
              <p:cNvSpPr>
                <a:spLocks noEditPoints="1"/>
              </p:cNvSpPr>
              <p:nvPr/>
            </p:nvSpPr>
            <p:spPr bwMode="auto">
              <a:xfrm>
                <a:off x="1407" y="1538"/>
                <a:ext cx="800" cy="97"/>
              </a:xfrm>
              <a:custGeom>
                <a:avLst/>
                <a:gdLst>
                  <a:gd name="T0" fmla="*/ 87 w 802"/>
                  <a:gd name="T1" fmla="*/ 0 h 97"/>
                  <a:gd name="T2" fmla="*/ 4 w 802"/>
                  <a:gd name="T3" fmla="*/ 83 h 97"/>
                  <a:gd name="T4" fmla="*/ 2 w 802"/>
                  <a:gd name="T5" fmla="*/ 92 h 97"/>
                  <a:gd name="T6" fmla="*/ 10 w 802"/>
                  <a:gd name="T7" fmla="*/ 97 h 97"/>
                  <a:gd name="T8" fmla="*/ 792 w 802"/>
                  <a:gd name="T9" fmla="*/ 97 h 97"/>
                  <a:gd name="T10" fmla="*/ 800 w 802"/>
                  <a:gd name="T11" fmla="*/ 92 h 97"/>
                  <a:gd name="T12" fmla="*/ 798 w 802"/>
                  <a:gd name="T13" fmla="*/ 83 h 97"/>
                  <a:gd name="T14" fmla="*/ 715 w 802"/>
                  <a:gd name="T15" fmla="*/ 0 h 97"/>
                  <a:gd name="T16" fmla="*/ 87 w 802"/>
                  <a:gd name="T17" fmla="*/ 0 h 97"/>
                  <a:gd name="T18" fmla="*/ 711 w 802"/>
                  <a:gd name="T19" fmla="*/ 47 h 97"/>
                  <a:gd name="T20" fmla="*/ 712 w 802"/>
                  <a:gd name="T21" fmla="*/ 54 h 97"/>
                  <a:gd name="T22" fmla="*/ 706 w 802"/>
                  <a:gd name="T23" fmla="*/ 58 h 97"/>
                  <a:gd name="T24" fmla="*/ 484 w 802"/>
                  <a:gd name="T25" fmla="*/ 58 h 97"/>
                  <a:gd name="T26" fmla="*/ 485 w 802"/>
                  <a:gd name="T27" fmla="*/ 64 h 97"/>
                  <a:gd name="T28" fmla="*/ 484 w 802"/>
                  <a:gd name="T29" fmla="*/ 67 h 97"/>
                  <a:gd name="T30" fmla="*/ 481 w 802"/>
                  <a:gd name="T31" fmla="*/ 69 h 97"/>
                  <a:gd name="T32" fmla="*/ 321 w 802"/>
                  <a:gd name="T33" fmla="*/ 69 h 97"/>
                  <a:gd name="T34" fmla="*/ 318 w 802"/>
                  <a:gd name="T35" fmla="*/ 67 h 97"/>
                  <a:gd name="T36" fmla="*/ 317 w 802"/>
                  <a:gd name="T37" fmla="*/ 64 h 97"/>
                  <a:gd name="T38" fmla="*/ 318 w 802"/>
                  <a:gd name="T39" fmla="*/ 58 h 97"/>
                  <a:gd name="T40" fmla="*/ 96 w 802"/>
                  <a:gd name="T41" fmla="*/ 58 h 97"/>
                  <a:gd name="T42" fmla="*/ 90 w 802"/>
                  <a:gd name="T43" fmla="*/ 54 h 97"/>
                  <a:gd name="T44" fmla="*/ 91 w 802"/>
                  <a:gd name="T45" fmla="*/ 47 h 97"/>
                  <a:gd name="T46" fmla="*/ 113 w 802"/>
                  <a:gd name="T47" fmla="*/ 20 h 97"/>
                  <a:gd name="T48" fmla="*/ 689 w 802"/>
                  <a:gd name="T49" fmla="*/ 20 h 97"/>
                  <a:gd name="T50" fmla="*/ 711 w 802"/>
                  <a:gd name="T51" fmla="*/ 47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802" h="97">
                    <a:moveTo>
                      <a:pt x="87" y="0"/>
                    </a:moveTo>
                    <a:cubicBezTo>
                      <a:pt x="4" y="83"/>
                      <a:pt x="4" y="83"/>
                      <a:pt x="4" y="83"/>
                    </a:cubicBezTo>
                    <a:cubicBezTo>
                      <a:pt x="1" y="85"/>
                      <a:pt x="0" y="89"/>
                      <a:pt x="2" y="92"/>
                    </a:cubicBezTo>
                    <a:cubicBezTo>
                      <a:pt x="3" y="95"/>
                      <a:pt x="6" y="97"/>
                      <a:pt x="10" y="97"/>
                    </a:cubicBezTo>
                    <a:cubicBezTo>
                      <a:pt x="792" y="97"/>
                      <a:pt x="792" y="97"/>
                      <a:pt x="792" y="97"/>
                    </a:cubicBezTo>
                    <a:cubicBezTo>
                      <a:pt x="796" y="97"/>
                      <a:pt x="799" y="95"/>
                      <a:pt x="800" y="92"/>
                    </a:cubicBezTo>
                    <a:cubicBezTo>
                      <a:pt x="802" y="89"/>
                      <a:pt x="801" y="85"/>
                      <a:pt x="798" y="83"/>
                    </a:cubicBezTo>
                    <a:cubicBezTo>
                      <a:pt x="715" y="0"/>
                      <a:pt x="715" y="0"/>
                      <a:pt x="715" y="0"/>
                    </a:cubicBezTo>
                    <a:lnTo>
                      <a:pt x="87" y="0"/>
                    </a:lnTo>
                    <a:close/>
                    <a:moveTo>
                      <a:pt x="711" y="47"/>
                    </a:moveTo>
                    <a:cubicBezTo>
                      <a:pt x="713" y="49"/>
                      <a:pt x="713" y="51"/>
                      <a:pt x="712" y="54"/>
                    </a:cubicBezTo>
                    <a:cubicBezTo>
                      <a:pt x="711" y="56"/>
                      <a:pt x="709" y="58"/>
                      <a:pt x="706" y="58"/>
                    </a:cubicBezTo>
                    <a:cubicBezTo>
                      <a:pt x="484" y="58"/>
                      <a:pt x="484" y="58"/>
                      <a:pt x="484" y="58"/>
                    </a:cubicBezTo>
                    <a:cubicBezTo>
                      <a:pt x="485" y="64"/>
                      <a:pt x="485" y="64"/>
                      <a:pt x="485" y="64"/>
                    </a:cubicBezTo>
                    <a:cubicBezTo>
                      <a:pt x="485" y="65"/>
                      <a:pt x="485" y="66"/>
                      <a:pt x="484" y="67"/>
                    </a:cubicBezTo>
                    <a:cubicBezTo>
                      <a:pt x="483" y="68"/>
                      <a:pt x="482" y="69"/>
                      <a:pt x="481" y="69"/>
                    </a:cubicBezTo>
                    <a:cubicBezTo>
                      <a:pt x="321" y="69"/>
                      <a:pt x="321" y="69"/>
                      <a:pt x="321" y="69"/>
                    </a:cubicBezTo>
                    <a:cubicBezTo>
                      <a:pt x="320" y="69"/>
                      <a:pt x="319" y="68"/>
                      <a:pt x="318" y="67"/>
                    </a:cubicBezTo>
                    <a:cubicBezTo>
                      <a:pt x="317" y="66"/>
                      <a:pt x="317" y="65"/>
                      <a:pt x="317" y="64"/>
                    </a:cubicBezTo>
                    <a:cubicBezTo>
                      <a:pt x="318" y="58"/>
                      <a:pt x="318" y="58"/>
                      <a:pt x="318" y="58"/>
                    </a:cubicBezTo>
                    <a:cubicBezTo>
                      <a:pt x="96" y="58"/>
                      <a:pt x="96" y="58"/>
                      <a:pt x="96" y="58"/>
                    </a:cubicBezTo>
                    <a:cubicBezTo>
                      <a:pt x="93" y="58"/>
                      <a:pt x="91" y="56"/>
                      <a:pt x="90" y="54"/>
                    </a:cubicBezTo>
                    <a:cubicBezTo>
                      <a:pt x="89" y="51"/>
                      <a:pt x="89" y="49"/>
                      <a:pt x="91" y="47"/>
                    </a:cubicBezTo>
                    <a:cubicBezTo>
                      <a:pt x="113" y="20"/>
                      <a:pt x="113" y="20"/>
                      <a:pt x="113" y="20"/>
                    </a:cubicBezTo>
                    <a:cubicBezTo>
                      <a:pt x="689" y="20"/>
                      <a:pt x="689" y="20"/>
                      <a:pt x="689" y="20"/>
                    </a:cubicBezTo>
                    <a:lnTo>
                      <a:pt x="711" y="4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3" name="Freeform 14"/>
              <p:cNvSpPr>
                <a:spLocks noEditPoints="1"/>
              </p:cNvSpPr>
              <p:nvPr/>
            </p:nvSpPr>
            <p:spPr bwMode="auto">
              <a:xfrm>
                <a:off x="1408" y="1637"/>
                <a:ext cx="798" cy="29"/>
              </a:xfrm>
              <a:custGeom>
                <a:avLst/>
                <a:gdLst>
                  <a:gd name="T0" fmla="*/ 791 w 800"/>
                  <a:gd name="T1" fmla="*/ 3 h 29"/>
                  <a:gd name="T2" fmla="*/ 469 w 800"/>
                  <a:gd name="T3" fmla="*/ 3 h 29"/>
                  <a:gd name="T4" fmla="*/ 468 w 800"/>
                  <a:gd name="T5" fmla="*/ 6 h 29"/>
                  <a:gd name="T6" fmla="*/ 461 w 800"/>
                  <a:gd name="T7" fmla="*/ 9 h 29"/>
                  <a:gd name="T8" fmla="*/ 339 w 800"/>
                  <a:gd name="T9" fmla="*/ 9 h 29"/>
                  <a:gd name="T10" fmla="*/ 332 w 800"/>
                  <a:gd name="T11" fmla="*/ 6 h 29"/>
                  <a:gd name="T12" fmla="*/ 331 w 800"/>
                  <a:gd name="T13" fmla="*/ 3 h 29"/>
                  <a:gd name="T14" fmla="*/ 9 w 800"/>
                  <a:gd name="T15" fmla="*/ 3 h 29"/>
                  <a:gd name="T16" fmla="*/ 0 w 800"/>
                  <a:gd name="T17" fmla="*/ 0 h 29"/>
                  <a:gd name="T18" fmla="*/ 0 w 800"/>
                  <a:gd name="T19" fmla="*/ 9 h 29"/>
                  <a:gd name="T20" fmla="*/ 6 w 800"/>
                  <a:gd name="T21" fmla="*/ 23 h 29"/>
                  <a:gd name="T22" fmla="*/ 21 w 800"/>
                  <a:gd name="T23" fmla="*/ 29 h 29"/>
                  <a:gd name="T24" fmla="*/ 779 w 800"/>
                  <a:gd name="T25" fmla="*/ 29 h 29"/>
                  <a:gd name="T26" fmla="*/ 794 w 800"/>
                  <a:gd name="T27" fmla="*/ 23 h 29"/>
                  <a:gd name="T28" fmla="*/ 800 w 800"/>
                  <a:gd name="T29" fmla="*/ 9 h 29"/>
                  <a:gd name="T30" fmla="*/ 800 w 800"/>
                  <a:gd name="T31" fmla="*/ 0 h 29"/>
                  <a:gd name="T32" fmla="*/ 791 w 800"/>
                  <a:gd name="T33" fmla="*/ 3 h 29"/>
                  <a:gd name="T34" fmla="*/ 72 w 800"/>
                  <a:gd name="T35" fmla="*/ 21 h 29"/>
                  <a:gd name="T36" fmla="*/ 68 w 800"/>
                  <a:gd name="T37" fmla="*/ 16 h 29"/>
                  <a:gd name="T38" fmla="*/ 72 w 800"/>
                  <a:gd name="T39" fmla="*/ 12 h 29"/>
                  <a:gd name="T40" fmla="*/ 77 w 800"/>
                  <a:gd name="T41" fmla="*/ 16 h 29"/>
                  <a:gd name="T42" fmla="*/ 72 w 800"/>
                  <a:gd name="T43" fmla="*/ 21 h 29"/>
                  <a:gd name="T44" fmla="*/ 94 w 800"/>
                  <a:gd name="T45" fmla="*/ 21 h 29"/>
                  <a:gd name="T46" fmla="*/ 89 w 800"/>
                  <a:gd name="T47" fmla="*/ 16 h 29"/>
                  <a:gd name="T48" fmla="*/ 94 w 800"/>
                  <a:gd name="T49" fmla="*/ 12 h 29"/>
                  <a:gd name="T50" fmla="*/ 98 w 800"/>
                  <a:gd name="T51" fmla="*/ 16 h 29"/>
                  <a:gd name="T52" fmla="*/ 94 w 800"/>
                  <a:gd name="T53" fmla="*/ 21 h 29"/>
                  <a:gd name="T54" fmla="*/ 115 w 800"/>
                  <a:gd name="T55" fmla="*/ 21 h 29"/>
                  <a:gd name="T56" fmla="*/ 111 w 800"/>
                  <a:gd name="T57" fmla="*/ 16 h 29"/>
                  <a:gd name="T58" fmla="*/ 115 w 800"/>
                  <a:gd name="T59" fmla="*/ 12 h 29"/>
                  <a:gd name="T60" fmla="*/ 120 w 800"/>
                  <a:gd name="T61" fmla="*/ 16 h 29"/>
                  <a:gd name="T62" fmla="*/ 115 w 800"/>
                  <a:gd name="T63" fmla="*/ 21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800" h="29">
                    <a:moveTo>
                      <a:pt x="791" y="3"/>
                    </a:moveTo>
                    <a:cubicBezTo>
                      <a:pt x="469" y="3"/>
                      <a:pt x="469" y="3"/>
                      <a:pt x="469" y="3"/>
                    </a:cubicBezTo>
                    <a:cubicBezTo>
                      <a:pt x="469" y="4"/>
                      <a:pt x="468" y="5"/>
                      <a:pt x="468" y="6"/>
                    </a:cubicBezTo>
                    <a:cubicBezTo>
                      <a:pt x="466" y="8"/>
                      <a:pt x="463" y="9"/>
                      <a:pt x="461" y="9"/>
                    </a:cubicBezTo>
                    <a:cubicBezTo>
                      <a:pt x="339" y="9"/>
                      <a:pt x="339" y="9"/>
                      <a:pt x="339" y="9"/>
                    </a:cubicBezTo>
                    <a:cubicBezTo>
                      <a:pt x="337" y="9"/>
                      <a:pt x="334" y="8"/>
                      <a:pt x="332" y="6"/>
                    </a:cubicBezTo>
                    <a:cubicBezTo>
                      <a:pt x="332" y="5"/>
                      <a:pt x="331" y="4"/>
                      <a:pt x="331" y="3"/>
                    </a:cubicBezTo>
                    <a:cubicBezTo>
                      <a:pt x="9" y="3"/>
                      <a:pt x="9" y="3"/>
                      <a:pt x="9" y="3"/>
                    </a:cubicBezTo>
                    <a:cubicBezTo>
                      <a:pt x="5" y="3"/>
                      <a:pt x="2" y="2"/>
                      <a:pt x="0" y="0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0" y="14"/>
                      <a:pt x="2" y="19"/>
                      <a:pt x="6" y="23"/>
                    </a:cubicBezTo>
                    <a:cubicBezTo>
                      <a:pt x="10" y="27"/>
                      <a:pt x="15" y="29"/>
                      <a:pt x="21" y="29"/>
                    </a:cubicBezTo>
                    <a:cubicBezTo>
                      <a:pt x="779" y="29"/>
                      <a:pt x="779" y="29"/>
                      <a:pt x="779" y="29"/>
                    </a:cubicBezTo>
                    <a:cubicBezTo>
                      <a:pt x="785" y="29"/>
                      <a:pt x="790" y="27"/>
                      <a:pt x="794" y="23"/>
                    </a:cubicBezTo>
                    <a:cubicBezTo>
                      <a:pt x="798" y="19"/>
                      <a:pt x="800" y="14"/>
                      <a:pt x="800" y="9"/>
                    </a:cubicBezTo>
                    <a:cubicBezTo>
                      <a:pt x="800" y="0"/>
                      <a:pt x="800" y="0"/>
                      <a:pt x="800" y="0"/>
                    </a:cubicBezTo>
                    <a:cubicBezTo>
                      <a:pt x="798" y="2"/>
                      <a:pt x="795" y="3"/>
                      <a:pt x="791" y="3"/>
                    </a:cubicBezTo>
                    <a:close/>
                    <a:moveTo>
                      <a:pt x="72" y="21"/>
                    </a:moveTo>
                    <a:cubicBezTo>
                      <a:pt x="70" y="21"/>
                      <a:pt x="68" y="19"/>
                      <a:pt x="68" y="16"/>
                    </a:cubicBezTo>
                    <a:cubicBezTo>
                      <a:pt x="68" y="14"/>
                      <a:pt x="70" y="12"/>
                      <a:pt x="72" y="12"/>
                    </a:cubicBezTo>
                    <a:cubicBezTo>
                      <a:pt x="75" y="12"/>
                      <a:pt x="77" y="14"/>
                      <a:pt x="77" y="16"/>
                    </a:cubicBezTo>
                    <a:cubicBezTo>
                      <a:pt x="77" y="19"/>
                      <a:pt x="75" y="21"/>
                      <a:pt x="72" y="21"/>
                    </a:cubicBezTo>
                    <a:close/>
                    <a:moveTo>
                      <a:pt x="94" y="21"/>
                    </a:moveTo>
                    <a:cubicBezTo>
                      <a:pt x="91" y="21"/>
                      <a:pt x="89" y="19"/>
                      <a:pt x="89" y="16"/>
                    </a:cubicBezTo>
                    <a:cubicBezTo>
                      <a:pt x="89" y="14"/>
                      <a:pt x="91" y="12"/>
                      <a:pt x="94" y="12"/>
                    </a:cubicBezTo>
                    <a:cubicBezTo>
                      <a:pt x="96" y="12"/>
                      <a:pt x="98" y="14"/>
                      <a:pt x="98" y="16"/>
                    </a:cubicBezTo>
                    <a:cubicBezTo>
                      <a:pt x="98" y="19"/>
                      <a:pt x="96" y="21"/>
                      <a:pt x="94" y="21"/>
                    </a:cubicBezTo>
                    <a:close/>
                    <a:moveTo>
                      <a:pt x="115" y="21"/>
                    </a:moveTo>
                    <a:cubicBezTo>
                      <a:pt x="113" y="21"/>
                      <a:pt x="111" y="19"/>
                      <a:pt x="111" y="16"/>
                    </a:cubicBezTo>
                    <a:cubicBezTo>
                      <a:pt x="111" y="14"/>
                      <a:pt x="113" y="12"/>
                      <a:pt x="115" y="12"/>
                    </a:cubicBezTo>
                    <a:cubicBezTo>
                      <a:pt x="118" y="12"/>
                      <a:pt x="120" y="14"/>
                      <a:pt x="120" y="16"/>
                    </a:cubicBezTo>
                    <a:cubicBezTo>
                      <a:pt x="120" y="19"/>
                      <a:pt x="118" y="21"/>
                      <a:pt x="115" y="2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4" name="Freeform 15"/>
              <p:cNvSpPr>
                <a:spLocks/>
              </p:cNvSpPr>
              <p:nvPr/>
            </p:nvSpPr>
            <p:spPr bwMode="auto">
              <a:xfrm>
                <a:off x="1624" y="1386"/>
                <a:ext cx="48" cy="56"/>
              </a:xfrm>
              <a:custGeom>
                <a:avLst/>
                <a:gdLst>
                  <a:gd name="T0" fmla="*/ 48 w 48"/>
                  <a:gd name="T1" fmla="*/ 56 h 56"/>
                  <a:gd name="T2" fmla="*/ 0 w 48"/>
                  <a:gd name="T3" fmla="*/ 56 h 56"/>
                  <a:gd name="T4" fmla="*/ 0 w 48"/>
                  <a:gd name="T5" fmla="*/ 5 h 56"/>
                  <a:gd name="T6" fmla="*/ 2 w 48"/>
                  <a:gd name="T7" fmla="*/ 2 h 56"/>
                  <a:gd name="T8" fmla="*/ 5 w 48"/>
                  <a:gd name="T9" fmla="*/ 0 h 56"/>
                  <a:gd name="T10" fmla="*/ 43 w 48"/>
                  <a:gd name="T11" fmla="*/ 0 h 56"/>
                  <a:gd name="T12" fmla="*/ 47 w 48"/>
                  <a:gd name="T13" fmla="*/ 2 h 56"/>
                  <a:gd name="T14" fmla="*/ 48 w 48"/>
                  <a:gd name="T15" fmla="*/ 5 h 56"/>
                  <a:gd name="T16" fmla="*/ 48 w 48"/>
                  <a:gd name="T17" fmla="*/ 56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8" h="56">
                    <a:moveTo>
                      <a:pt x="48" y="56"/>
                    </a:moveTo>
                    <a:cubicBezTo>
                      <a:pt x="0" y="56"/>
                      <a:pt x="0" y="56"/>
                      <a:pt x="0" y="56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4"/>
                      <a:pt x="1" y="3"/>
                      <a:pt x="2" y="2"/>
                    </a:cubicBezTo>
                    <a:cubicBezTo>
                      <a:pt x="3" y="1"/>
                      <a:pt x="4" y="0"/>
                      <a:pt x="5" y="0"/>
                    </a:cubicBezTo>
                    <a:cubicBezTo>
                      <a:pt x="43" y="0"/>
                      <a:pt x="43" y="0"/>
                      <a:pt x="43" y="0"/>
                    </a:cubicBezTo>
                    <a:cubicBezTo>
                      <a:pt x="44" y="0"/>
                      <a:pt x="46" y="1"/>
                      <a:pt x="47" y="2"/>
                    </a:cubicBezTo>
                    <a:cubicBezTo>
                      <a:pt x="48" y="3"/>
                      <a:pt x="48" y="4"/>
                      <a:pt x="48" y="5"/>
                    </a:cubicBezTo>
                    <a:cubicBezTo>
                      <a:pt x="48" y="56"/>
                      <a:pt x="48" y="56"/>
                      <a:pt x="48" y="5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5" name="Freeform 16"/>
              <p:cNvSpPr>
                <a:spLocks/>
              </p:cNvSpPr>
              <p:nvPr/>
            </p:nvSpPr>
            <p:spPr bwMode="auto">
              <a:xfrm>
                <a:off x="1723" y="1314"/>
                <a:ext cx="47" cy="128"/>
              </a:xfrm>
              <a:custGeom>
                <a:avLst/>
                <a:gdLst>
                  <a:gd name="T0" fmla="*/ 47 w 47"/>
                  <a:gd name="T1" fmla="*/ 128 h 128"/>
                  <a:gd name="T2" fmla="*/ 0 w 47"/>
                  <a:gd name="T3" fmla="*/ 128 h 128"/>
                  <a:gd name="T4" fmla="*/ 0 w 47"/>
                  <a:gd name="T5" fmla="*/ 5 h 128"/>
                  <a:gd name="T6" fmla="*/ 1 w 47"/>
                  <a:gd name="T7" fmla="*/ 2 h 128"/>
                  <a:gd name="T8" fmla="*/ 5 w 47"/>
                  <a:gd name="T9" fmla="*/ 0 h 128"/>
                  <a:gd name="T10" fmla="*/ 42 w 47"/>
                  <a:gd name="T11" fmla="*/ 0 h 128"/>
                  <a:gd name="T12" fmla="*/ 46 w 47"/>
                  <a:gd name="T13" fmla="*/ 2 h 128"/>
                  <a:gd name="T14" fmla="*/ 47 w 47"/>
                  <a:gd name="T15" fmla="*/ 5 h 128"/>
                  <a:gd name="T16" fmla="*/ 47 w 47"/>
                  <a:gd name="T17" fmla="*/ 128 h 1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7" h="128">
                    <a:moveTo>
                      <a:pt x="47" y="128"/>
                    </a:moveTo>
                    <a:cubicBezTo>
                      <a:pt x="0" y="128"/>
                      <a:pt x="0" y="128"/>
                      <a:pt x="0" y="128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4"/>
                      <a:pt x="0" y="3"/>
                      <a:pt x="1" y="2"/>
                    </a:cubicBezTo>
                    <a:cubicBezTo>
                      <a:pt x="2" y="1"/>
                      <a:pt x="3" y="0"/>
                      <a:pt x="5" y="0"/>
                    </a:cubicBezTo>
                    <a:cubicBezTo>
                      <a:pt x="42" y="0"/>
                      <a:pt x="42" y="0"/>
                      <a:pt x="42" y="0"/>
                    </a:cubicBezTo>
                    <a:cubicBezTo>
                      <a:pt x="44" y="0"/>
                      <a:pt x="45" y="1"/>
                      <a:pt x="46" y="2"/>
                    </a:cubicBezTo>
                    <a:cubicBezTo>
                      <a:pt x="47" y="3"/>
                      <a:pt x="47" y="4"/>
                      <a:pt x="47" y="5"/>
                    </a:cubicBezTo>
                    <a:lnTo>
                      <a:pt x="47" y="12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6" name="Freeform 17"/>
              <p:cNvSpPr>
                <a:spLocks/>
              </p:cNvSpPr>
              <p:nvPr/>
            </p:nvSpPr>
            <p:spPr bwMode="auto">
              <a:xfrm>
                <a:off x="1821" y="1353"/>
                <a:ext cx="48" cy="89"/>
              </a:xfrm>
              <a:custGeom>
                <a:avLst/>
                <a:gdLst>
                  <a:gd name="T0" fmla="*/ 48 w 48"/>
                  <a:gd name="T1" fmla="*/ 89 h 89"/>
                  <a:gd name="T2" fmla="*/ 0 w 48"/>
                  <a:gd name="T3" fmla="*/ 89 h 89"/>
                  <a:gd name="T4" fmla="*/ 0 w 48"/>
                  <a:gd name="T5" fmla="*/ 6 h 89"/>
                  <a:gd name="T6" fmla="*/ 1 w 48"/>
                  <a:gd name="T7" fmla="*/ 2 h 89"/>
                  <a:gd name="T8" fmla="*/ 5 w 48"/>
                  <a:gd name="T9" fmla="*/ 0 h 89"/>
                  <a:gd name="T10" fmla="*/ 43 w 48"/>
                  <a:gd name="T11" fmla="*/ 0 h 89"/>
                  <a:gd name="T12" fmla="*/ 46 w 48"/>
                  <a:gd name="T13" fmla="*/ 2 h 89"/>
                  <a:gd name="T14" fmla="*/ 48 w 48"/>
                  <a:gd name="T15" fmla="*/ 6 h 89"/>
                  <a:gd name="T16" fmla="*/ 48 w 48"/>
                  <a:gd name="T17" fmla="*/ 89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8" h="89">
                    <a:moveTo>
                      <a:pt x="48" y="89"/>
                    </a:moveTo>
                    <a:cubicBezTo>
                      <a:pt x="0" y="89"/>
                      <a:pt x="0" y="89"/>
                      <a:pt x="0" y="89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4"/>
                      <a:pt x="0" y="3"/>
                      <a:pt x="1" y="2"/>
                    </a:cubicBezTo>
                    <a:cubicBezTo>
                      <a:pt x="2" y="1"/>
                      <a:pt x="4" y="0"/>
                      <a:pt x="5" y="0"/>
                    </a:cubicBezTo>
                    <a:cubicBezTo>
                      <a:pt x="43" y="0"/>
                      <a:pt x="43" y="0"/>
                      <a:pt x="43" y="0"/>
                    </a:cubicBezTo>
                    <a:cubicBezTo>
                      <a:pt x="44" y="0"/>
                      <a:pt x="45" y="1"/>
                      <a:pt x="46" y="2"/>
                    </a:cubicBezTo>
                    <a:cubicBezTo>
                      <a:pt x="47" y="3"/>
                      <a:pt x="48" y="4"/>
                      <a:pt x="48" y="6"/>
                    </a:cubicBezTo>
                    <a:cubicBezTo>
                      <a:pt x="48" y="89"/>
                      <a:pt x="48" y="89"/>
                      <a:pt x="48" y="8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7" name="Freeform 18"/>
              <p:cNvSpPr>
                <a:spLocks/>
              </p:cNvSpPr>
              <p:nvPr/>
            </p:nvSpPr>
            <p:spPr bwMode="auto">
              <a:xfrm>
                <a:off x="1901" y="1205"/>
                <a:ext cx="84" cy="237"/>
              </a:xfrm>
              <a:custGeom>
                <a:avLst/>
                <a:gdLst>
                  <a:gd name="T0" fmla="*/ 79 w 84"/>
                  <a:gd name="T1" fmla="*/ 64 h 237"/>
                  <a:gd name="T2" fmla="*/ 84 w 84"/>
                  <a:gd name="T3" fmla="*/ 62 h 237"/>
                  <a:gd name="T4" fmla="*/ 83 w 84"/>
                  <a:gd name="T5" fmla="*/ 56 h 237"/>
                  <a:gd name="T6" fmla="*/ 46 w 84"/>
                  <a:gd name="T7" fmla="*/ 2 h 237"/>
                  <a:gd name="T8" fmla="*/ 42 w 84"/>
                  <a:gd name="T9" fmla="*/ 0 h 237"/>
                  <a:gd name="T10" fmla="*/ 38 w 84"/>
                  <a:gd name="T11" fmla="*/ 2 h 237"/>
                  <a:gd name="T12" fmla="*/ 1 w 84"/>
                  <a:gd name="T13" fmla="*/ 56 h 237"/>
                  <a:gd name="T14" fmla="*/ 1 w 84"/>
                  <a:gd name="T15" fmla="*/ 62 h 237"/>
                  <a:gd name="T16" fmla="*/ 5 w 84"/>
                  <a:gd name="T17" fmla="*/ 64 h 237"/>
                  <a:gd name="T18" fmla="*/ 18 w 84"/>
                  <a:gd name="T19" fmla="*/ 64 h 237"/>
                  <a:gd name="T20" fmla="*/ 18 w 84"/>
                  <a:gd name="T21" fmla="*/ 237 h 237"/>
                  <a:gd name="T22" fmla="*/ 66 w 84"/>
                  <a:gd name="T23" fmla="*/ 237 h 237"/>
                  <a:gd name="T24" fmla="*/ 66 w 84"/>
                  <a:gd name="T25" fmla="*/ 64 h 237"/>
                  <a:gd name="T26" fmla="*/ 79 w 84"/>
                  <a:gd name="T27" fmla="*/ 64 h 2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84" h="237">
                    <a:moveTo>
                      <a:pt x="79" y="64"/>
                    </a:moveTo>
                    <a:cubicBezTo>
                      <a:pt x="81" y="64"/>
                      <a:pt x="83" y="63"/>
                      <a:pt x="84" y="62"/>
                    </a:cubicBezTo>
                    <a:cubicBezTo>
                      <a:pt x="84" y="60"/>
                      <a:pt x="84" y="58"/>
                      <a:pt x="83" y="56"/>
                    </a:cubicBezTo>
                    <a:cubicBezTo>
                      <a:pt x="46" y="2"/>
                      <a:pt x="46" y="2"/>
                      <a:pt x="46" y="2"/>
                    </a:cubicBezTo>
                    <a:cubicBezTo>
                      <a:pt x="45" y="1"/>
                      <a:pt x="44" y="0"/>
                      <a:pt x="42" y="0"/>
                    </a:cubicBezTo>
                    <a:cubicBezTo>
                      <a:pt x="40" y="0"/>
                      <a:pt x="39" y="1"/>
                      <a:pt x="38" y="2"/>
                    </a:cubicBezTo>
                    <a:cubicBezTo>
                      <a:pt x="1" y="56"/>
                      <a:pt x="1" y="56"/>
                      <a:pt x="1" y="56"/>
                    </a:cubicBezTo>
                    <a:cubicBezTo>
                      <a:pt x="0" y="58"/>
                      <a:pt x="0" y="60"/>
                      <a:pt x="1" y="62"/>
                    </a:cubicBezTo>
                    <a:cubicBezTo>
                      <a:pt x="1" y="63"/>
                      <a:pt x="3" y="64"/>
                      <a:pt x="5" y="64"/>
                    </a:cubicBezTo>
                    <a:cubicBezTo>
                      <a:pt x="18" y="64"/>
                      <a:pt x="18" y="64"/>
                      <a:pt x="18" y="64"/>
                    </a:cubicBezTo>
                    <a:cubicBezTo>
                      <a:pt x="18" y="237"/>
                      <a:pt x="18" y="237"/>
                      <a:pt x="18" y="237"/>
                    </a:cubicBezTo>
                    <a:cubicBezTo>
                      <a:pt x="66" y="237"/>
                      <a:pt x="66" y="237"/>
                      <a:pt x="66" y="237"/>
                    </a:cubicBezTo>
                    <a:cubicBezTo>
                      <a:pt x="66" y="64"/>
                      <a:pt x="66" y="64"/>
                      <a:pt x="66" y="64"/>
                    </a:cubicBezTo>
                    <a:lnTo>
                      <a:pt x="79" y="6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8" name="Freeform 19"/>
              <p:cNvSpPr>
                <a:spLocks/>
              </p:cNvSpPr>
              <p:nvPr/>
            </p:nvSpPr>
            <p:spPr bwMode="auto">
              <a:xfrm>
                <a:off x="1552" y="1187"/>
                <a:ext cx="510" cy="276"/>
              </a:xfrm>
              <a:custGeom>
                <a:avLst/>
                <a:gdLst>
                  <a:gd name="T0" fmla="*/ 8 w 512"/>
                  <a:gd name="T1" fmla="*/ 268 h 276"/>
                  <a:gd name="T2" fmla="*/ 8 w 512"/>
                  <a:gd name="T3" fmla="*/ 4 h 276"/>
                  <a:gd name="T4" fmla="*/ 7 w 512"/>
                  <a:gd name="T5" fmla="*/ 1 h 276"/>
                  <a:gd name="T6" fmla="*/ 4 w 512"/>
                  <a:gd name="T7" fmla="*/ 0 h 276"/>
                  <a:gd name="T8" fmla="*/ 4 w 512"/>
                  <a:gd name="T9" fmla="*/ 0 h 276"/>
                  <a:gd name="T10" fmla="*/ 1 w 512"/>
                  <a:gd name="T11" fmla="*/ 1 h 276"/>
                  <a:gd name="T12" fmla="*/ 0 w 512"/>
                  <a:gd name="T13" fmla="*/ 4 h 276"/>
                  <a:gd name="T14" fmla="*/ 0 w 512"/>
                  <a:gd name="T15" fmla="*/ 276 h 276"/>
                  <a:gd name="T16" fmla="*/ 508 w 512"/>
                  <a:gd name="T17" fmla="*/ 276 h 276"/>
                  <a:gd name="T18" fmla="*/ 511 w 512"/>
                  <a:gd name="T19" fmla="*/ 275 h 276"/>
                  <a:gd name="T20" fmla="*/ 512 w 512"/>
                  <a:gd name="T21" fmla="*/ 272 h 276"/>
                  <a:gd name="T22" fmla="*/ 512 w 512"/>
                  <a:gd name="T23" fmla="*/ 272 h 276"/>
                  <a:gd name="T24" fmla="*/ 511 w 512"/>
                  <a:gd name="T25" fmla="*/ 269 h 276"/>
                  <a:gd name="T26" fmla="*/ 508 w 512"/>
                  <a:gd name="T27" fmla="*/ 268 h 276"/>
                  <a:gd name="T28" fmla="*/ 8 w 512"/>
                  <a:gd name="T29" fmla="*/ 268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12" h="276">
                    <a:moveTo>
                      <a:pt x="8" y="268"/>
                    </a:moveTo>
                    <a:cubicBezTo>
                      <a:pt x="8" y="4"/>
                      <a:pt x="8" y="4"/>
                      <a:pt x="8" y="4"/>
                    </a:cubicBezTo>
                    <a:cubicBezTo>
                      <a:pt x="8" y="3"/>
                      <a:pt x="8" y="2"/>
                      <a:pt x="7" y="1"/>
                    </a:cubicBezTo>
                    <a:cubicBezTo>
                      <a:pt x="6" y="1"/>
                      <a:pt x="5" y="0"/>
                      <a:pt x="4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3" y="0"/>
                      <a:pt x="2" y="1"/>
                      <a:pt x="1" y="1"/>
                    </a:cubicBezTo>
                    <a:cubicBezTo>
                      <a:pt x="0" y="2"/>
                      <a:pt x="0" y="3"/>
                      <a:pt x="0" y="4"/>
                    </a:cubicBezTo>
                    <a:cubicBezTo>
                      <a:pt x="0" y="276"/>
                      <a:pt x="0" y="276"/>
                      <a:pt x="0" y="276"/>
                    </a:cubicBezTo>
                    <a:cubicBezTo>
                      <a:pt x="508" y="276"/>
                      <a:pt x="508" y="276"/>
                      <a:pt x="508" y="276"/>
                    </a:cubicBezTo>
                    <a:cubicBezTo>
                      <a:pt x="509" y="276"/>
                      <a:pt x="510" y="276"/>
                      <a:pt x="511" y="275"/>
                    </a:cubicBezTo>
                    <a:cubicBezTo>
                      <a:pt x="512" y="274"/>
                      <a:pt x="512" y="273"/>
                      <a:pt x="512" y="272"/>
                    </a:cubicBezTo>
                    <a:cubicBezTo>
                      <a:pt x="512" y="272"/>
                      <a:pt x="512" y="272"/>
                      <a:pt x="512" y="272"/>
                    </a:cubicBezTo>
                    <a:cubicBezTo>
                      <a:pt x="512" y="271"/>
                      <a:pt x="512" y="270"/>
                      <a:pt x="511" y="269"/>
                    </a:cubicBezTo>
                    <a:cubicBezTo>
                      <a:pt x="510" y="268"/>
                      <a:pt x="509" y="268"/>
                      <a:pt x="508" y="268"/>
                    </a:cubicBezTo>
                    <a:cubicBezTo>
                      <a:pt x="8" y="268"/>
                      <a:pt x="8" y="268"/>
                      <a:pt x="8" y="26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29" name="Group 67"/>
            <p:cNvGrpSpPr>
              <a:grpSpLocks noChangeAspect="1"/>
            </p:cNvGrpSpPr>
            <p:nvPr/>
          </p:nvGrpSpPr>
          <p:grpSpPr bwMode="auto">
            <a:xfrm>
              <a:off x="9677564" y="4639258"/>
              <a:ext cx="989321" cy="731968"/>
              <a:chOff x="6149" y="2123"/>
              <a:chExt cx="765" cy="566"/>
            </a:xfrm>
            <a:solidFill>
              <a:schemeClr val="accent4"/>
            </a:solidFill>
          </p:grpSpPr>
          <p:sp>
            <p:nvSpPr>
              <p:cNvPr id="30" name="Freeform 68"/>
              <p:cNvSpPr>
                <a:spLocks/>
              </p:cNvSpPr>
              <p:nvPr/>
            </p:nvSpPr>
            <p:spPr bwMode="auto">
              <a:xfrm>
                <a:off x="6281" y="2401"/>
                <a:ext cx="501" cy="288"/>
              </a:xfrm>
              <a:custGeom>
                <a:avLst/>
                <a:gdLst>
                  <a:gd name="T0" fmla="*/ 485 w 524"/>
                  <a:gd name="T1" fmla="*/ 56 h 300"/>
                  <a:gd name="T2" fmla="*/ 473 w 524"/>
                  <a:gd name="T3" fmla="*/ 36 h 300"/>
                  <a:gd name="T4" fmla="*/ 450 w 524"/>
                  <a:gd name="T5" fmla="*/ 26 h 300"/>
                  <a:gd name="T6" fmla="*/ 318 w 524"/>
                  <a:gd name="T7" fmla="*/ 0 h 300"/>
                  <a:gd name="T8" fmla="*/ 356 w 524"/>
                  <a:gd name="T9" fmla="*/ 25 h 300"/>
                  <a:gd name="T10" fmla="*/ 296 w 524"/>
                  <a:gd name="T11" fmla="*/ 215 h 300"/>
                  <a:gd name="T12" fmla="*/ 262 w 524"/>
                  <a:gd name="T13" fmla="*/ 74 h 300"/>
                  <a:gd name="T14" fmla="*/ 228 w 524"/>
                  <a:gd name="T15" fmla="*/ 215 h 300"/>
                  <a:gd name="T16" fmla="*/ 168 w 524"/>
                  <a:gd name="T17" fmla="*/ 25 h 300"/>
                  <a:gd name="T18" fmla="*/ 206 w 524"/>
                  <a:gd name="T19" fmla="*/ 0 h 300"/>
                  <a:gd name="T20" fmla="*/ 74 w 524"/>
                  <a:gd name="T21" fmla="*/ 26 h 300"/>
                  <a:gd name="T22" fmla="*/ 51 w 524"/>
                  <a:gd name="T23" fmla="*/ 36 h 300"/>
                  <a:gd name="T24" fmla="*/ 39 w 524"/>
                  <a:gd name="T25" fmla="*/ 56 h 300"/>
                  <a:gd name="T26" fmla="*/ 0 w 524"/>
                  <a:gd name="T27" fmla="*/ 228 h 300"/>
                  <a:gd name="T28" fmla="*/ 73 w 524"/>
                  <a:gd name="T29" fmla="*/ 254 h 300"/>
                  <a:gd name="T30" fmla="*/ 249 w 524"/>
                  <a:gd name="T31" fmla="*/ 300 h 300"/>
                  <a:gd name="T32" fmla="*/ 262 w 524"/>
                  <a:gd name="T33" fmla="*/ 300 h 300"/>
                  <a:gd name="T34" fmla="*/ 275 w 524"/>
                  <a:gd name="T35" fmla="*/ 300 h 300"/>
                  <a:gd name="T36" fmla="*/ 451 w 524"/>
                  <a:gd name="T37" fmla="*/ 254 h 300"/>
                  <a:gd name="T38" fmla="*/ 524 w 524"/>
                  <a:gd name="T39" fmla="*/ 228 h 300"/>
                  <a:gd name="T40" fmla="*/ 485 w 524"/>
                  <a:gd name="T41" fmla="*/ 56 h 3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524" h="300">
                    <a:moveTo>
                      <a:pt x="485" y="56"/>
                    </a:moveTo>
                    <a:cubicBezTo>
                      <a:pt x="484" y="48"/>
                      <a:pt x="479" y="41"/>
                      <a:pt x="473" y="36"/>
                    </a:cubicBezTo>
                    <a:cubicBezTo>
                      <a:pt x="467" y="30"/>
                      <a:pt x="459" y="27"/>
                      <a:pt x="450" y="26"/>
                    </a:cubicBezTo>
                    <a:cubicBezTo>
                      <a:pt x="318" y="0"/>
                      <a:pt x="318" y="0"/>
                      <a:pt x="318" y="0"/>
                    </a:cubicBezTo>
                    <a:cubicBezTo>
                      <a:pt x="356" y="25"/>
                      <a:pt x="356" y="25"/>
                      <a:pt x="356" y="25"/>
                    </a:cubicBezTo>
                    <a:cubicBezTo>
                      <a:pt x="296" y="215"/>
                      <a:pt x="296" y="215"/>
                      <a:pt x="296" y="215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28" y="215"/>
                      <a:pt x="228" y="215"/>
                      <a:pt x="228" y="215"/>
                    </a:cubicBezTo>
                    <a:cubicBezTo>
                      <a:pt x="168" y="25"/>
                      <a:pt x="168" y="25"/>
                      <a:pt x="168" y="25"/>
                    </a:cubicBezTo>
                    <a:cubicBezTo>
                      <a:pt x="206" y="0"/>
                      <a:pt x="206" y="0"/>
                      <a:pt x="206" y="0"/>
                    </a:cubicBezTo>
                    <a:cubicBezTo>
                      <a:pt x="74" y="26"/>
                      <a:pt x="74" y="26"/>
                      <a:pt x="74" y="26"/>
                    </a:cubicBezTo>
                    <a:cubicBezTo>
                      <a:pt x="65" y="27"/>
                      <a:pt x="57" y="30"/>
                      <a:pt x="51" y="36"/>
                    </a:cubicBezTo>
                    <a:cubicBezTo>
                      <a:pt x="45" y="41"/>
                      <a:pt x="40" y="48"/>
                      <a:pt x="39" y="56"/>
                    </a:cubicBezTo>
                    <a:cubicBezTo>
                      <a:pt x="0" y="228"/>
                      <a:pt x="0" y="228"/>
                      <a:pt x="0" y="228"/>
                    </a:cubicBezTo>
                    <a:cubicBezTo>
                      <a:pt x="73" y="254"/>
                      <a:pt x="73" y="254"/>
                      <a:pt x="73" y="254"/>
                    </a:cubicBezTo>
                    <a:cubicBezTo>
                      <a:pt x="98" y="279"/>
                      <a:pt x="167" y="298"/>
                      <a:pt x="249" y="300"/>
                    </a:cubicBezTo>
                    <a:cubicBezTo>
                      <a:pt x="262" y="300"/>
                      <a:pt x="262" y="300"/>
                      <a:pt x="262" y="300"/>
                    </a:cubicBezTo>
                    <a:cubicBezTo>
                      <a:pt x="275" y="300"/>
                      <a:pt x="275" y="300"/>
                      <a:pt x="275" y="300"/>
                    </a:cubicBezTo>
                    <a:cubicBezTo>
                      <a:pt x="357" y="298"/>
                      <a:pt x="426" y="279"/>
                      <a:pt x="451" y="254"/>
                    </a:cubicBezTo>
                    <a:cubicBezTo>
                      <a:pt x="524" y="228"/>
                      <a:pt x="524" y="228"/>
                      <a:pt x="524" y="228"/>
                    </a:cubicBezTo>
                    <a:lnTo>
                      <a:pt x="485" y="5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1" name="Freeform 69"/>
              <p:cNvSpPr>
                <a:spLocks/>
              </p:cNvSpPr>
              <p:nvPr/>
            </p:nvSpPr>
            <p:spPr bwMode="auto">
              <a:xfrm>
                <a:off x="6503" y="2419"/>
                <a:ext cx="57" cy="53"/>
              </a:xfrm>
              <a:custGeom>
                <a:avLst/>
                <a:gdLst>
                  <a:gd name="T0" fmla="*/ 29 w 57"/>
                  <a:gd name="T1" fmla="*/ 0 h 53"/>
                  <a:gd name="T2" fmla="*/ 0 w 57"/>
                  <a:gd name="T3" fmla="*/ 11 h 53"/>
                  <a:gd name="T4" fmla="*/ 29 w 57"/>
                  <a:gd name="T5" fmla="*/ 53 h 53"/>
                  <a:gd name="T6" fmla="*/ 57 w 57"/>
                  <a:gd name="T7" fmla="*/ 11 h 53"/>
                  <a:gd name="T8" fmla="*/ 29 w 57"/>
                  <a:gd name="T9" fmla="*/ 0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7" h="53">
                    <a:moveTo>
                      <a:pt x="29" y="0"/>
                    </a:moveTo>
                    <a:lnTo>
                      <a:pt x="0" y="11"/>
                    </a:lnTo>
                    <a:lnTo>
                      <a:pt x="29" y="53"/>
                    </a:lnTo>
                    <a:lnTo>
                      <a:pt x="57" y="11"/>
                    </a:lnTo>
                    <a:lnTo>
                      <a:pt x="29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2" name="Freeform 70"/>
              <p:cNvSpPr>
                <a:spLocks/>
              </p:cNvSpPr>
              <p:nvPr/>
            </p:nvSpPr>
            <p:spPr bwMode="auto">
              <a:xfrm>
                <a:off x="6410" y="2123"/>
                <a:ext cx="243" cy="292"/>
              </a:xfrm>
              <a:custGeom>
                <a:avLst/>
                <a:gdLst>
                  <a:gd name="T0" fmla="*/ 240 w 254"/>
                  <a:gd name="T1" fmla="*/ 140 h 304"/>
                  <a:gd name="T2" fmla="*/ 127 w 254"/>
                  <a:gd name="T3" fmla="*/ 0 h 304"/>
                  <a:gd name="T4" fmla="*/ 14 w 254"/>
                  <a:gd name="T5" fmla="*/ 140 h 304"/>
                  <a:gd name="T6" fmla="*/ 8 w 254"/>
                  <a:gd name="T7" fmla="*/ 177 h 304"/>
                  <a:gd name="T8" fmla="*/ 26 w 254"/>
                  <a:gd name="T9" fmla="*/ 202 h 304"/>
                  <a:gd name="T10" fmla="*/ 127 w 254"/>
                  <a:gd name="T11" fmla="*/ 304 h 304"/>
                  <a:gd name="T12" fmla="*/ 228 w 254"/>
                  <a:gd name="T13" fmla="*/ 202 h 304"/>
                  <a:gd name="T14" fmla="*/ 246 w 254"/>
                  <a:gd name="T15" fmla="*/ 177 h 304"/>
                  <a:gd name="T16" fmla="*/ 240 w 254"/>
                  <a:gd name="T17" fmla="*/ 140 h 3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54" h="304">
                    <a:moveTo>
                      <a:pt x="240" y="140"/>
                    </a:moveTo>
                    <a:cubicBezTo>
                      <a:pt x="240" y="61"/>
                      <a:pt x="208" y="0"/>
                      <a:pt x="127" y="0"/>
                    </a:cubicBezTo>
                    <a:cubicBezTo>
                      <a:pt x="46" y="0"/>
                      <a:pt x="14" y="62"/>
                      <a:pt x="14" y="140"/>
                    </a:cubicBezTo>
                    <a:cubicBezTo>
                      <a:pt x="5" y="144"/>
                      <a:pt x="0" y="154"/>
                      <a:pt x="8" y="177"/>
                    </a:cubicBezTo>
                    <a:cubicBezTo>
                      <a:pt x="12" y="188"/>
                      <a:pt x="20" y="197"/>
                      <a:pt x="26" y="202"/>
                    </a:cubicBezTo>
                    <a:cubicBezTo>
                      <a:pt x="49" y="260"/>
                      <a:pt x="94" y="304"/>
                      <a:pt x="127" y="304"/>
                    </a:cubicBezTo>
                    <a:cubicBezTo>
                      <a:pt x="160" y="304"/>
                      <a:pt x="205" y="260"/>
                      <a:pt x="228" y="202"/>
                    </a:cubicBezTo>
                    <a:cubicBezTo>
                      <a:pt x="234" y="197"/>
                      <a:pt x="242" y="188"/>
                      <a:pt x="246" y="177"/>
                    </a:cubicBezTo>
                    <a:cubicBezTo>
                      <a:pt x="254" y="154"/>
                      <a:pt x="249" y="144"/>
                      <a:pt x="240" y="14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3" name="Freeform 71"/>
              <p:cNvSpPr>
                <a:spLocks noEditPoints="1"/>
              </p:cNvSpPr>
              <p:nvPr/>
            </p:nvSpPr>
            <p:spPr bwMode="auto">
              <a:xfrm>
                <a:off x="6149" y="2218"/>
                <a:ext cx="765" cy="365"/>
              </a:xfrm>
              <a:custGeom>
                <a:avLst/>
                <a:gdLst>
                  <a:gd name="T0" fmla="*/ 128 w 800"/>
                  <a:gd name="T1" fmla="*/ 380 h 380"/>
                  <a:gd name="T2" fmla="*/ 48 w 800"/>
                  <a:gd name="T3" fmla="*/ 352 h 380"/>
                  <a:gd name="T4" fmla="*/ 0 w 800"/>
                  <a:gd name="T5" fmla="*/ 336 h 380"/>
                  <a:gd name="T6" fmla="*/ 25 w 800"/>
                  <a:gd name="T7" fmla="*/ 224 h 380"/>
                  <a:gd name="T8" fmla="*/ 33 w 800"/>
                  <a:gd name="T9" fmla="*/ 211 h 380"/>
                  <a:gd name="T10" fmla="*/ 48 w 800"/>
                  <a:gd name="T11" fmla="*/ 204 h 380"/>
                  <a:gd name="T12" fmla="*/ 141 w 800"/>
                  <a:gd name="T13" fmla="*/ 183 h 380"/>
                  <a:gd name="T14" fmla="*/ 105 w 800"/>
                  <a:gd name="T15" fmla="*/ 131 h 380"/>
                  <a:gd name="T16" fmla="*/ 93 w 800"/>
                  <a:gd name="T17" fmla="*/ 114 h 380"/>
                  <a:gd name="T18" fmla="*/ 97 w 800"/>
                  <a:gd name="T19" fmla="*/ 90 h 380"/>
                  <a:gd name="T20" fmla="*/ 170 w 800"/>
                  <a:gd name="T21" fmla="*/ 0 h 380"/>
                  <a:gd name="T22" fmla="*/ 170 w 800"/>
                  <a:gd name="T23" fmla="*/ 0 h 380"/>
                  <a:gd name="T24" fmla="*/ 244 w 800"/>
                  <a:gd name="T25" fmla="*/ 90 h 380"/>
                  <a:gd name="T26" fmla="*/ 247 w 800"/>
                  <a:gd name="T27" fmla="*/ 114 h 380"/>
                  <a:gd name="T28" fmla="*/ 236 w 800"/>
                  <a:gd name="T29" fmla="*/ 131 h 380"/>
                  <a:gd name="T30" fmla="*/ 199 w 800"/>
                  <a:gd name="T31" fmla="*/ 183 h 380"/>
                  <a:gd name="T32" fmla="*/ 240 w 800"/>
                  <a:gd name="T33" fmla="*/ 192 h 380"/>
                  <a:gd name="T34" fmla="*/ 209 w 800"/>
                  <a:gd name="T35" fmla="*/ 199 h 380"/>
                  <a:gd name="T36" fmla="*/ 177 w 800"/>
                  <a:gd name="T37" fmla="*/ 213 h 380"/>
                  <a:gd name="T38" fmla="*/ 159 w 800"/>
                  <a:gd name="T39" fmla="*/ 243 h 380"/>
                  <a:gd name="T40" fmla="*/ 128 w 800"/>
                  <a:gd name="T41" fmla="*/ 380 h 380"/>
                  <a:gd name="T42" fmla="*/ 775 w 800"/>
                  <a:gd name="T43" fmla="*/ 224 h 380"/>
                  <a:gd name="T44" fmla="*/ 767 w 800"/>
                  <a:gd name="T45" fmla="*/ 211 h 380"/>
                  <a:gd name="T46" fmla="*/ 752 w 800"/>
                  <a:gd name="T47" fmla="*/ 204 h 380"/>
                  <a:gd name="T48" fmla="*/ 659 w 800"/>
                  <a:gd name="T49" fmla="*/ 183 h 380"/>
                  <a:gd name="T50" fmla="*/ 695 w 800"/>
                  <a:gd name="T51" fmla="*/ 131 h 380"/>
                  <a:gd name="T52" fmla="*/ 707 w 800"/>
                  <a:gd name="T53" fmla="*/ 114 h 380"/>
                  <a:gd name="T54" fmla="*/ 703 w 800"/>
                  <a:gd name="T55" fmla="*/ 90 h 380"/>
                  <a:gd name="T56" fmla="*/ 630 w 800"/>
                  <a:gd name="T57" fmla="*/ 0 h 380"/>
                  <a:gd name="T58" fmla="*/ 630 w 800"/>
                  <a:gd name="T59" fmla="*/ 0 h 380"/>
                  <a:gd name="T60" fmla="*/ 556 w 800"/>
                  <a:gd name="T61" fmla="*/ 90 h 380"/>
                  <a:gd name="T62" fmla="*/ 553 w 800"/>
                  <a:gd name="T63" fmla="*/ 114 h 380"/>
                  <a:gd name="T64" fmla="*/ 564 w 800"/>
                  <a:gd name="T65" fmla="*/ 131 h 380"/>
                  <a:gd name="T66" fmla="*/ 601 w 800"/>
                  <a:gd name="T67" fmla="*/ 183 h 380"/>
                  <a:gd name="T68" fmla="*/ 560 w 800"/>
                  <a:gd name="T69" fmla="*/ 192 h 380"/>
                  <a:gd name="T70" fmla="*/ 591 w 800"/>
                  <a:gd name="T71" fmla="*/ 199 h 380"/>
                  <a:gd name="T72" fmla="*/ 623 w 800"/>
                  <a:gd name="T73" fmla="*/ 213 h 380"/>
                  <a:gd name="T74" fmla="*/ 641 w 800"/>
                  <a:gd name="T75" fmla="*/ 243 h 380"/>
                  <a:gd name="T76" fmla="*/ 672 w 800"/>
                  <a:gd name="T77" fmla="*/ 380 h 380"/>
                  <a:gd name="T78" fmla="*/ 752 w 800"/>
                  <a:gd name="T79" fmla="*/ 352 h 380"/>
                  <a:gd name="T80" fmla="*/ 800 w 800"/>
                  <a:gd name="T81" fmla="*/ 336 h 380"/>
                  <a:gd name="T82" fmla="*/ 775 w 800"/>
                  <a:gd name="T83" fmla="*/ 224 h 3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800" h="380">
                    <a:moveTo>
                      <a:pt x="128" y="380"/>
                    </a:moveTo>
                    <a:cubicBezTo>
                      <a:pt x="90" y="375"/>
                      <a:pt x="60" y="365"/>
                      <a:pt x="48" y="352"/>
                    </a:cubicBezTo>
                    <a:cubicBezTo>
                      <a:pt x="0" y="336"/>
                      <a:pt x="0" y="336"/>
                      <a:pt x="0" y="336"/>
                    </a:cubicBezTo>
                    <a:cubicBezTo>
                      <a:pt x="25" y="224"/>
                      <a:pt x="25" y="224"/>
                      <a:pt x="25" y="224"/>
                    </a:cubicBezTo>
                    <a:cubicBezTo>
                      <a:pt x="27" y="219"/>
                      <a:pt x="29" y="215"/>
                      <a:pt x="33" y="211"/>
                    </a:cubicBezTo>
                    <a:cubicBezTo>
                      <a:pt x="38" y="207"/>
                      <a:pt x="43" y="205"/>
                      <a:pt x="48" y="204"/>
                    </a:cubicBezTo>
                    <a:cubicBezTo>
                      <a:pt x="141" y="183"/>
                      <a:pt x="141" y="183"/>
                      <a:pt x="141" y="183"/>
                    </a:cubicBezTo>
                    <a:cubicBezTo>
                      <a:pt x="127" y="171"/>
                      <a:pt x="113" y="152"/>
                      <a:pt x="105" y="131"/>
                    </a:cubicBezTo>
                    <a:cubicBezTo>
                      <a:pt x="101" y="128"/>
                      <a:pt x="96" y="122"/>
                      <a:pt x="93" y="114"/>
                    </a:cubicBezTo>
                    <a:cubicBezTo>
                      <a:pt x="88" y="100"/>
                      <a:pt x="91" y="93"/>
                      <a:pt x="97" y="90"/>
                    </a:cubicBezTo>
                    <a:cubicBezTo>
                      <a:pt x="97" y="40"/>
                      <a:pt x="118" y="0"/>
                      <a:pt x="170" y="0"/>
                    </a:cubicBezTo>
                    <a:cubicBezTo>
                      <a:pt x="170" y="0"/>
                      <a:pt x="170" y="0"/>
                      <a:pt x="170" y="0"/>
                    </a:cubicBezTo>
                    <a:cubicBezTo>
                      <a:pt x="223" y="0"/>
                      <a:pt x="244" y="40"/>
                      <a:pt x="244" y="90"/>
                    </a:cubicBezTo>
                    <a:cubicBezTo>
                      <a:pt x="249" y="93"/>
                      <a:pt x="253" y="100"/>
                      <a:pt x="247" y="114"/>
                    </a:cubicBezTo>
                    <a:cubicBezTo>
                      <a:pt x="245" y="122"/>
                      <a:pt x="240" y="128"/>
                      <a:pt x="236" y="131"/>
                    </a:cubicBezTo>
                    <a:cubicBezTo>
                      <a:pt x="227" y="152"/>
                      <a:pt x="213" y="171"/>
                      <a:pt x="199" y="183"/>
                    </a:cubicBezTo>
                    <a:cubicBezTo>
                      <a:pt x="240" y="192"/>
                      <a:pt x="240" y="192"/>
                      <a:pt x="240" y="192"/>
                    </a:cubicBezTo>
                    <a:cubicBezTo>
                      <a:pt x="209" y="199"/>
                      <a:pt x="209" y="199"/>
                      <a:pt x="209" y="199"/>
                    </a:cubicBezTo>
                    <a:cubicBezTo>
                      <a:pt x="197" y="200"/>
                      <a:pt x="186" y="205"/>
                      <a:pt x="177" y="213"/>
                    </a:cubicBezTo>
                    <a:cubicBezTo>
                      <a:pt x="168" y="221"/>
                      <a:pt x="162" y="231"/>
                      <a:pt x="159" y="243"/>
                    </a:cubicBezTo>
                    <a:lnTo>
                      <a:pt x="128" y="380"/>
                    </a:lnTo>
                    <a:close/>
                    <a:moveTo>
                      <a:pt x="775" y="224"/>
                    </a:moveTo>
                    <a:cubicBezTo>
                      <a:pt x="773" y="219"/>
                      <a:pt x="771" y="215"/>
                      <a:pt x="767" y="211"/>
                    </a:cubicBezTo>
                    <a:cubicBezTo>
                      <a:pt x="762" y="207"/>
                      <a:pt x="757" y="205"/>
                      <a:pt x="752" y="204"/>
                    </a:cubicBezTo>
                    <a:cubicBezTo>
                      <a:pt x="659" y="183"/>
                      <a:pt x="659" y="183"/>
                      <a:pt x="659" y="183"/>
                    </a:cubicBezTo>
                    <a:cubicBezTo>
                      <a:pt x="673" y="171"/>
                      <a:pt x="687" y="152"/>
                      <a:pt x="695" y="131"/>
                    </a:cubicBezTo>
                    <a:cubicBezTo>
                      <a:pt x="699" y="128"/>
                      <a:pt x="704" y="121"/>
                      <a:pt x="707" y="114"/>
                    </a:cubicBezTo>
                    <a:cubicBezTo>
                      <a:pt x="712" y="100"/>
                      <a:pt x="709" y="93"/>
                      <a:pt x="703" y="90"/>
                    </a:cubicBezTo>
                    <a:cubicBezTo>
                      <a:pt x="703" y="40"/>
                      <a:pt x="682" y="0"/>
                      <a:pt x="630" y="0"/>
                    </a:cubicBezTo>
                    <a:cubicBezTo>
                      <a:pt x="630" y="0"/>
                      <a:pt x="630" y="0"/>
                      <a:pt x="630" y="0"/>
                    </a:cubicBezTo>
                    <a:cubicBezTo>
                      <a:pt x="577" y="0"/>
                      <a:pt x="556" y="40"/>
                      <a:pt x="556" y="90"/>
                    </a:cubicBezTo>
                    <a:cubicBezTo>
                      <a:pt x="551" y="93"/>
                      <a:pt x="547" y="100"/>
                      <a:pt x="553" y="114"/>
                    </a:cubicBezTo>
                    <a:cubicBezTo>
                      <a:pt x="555" y="121"/>
                      <a:pt x="560" y="128"/>
                      <a:pt x="564" y="131"/>
                    </a:cubicBezTo>
                    <a:cubicBezTo>
                      <a:pt x="573" y="152"/>
                      <a:pt x="587" y="171"/>
                      <a:pt x="601" y="183"/>
                    </a:cubicBezTo>
                    <a:cubicBezTo>
                      <a:pt x="560" y="192"/>
                      <a:pt x="560" y="192"/>
                      <a:pt x="560" y="192"/>
                    </a:cubicBezTo>
                    <a:cubicBezTo>
                      <a:pt x="591" y="199"/>
                      <a:pt x="591" y="199"/>
                      <a:pt x="591" y="199"/>
                    </a:cubicBezTo>
                    <a:cubicBezTo>
                      <a:pt x="603" y="200"/>
                      <a:pt x="614" y="205"/>
                      <a:pt x="623" y="213"/>
                    </a:cubicBezTo>
                    <a:cubicBezTo>
                      <a:pt x="632" y="221"/>
                      <a:pt x="638" y="231"/>
                      <a:pt x="641" y="243"/>
                    </a:cubicBezTo>
                    <a:cubicBezTo>
                      <a:pt x="672" y="380"/>
                      <a:pt x="672" y="380"/>
                      <a:pt x="672" y="380"/>
                    </a:cubicBezTo>
                    <a:cubicBezTo>
                      <a:pt x="710" y="375"/>
                      <a:pt x="740" y="365"/>
                      <a:pt x="752" y="352"/>
                    </a:cubicBezTo>
                    <a:cubicBezTo>
                      <a:pt x="800" y="336"/>
                      <a:pt x="800" y="336"/>
                      <a:pt x="800" y="336"/>
                    </a:cubicBezTo>
                    <a:lnTo>
                      <a:pt x="775" y="22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38" name="矩形 37"/>
            <p:cNvSpPr/>
            <p:nvPr/>
          </p:nvSpPr>
          <p:spPr>
            <a:xfrm>
              <a:off x="3895858" y="2517159"/>
              <a:ext cx="2031325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defTabSz="609585"/>
              <a:r>
                <a:rPr lang="zh-CN" altLang="en-US" b="1" dirty="0">
                  <a:ea typeface="微软雅黑" charset="0"/>
                </a:rPr>
                <a:t>点击此处添加标题</a:t>
              </a:r>
            </a:p>
          </p:txBody>
        </p:sp>
        <p:sp>
          <p:nvSpPr>
            <p:cNvPr id="39" name="矩形 38"/>
            <p:cNvSpPr/>
            <p:nvPr/>
          </p:nvSpPr>
          <p:spPr>
            <a:xfrm>
              <a:off x="3895857" y="2857380"/>
              <a:ext cx="4846179" cy="8125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 defTabSz="609585">
                <a:lnSpc>
                  <a:spcPct val="130000"/>
                </a:lnSpc>
              </a:pPr>
              <a:r>
                <a:rPr lang="zh-CN" altLang="en-US" sz="1200" dirty="0">
                  <a:latin typeface="微软雅黑" charset="0"/>
                  <a:ea typeface="微软雅黑" charset="0"/>
                </a:rPr>
                <a:t>标题数字等都可以通过点击和重新输入进行更改，顶部“开始”面板中可以对字体、字号、颜色、行距等进行修改。建议正文</a:t>
              </a:r>
              <a:r>
                <a:rPr lang="en-US" altLang="zh-CN" sz="1200" dirty="0">
                  <a:latin typeface="微软雅黑" charset="0"/>
                  <a:ea typeface="微软雅黑" charset="0"/>
                </a:rPr>
                <a:t>8-14</a:t>
              </a:r>
              <a:r>
                <a:rPr lang="zh-CN" altLang="en-US" sz="1200" dirty="0">
                  <a:latin typeface="微软雅黑" charset="0"/>
                  <a:ea typeface="微软雅黑" charset="0"/>
                </a:rPr>
                <a:t>号字，</a:t>
              </a:r>
              <a:r>
                <a:rPr lang="en-US" altLang="zh-CN" sz="1200" dirty="0">
                  <a:latin typeface="微软雅黑" charset="0"/>
                  <a:ea typeface="微软雅黑" charset="0"/>
                </a:rPr>
                <a:t>1.3</a:t>
              </a:r>
              <a:r>
                <a:rPr lang="zh-CN" altLang="en-US" sz="1200" dirty="0">
                  <a:latin typeface="微软雅黑" charset="0"/>
                  <a:ea typeface="微软雅黑" charset="0"/>
                </a:rPr>
                <a:t>倍字间距。</a:t>
              </a:r>
            </a:p>
          </p:txBody>
        </p:sp>
        <p:sp>
          <p:nvSpPr>
            <p:cNvPr id="40" name="矩形 39"/>
            <p:cNvSpPr/>
            <p:nvPr/>
          </p:nvSpPr>
          <p:spPr>
            <a:xfrm>
              <a:off x="6532723" y="4800963"/>
              <a:ext cx="2031325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defTabSz="609585"/>
              <a:r>
                <a:rPr lang="zh-CN" altLang="en-US" b="1" dirty="0">
                  <a:ea typeface="微软雅黑" charset="0"/>
                </a:rPr>
                <a:t>点击此处添加标题</a:t>
              </a:r>
            </a:p>
          </p:txBody>
        </p:sp>
        <p:sp>
          <p:nvSpPr>
            <p:cNvPr id="41" name="矩形 40"/>
            <p:cNvSpPr/>
            <p:nvPr/>
          </p:nvSpPr>
          <p:spPr>
            <a:xfrm>
              <a:off x="3717869" y="5141184"/>
              <a:ext cx="4846179" cy="8125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 defTabSz="609585">
                <a:lnSpc>
                  <a:spcPct val="130000"/>
                </a:lnSpc>
              </a:pPr>
              <a:r>
                <a:rPr lang="zh-CN" altLang="en-US" sz="1200" dirty="0">
                  <a:latin typeface="微软雅黑" charset="0"/>
                  <a:ea typeface="微软雅黑" charset="0"/>
                </a:rPr>
                <a:t>标题数字等都可以通过点击和重新输入进行更改，顶部“开始”面板中可以对字体、字号、颜色、行距等进行修改。建议正文</a:t>
              </a:r>
              <a:r>
                <a:rPr lang="en-US" altLang="zh-CN" sz="1200" dirty="0">
                  <a:latin typeface="微软雅黑" charset="0"/>
                  <a:ea typeface="微软雅黑" charset="0"/>
                </a:rPr>
                <a:t>8-14</a:t>
              </a:r>
              <a:r>
                <a:rPr lang="zh-CN" altLang="en-US" sz="1200" dirty="0">
                  <a:latin typeface="微软雅黑" charset="0"/>
                  <a:ea typeface="微软雅黑" charset="0"/>
                </a:rPr>
                <a:t>号字，</a:t>
              </a:r>
              <a:r>
                <a:rPr lang="en-US" altLang="zh-CN" sz="1200" dirty="0">
                  <a:latin typeface="微软雅黑" charset="0"/>
                  <a:ea typeface="微软雅黑" charset="0"/>
                </a:rPr>
                <a:t>1.3</a:t>
              </a:r>
              <a:r>
                <a:rPr lang="zh-CN" altLang="en-US" sz="1200" dirty="0">
                  <a:latin typeface="微软雅黑" charset="0"/>
                  <a:ea typeface="微软雅黑" charset="0"/>
                </a:rPr>
                <a:t>倍字间距。</a:t>
              </a:r>
            </a:p>
          </p:txBody>
        </p:sp>
      </p:grpSp>
      <p:cxnSp>
        <p:nvCxnSpPr>
          <p:cNvPr id="50" name="直接连接符 49"/>
          <p:cNvCxnSpPr/>
          <p:nvPr/>
        </p:nvCxnSpPr>
        <p:spPr>
          <a:xfrm>
            <a:off x="4304523" y="2277533"/>
            <a:ext cx="724401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直接连接符 47"/>
          <p:cNvCxnSpPr/>
          <p:nvPr/>
        </p:nvCxnSpPr>
        <p:spPr>
          <a:xfrm>
            <a:off x="4304523" y="491067"/>
            <a:ext cx="332736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2" name="矩形 51"/>
          <p:cNvSpPr/>
          <p:nvPr/>
        </p:nvSpPr>
        <p:spPr>
          <a:xfrm>
            <a:off x="4216609" y="698450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609585"/>
            <a:r>
              <a:rPr lang="zh-CN" altLang="en-US" b="1" dirty="0">
                <a:ea typeface="微软雅黑" charset="0"/>
              </a:rPr>
              <a:t>点击此处添加标题</a:t>
            </a:r>
          </a:p>
        </p:txBody>
      </p:sp>
      <p:sp>
        <p:nvSpPr>
          <p:cNvPr id="53" name="矩形 52"/>
          <p:cNvSpPr/>
          <p:nvPr/>
        </p:nvSpPr>
        <p:spPr>
          <a:xfrm>
            <a:off x="4216608" y="1038671"/>
            <a:ext cx="3217125" cy="10525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609585">
              <a:lnSpc>
                <a:spcPct val="130000"/>
              </a:lnSpc>
            </a:pPr>
            <a:r>
              <a:rPr lang="zh-CN" altLang="en-US" sz="1200" dirty="0">
                <a:latin typeface="微软雅黑" charset="0"/>
                <a:ea typeface="微软雅黑" charset="0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200" dirty="0">
                <a:latin typeface="微软雅黑" charset="0"/>
                <a:ea typeface="微软雅黑" charset="0"/>
              </a:rPr>
              <a:t>8-14</a:t>
            </a:r>
            <a:r>
              <a:rPr lang="zh-CN" altLang="en-US" sz="1200" dirty="0">
                <a:latin typeface="微软雅黑" charset="0"/>
                <a:ea typeface="微软雅黑" charset="0"/>
              </a:rPr>
              <a:t>号字，</a:t>
            </a:r>
            <a:r>
              <a:rPr lang="en-US" altLang="zh-CN" sz="1200" dirty="0">
                <a:latin typeface="微软雅黑" charset="0"/>
                <a:ea typeface="微软雅黑" charset="0"/>
              </a:rPr>
              <a:t>1.3</a:t>
            </a:r>
            <a:r>
              <a:rPr lang="zh-CN" altLang="en-US" sz="1200" dirty="0">
                <a:latin typeface="微软雅黑" charset="0"/>
                <a:ea typeface="微软雅黑" charset="0"/>
              </a:rPr>
              <a:t>倍字间距。</a:t>
            </a:r>
          </a:p>
        </p:txBody>
      </p:sp>
      <p:sp>
        <p:nvSpPr>
          <p:cNvPr id="54" name="矩形 53"/>
          <p:cNvSpPr/>
          <p:nvPr/>
        </p:nvSpPr>
        <p:spPr>
          <a:xfrm>
            <a:off x="8187784" y="698450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609585"/>
            <a:r>
              <a:rPr lang="zh-CN" altLang="en-US" b="1" dirty="0">
                <a:ea typeface="微软雅黑" charset="0"/>
              </a:rPr>
              <a:t>点击此处添加标题</a:t>
            </a:r>
          </a:p>
        </p:txBody>
      </p:sp>
      <p:sp>
        <p:nvSpPr>
          <p:cNvPr id="55" name="矩形 54"/>
          <p:cNvSpPr/>
          <p:nvPr/>
        </p:nvSpPr>
        <p:spPr>
          <a:xfrm>
            <a:off x="8187783" y="1038671"/>
            <a:ext cx="3217125" cy="10525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609585">
              <a:lnSpc>
                <a:spcPct val="130000"/>
              </a:lnSpc>
            </a:pPr>
            <a:r>
              <a:rPr lang="zh-CN" altLang="en-US" sz="1200" dirty="0">
                <a:latin typeface="微软雅黑" charset="0"/>
                <a:ea typeface="微软雅黑" charset="0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200" dirty="0">
                <a:latin typeface="微软雅黑" charset="0"/>
                <a:ea typeface="微软雅黑" charset="0"/>
              </a:rPr>
              <a:t>8-14</a:t>
            </a:r>
            <a:r>
              <a:rPr lang="zh-CN" altLang="en-US" sz="1200" dirty="0">
                <a:latin typeface="微软雅黑" charset="0"/>
                <a:ea typeface="微软雅黑" charset="0"/>
              </a:rPr>
              <a:t>号字，</a:t>
            </a:r>
            <a:r>
              <a:rPr lang="en-US" altLang="zh-CN" sz="1200" dirty="0">
                <a:latin typeface="微软雅黑" charset="0"/>
                <a:ea typeface="微软雅黑" charset="0"/>
              </a:rPr>
              <a:t>1.3</a:t>
            </a:r>
            <a:r>
              <a:rPr lang="zh-CN" altLang="en-US" sz="1200" dirty="0">
                <a:latin typeface="微软雅黑" charset="0"/>
                <a:ea typeface="微软雅黑" charset="0"/>
              </a:rPr>
              <a:t>倍字间距。</a:t>
            </a:r>
          </a:p>
        </p:txBody>
      </p:sp>
      <p:cxnSp>
        <p:nvCxnSpPr>
          <p:cNvPr id="56" name="直接连接符 55"/>
          <p:cNvCxnSpPr/>
          <p:nvPr/>
        </p:nvCxnSpPr>
        <p:spPr>
          <a:xfrm>
            <a:off x="8187784" y="491067"/>
            <a:ext cx="332736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52133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主要结论</a:t>
            </a:r>
          </a:p>
          <a:p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Part Five</a:t>
            </a:r>
            <a:endParaRPr lang="zh-CN" altLang="en-US" dirty="0"/>
          </a:p>
        </p:txBody>
      </p:sp>
      <p:pic>
        <p:nvPicPr>
          <p:cNvPr id="4" name="图片 3">
            <a:hlinkClick r:id="rId2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800" y="6334619"/>
            <a:ext cx="1828800" cy="241402"/>
          </a:xfrm>
          <a:prstGeom prst="rect">
            <a:avLst/>
          </a:prstGeom>
        </p:spPr>
      </p:pic>
      <p:grpSp>
        <p:nvGrpSpPr>
          <p:cNvPr id="5" name="组合 4"/>
          <p:cNvGrpSpPr/>
          <p:nvPr/>
        </p:nvGrpSpPr>
        <p:grpSpPr>
          <a:xfrm>
            <a:off x="786697" y="1962237"/>
            <a:ext cx="4407173" cy="1817968"/>
            <a:chOff x="786697" y="1962237"/>
            <a:chExt cx="4407173" cy="1817968"/>
          </a:xfrm>
        </p:grpSpPr>
        <p:sp>
          <p:nvSpPr>
            <p:cNvPr id="259" name="Freeform 779"/>
            <p:cNvSpPr>
              <a:spLocks/>
            </p:cNvSpPr>
            <p:nvPr/>
          </p:nvSpPr>
          <p:spPr bwMode="auto">
            <a:xfrm>
              <a:off x="786697" y="2770525"/>
              <a:ext cx="2331743" cy="1009680"/>
            </a:xfrm>
            <a:custGeom>
              <a:avLst/>
              <a:gdLst>
                <a:gd name="T0" fmla="*/ 2147483647 w 728"/>
                <a:gd name="T1" fmla="*/ 2147483647 h 376"/>
                <a:gd name="T2" fmla="*/ 2147483647 w 728"/>
                <a:gd name="T3" fmla="*/ 2147483647 h 376"/>
                <a:gd name="T4" fmla="*/ 2147483647 w 728"/>
                <a:gd name="T5" fmla="*/ 2147483647 h 376"/>
                <a:gd name="T6" fmla="*/ 2147483647 w 728"/>
                <a:gd name="T7" fmla="*/ 2147483647 h 376"/>
                <a:gd name="T8" fmla="*/ 2147483647 w 728"/>
                <a:gd name="T9" fmla="*/ 2147483647 h 376"/>
                <a:gd name="T10" fmla="*/ 2147483647 w 728"/>
                <a:gd name="T11" fmla="*/ 2147483647 h 376"/>
                <a:gd name="T12" fmla="*/ 2147483647 w 728"/>
                <a:gd name="T13" fmla="*/ 2147483647 h 376"/>
                <a:gd name="T14" fmla="*/ 2147483647 w 728"/>
                <a:gd name="T15" fmla="*/ 2147483647 h 376"/>
                <a:gd name="T16" fmla="*/ 2147483647 w 728"/>
                <a:gd name="T17" fmla="*/ 2147483647 h 376"/>
                <a:gd name="T18" fmla="*/ 2147483647 w 728"/>
                <a:gd name="T19" fmla="*/ 2147483647 h 376"/>
                <a:gd name="T20" fmla="*/ 2147483647 w 728"/>
                <a:gd name="T21" fmla="*/ 2147483647 h 376"/>
                <a:gd name="T22" fmla="*/ 2147483647 w 728"/>
                <a:gd name="T23" fmla="*/ 2147483647 h 376"/>
                <a:gd name="T24" fmla="*/ 2147483647 w 728"/>
                <a:gd name="T25" fmla="*/ 2147483647 h 376"/>
                <a:gd name="T26" fmla="*/ 2147483647 w 728"/>
                <a:gd name="T27" fmla="*/ 2147483647 h 376"/>
                <a:gd name="T28" fmla="*/ 2147483647 w 728"/>
                <a:gd name="T29" fmla="*/ 2147483647 h 376"/>
                <a:gd name="T30" fmla="*/ 2147483647 w 728"/>
                <a:gd name="T31" fmla="*/ 2147483647 h 376"/>
                <a:gd name="T32" fmla="*/ 2147483647 w 728"/>
                <a:gd name="T33" fmla="*/ 2147483647 h 376"/>
                <a:gd name="T34" fmla="*/ 2147483647 w 728"/>
                <a:gd name="T35" fmla="*/ 2147483647 h 376"/>
                <a:gd name="T36" fmla="*/ 2147483647 w 728"/>
                <a:gd name="T37" fmla="*/ 2147483647 h 376"/>
                <a:gd name="T38" fmla="*/ 2147483647 w 728"/>
                <a:gd name="T39" fmla="*/ 2147483647 h 376"/>
                <a:gd name="T40" fmla="*/ 2147483647 w 728"/>
                <a:gd name="T41" fmla="*/ 2147483647 h 376"/>
                <a:gd name="T42" fmla="*/ 2147483647 w 728"/>
                <a:gd name="T43" fmla="*/ 2147483647 h 376"/>
                <a:gd name="T44" fmla="*/ 2147483647 w 728"/>
                <a:gd name="T45" fmla="*/ 2147483647 h 376"/>
                <a:gd name="T46" fmla="*/ 2147483647 w 728"/>
                <a:gd name="T47" fmla="*/ 2147483647 h 376"/>
                <a:gd name="T48" fmla="*/ 2147483647 w 728"/>
                <a:gd name="T49" fmla="*/ 2147483647 h 376"/>
                <a:gd name="T50" fmla="*/ 2147483647 w 728"/>
                <a:gd name="T51" fmla="*/ 0 h 376"/>
                <a:gd name="T52" fmla="*/ 2147483647 w 728"/>
                <a:gd name="T53" fmla="*/ 2147483647 h 376"/>
                <a:gd name="T54" fmla="*/ 2147483647 w 728"/>
                <a:gd name="T55" fmla="*/ 2147483647 h 376"/>
                <a:gd name="T56" fmla="*/ 2147483647 w 728"/>
                <a:gd name="T57" fmla="*/ 2147483647 h 376"/>
                <a:gd name="T58" fmla="*/ 0 w 728"/>
                <a:gd name="T59" fmla="*/ 2147483647 h 376"/>
                <a:gd name="T60" fmla="*/ 2147483647 w 728"/>
                <a:gd name="T61" fmla="*/ 2147483647 h 376"/>
                <a:gd name="T62" fmla="*/ 2147483647 w 728"/>
                <a:gd name="T63" fmla="*/ 2147483647 h 376"/>
                <a:gd name="T64" fmla="*/ 2147483647 w 728"/>
                <a:gd name="T65" fmla="*/ 2147483647 h 376"/>
                <a:gd name="T66" fmla="*/ 2147483647 w 728"/>
                <a:gd name="T67" fmla="*/ 2147483647 h 37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728"/>
                <a:gd name="T103" fmla="*/ 0 h 376"/>
                <a:gd name="T104" fmla="*/ 728 w 728"/>
                <a:gd name="T105" fmla="*/ 376 h 37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728" h="376">
                  <a:moveTo>
                    <a:pt x="168" y="288"/>
                  </a:moveTo>
                  <a:lnTo>
                    <a:pt x="200" y="288"/>
                  </a:lnTo>
                  <a:lnTo>
                    <a:pt x="208" y="280"/>
                  </a:lnTo>
                  <a:lnTo>
                    <a:pt x="232" y="288"/>
                  </a:lnTo>
                  <a:lnTo>
                    <a:pt x="264" y="320"/>
                  </a:lnTo>
                  <a:lnTo>
                    <a:pt x="288" y="312"/>
                  </a:lnTo>
                  <a:lnTo>
                    <a:pt x="304" y="328"/>
                  </a:lnTo>
                  <a:lnTo>
                    <a:pt x="312" y="344"/>
                  </a:lnTo>
                  <a:lnTo>
                    <a:pt x="328" y="360"/>
                  </a:lnTo>
                  <a:lnTo>
                    <a:pt x="352" y="368"/>
                  </a:lnTo>
                  <a:lnTo>
                    <a:pt x="352" y="336"/>
                  </a:lnTo>
                  <a:lnTo>
                    <a:pt x="368" y="320"/>
                  </a:lnTo>
                  <a:lnTo>
                    <a:pt x="376" y="312"/>
                  </a:lnTo>
                  <a:lnTo>
                    <a:pt x="416" y="312"/>
                  </a:lnTo>
                  <a:lnTo>
                    <a:pt x="440" y="312"/>
                  </a:lnTo>
                  <a:lnTo>
                    <a:pt x="472" y="304"/>
                  </a:lnTo>
                  <a:lnTo>
                    <a:pt x="496" y="304"/>
                  </a:lnTo>
                  <a:lnTo>
                    <a:pt x="512" y="304"/>
                  </a:lnTo>
                  <a:lnTo>
                    <a:pt x="520" y="320"/>
                  </a:lnTo>
                  <a:lnTo>
                    <a:pt x="528" y="352"/>
                  </a:lnTo>
                  <a:lnTo>
                    <a:pt x="552" y="376"/>
                  </a:lnTo>
                  <a:lnTo>
                    <a:pt x="560" y="376"/>
                  </a:lnTo>
                  <a:lnTo>
                    <a:pt x="560" y="336"/>
                  </a:lnTo>
                  <a:lnTo>
                    <a:pt x="544" y="296"/>
                  </a:lnTo>
                  <a:lnTo>
                    <a:pt x="560" y="272"/>
                  </a:lnTo>
                  <a:lnTo>
                    <a:pt x="584" y="264"/>
                  </a:lnTo>
                  <a:lnTo>
                    <a:pt x="616" y="224"/>
                  </a:lnTo>
                  <a:lnTo>
                    <a:pt x="616" y="200"/>
                  </a:lnTo>
                  <a:lnTo>
                    <a:pt x="608" y="176"/>
                  </a:lnTo>
                  <a:lnTo>
                    <a:pt x="624" y="184"/>
                  </a:lnTo>
                  <a:lnTo>
                    <a:pt x="624" y="168"/>
                  </a:lnTo>
                  <a:lnTo>
                    <a:pt x="632" y="168"/>
                  </a:lnTo>
                  <a:lnTo>
                    <a:pt x="640" y="160"/>
                  </a:lnTo>
                  <a:lnTo>
                    <a:pt x="648" y="144"/>
                  </a:lnTo>
                  <a:lnTo>
                    <a:pt x="664" y="136"/>
                  </a:lnTo>
                  <a:lnTo>
                    <a:pt x="688" y="128"/>
                  </a:lnTo>
                  <a:lnTo>
                    <a:pt x="688" y="96"/>
                  </a:lnTo>
                  <a:lnTo>
                    <a:pt x="728" y="72"/>
                  </a:lnTo>
                  <a:lnTo>
                    <a:pt x="720" y="32"/>
                  </a:lnTo>
                  <a:lnTo>
                    <a:pt x="704" y="32"/>
                  </a:lnTo>
                  <a:lnTo>
                    <a:pt x="672" y="72"/>
                  </a:lnTo>
                  <a:lnTo>
                    <a:pt x="632" y="80"/>
                  </a:lnTo>
                  <a:lnTo>
                    <a:pt x="616" y="80"/>
                  </a:lnTo>
                  <a:lnTo>
                    <a:pt x="584" y="104"/>
                  </a:lnTo>
                  <a:lnTo>
                    <a:pt x="536" y="120"/>
                  </a:lnTo>
                  <a:lnTo>
                    <a:pt x="536" y="96"/>
                  </a:lnTo>
                  <a:lnTo>
                    <a:pt x="512" y="48"/>
                  </a:lnTo>
                  <a:lnTo>
                    <a:pt x="440" y="16"/>
                  </a:lnTo>
                  <a:lnTo>
                    <a:pt x="416" y="8"/>
                  </a:lnTo>
                  <a:lnTo>
                    <a:pt x="376" y="0"/>
                  </a:lnTo>
                  <a:lnTo>
                    <a:pt x="24" y="0"/>
                  </a:lnTo>
                  <a:lnTo>
                    <a:pt x="32" y="24"/>
                  </a:lnTo>
                  <a:lnTo>
                    <a:pt x="16" y="32"/>
                  </a:lnTo>
                  <a:lnTo>
                    <a:pt x="24" y="16"/>
                  </a:lnTo>
                  <a:lnTo>
                    <a:pt x="0" y="8"/>
                  </a:lnTo>
                  <a:lnTo>
                    <a:pt x="8" y="48"/>
                  </a:lnTo>
                  <a:lnTo>
                    <a:pt x="8" y="80"/>
                  </a:lnTo>
                  <a:lnTo>
                    <a:pt x="0" y="112"/>
                  </a:lnTo>
                  <a:lnTo>
                    <a:pt x="8" y="136"/>
                  </a:lnTo>
                  <a:lnTo>
                    <a:pt x="8" y="152"/>
                  </a:lnTo>
                  <a:lnTo>
                    <a:pt x="24" y="192"/>
                  </a:lnTo>
                  <a:lnTo>
                    <a:pt x="40" y="224"/>
                  </a:lnTo>
                  <a:lnTo>
                    <a:pt x="56" y="240"/>
                  </a:lnTo>
                  <a:lnTo>
                    <a:pt x="88" y="264"/>
                  </a:lnTo>
                  <a:lnTo>
                    <a:pt x="96" y="272"/>
                  </a:lnTo>
                  <a:lnTo>
                    <a:pt x="128" y="272"/>
                  </a:lnTo>
                  <a:lnTo>
                    <a:pt x="168" y="288"/>
                  </a:lnTo>
                  <a:close/>
                </a:path>
              </a:pathLst>
            </a:custGeom>
            <a:solidFill>
              <a:schemeClr val="tx2"/>
            </a:solidFill>
            <a:ln w="3175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cxnSp>
          <p:nvCxnSpPr>
            <p:cNvPr id="262" name="直接连接符 261"/>
            <p:cNvCxnSpPr/>
            <p:nvPr/>
          </p:nvCxnSpPr>
          <p:spPr>
            <a:xfrm>
              <a:off x="3170337" y="1962237"/>
              <a:ext cx="2023533" cy="0"/>
            </a:xfrm>
            <a:prstGeom prst="line">
              <a:avLst/>
            </a:prstGeom>
            <a:ln w="381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3" name="矩形 262"/>
            <p:cNvSpPr/>
            <p:nvPr/>
          </p:nvSpPr>
          <p:spPr>
            <a:xfrm>
              <a:off x="3069378" y="2017160"/>
              <a:ext cx="2031325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defTabSz="609585"/>
              <a:r>
                <a:rPr lang="zh-CN" altLang="en-US" b="1" dirty="0">
                  <a:solidFill>
                    <a:schemeClr val="tx2"/>
                  </a:solidFill>
                  <a:ea typeface="微软雅黑" charset="0"/>
                </a:rPr>
                <a:t>点击此处添加标题</a:t>
              </a:r>
            </a:p>
          </p:txBody>
        </p:sp>
        <p:sp>
          <p:nvSpPr>
            <p:cNvPr id="264" name="矩形 263"/>
            <p:cNvSpPr/>
            <p:nvPr/>
          </p:nvSpPr>
          <p:spPr>
            <a:xfrm>
              <a:off x="3099107" y="2318471"/>
              <a:ext cx="2094763" cy="91210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 defTabSz="609585">
                <a:lnSpc>
                  <a:spcPct val="130000"/>
                </a:lnSpc>
              </a:pPr>
              <a:r>
                <a:rPr lang="zh-CN" altLang="en-US" sz="1050" dirty="0">
                  <a:latin typeface="微软雅黑" charset="0"/>
                  <a:ea typeface="微软雅黑" charset="0"/>
                </a:rPr>
                <a:t>标题数字等都可以通过点击和重新输入进行更改，顶部“开始”面板中可以对字体、字号、颜色、行距等进行修改。</a:t>
              </a: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6354061" y="3429000"/>
            <a:ext cx="2439065" cy="1683544"/>
            <a:chOff x="6354061" y="3429000"/>
            <a:chExt cx="2439065" cy="1683544"/>
          </a:xfrm>
        </p:grpSpPr>
        <p:sp>
          <p:nvSpPr>
            <p:cNvPr id="258" name="Freeform 744"/>
            <p:cNvSpPr>
              <a:spLocks/>
            </p:cNvSpPr>
            <p:nvPr/>
          </p:nvSpPr>
          <p:spPr bwMode="auto">
            <a:xfrm>
              <a:off x="6354061" y="4489176"/>
              <a:ext cx="744063" cy="623368"/>
            </a:xfrm>
            <a:custGeom>
              <a:avLst/>
              <a:gdLst>
                <a:gd name="T0" fmla="*/ 2147483647 w 232"/>
                <a:gd name="T1" fmla="*/ 2147483647 h 232"/>
                <a:gd name="T2" fmla="*/ 2147483647 w 232"/>
                <a:gd name="T3" fmla="*/ 2147483647 h 232"/>
                <a:gd name="T4" fmla="*/ 2147483647 w 232"/>
                <a:gd name="T5" fmla="*/ 2147483647 h 232"/>
                <a:gd name="T6" fmla="*/ 2147483647 w 232"/>
                <a:gd name="T7" fmla="*/ 2147483647 h 232"/>
                <a:gd name="T8" fmla="*/ 2147483647 w 232"/>
                <a:gd name="T9" fmla="*/ 2147483647 h 232"/>
                <a:gd name="T10" fmla="*/ 2147483647 w 232"/>
                <a:gd name="T11" fmla="*/ 2147483647 h 232"/>
                <a:gd name="T12" fmla="*/ 0 w 232"/>
                <a:gd name="T13" fmla="*/ 2147483647 h 232"/>
                <a:gd name="T14" fmla="*/ 0 w 232"/>
                <a:gd name="T15" fmla="*/ 2147483647 h 232"/>
                <a:gd name="T16" fmla="*/ 2147483647 w 232"/>
                <a:gd name="T17" fmla="*/ 2147483647 h 232"/>
                <a:gd name="T18" fmla="*/ 2147483647 w 232"/>
                <a:gd name="T19" fmla="*/ 2147483647 h 232"/>
                <a:gd name="T20" fmla="*/ 2147483647 w 232"/>
                <a:gd name="T21" fmla="*/ 2147483647 h 232"/>
                <a:gd name="T22" fmla="*/ 2147483647 w 232"/>
                <a:gd name="T23" fmla="*/ 2147483647 h 232"/>
                <a:gd name="T24" fmla="*/ 2147483647 w 232"/>
                <a:gd name="T25" fmla="*/ 2147483647 h 232"/>
                <a:gd name="T26" fmla="*/ 2147483647 w 232"/>
                <a:gd name="T27" fmla="*/ 2147483647 h 232"/>
                <a:gd name="T28" fmla="*/ 2147483647 w 232"/>
                <a:gd name="T29" fmla="*/ 2147483647 h 232"/>
                <a:gd name="T30" fmla="*/ 2147483647 w 232"/>
                <a:gd name="T31" fmla="*/ 2147483647 h 232"/>
                <a:gd name="T32" fmla="*/ 2147483647 w 232"/>
                <a:gd name="T33" fmla="*/ 2147483647 h 232"/>
                <a:gd name="T34" fmla="*/ 2147483647 w 232"/>
                <a:gd name="T35" fmla="*/ 2147483647 h 232"/>
                <a:gd name="T36" fmla="*/ 2147483647 w 232"/>
                <a:gd name="T37" fmla="*/ 2147483647 h 232"/>
                <a:gd name="T38" fmla="*/ 2147483647 w 232"/>
                <a:gd name="T39" fmla="*/ 2147483647 h 232"/>
                <a:gd name="T40" fmla="*/ 2147483647 w 232"/>
                <a:gd name="T41" fmla="*/ 2147483647 h 232"/>
                <a:gd name="T42" fmla="*/ 2147483647 w 232"/>
                <a:gd name="T43" fmla="*/ 2147483647 h 232"/>
                <a:gd name="T44" fmla="*/ 2147483647 w 232"/>
                <a:gd name="T45" fmla="*/ 2147483647 h 232"/>
                <a:gd name="T46" fmla="*/ 2147483647 w 232"/>
                <a:gd name="T47" fmla="*/ 2147483647 h 232"/>
                <a:gd name="T48" fmla="*/ 2147483647 w 232"/>
                <a:gd name="T49" fmla="*/ 2147483647 h 232"/>
                <a:gd name="T50" fmla="*/ 2147483647 w 232"/>
                <a:gd name="T51" fmla="*/ 2147483647 h 232"/>
                <a:gd name="T52" fmla="*/ 2147483647 w 232"/>
                <a:gd name="T53" fmla="*/ 2147483647 h 232"/>
                <a:gd name="T54" fmla="*/ 2147483647 w 232"/>
                <a:gd name="T55" fmla="*/ 2147483647 h 232"/>
                <a:gd name="T56" fmla="*/ 2147483647 w 232"/>
                <a:gd name="T57" fmla="*/ 2147483647 h 232"/>
                <a:gd name="T58" fmla="*/ 2147483647 w 232"/>
                <a:gd name="T59" fmla="*/ 2147483647 h 232"/>
                <a:gd name="T60" fmla="*/ 2147483647 w 232"/>
                <a:gd name="T61" fmla="*/ 2147483647 h 232"/>
                <a:gd name="T62" fmla="*/ 2147483647 w 232"/>
                <a:gd name="T63" fmla="*/ 2147483647 h 232"/>
                <a:gd name="T64" fmla="*/ 2147483647 w 232"/>
                <a:gd name="T65" fmla="*/ 0 h 232"/>
                <a:gd name="T66" fmla="*/ 2147483647 w 232"/>
                <a:gd name="T67" fmla="*/ 0 h 232"/>
                <a:gd name="T68" fmla="*/ 2147483647 w 232"/>
                <a:gd name="T69" fmla="*/ 2147483647 h 232"/>
                <a:gd name="T70" fmla="*/ 2147483647 w 232"/>
                <a:gd name="T71" fmla="*/ 0 h 232"/>
                <a:gd name="T72" fmla="*/ 2147483647 w 232"/>
                <a:gd name="T73" fmla="*/ 2147483647 h 232"/>
                <a:gd name="T74" fmla="*/ 2147483647 w 232"/>
                <a:gd name="T75" fmla="*/ 2147483647 h 232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232"/>
                <a:gd name="T115" fmla="*/ 0 h 232"/>
                <a:gd name="T116" fmla="*/ 232 w 232"/>
                <a:gd name="T117" fmla="*/ 232 h 232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232" h="232">
                  <a:moveTo>
                    <a:pt x="80" y="24"/>
                  </a:moveTo>
                  <a:lnTo>
                    <a:pt x="72" y="72"/>
                  </a:lnTo>
                  <a:lnTo>
                    <a:pt x="56" y="80"/>
                  </a:lnTo>
                  <a:lnTo>
                    <a:pt x="40" y="112"/>
                  </a:lnTo>
                  <a:lnTo>
                    <a:pt x="24" y="128"/>
                  </a:lnTo>
                  <a:lnTo>
                    <a:pt x="8" y="128"/>
                  </a:lnTo>
                  <a:lnTo>
                    <a:pt x="0" y="136"/>
                  </a:lnTo>
                  <a:lnTo>
                    <a:pt x="0" y="152"/>
                  </a:lnTo>
                  <a:lnTo>
                    <a:pt x="16" y="144"/>
                  </a:lnTo>
                  <a:lnTo>
                    <a:pt x="48" y="144"/>
                  </a:lnTo>
                  <a:lnTo>
                    <a:pt x="72" y="168"/>
                  </a:lnTo>
                  <a:lnTo>
                    <a:pt x="80" y="168"/>
                  </a:lnTo>
                  <a:lnTo>
                    <a:pt x="96" y="160"/>
                  </a:lnTo>
                  <a:lnTo>
                    <a:pt x="120" y="160"/>
                  </a:lnTo>
                  <a:lnTo>
                    <a:pt x="128" y="208"/>
                  </a:lnTo>
                  <a:lnTo>
                    <a:pt x="152" y="208"/>
                  </a:lnTo>
                  <a:lnTo>
                    <a:pt x="168" y="208"/>
                  </a:lnTo>
                  <a:lnTo>
                    <a:pt x="192" y="224"/>
                  </a:lnTo>
                  <a:lnTo>
                    <a:pt x="216" y="232"/>
                  </a:lnTo>
                  <a:lnTo>
                    <a:pt x="216" y="224"/>
                  </a:lnTo>
                  <a:lnTo>
                    <a:pt x="208" y="208"/>
                  </a:lnTo>
                  <a:lnTo>
                    <a:pt x="208" y="200"/>
                  </a:lnTo>
                  <a:lnTo>
                    <a:pt x="216" y="176"/>
                  </a:lnTo>
                  <a:lnTo>
                    <a:pt x="224" y="168"/>
                  </a:lnTo>
                  <a:lnTo>
                    <a:pt x="216" y="144"/>
                  </a:lnTo>
                  <a:lnTo>
                    <a:pt x="216" y="120"/>
                  </a:lnTo>
                  <a:lnTo>
                    <a:pt x="208" y="96"/>
                  </a:lnTo>
                  <a:lnTo>
                    <a:pt x="216" y="72"/>
                  </a:lnTo>
                  <a:lnTo>
                    <a:pt x="232" y="40"/>
                  </a:lnTo>
                  <a:lnTo>
                    <a:pt x="232" y="16"/>
                  </a:lnTo>
                  <a:lnTo>
                    <a:pt x="224" y="8"/>
                  </a:lnTo>
                  <a:lnTo>
                    <a:pt x="200" y="8"/>
                  </a:lnTo>
                  <a:lnTo>
                    <a:pt x="192" y="0"/>
                  </a:lnTo>
                  <a:lnTo>
                    <a:pt x="160" y="0"/>
                  </a:lnTo>
                  <a:lnTo>
                    <a:pt x="128" y="8"/>
                  </a:lnTo>
                  <a:lnTo>
                    <a:pt x="104" y="0"/>
                  </a:lnTo>
                  <a:lnTo>
                    <a:pt x="80" y="8"/>
                  </a:lnTo>
                  <a:lnTo>
                    <a:pt x="80" y="24"/>
                  </a:lnTo>
                  <a:close/>
                </a:path>
              </a:pathLst>
            </a:custGeom>
            <a:solidFill>
              <a:schemeClr val="accent4"/>
            </a:solidFill>
            <a:ln w="6350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cxnSp>
          <p:nvCxnSpPr>
            <p:cNvPr id="265" name="直接连接符 264"/>
            <p:cNvCxnSpPr/>
            <p:nvPr/>
          </p:nvCxnSpPr>
          <p:spPr>
            <a:xfrm>
              <a:off x="6769593" y="3429000"/>
              <a:ext cx="2023533" cy="0"/>
            </a:xfrm>
            <a:prstGeom prst="line">
              <a:avLst/>
            </a:prstGeom>
            <a:ln w="381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6" name="矩形 265"/>
            <p:cNvSpPr/>
            <p:nvPr/>
          </p:nvSpPr>
          <p:spPr>
            <a:xfrm>
              <a:off x="6668634" y="3483923"/>
              <a:ext cx="2031325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defTabSz="609585"/>
              <a:r>
                <a:rPr lang="zh-CN" altLang="en-US" b="1" dirty="0">
                  <a:solidFill>
                    <a:schemeClr val="accent4"/>
                  </a:solidFill>
                  <a:ea typeface="微软雅黑" charset="0"/>
                </a:rPr>
                <a:t>点击此处添加标题</a:t>
              </a:r>
            </a:p>
          </p:txBody>
        </p:sp>
        <p:sp>
          <p:nvSpPr>
            <p:cNvPr id="267" name="矩形 266"/>
            <p:cNvSpPr/>
            <p:nvPr/>
          </p:nvSpPr>
          <p:spPr>
            <a:xfrm>
              <a:off x="6698363" y="3785234"/>
              <a:ext cx="2094763" cy="91210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 defTabSz="609585">
                <a:lnSpc>
                  <a:spcPct val="130000"/>
                </a:lnSpc>
              </a:pPr>
              <a:r>
                <a:rPr lang="zh-CN" altLang="en-US" sz="1050" dirty="0">
                  <a:latin typeface="微软雅黑" charset="0"/>
                  <a:ea typeface="微软雅黑" charset="0"/>
                </a:rPr>
                <a:t>标题数字等都可以通过点击和重新输入进行更改，顶部“开始”面板中可以对字体、字号、颜色、行距等进行修改。</a:t>
              </a: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8866586" y="1484109"/>
            <a:ext cx="2462741" cy="2489254"/>
            <a:chOff x="8866586" y="1484109"/>
            <a:chExt cx="2462741" cy="2489254"/>
          </a:xfrm>
        </p:grpSpPr>
        <p:sp>
          <p:nvSpPr>
            <p:cNvPr id="257" name="Freeform 682"/>
            <p:cNvSpPr>
              <a:spLocks/>
            </p:cNvSpPr>
            <p:nvPr/>
          </p:nvSpPr>
          <p:spPr bwMode="auto">
            <a:xfrm>
              <a:off x="8866586" y="2533474"/>
              <a:ext cx="2462741" cy="1439889"/>
            </a:xfrm>
            <a:custGeom>
              <a:avLst/>
              <a:gdLst>
                <a:gd name="T0" fmla="*/ 2147483647 w 768"/>
                <a:gd name="T1" fmla="*/ 2147483647 h 536"/>
                <a:gd name="T2" fmla="*/ 2147483647 w 768"/>
                <a:gd name="T3" fmla="*/ 0 h 536"/>
                <a:gd name="T4" fmla="*/ 2147483647 w 768"/>
                <a:gd name="T5" fmla="*/ 2147483647 h 536"/>
                <a:gd name="T6" fmla="*/ 2147483647 w 768"/>
                <a:gd name="T7" fmla="*/ 2147483647 h 536"/>
                <a:gd name="T8" fmla="*/ 2147483647 w 768"/>
                <a:gd name="T9" fmla="*/ 2147483647 h 536"/>
                <a:gd name="T10" fmla="*/ 2147483647 w 768"/>
                <a:gd name="T11" fmla="*/ 2147483647 h 536"/>
                <a:gd name="T12" fmla="*/ 2147483647 w 768"/>
                <a:gd name="T13" fmla="*/ 2147483647 h 536"/>
                <a:gd name="T14" fmla="*/ 2147483647 w 768"/>
                <a:gd name="T15" fmla="*/ 2147483647 h 536"/>
                <a:gd name="T16" fmla="*/ 2147483647 w 768"/>
                <a:gd name="T17" fmla="*/ 2147483647 h 536"/>
                <a:gd name="T18" fmla="*/ 2147483647 w 768"/>
                <a:gd name="T19" fmla="*/ 2147483647 h 536"/>
                <a:gd name="T20" fmla="*/ 2147483647 w 768"/>
                <a:gd name="T21" fmla="*/ 2147483647 h 536"/>
                <a:gd name="T22" fmla="*/ 2147483647 w 768"/>
                <a:gd name="T23" fmla="*/ 2147483647 h 536"/>
                <a:gd name="T24" fmla="*/ 2147483647 w 768"/>
                <a:gd name="T25" fmla="*/ 2147483647 h 536"/>
                <a:gd name="T26" fmla="*/ 2147483647 w 768"/>
                <a:gd name="T27" fmla="*/ 2147483647 h 536"/>
                <a:gd name="T28" fmla="*/ 0 w 768"/>
                <a:gd name="T29" fmla="*/ 2147483647 h 536"/>
                <a:gd name="T30" fmla="*/ 0 w 768"/>
                <a:gd name="T31" fmla="*/ 2147483647 h 536"/>
                <a:gd name="T32" fmla="*/ 2147483647 w 768"/>
                <a:gd name="T33" fmla="*/ 2147483647 h 536"/>
                <a:gd name="T34" fmla="*/ 2147483647 w 768"/>
                <a:gd name="T35" fmla="*/ 2147483647 h 536"/>
                <a:gd name="T36" fmla="*/ 2147483647 w 768"/>
                <a:gd name="T37" fmla="*/ 2147483647 h 536"/>
                <a:gd name="T38" fmla="*/ 2147483647 w 768"/>
                <a:gd name="T39" fmla="*/ 2147483647 h 536"/>
                <a:gd name="T40" fmla="*/ 2147483647 w 768"/>
                <a:gd name="T41" fmla="*/ 2147483647 h 536"/>
                <a:gd name="T42" fmla="*/ 2147483647 w 768"/>
                <a:gd name="T43" fmla="*/ 2147483647 h 536"/>
                <a:gd name="T44" fmla="*/ 2147483647 w 768"/>
                <a:gd name="T45" fmla="*/ 2147483647 h 536"/>
                <a:gd name="T46" fmla="*/ 2147483647 w 768"/>
                <a:gd name="T47" fmla="*/ 2147483647 h 536"/>
                <a:gd name="T48" fmla="*/ 2147483647 w 768"/>
                <a:gd name="T49" fmla="*/ 2147483647 h 536"/>
                <a:gd name="T50" fmla="*/ 2147483647 w 768"/>
                <a:gd name="T51" fmla="*/ 2147483647 h 536"/>
                <a:gd name="T52" fmla="*/ 2147483647 w 768"/>
                <a:gd name="T53" fmla="*/ 2147483647 h 536"/>
                <a:gd name="T54" fmla="*/ 2147483647 w 768"/>
                <a:gd name="T55" fmla="*/ 2147483647 h 536"/>
                <a:gd name="T56" fmla="*/ 2147483647 w 768"/>
                <a:gd name="T57" fmla="*/ 2147483647 h 536"/>
                <a:gd name="T58" fmla="*/ 2147483647 w 768"/>
                <a:gd name="T59" fmla="*/ 2147483647 h 536"/>
                <a:gd name="T60" fmla="*/ 2147483647 w 768"/>
                <a:gd name="T61" fmla="*/ 2147483647 h 536"/>
                <a:gd name="T62" fmla="*/ 2147483647 w 768"/>
                <a:gd name="T63" fmla="*/ 2147483647 h 536"/>
                <a:gd name="T64" fmla="*/ 2147483647 w 768"/>
                <a:gd name="T65" fmla="*/ 2147483647 h 536"/>
                <a:gd name="T66" fmla="*/ 2147483647 w 768"/>
                <a:gd name="T67" fmla="*/ 2147483647 h 536"/>
                <a:gd name="T68" fmla="*/ 2147483647 w 768"/>
                <a:gd name="T69" fmla="*/ 2147483647 h 536"/>
                <a:gd name="T70" fmla="*/ 2147483647 w 768"/>
                <a:gd name="T71" fmla="*/ 2147483647 h 536"/>
                <a:gd name="T72" fmla="*/ 2147483647 w 768"/>
                <a:gd name="T73" fmla="*/ 2147483647 h 536"/>
                <a:gd name="T74" fmla="*/ 2147483647 w 768"/>
                <a:gd name="T75" fmla="*/ 2147483647 h 536"/>
                <a:gd name="T76" fmla="*/ 2147483647 w 768"/>
                <a:gd name="T77" fmla="*/ 2147483647 h 536"/>
                <a:gd name="T78" fmla="*/ 2147483647 w 768"/>
                <a:gd name="T79" fmla="*/ 2147483647 h 536"/>
                <a:gd name="T80" fmla="*/ 2147483647 w 768"/>
                <a:gd name="T81" fmla="*/ 2147483647 h 536"/>
                <a:gd name="T82" fmla="*/ 2147483647 w 768"/>
                <a:gd name="T83" fmla="*/ 2147483647 h 536"/>
                <a:gd name="T84" fmla="*/ 2147483647 w 768"/>
                <a:gd name="T85" fmla="*/ 2147483647 h 536"/>
                <a:gd name="T86" fmla="*/ 2147483647 w 768"/>
                <a:gd name="T87" fmla="*/ 2147483647 h 536"/>
                <a:gd name="T88" fmla="*/ 2147483647 w 768"/>
                <a:gd name="T89" fmla="*/ 2147483647 h 536"/>
                <a:gd name="T90" fmla="*/ 2147483647 w 768"/>
                <a:gd name="T91" fmla="*/ 2147483647 h 536"/>
                <a:gd name="T92" fmla="*/ 2147483647 w 768"/>
                <a:gd name="T93" fmla="*/ 2147483647 h 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w 768"/>
                <a:gd name="T142" fmla="*/ 0 h 536"/>
                <a:gd name="T143" fmla="*/ 768 w 768"/>
                <a:gd name="T144" fmla="*/ 536 h 536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T141" t="T142" r="T143" b="T144"/>
              <a:pathLst>
                <a:path w="768" h="536">
                  <a:moveTo>
                    <a:pt x="744" y="152"/>
                  </a:moveTo>
                  <a:lnTo>
                    <a:pt x="768" y="96"/>
                  </a:lnTo>
                  <a:lnTo>
                    <a:pt x="720" y="96"/>
                  </a:lnTo>
                  <a:lnTo>
                    <a:pt x="712" y="80"/>
                  </a:lnTo>
                  <a:lnTo>
                    <a:pt x="680" y="72"/>
                  </a:lnTo>
                  <a:lnTo>
                    <a:pt x="640" y="0"/>
                  </a:lnTo>
                  <a:lnTo>
                    <a:pt x="600" y="0"/>
                  </a:lnTo>
                  <a:lnTo>
                    <a:pt x="592" y="16"/>
                  </a:lnTo>
                  <a:lnTo>
                    <a:pt x="568" y="64"/>
                  </a:lnTo>
                  <a:lnTo>
                    <a:pt x="544" y="64"/>
                  </a:lnTo>
                  <a:lnTo>
                    <a:pt x="536" y="72"/>
                  </a:lnTo>
                  <a:lnTo>
                    <a:pt x="544" y="72"/>
                  </a:lnTo>
                  <a:lnTo>
                    <a:pt x="536" y="72"/>
                  </a:lnTo>
                  <a:lnTo>
                    <a:pt x="528" y="88"/>
                  </a:lnTo>
                  <a:lnTo>
                    <a:pt x="528" y="104"/>
                  </a:lnTo>
                  <a:lnTo>
                    <a:pt x="568" y="112"/>
                  </a:lnTo>
                  <a:lnTo>
                    <a:pt x="576" y="128"/>
                  </a:lnTo>
                  <a:lnTo>
                    <a:pt x="536" y="136"/>
                  </a:lnTo>
                  <a:lnTo>
                    <a:pt x="512" y="152"/>
                  </a:lnTo>
                  <a:lnTo>
                    <a:pt x="480" y="160"/>
                  </a:lnTo>
                  <a:lnTo>
                    <a:pt x="472" y="192"/>
                  </a:lnTo>
                  <a:lnTo>
                    <a:pt x="432" y="192"/>
                  </a:lnTo>
                  <a:lnTo>
                    <a:pt x="384" y="224"/>
                  </a:lnTo>
                  <a:lnTo>
                    <a:pt x="344" y="200"/>
                  </a:lnTo>
                  <a:lnTo>
                    <a:pt x="296" y="200"/>
                  </a:lnTo>
                  <a:lnTo>
                    <a:pt x="264" y="160"/>
                  </a:lnTo>
                  <a:lnTo>
                    <a:pt x="208" y="144"/>
                  </a:lnTo>
                  <a:lnTo>
                    <a:pt x="208" y="104"/>
                  </a:lnTo>
                  <a:lnTo>
                    <a:pt x="184" y="96"/>
                  </a:lnTo>
                  <a:lnTo>
                    <a:pt x="176" y="88"/>
                  </a:lnTo>
                  <a:lnTo>
                    <a:pt x="176" y="96"/>
                  </a:lnTo>
                  <a:lnTo>
                    <a:pt x="176" y="88"/>
                  </a:lnTo>
                  <a:lnTo>
                    <a:pt x="168" y="88"/>
                  </a:lnTo>
                  <a:lnTo>
                    <a:pt x="168" y="96"/>
                  </a:lnTo>
                  <a:lnTo>
                    <a:pt x="168" y="88"/>
                  </a:lnTo>
                  <a:lnTo>
                    <a:pt x="152" y="96"/>
                  </a:lnTo>
                  <a:lnTo>
                    <a:pt x="144" y="120"/>
                  </a:lnTo>
                  <a:lnTo>
                    <a:pt x="112" y="112"/>
                  </a:lnTo>
                  <a:lnTo>
                    <a:pt x="104" y="152"/>
                  </a:lnTo>
                  <a:lnTo>
                    <a:pt x="80" y="160"/>
                  </a:lnTo>
                  <a:lnTo>
                    <a:pt x="72" y="208"/>
                  </a:lnTo>
                  <a:lnTo>
                    <a:pt x="56" y="224"/>
                  </a:lnTo>
                  <a:lnTo>
                    <a:pt x="32" y="240"/>
                  </a:lnTo>
                  <a:lnTo>
                    <a:pt x="0" y="248"/>
                  </a:lnTo>
                  <a:lnTo>
                    <a:pt x="0" y="264"/>
                  </a:lnTo>
                  <a:lnTo>
                    <a:pt x="8" y="272"/>
                  </a:lnTo>
                  <a:lnTo>
                    <a:pt x="8" y="280"/>
                  </a:lnTo>
                  <a:lnTo>
                    <a:pt x="0" y="288"/>
                  </a:lnTo>
                  <a:lnTo>
                    <a:pt x="8" y="296"/>
                  </a:lnTo>
                  <a:lnTo>
                    <a:pt x="24" y="296"/>
                  </a:lnTo>
                  <a:lnTo>
                    <a:pt x="32" y="312"/>
                  </a:lnTo>
                  <a:lnTo>
                    <a:pt x="48" y="312"/>
                  </a:lnTo>
                  <a:lnTo>
                    <a:pt x="72" y="312"/>
                  </a:lnTo>
                  <a:lnTo>
                    <a:pt x="80" y="320"/>
                  </a:lnTo>
                  <a:lnTo>
                    <a:pt x="64" y="344"/>
                  </a:lnTo>
                  <a:lnTo>
                    <a:pt x="64" y="360"/>
                  </a:lnTo>
                  <a:lnTo>
                    <a:pt x="56" y="368"/>
                  </a:lnTo>
                  <a:lnTo>
                    <a:pt x="64" y="384"/>
                  </a:lnTo>
                  <a:lnTo>
                    <a:pt x="88" y="392"/>
                  </a:lnTo>
                  <a:lnTo>
                    <a:pt x="80" y="400"/>
                  </a:lnTo>
                  <a:lnTo>
                    <a:pt x="88" y="400"/>
                  </a:lnTo>
                  <a:lnTo>
                    <a:pt x="120" y="408"/>
                  </a:lnTo>
                  <a:lnTo>
                    <a:pt x="144" y="424"/>
                  </a:lnTo>
                  <a:lnTo>
                    <a:pt x="168" y="424"/>
                  </a:lnTo>
                  <a:lnTo>
                    <a:pt x="176" y="432"/>
                  </a:lnTo>
                  <a:lnTo>
                    <a:pt x="184" y="432"/>
                  </a:lnTo>
                  <a:lnTo>
                    <a:pt x="192" y="440"/>
                  </a:lnTo>
                  <a:lnTo>
                    <a:pt x="208" y="440"/>
                  </a:lnTo>
                  <a:lnTo>
                    <a:pt x="224" y="440"/>
                  </a:lnTo>
                  <a:lnTo>
                    <a:pt x="240" y="424"/>
                  </a:lnTo>
                  <a:lnTo>
                    <a:pt x="256" y="416"/>
                  </a:lnTo>
                  <a:lnTo>
                    <a:pt x="272" y="416"/>
                  </a:lnTo>
                  <a:lnTo>
                    <a:pt x="288" y="424"/>
                  </a:lnTo>
                  <a:lnTo>
                    <a:pt x="296" y="424"/>
                  </a:lnTo>
                  <a:lnTo>
                    <a:pt x="304" y="432"/>
                  </a:lnTo>
                  <a:lnTo>
                    <a:pt x="312" y="448"/>
                  </a:lnTo>
                  <a:lnTo>
                    <a:pt x="304" y="472"/>
                  </a:lnTo>
                  <a:lnTo>
                    <a:pt x="304" y="480"/>
                  </a:lnTo>
                  <a:lnTo>
                    <a:pt x="312" y="488"/>
                  </a:lnTo>
                  <a:lnTo>
                    <a:pt x="320" y="496"/>
                  </a:lnTo>
                  <a:lnTo>
                    <a:pt x="320" y="504"/>
                  </a:lnTo>
                  <a:lnTo>
                    <a:pt x="344" y="512"/>
                  </a:lnTo>
                  <a:lnTo>
                    <a:pt x="336" y="520"/>
                  </a:lnTo>
                  <a:lnTo>
                    <a:pt x="360" y="512"/>
                  </a:lnTo>
                  <a:lnTo>
                    <a:pt x="360" y="496"/>
                  </a:lnTo>
                  <a:lnTo>
                    <a:pt x="400" y="496"/>
                  </a:lnTo>
                  <a:lnTo>
                    <a:pt x="416" y="512"/>
                  </a:lnTo>
                  <a:lnTo>
                    <a:pt x="424" y="520"/>
                  </a:lnTo>
                  <a:lnTo>
                    <a:pt x="432" y="520"/>
                  </a:lnTo>
                  <a:lnTo>
                    <a:pt x="456" y="536"/>
                  </a:lnTo>
                  <a:lnTo>
                    <a:pt x="456" y="520"/>
                  </a:lnTo>
                  <a:lnTo>
                    <a:pt x="488" y="512"/>
                  </a:lnTo>
                  <a:lnTo>
                    <a:pt x="496" y="504"/>
                  </a:lnTo>
                  <a:lnTo>
                    <a:pt x="504" y="504"/>
                  </a:lnTo>
                  <a:lnTo>
                    <a:pt x="512" y="504"/>
                  </a:lnTo>
                  <a:lnTo>
                    <a:pt x="528" y="496"/>
                  </a:lnTo>
                  <a:lnTo>
                    <a:pt x="544" y="488"/>
                  </a:lnTo>
                  <a:lnTo>
                    <a:pt x="568" y="472"/>
                  </a:lnTo>
                  <a:lnTo>
                    <a:pt x="576" y="456"/>
                  </a:lnTo>
                  <a:lnTo>
                    <a:pt x="584" y="440"/>
                  </a:lnTo>
                  <a:lnTo>
                    <a:pt x="600" y="416"/>
                  </a:lnTo>
                  <a:lnTo>
                    <a:pt x="600" y="400"/>
                  </a:lnTo>
                  <a:lnTo>
                    <a:pt x="592" y="392"/>
                  </a:lnTo>
                  <a:lnTo>
                    <a:pt x="600" y="384"/>
                  </a:lnTo>
                  <a:lnTo>
                    <a:pt x="592" y="368"/>
                  </a:lnTo>
                  <a:lnTo>
                    <a:pt x="576" y="328"/>
                  </a:lnTo>
                  <a:lnTo>
                    <a:pt x="576" y="320"/>
                  </a:lnTo>
                  <a:lnTo>
                    <a:pt x="592" y="304"/>
                  </a:lnTo>
                  <a:lnTo>
                    <a:pt x="608" y="296"/>
                  </a:lnTo>
                  <a:lnTo>
                    <a:pt x="608" y="288"/>
                  </a:lnTo>
                  <a:lnTo>
                    <a:pt x="584" y="288"/>
                  </a:lnTo>
                  <a:lnTo>
                    <a:pt x="576" y="288"/>
                  </a:lnTo>
                  <a:lnTo>
                    <a:pt x="568" y="288"/>
                  </a:lnTo>
                  <a:lnTo>
                    <a:pt x="560" y="272"/>
                  </a:lnTo>
                  <a:lnTo>
                    <a:pt x="552" y="264"/>
                  </a:lnTo>
                  <a:lnTo>
                    <a:pt x="568" y="256"/>
                  </a:lnTo>
                  <a:lnTo>
                    <a:pt x="584" y="248"/>
                  </a:lnTo>
                  <a:lnTo>
                    <a:pt x="600" y="232"/>
                  </a:lnTo>
                  <a:lnTo>
                    <a:pt x="608" y="232"/>
                  </a:lnTo>
                  <a:lnTo>
                    <a:pt x="600" y="248"/>
                  </a:lnTo>
                  <a:lnTo>
                    <a:pt x="608" y="256"/>
                  </a:lnTo>
                  <a:lnTo>
                    <a:pt x="616" y="256"/>
                  </a:lnTo>
                  <a:lnTo>
                    <a:pt x="640" y="248"/>
                  </a:lnTo>
                  <a:lnTo>
                    <a:pt x="656" y="256"/>
                  </a:lnTo>
                  <a:lnTo>
                    <a:pt x="664" y="272"/>
                  </a:lnTo>
                  <a:lnTo>
                    <a:pt x="664" y="280"/>
                  </a:lnTo>
                  <a:lnTo>
                    <a:pt x="664" y="304"/>
                  </a:lnTo>
                  <a:lnTo>
                    <a:pt x="656" y="328"/>
                  </a:lnTo>
                  <a:lnTo>
                    <a:pt x="672" y="328"/>
                  </a:lnTo>
                  <a:lnTo>
                    <a:pt x="688" y="320"/>
                  </a:lnTo>
                  <a:lnTo>
                    <a:pt x="696" y="312"/>
                  </a:lnTo>
                  <a:lnTo>
                    <a:pt x="704" y="304"/>
                  </a:lnTo>
                  <a:lnTo>
                    <a:pt x="688" y="272"/>
                  </a:lnTo>
                  <a:lnTo>
                    <a:pt x="688" y="264"/>
                  </a:lnTo>
                  <a:lnTo>
                    <a:pt x="688" y="248"/>
                  </a:lnTo>
                  <a:lnTo>
                    <a:pt x="688" y="240"/>
                  </a:lnTo>
                  <a:lnTo>
                    <a:pt x="680" y="224"/>
                  </a:lnTo>
                  <a:lnTo>
                    <a:pt x="688" y="216"/>
                  </a:lnTo>
                  <a:lnTo>
                    <a:pt x="704" y="200"/>
                  </a:lnTo>
                  <a:lnTo>
                    <a:pt x="720" y="200"/>
                  </a:lnTo>
                  <a:lnTo>
                    <a:pt x="728" y="160"/>
                  </a:lnTo>
                  <a:lnTo>
                    <a:pt x="744" y="152"/>
                  </a:lnTo>
                  <a:close/>
                </a:path>
              </a:pathLst>
            </a:custGeom>
            <a:solidFill>
              <a:schemeClr val="accent5"/>
            </a:solidFill>
            <a:ln w="6350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cxnSp>
          <p:nvCxnSpPr>
            <p:cNvPr id="268" name="直接连接符 267"/>
            <p:cNvCxnSpPr/>
            <p:nvPr/>
          </p:nvCxnSpPr>
          <p:spPr>
            <a:xfrm>
              <a:off x="8997274" y="1484109"/>
              <a:ext cx="2023533" cy="0"/>
            </a:xfrm>
            <a:prstGeom prst="line">
              <a:avLst/>
            </a:prstGeom>
            <a:ln w="381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9" name="矩形 268"/>
            <p:cNvSpPr/>
            <p:nvPr/>
          </p:nvSpPr>
          <p:spPr>
            <a:xfrm>
              <a:off x="8896315" y="1539032"/>
              <a:ext cx="2031325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defTabSz="609585"/>
              <a:r>
                <a:rPr lang="zh-CN" altLang="en-US" b="1" dirty="0">
                  <a:solidFill>
                    <a:schemeClr val="accent5"/>
                  </a:solidFill>
                  <a:ea typeface="微软雅黑" charset="0"/>
                </a:rPr>
                <a:t>点击此处添加标题</a:t>
              </a:r>
            </a:p>
          </p:txBody>
        </p:sp>
        <p:sp>
          <p:nvSpPr>
            <p:cNvPr id="270" name="矩形 269"/>
            <p:cNvSpPr/>
            <p:nvPr/>
          </p:nvSpPr>
          <p:spPr>
            <a:xfrm>
              <a:off x="8926044" y="1840343"/>
              <a:ext cx="2094763" cy="91210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 defTabSz="609585">
                <a:lnSpc>
                  <a:spcPct val="130000"/>
                </a:lnSpc>
              </a:pPr>
              <a:r>
                <a:rPr lang="zh-CN" altLang="en-US" sz="1050" dirty="0">
                  <a:latin typeface="微软雅黑" charset="0"/>
                  <a:ea typeface="微软雅黑" charset="0"/>
                </a:rPr>
                <a:t>标题数字等都可以通过点击和重新输入进行更改，顶部“开始”面板中可以对字体、字号、颜色、行距等进行修改。</a:t>
              </a: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457841" y="4489176"/>
            <a:ext cx="3970567" cy="1395991"/>
            <a:chOff x="457841" y="4489176"/>
            <a:chExt cx="3970567" cy="1395991"/>
          </a:xfrm>
        </p:grpSpPr>
        <p:sp>
          <p:nvSpPr>
            <p:cNvPr id="260" name="Freeform 795"/>
            <p:cNvSpPr>
              <a:spLocks/>
            </p:cNvSpPr>
            <p:nvPr/>
          </p:nvSpPr>
          <p:spPr bwMode="auto">
            <a:xfrm>
              <a:off x="2864305" y="4489176"/>
              <a:ext cx="1564103" cy="1395991"/>
            </a:xfrm>
            <a:custGeom>
              <a:avLst/>
              <a:gdLst>
                <a:gd name="T0" fmla="*/ 2147483647 w 488"/>
                <a:gd name="T1" fmla="*/ 2147483647 h 520"/>
                <a:gd name="T2" fmla="*/ 2147483647 w 488"/>
                <a:gd name="T3" fmla="*/ 2147483647 h 520"/>
                <a:gd name="T4" fmla="*/ 2147483647 w 488"/>
                <a:gd name="T5" fmla="*/ 2147483647 h 520"/>
                <a:gd name="T6" fmla="*/ 2147483647 w 488"/>
                <a:gd name="T7" fmla="*/ 2147483647 h 520"/>
                <a:gd name="T8" fmla="*/ 2147483647 w 488"/>
                <a:gd name="T9" fmla="*/ 2147483647 h 520"/>
                <a:gd name="T10" fmla="*/ 2147483647 w 488"/>
                <a:gd name="T11" fmla="*/ 2147483647 h 520"/>
                <a:gd name="T12" fmla="*/ 2147483647 w 488"/>
                <a:gd name="T13" fmla="*/ 2147483647 h 520"/>
                <a:gd name="T14" fmla="*/ 2147483647 w 488"/>
                <a:gd name="T15" fmla="*/ 2147483647 h 520"/>
                <a:gd name="T16" fmla="*/ 2147483647 w 488"/>
                <a:gd name="T17" fmla="*/ 2147483647 h 520"/>
                <a:gd name="T18" fmla="*/ 2147483647 w 488"/>
                <a:gd name="T19" fmla="*/ 2147483647 h 520"/>
                <a:gd name="T20" fmla="*/ 2147483647 w 488"/>
                <a:gd name="T21" fmla="*/ 2147483647 h 520"/>
                <a:gd name="T22" fmla="*/ 2147483647 w 488"/>
                <a:gd name="T23" fmla="*/ 2147483647 h 520"/>
                <a:gd name="T24" fmla="*/ 2147483647 w 488"/>
                <a:gd name="T25" fmla="*/ 2147483647 h 520"/>
                <a:gd name="T26" fmla="*/ 2147483647 w 488"/>
                <a:gd name="T27" fmla="*/ 2147483647 h 520"/>
                <a:gd name="T28" fmla="*/ 2147483647 w 488"/>
                <a:gd name="T29" fmla="*/ 2147483647 h 520"/>
                <a:gd name="T30" fmla="*/ 2147483647 w 488"/>
                <a:gd name="T31" fmla="*/ 2147483647 h 520"/>
                <a:gd name="T32" fmla="*/ 2147483647 w 488"/>
                <a:gd name="T33" fmla="*/ 2147483647 h 520"/>
                <a:gd name="T34" fmla="*/ 2147483647 w 488"/>
                <a:gd name="T35" fmla="*/ 2147483647 h 520"/>
                <a:gd name="T36" fmla="*/ 2147483647 w 488"/>
                <a:gd name="T37" fmla="*/ 2147483647 h 520"/>
                <a:gd name="T38" fmla="*/ 2147483647 w 488"/>
                <a:gd name="T39" fmla="*/ 2147483647 h 520"/>
                <a:gd name="T40" fmla="*/ 2147483647 w 488"/>
                <a:gd name="T41" fmla="*/ 2147483647 h 520"/>
                <a:gd name="T42" fmla="*/ 2147483647 w 488"/>
                <a:gd name="T43" fmla="*/ 2147483647 h 520"/>
                <a:gd name="T44" fmla="*/ 2147483647 w 488"/>
                <a:gd name="T45" fmla="*/ 2147483647 h 520"/>
                <a:gd name="T46" fmla="*/ 2147483647 w 488"/>
                <a:gd name="T47" fmla="*/ 0 h 520"/>
                <a:gd name="T48" fmla="*/ 2147483647 w 488"/>
                <a:gd name="T49" fmla="*/ 2147483647 h 520"/>
                <a:gd name="T50" fmla="*/ 2147483647 w 488"/>
                <a:gd name="T51" fmla="*/ 2147483647 h 520"/>
                <a:gd name="T52" fmla="*/ 2147483647 w 488"/>
                <a:gd name="T53" fmla="*/ 2147483647 h 520"/>
                <a:gd name="T54" fmla="*/ 2147483647 w 488"/>
                <a:gd name="T55" fmla="*/ 2147483647 h 520"/>
                <a:gd name="T56" fmla="*/ 2147483647 w 488"/>
                <a:gd name="T57" fmla="*/ 2147483647 h 520"/>
                <a:gd name="T58" fmla="*/ 2147483647 w 488"/>
                <a:gd name="T59" fmla="*/ 2147483647 h 520"/>
                <a:gd name="T60" fmla="*/ 0 w 488"/>
                <a:gd name="T61" fmla="*/ 2147483647 h 520"/>
                <a:gd name="T62" fmla="*/ 2147483647 w 488"/>
                <a:gd name="T63" fmla="*/ 2147483647 h 520"/>
                <a:gd name="T64" fmla="*/ 2147483647 w 488"/>
                <a:gd name="T65" fmla="*/ 2147483647 h 520"/>
                <a:gd name="T66" fmla="*/ 2147483647 w 488"/>
                <a:gd name="T67" fmla="*/ 2147483647 h 520"/>
                <a:gd name="T68" fmla="*/ 2147483647 w 488"/>
                <a:gd name="T69" fmla="*/ 2147483647 h 520"/>
                <a:gd name="T70" fmla="*/ 2147483647 w 488"/>
                <a:gd name="T71" fmla="*/ 2147483647 h 520"/>
                <a:gd name="T72" fmla="*/ 2147483647 w 488"/>
                <a:gd name="T73" fmla="*/ 2147483647 h 520"/>
                <a:gd name="T74" fmla="*/ 2147483647 w 488"/>
                <a:gd name="T75" fmla="*/ 2147483647 h 520"/>
                <a:gd name="T76" fmla="*/ 2147483647 w 488"/>
                <a:gd name="T77" fmla="*/ 2147483647 h 520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w 488"/>
                <a:gd name="T118" fmla="*/ 0 h 520"/>
                <a:gd name="T119" fmla="*/ 488 w 488"/>
                <a:gd name="T120" fmla="*/ 520 h 520"/>
              </a:gdLst>
              <a:ahLst/>
              <a:cxnLst>
                <a:cxn ang="T78">
                  <a:pos x="T0" y="T1"/>
                </a:cxn>
                <a:cxn ang="T79">
                  <a:pos x="T2" y="T3"/>
                </a:cxn>
                <a:cxn ang="T80">
                  <a:pos x="T4" y="T5"/>
                </a:cxn>
                <a:cxn ang="T81">
                  <a:pos x="T6" y="T7"/>
                </a:cxn>
                <a:cxn ang="T82">
                  <a:pos x="T8" y="T9"/>
                </a:cxn>
                <a:cxn ang="T83">
                  <a:pos x="T10" y="T11"/>
                </a:cxn>
                <a:cxn ang="T84">
                  <a:pos x="T12" y="T13"/>
                </a:cxn>
                <a:cxn ang="T85">
                  <a:pos x="T14" y="T15"/>
                </a:cxn>
                <a:cxn ang="T86">
                  <a:pos x="T16" y="T17"/>
                </a:cxn>
                <a:cxn ang="T87">
                  <a:pos x="T18" y="T19"/>
                </a:cxn>
                <a:cxn ang="T88">
                  <a:pos x="T20" y="T21"/>
                </a:cxn>
                <a:cxn ang="T89">
                  <a:pos x="T22" y="T23"/>
                </a:cxn>
                <a:cxn ang="T90">
                  <a:pos x="T24" y="T25"/>
                </a:cxn>
                <a:cxn ang="T91">
                  <a:pos x="T26" y="T27"/>
                </a:cxn>
                <a:cxn ang="T92">
                  <a:pos x="T28" y="T29"/>
                </a:cxn>
                <a:cxn ang="T93">
                  <a:pos x="T30" y="T31"/>
                </a:cxn>
                <a:cxn ang="T94">
                  <a:pos x="T32" y="T33"/>
                </a:cxn>
                <a:cxn ang="T95">
                  <a:pos x="T34" y="T35"/>
                </a:cxn>
                <a:cxn ang="T96">
                  <a:pos x="T36" y="T37"/>
                </a:cxn>
                <a:cxn ang="T97">
                  <a:pos x="T38" y="T39"/>
                </a:cxn>
                <a:cxn ang="T98">
                  <a:pos x="T40" y="T41"/>
                </a:cxn>
                <a:cxn ang="T99">
                  <a:pos x="T42" y="T43"/>
                </a:cxn>
                <a:cxn ang="T100">
                  <a:pos x="T44" y="T45"/>
                </a:cxn>
                <a:cxn ang="T101">
                  <a:pos x="T46" y="T47"/>
                </a:cxn>
                <a:cxn ang="T102">
                  <a:pos x="T48" y="T49"/>
                </a:cxn>
                <a:cxn ang="T103">
                  <a:pos x="T50" y="T51"/>
                </a:cxn>
                <a:cxn ang="T104">
                  <a:pos x="T52" y="T53"/>
                </a:cxn>
                <a:cxn ang="T105">
                  <a:pos x="T54" y="T55"/>
                </a:cxn>
                <a:cxn ang="T106">
                  <a:pos x="T56" y="T57"/>
                </a:cxn>
                <a:cxn ang="T107">
                  <a:pos x="T58" y="T59"/>
                </a:cxn>
                <a:cxn ang="T108">
                  <a:pos x="T60" y="T61"/>
                </a:cxn>
                <a:cxn ang="T109">
                  <a:pos x="T62" y="T63"/>
                </a:cxn>
                <a:cxn ang="T110">
                  <a:pos x="T64" y="T65"/>
                </a:cxn>
                <a:cxn ang="T111">
                  <a:pos x="T66" y="T67"/>
                </a:cxn>
                <a:cxn ang="T112">
                  <a:pos x="T68" y="T69"/>
                </a:cxn>
                <a:cxn ang="T113">
                  <a:pos x="T70" y="T71"/>
                </a:cxn>
                <a:cxn ang="T114">
                  <a:pos x="T72" y="T73"/>
                </a:cxn>
                <a:cxn ang="T115">
                  <a:pos x="T74" y="T75"/>
                </a:cxn>
                <a:cxn ang="T116">
                  <a:pos x="T76" y="T77"/>
                </a:cxn>
              </a:cxnLst>
              <a:rect l="T117" t="T118" r="T119" b="T120"/>
              <a:pathLst>
                <a:path w="488" h="520">
                  <a:moveTo>
                    <a:pt x="248" y="400"/>
                  </a:moveTo>
                  <a:lnTo>
                    <a:pt x="248" y="408"/>
                  </a:lnTo>
                  <a:lnTo>
                    <a:pt x="240" y="432"/>
                  </a:lnTo>
                  <a:lnTo>
                    <a:pt x="232" y="440"/>
                  </a:lnTo>
                  <a:lnTo>
                    <a:pt x="200" y="464"/>
                  </a:lnTo>
                  <a:lnTo>
                    <a:pt x="208" y="464"/>
                  </a:lnTo>
                  <a:lnTo>
                    <a:pt x="200" y="464"/>
                  </a:lnTo>
                  <a:lnTo>
                    <a:pt x="216" y="472"/>
                  </a:lnTo>
                  <a:lnTo>
                    <a:pt x="232" y="480"/>
                  </a:lnTo>
                  <a:lnTo>
                    <a:pt x="248" y="496"/>
                  </a:lnTo>
                  <a:lnTo>
                    <a:pt x="256" y="520"/>
                  </a:lnTo>
                  <a:lnTo>
                    <a:pt x="264" y="504"/>
                  </a:lnTo>
                  <a:lnTo>
                    <a:pt x="280" y="488"/>
                  </a:lnTo>
                  <a:lnTo>
                    <a:pt x="296" y="472"/>
                  </a:lnTo>
                  <a:lnTo>
                    <a:pt x="312" y="416"/>
                  </a:lnTo>
                  <a:lnTo>
                    <a:pt x="328" y="392"/>
                  </a:lnTo>
                  <a:lnTo>
                    <a:pt x="368" y="368"/>
                  </a:lnTo>
                  <a:lnTo>
                    <a:pt x="400" y="360"/>
                  </a:lnTo>
                  <a:lnTo>
                    <a:pt x="408" y="360"/>
                  </a:lnTo>
                  <a:lnTo>
                    <a:pt x="416" y="344"/>
                  </a:lnTo>
                  <a:lnTo>
                    <a:pt x="416" y="328"/>
                  </a:lnTo>
                  <a:lnTo>
                    <a:pt x="432" y="304"/>
                  </a:lnTo>
                  <a:lnTo>
                    <a:pt x="432" y="296"/>
                  </a:lnTo>
                  <a:lnTo>
                    <a:pt x="440" y="232"/>
                  </a:lnTo>
                  <a:lnTo>
                    <a:pt x="448" y="224"/>
                  </a:lnTo>
                  <a:lnTo>
                    <a:pt x="488" y="176"/>
                  </a:lnTo>
                  <a:lnTo>
                    <a:pt x="488" y="160"/>
                  </a:lnTo>
                  <a:lnTo>
                    <a:pt x="480" y="136"/>
                  </a:lnTo>
                  <a:lnTo>
                    <a:pt x="456" y="128"/>
                  </a:lnTo>
                  <a:lnTo>
                    <a:pt x="424" y="104"/>
                  </a:lnTo>
                  <a:lnTo>
                    <a:pt x="384" y="104"/>
                  </a:lnTo>
                  <a:lnTo>
                    <a:pt x="368" y="96"/>
                  </a:lnTo>
                  <a:lnTo>
                    <a:pt x="360" y="88"/>
                  </a:lnTo>
                  <a:lnTo>
                    <a:pt x="328" y="72"/>
                  </a:lnTo>
                  <a:lnTo>
                    <a:pt x="304" y="56"/>
                  </a:lnTo>
                  <a:lnTo>
                    <a:pt x="296" y="40"/>
                  </a:lnTo>
                  <a:lnTo>
                    <a:pt x="288" y="8"/>
                  </a:lnTo>
                  <a:lnTo>
                    <a:pt x="280" y="8"/>
                  </a:lnTo>
                  <a:lnTo>
                    <a:pt x="264" y="32"/>
                  </a:lnTo>
                  <a:lnTo>
                    <a:pt x="248" y="40"/>
                  </a:lnTo>
                  <a:lnTo>
                    <a:pt x="224" y="40"/>
                  </a:lnTo>
                  <a:lnTo>
                    <a:pt x="216" y="40"/>
                  </a:lnTo>
                  <a:lnTo>
                    <a:pt x="192" y="48"/>
                  </a:lnTo>
                  <a:lnTo>
                    <a:pt x="184" y="48"/>
                  </a:lnTo>
                  <a:lnTo>
                    <a:pt x="168" y="40"/>
                  </a:lnTo>
                  <a:lnTo>
                    <a:pt x="176" y="16"/>
                  </a:lnTo>
                  <a:lnTo>
                    <a:pt x="168" y="0"/>
                  </a:lnTo>
                  <a:lnTo>
                    <a:pt x="160" y="0"/>
                  </a:lnTo>
                  <a:lnTo>
                    <a:pt x="160" y="8"/>
                  </a:lnTo>
                  <a:lnTo>
                    <a:pt x="144" y="16"/>
                  </a:lnTo>
                  <a:lnTo>
                    <a:pt x="112" y="16"/>
                  </a:lnTo>
                  <a:lnTo>
                    <a:pt x="120" y="32"/>
                  </a:lnTo>
                  <a:lnTo>
                    <a:pt x="128" y="48"/>
                  </a:lnTo>
                  <a:lnTo>
                    <a:pt x="88" y="56"/>
                  </a:lnTo>
                  <a:lnTo>
                    <a:pt x="80" y="48"/>
                  </a:lnTo>
                  <a:lnTo>
                    <a:pt x="48" y="56"/>
                  </a:lnTo>
                  <a:lnTo>
                    <a:pt x="48" y="72"/>
                  </a:lnTo>
                  <a:lnTo>
                    <a:pt x="40" y="120"/>
                  </a:lnTo>
                  <a:lnTo>
                    <a:pt x="32" y="112"/>
                  </a:lnTo>
                  <a:lnTo>
                    <a:pt x="32" y="120"/>
                  </a:lnTo>
                  <a:lnTo>
                    <a:pt x="16" y="128"/>
                  </a:lnTo>
                  <a:lnTo>
                    <a:pt x="0" y="152"/>
                  </a:lnTo>
                  <a:lnTo>
                    <a:pt x="0" y="176"/>
                  </a:lnTo>
                  <a:lnTo>
                    <a:pt x="16" y="192"/>
                  </a:lnTo>
                  <a:lnTo>
                    <a:pt x="40" y="184"/>
                  </a:lnTo>
                  <a:lnTo>
                    <a:pt x="40" y="208"/>
                  </a:lnTo>
                  <a:lnTo>
                    <a:pt x="48" y="208"/>
                  </a:lnTo>
                  <a:lnTo>
                    <a:pt x="64" y="208"/>
                  </a:lnTo>
                  <a:lnTo>
                    <a:pt x="80" y="192"/>
                  </a:lnTo>
                  <a:lnTo>
                    <a:pt x="104" y="200"/>
                  </a:lnTo>
                  <a:lnTo>
                    <a:pt x="112" y="224"/>
                  </a:lnTo>
                  <a:lnTo>
                    <a:pt x="136" y="232"/>
                  </a:lnTo>
                  <a:lnTo>
                    <a:pt x="160" y="248"/>
                  </a:lnTo>
                  <a:lnTo>
                    <a:pt x="160" y="264"/>
                  </a:lnTo>
                  <a:lnTo>
                    <a:pt x="168" y="272"/>
                  </a:lnTo>
                  <a:lnTo>
                    <a:pt x="192" y="280"/>
                  </a:lnTo>
                  <a:lnTo>
                    <a:pt x="192" y="296"/>
                  </a:lnTo>
                  <a:lnTo>
                    <a:pt x="192" y="320"/>
                  </a:lnTo>
                  <a:lnTo>
                    <a:pt x="248" y="400"/>
                  </a:lnTo>
                  <a:close/>
                </a:path>
              </a:pathLst>
            </a:custGeom>
            <a:solidFill>
              <a:schemeClr val="accent1"/>
            </a:solidFill>
            <a:ln w="3175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cxnSp>
          <p:nvCxnSpPr>
            <p:cNvPr id="271" name="直接连接符 270"/>
            <p:cNvCxnSpPr/>
            <p:nvPr/>
          </p:nvCxnSpPr>
          <p:spPr>
            <a:xfrm>
              <a:off x="558800" y="4489176"/>
              <a:ext cx="2023533" cy="0"/>
            </a:xfrm>
            <a:prstGeom prst="line">
              <a:avLst/>
            </a:prstGeom>
            <a:ln w="381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2" name="矩形 271"/>
            <p:cNvSpPr/>
            <p:nvPr/>
          </p:nvSpPr>
          <p:spPr>
            <a:xfrm>
              <a:off x="457841" y="4544099"/>
              <a:ext cx="2031325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defTabSz="609585"/>
              <a:r>
                <a:rPr lang="zh-CN" altLang="en-US" b="1" dirty="0">
                  <a:solidFill>
                    <a:schemeClr val="accent1"/>
                  </a:solidFill>
                  <a:ea typeface="微软雅黑" charset="0"/>
                </a:rPr>
                <a:t>点击此处添加标题</a:t>
              </a:r>
            </a:p>
          </p:txBody>
        </p:sp>
        <p:sp>
          <p:nvSpPr>
            <p:cNvPr id="273" name="矩形 272"/>
            <p:cNvSpPr/>
            <p:nvPr/>
          </p:nvSpPr>
          <p:spPr>
            <a:xfrm>
              <a:off x="487570" y="4845410"/>
              <a:ext cx="2094763" cy="91210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 defTabSz="609585">
                <a:lnSpc>
                  <a:spcPct val="130000"/>
                </a:lnSpc>
              </a:pPr>
              <a:r>
                <a:rPr lang="zh-CN" altLang="en-US" sz="1050" dirty="0">
                  <a:latin typeface="微软雅黑" charset="0"/>
                  <a:ea typeface="微软雅黑" charset="0"/>
                </a:rPr>
                <a:t>标题数字等都可以通过点击和重新输入进行更改，顶部“开始”面板中可以对字体、字号、颜色、行距等进行修改。</a:t>
              </a: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8539767" y="5068643"/>
            <a:ext cx="3533623" cy="1359102"/>
            <a:chOff x="8539767" y="5068643"/>
            <a:chExt cx="3533623" cy="1359102"/>
          </a:xfrm>
        </p:grpSpPr>
        <p:sp>
          <p:nvSpPr>
            <p:cNvPr id="256" name="Freeform 581"/>
            <p:cNvSpPr>
              <a:spLocks/>
            </p:cNvSpPr>
            <p:nvPr/>
          </p:nvSpPr>
          <p:spPr bwMode="auto">
            <a:xfrm>
              <a:off x="10456887" y="5068643"/>
              <a:ext cx="1616503" cy="1031628"/>
            </a:xfrm>
            <a:custGeom>
              <a:avLst/>
              <a:gdLst>
                <a:gd name="T0" fmla="*/ 2147483647 w 504"/>
                <a:gd name="T1" fmla="*/ 2147483647 h 384"/>
                <a:gd name="T2" fmla="*/ 2147483647 w 504"/>
                <a:gd name="T3" fmla="*/ 2147483647 h 384"/>
                <a:gd name="T4" fmla="*/ 0 w 504"/>
                <a:gd name="T5" fmla="*/ 2147483647 h 384"/>
                <a:gd name="T6" fmla="*/ 2147483647 w 504"/>
                <a:gd name="T7" fmla="*/ 2147483647 h 384"/>
                <a:gd name="T8" fmla="*/ 2147483647 w 504"/>
                <a:gd name="T9" fmla="*/ 2147483647 h 384"/>
                <a:gd name="T10" fmla="*/ 2147483647 w 504"/>
                <a:gd name="T11" fmla="*/ 2147483647 h 384"/>
                <a:gd name="T12" fmla="*/ 2147483647 w 504"/>
                <a:gd name="T13" fmla="*/ 2147483647 h 384"/>
                <a:gd name="T14" fmla="*/ 2147483647 w 504"/>
                <a:gd name="T15" fmla="*/ 2147483647 h 384"/>
                <a:gd name="T16" fmla="*/ 2147483647 w 504"/>
                <a:gd name="T17" fmla="*/ 2147483647 h 384"/>
                <a:gd name="T18" fmla="*/ 2147483647 w 504"/>
                <a:gd name="T19" fmla="*/ 2147483647 h 384"/>
                <a:gd name="T20" fmla="*/ 2147483647 w 504"/>
                <a:gd name="T21" fmla="*/ 0 h 384"/>
                <a:gd name="T22" fmla="*/ 2147483647 w 504"/>
                <a:gd name="T23" fmla="*/ 2147483647 h 384"/>
                <a:gd name="T24" fmla="*/ 2147483647 w 504"/>
                <a:gd name="T25" fmla="*/ 2147483647 h 384"/>
                <a:gd name="T26" fmla="*/ 2147483647 w 504"/>
                <a:gd name="T27" fmla="*/ 2147483647 h 384"/>
                <a:gd name="T28" fmla="*/ 2147483647 w 504"/>
                <a:gd name="T29" fmla="*/ 2147483647 h 384"/>
                <a:gd name="T30" fmla="*/ 2147483647 w 504"/>
                <a:gd name="T31" fmla="*/ 2147483647 h 384"/>
                <a:gd name="T32" fmla="*/ 2147483647 w 504"/>
                <a:gd name="T33" fmla="*/ 2147483647 h 384"/>
                <a:gd name="T34" fmla="*/ 2147483647 w 504"/>
                <a:gd name="T35" fmla="*/ 2147483647 h 384"/>
                <a:gd name="T36" fmla="*/ 2147483647 w 504"/>
                <a:gd name="T37" fmla="*/ 2147483647 h 384"/>
                <a:gd name="T38" fmla="*/ 2147483647 w 504"/>
                <a:gd name="T39" fmla="*/ 2147483647 h 384"/>
                <a:gd name="T40" fmla="*/ 2147483647 w 504"/>
                <a:gd name="T41" fmla="*/ 2147483647 h 384"/>
                <a:gd name="T42" fmla="*/ 2147483647 w 504"/>
                <a:gd name="T43" fmla="*/ 2147483647 h 384"/>
                <a:gd name="T44" fmla="*/ 2147483647 w 504"/>
                <a:gd name="T45" fmla="*/ 2147483647 h 384"/>
                <a:gd name="T46" fmla="*/ 2147483647 w 504"/>
                <a:gd name="T47" fmla="*/ 2147483647 h 384"/>
                <a:gd name="T48" fmla="*/ 2147483647 w 504"/>
                <a:gd name="T49" fmla="*/ 2147483647 h 384"/>
                <a:gd name="T50" fmla="*/ 2147483647 w 504"/>
                <a:gd name="T51" fmla="*/ 2147483647 h 384"/>
                <a:gd name="T52" fmla="*/ 2147483647 w 504"/>
                <a:gd name="T53" fmla="*/ 2147483647 h 384"/>
                <a:gd name="T54" fmla="*/ 2147483647 w 504"/>
                <a:gd name="T55" fmla="*/ 2147483647 h 384"/>
                <a:gd name="T56" fmla="*/ 2147483647 w 504"/>
                <a:gd name="T57" fmla="*/ 2147483647 h 384"/>
                <a:gd name="T58" fmla="*/ 2147483647 w 504"/>
                <a:gd name="T59" fmla="*/ 2147483647 h 384"/>
                <a:gd name="T60" fmla="*/ 2147483647 w 504"/>
                <a:gd name="T61" fmla="*/ 2147483647 h 384"/>
                <a:gd name="T62" fmla="*/ 2147483647 w 504"/>
                <a:gd name="T63" fmla="*/ 2147483647 h 384"/>
                <a:gd name="T64" fmla="*/ 2147483647 w 504"/>
                <a:gd name="T65" fmla="*/ 2147483647 h 384"/>
                <a:gd name="T66" fmla="*/ 2147483647 w 504"/>
                <a:gd name="T67" fmla="*/ 2147483647 h 384"/>
                <a:gd name="T68" fmla="*/ 2147483647 w 504"/>
                <a:gd name="T69" fmla="*/ 2147483647 h 384"/>
                <a:gd name="T70" fmla="*/ 2147483647 w 504"/>
                <a:gd name="T71" fmla="*/ 2147483647 h 384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504"/>
                <a:gd name="T109" fmla="*/ 0 h 384"/>
                <a:gd name="T110" fmla="*/ 504 w 504"/>
                <a:gd name="T111" fmla="*/ 384 h 384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504" h="384">
                  <a:moveTo>
                    <a:pt x="24" y="304"/>
                  </a:moveTo>
                  <a:lnTo>
                    <a:pt x="24" y="272"/>
                  </a:lnTo>
                  <a:lnTo>
                    <a:pt x="24" y="256"/>
                  </a:lnTo>
                  <a:lnTo>
                    <a:pt x="8" y="200"/>
                  </a:lnTo>
                  <a:lnTo>
                    <a:pt x="8" y="184"/>
                  </a:lnTo>
                  <a:lnTo>
                    <a:pt x="0" y="160"/>
                  </a:lnTo>
                  <a:lnTo>
                    <a:pt x="8" y="144"/>
                  </a:lnTo>
                  <a:lnTo>
                    <a:pt x="24" y="128"/>
                  </a:lnTo>
                  <a:lnTo>
                    <a:pt x="56" y="112"/>
                  </a:lnTo>
                  <a:lnTo>
                    <a:pt x="80" y="96"/>
                  </a:lnTo>
                  <a:lnTo>
                    <a:pt x="96" y="96"/>
                  </a:lnTo>
                  <a:lnTo>
                    <a:pt x="104" y="72"/>
                  </a:lnTo>
                  <a:lnTo>
                    <a:pt x="120" y="64"/>
                  </a:lnTo>
                  <a:lnTo>
                    <a:pt x="136" y="56"/>
                  </a:lnTo>
                  <a:lnTo>
                    <a:pt x="160" y="40"/>
                  </a:lnTo>
                  <a:lnTo>
                    <a:pt x="176" y="32"/>
                  </a:lnTo>
                  <a:lnTo>
                    <a:pt x="192" y="40"/>
                  </a:lnTo>
                  <a:lnTo>
                    <a:pt x="200" y="40"/>
                  </a:lnTo>
                  <a:lnTo>
                    <a:pt x="208" y="24"/>
                  </a:lnTo>
                  <a:lnTo>
                    <a:pt x="224" y="16"/>
                  </a:lnTo>
                  <a:lnTo>
                    <a:pt x="240" y="8"/>
                  </a:lnTo>
                  <a:lnTo>
                    <a:pt x="248" y="0"/>
                  </a:lnTo>
                  <a:lnTo>
                    <a:pt x="264" y="0"/>
                  </a:lnTo>
                  <a:lnTo>
                    <a:pt x="296" y="8"/>
                  </a:lnTo>
                  <a:lnTo>
                    <a:pt x="288" y="24"/>
                  </a:lnTo>
                  <a:lnTo>
                    <a:pt x="280" y="40"/>
                  </a:lnTo>
                  <a:lnTo>
                    <a:pt x="296" y="48"/>
                  </a:lnTo>
                  <a:lnTo>
                    <a:pt x="312" y="48"/>
                  </a:lnTo>
                  <a:lnTo>
                    <a:pt x="328" y="72"/>
                  </a:lnTo>
                  <a:lnTo>
                    <a:pt x="344" y="72"/>
                  </a:lnTo>
                  <a:lnTo>
                    <a:pt x="360" y="56"/>
                  </a:lnTo>
                  <a:lnTo>
                    <a:pt x="360" y="16"/>
                  </a:lnTo>
                  <a:lnTo>
                    <a:pt x="376" y="0"/>
                  </a:lnTo>
                  <a:lnTo>
                    <a:pt x="384" y="24"/>
                  </a:lnTo>
                  <a:lnTo>
                    <a:pt x="392" y="32"/>
                  </a:lnTo>
                  <a:lnTo>
                    <a:pt x="400" y="40"/>
                  </a:lnTo>
                  <a:lnTo>
                    <a:pt x="408" y="80"/>
                  </a:lnTo>
                  <a:lnTo>
                    <a:pt x="432" y="96"/>
                  </a:lnTo>
                  <a:lnTo>
                    <a:pt x="456" y="104"/>
                  </a:lnTo>
                  <a:lnTo>
                    <a:pt x="464" y="128"/>
                  </a:lnTo>
                  <a:lnTo>
                    <a:pt x="472" y="136"/>
                  </a:lnTo>
                  <a:lnTo>
                    <a:pt x="480" y="160"/>
                  </a:lnTo>
                  <a:lnTo>
                    <a:pt x="504" y="176"/>
                  </a:lnTo>
                  <a:lnTo>
                    <a:pt x="504" y="192"/>
                  </a:lnTo>
                  <a:lnTo>
                    <a:pt x="504" y="216"/>
                  </a:lnTo>
                  <a:lnTo>
                    <a:pt x="504" y="248"/>
                  </a:lnTo>
                  <a:lnTo>
                    <a:pt x="480" y="312"/>
                  </a:lnTo>
                  <a:lnTo>
                    <a:pt x="464" y="344"/>
                  </a:lnTo>
                  <a:lnTo>
                    <a:pt x="464" y="360"/>
                  </a:lnTo>
                  <a:lnTo>
                    <a:pt x="456" y="360"/>
                  </a:lnTo>
                  <a:lnTo>
                    <a:pt x="440" y="368"/>
                  </a:lnTo>
                  <a:lnTo>
                    <a:pt x="424" y="384"/>
                  </a:lnTo>
                  <a:lnTo>
                    <a:pt x="416" y="384"/>
                  </a:lnTo>
                  <a:lnTo>
                    <a:pt x="400" y="368"/>
                  </a:lnTo>
                  <a:lnTo>
                    <a:pt x="384" y="376"/>
                  </a:lnTo>
                  <a:lnTo>
                    <a:pt x="360" y="368"/>
                  </a:lnTo>
                  <a:lnTo>
                    <a:pt x="336" y="352"/>
                  </a:lnTo>
                  <a:lnTo>
                    <a:pt x="320" y="336"/>
                  </a:lnTo>
                  <a:lnTo>
                    <a:pt x="312" y="320"/>
                  </a:lnTo>
                  <a:lnTo>
                    <a:pt x="296" y="320"/>
                  </a:lnTo>
                  <a:lnTo>
                    <a:pt x="280" y="304"/>
                  </a:lnTo>
                  <a:lnTo>
                    <a:pt x="256" y="280"/>
                  </a:lnTo>
                  <a:lnTo>
                    <a:pt x="208" y="272"/>
                  </a:lnTo>
                  <a:lnTo>
                    <a:pt x="176" y="272"/>
                  </a:lnTo>
                  <a:lnTo>
                    <a:pt x="136" y="288"/>
                  </a:lnTo>
                  <a:lnTo>
                    <a:pt x="136" y="296"/>
                  </a:lnTo>
                  <a:lnTo>
                    <a:pt x="112" y="304"/>
                  </a:lnTo>
                  <a:lnTo>
                    <a:pt x="96" y="304"/>
                  </a:lnTo>
                  <a:lnTo>
                    <a:pt x="80" y="312"/>
                  </a:lnTo>
                  <a:lnTo>
                    <a:pt x="56" y="320"/>
                  </a:lnTo>
                  <a:lnTo>
                    <a:pt x="40" y="320"/>
                  </a:lnTo>
                  <a:lnTo>
                    <a:pt x="24" y="304"/>
                  </a:lnTo>
                  <a:close/>
                </a:path>
              </a:pathLst>
            </a:custGeom>
            <a:solidFill>
              <a:schemeClr val="accent6"/>
            </a:solidFill>
            <a:ln w="6350" cmpd="sng">
              <a:noFill/>
              <a:miter lim="800000"/>
              <a:headEnd/>
              <a:tailEnd/>
            </a:ln>
          </p:spPr>
          <p:txBody>
            <a:bodyPr/>
            <a:lstStyle/>
            <a:p>
              <a:pPr defTabSz="1219048"/>
              <a:endParaRPr lang="zh-CN" altLang="en-US" sz="3200">
                <a:solidFill>
                  <a:prstClr val="black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  <p:cxnSp>
          <p:nvCxnSpPr>
            <p:cNvPr id="274" name="直接连接符 273"/>
            <p:cNvCxnSpPr/>
            <p:nvPr/>
          </p:nvCxnSpPr>
          <p:spPr>
            <a:xfrm>
              <a:off x="8640726" y="5159402"/>
              <a:ext cx="2023533" cy="0"/>
            </a:xfrm>
            <a:prstGeom prst="line">
              <a:avLst/>
            </a:prstGeom>
            <a:ln w="381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5" name="矩形 274"/>
            <p:cNvSpPr/>
            <p:nvPr/>
          </p:nvSpPr>
          <p:spPr>
            <a:xfrm>
              <a:off x="8539767" y="5214325"/>
              <a:ext cx="2031325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defTabSz="609585"/>
              <a:r>
                <a:rPr lang="zh-CN" altLang="en-US" b="1" dirty="0">
                  <a:solidFill>
                    <a:schemeClr val="accent6"/>
                  </a:solidFill>
                  <a:ea typeface="微软雅黑" charset="0"/>
                </a:rPr>
                <a:t>点击此处添加标题</a:t>
              </a:r>
            </a:p>
          </p:txBody>
        </p:sp>
        <p:sp>
          <p:nvSpPr>
            <p:cNvPr id="276" name="矩形 275"/>
            <p:cNvSpPr/>
            <p:nvPr/>
          </p:nvSpPr>
          <p:spPr>
            <a:xfrm>
              <a:off x="8569496" y="5515636"/>
              <a:ext cx="2094763" cy="91210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 defTabSz="609585">
                <a:lnSpc>
                  <a:spcPct val="130000"/>
                </a:lnSpc>
              </a:pPr>
              <a:r>
                <a:rPr lang="zh-CN" altLang="en-US" sz="1050" dirty="0">
                  <a:latin typeface="微软雅黑" charset="0"/>
                  <a:ea typeface="微软雅黑" charset="0"/>
                </a:rPr>
                <a:t>标题数字等都可以通过点击和重新输入进行更改，顶部“开始”面板中可以对字体、字号、颜色、行距等进行修改。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399254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参考文献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Part Six</a:t>
            </a:r>
          </a:p>
        </p:txBody>
      </p:sp>
      <p:pic>
        <p:nvPicPr>
          <p:cNvPr id="4" name="图片 3">
            <a:hlinkClick r:id="rId2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1600" y="6300817"/>
            <a:ext cx="1828800" cy="243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2323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参考文献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Part Six</a:t>
            </a:r>
          </a:p>
        </p:txBody>
      </p:sp>
      <p:pic>
        <p:nvPicPr>
          <p:cNvPr id="6" name="图片 5">
            <a:hlinkClick r:id="rId2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800" y="6300817"/>
            <a:ext cx="1828800" cy="241402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4240214" y="719582"/>
            <a:ext cx="7062786" cy="3168661"/>
          </a:xfrm>
          <a:prstGeom prst="rect">
            <a:avLst/>
          </a:prstGeom>
        </p:spPr>
        <p:txBody>
          <a:bodyPr wrap="square" numCol="2" spcCol="360000"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1.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期刊类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  <a:p>
            <a:pPr>
              <a:lnSpc>
                <a:spcPct val="12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[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序号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]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作者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.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篇名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[J].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刊名，出版年份，卷号（期号）：起止页码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.</a:t>
            </a:r>
          </a:p>
          <a:p>
            <a:pPr>
              <a:lnSpc>
                <a:spcPct val="120000"/>
              </a:lnSpc>
            </a:pP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  <a:p>
            <a:pPr>
              <a:lnSpc>
                <a:spcPct val="12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2.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专著类</a:t>
            </a:r>
          </a:p>
          <a:p>
            <a:pPr>
              <a:lnSpc>
                <a:spcPct val="12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[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序号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]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作者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.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书名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[M].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出版地：出版社，出版年份：起止页码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.</a:t>
            </a:r>
          </a:p>
          <a:p>
            <a:pPr>
              <a:lnSpc>
                <a:spcPct val="120000"/>
              </a:lnSpc>
            </a:pP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  <a:p>
            <a:pPr>
              <a:lnSpc>
                <a:spcPct val="12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3.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报纸类</a:t>
            </a:r>
          </a:p>
          <a:p>
            <a:pPr>
              <a:lnSpc>
                <a:spcPct val="12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[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序号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]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作者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.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篇名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[N].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报纸名，出版日期（版次）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.</a:t>
            </a:r>
          </a:p>
          <a:p>
            <a:pPr>
              <a:lnSpc>
                <a:spcPct val="120000"/>
              </a:lnSpc>
            </a:pP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  <a:p>
            <a:pPr>
              <a:lnSpc>
                <a:spcPct val="12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4.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论文集</a:t>
            </a:r>
          </a:p>
          <a:p>
            <a:pPr>
              <a:lnSpc>
                <a:spcPct val="12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[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序号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]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作者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.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篇名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[C].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出版地：出版者，出版年份：起始页码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5.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学位论文</a:t>
            </a:r>
          </a:p>
          <a:p>
            <a:pPr>
              <a:lnSpc>
                <a:spcPct val="12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[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序号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]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作者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.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篇名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[D].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出版地：保存者，出版年份：起始页码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.</a:t>
            </a:r>
          </a:p>
          <a:p>
            <a:pPr>
              <a:lnSpc>
                <a:spcPct val="120000"/>
              </a:lnSpc>
            </a:pP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  <a:p>
            <a:pPr>
              <a:lnSpc>
                <a:spcPct val="12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6.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研究报告</a:t>
            </a:r>
          </a:p>
          <a:p>
            <a:pPr>
              <a:lnSpc>
                <a:spcPct val="12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[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序号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]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作者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.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篇名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[R].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出版地：出版者，出版年份：起始页码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.</a:t>
            </a:r>
          </a:p>
          <a:p>
            <a:pPr>
              <a:lnSpc>
                <a:spcPct val="120000"/>
              </a:lnSpc>
            </a:pP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  <a:p>
            <a:pPr>
              <a:lnSpc>
                <a:spcPct val="12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7.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条例</a:t>
            </a:r>
          </a:p>
          <a:p>
            <a:pPr>
              <a:lnSpc>
                <a:spcPct val="12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[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序号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]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颁布单位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.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条例名称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.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发布日期</a:t>
            </a:r>
          </a:p>
          <a:p>
            <a:pPr>
              <a:lnSpc>
                <a:spcPct val="120000"/>
              </a:lnSpc>
            </a:pP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  <a:p>
            <a:pPr>
              <a:lnSpc>
                <a:spcPct val="12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8.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译著</a:t>
            </a:r>
          </a:p>
          <a:p>
            <a:pPr>
              <a:lnSpc>
                <a:spcPct val="12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[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序号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]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原著作者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. 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书名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[M].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译者，译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.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出版地：出版社，出版年份：起止页码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9090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200588" y="2702015"/>
            <a:ext cx="3790823" cy="892085"/>
          </a:xfrm>
        </p:spPr>
        <p:txBody>
          <a:bodyPr/>
          <a:lstStyle/>
          <a:p>
            <a:r>
              <a:rPr lang="en-US" altLang="zh-CN" sz="6000" dirty="0"/>
              <a:t>THANKS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报告人：</a:t>
            </a:r>
            <a:r>
              <a:rPr lang="en-US" altLang="zh-CN" dirty="0"/>
              <a:t>Jane Doe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zh-CN" dirty="0"/>
              <a:t>PRESENTED BY OfficePLUS</a:t>
            </a:r>
          </a:p>
        </p:txBody>
      </p:sp>
      <p:pic>
        <p:nvPicPr>
          <p:cNvPr id="5" name="图片 4">
            <a:hlinkClick r:id="rId2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1600" y="6300817"/>
            <a:ext cx="1828800" cy="243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85356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769388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http://dc.office.msn.com.cn/t/22/498DB2C9CE89F2A71311649C04613B5B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12195378" cy="68580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矩形 2"/>
          <p:cNvSpPr/>
          <p:nvPr/>
        </p:nvSpPr>
        <p:spPr>
          <a:xfrm>
            <a:off x="440603" y="759873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09585"/>
            <a:r>
              <a:rPr lang="zh-CN" altLang="en-US" sz="1800" dirty="0">
                <a:solidFill>
                  <a:schemeClr val="bg1"/>
                </a:solidFill>
                <a:latin typeface="Segoe UI Light"/>
                <a:ea typeface="微软雅黑"/>
                <a:cs typeface="Segoe UI Light"/>
              </a:rPr>
              <a:t>背景图片素材</a:t>
            </a:r>
          </a:p>
        </p:txBody>
      </p:sp>
      <p:sp>
        <p:nvSpPr>
          <p:cNvPr id="4" name="矩形 3"/>
          <p:cNvSpPr/>
          <p:nvPr/>
        </p:nvSpPr>
        <p:spPr>
          <a:xfrm>
            <a:off x="440603" y="182445"/>
            <a:ext cx="77777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09585"/>
            <a:r>
              <a:rPr kumimoji="1" lang="en-US" altLang="zh-CN" sz="1000" dirty="0">
                <a:solidFill>
                  <a:schemeClr val="bg1"/>
                </a:solidFill>
                <a:latin typeface="Segoe UI Light"/>
                <a:ea typeface="微软雅黑" charset="0"/>
                <a:cs typeface="Segoe UI Light"/>
              </a:rPr>
              <a:t>OfficePLUS</a:t>
            </a:r>
            <a:endParaRPr lang="zh-CN" altLang="en-US" sz="1000" dirty="0">
              <a:solidFill>
                <a:schemeClr val="bg1"/>
              </a:solidFill>
              <a:latin typeface="Segoe UI Light"/>
              <a:ea typeface="微软雅黑" charset="0"/>
              <a:cs typeface="Segoe UI Light"/>
            </a:endParaRPr>
          </a:p>
        </p:txBody>
      </p:sp>
    </p:spTree>
    <p:extLst>
      <p:ext uri="{BB962C8B-B14F-4D97-AF65-F5344CB8AC3E}">
        <p14:creationId xmlns:p14="http://schemas.microsoft.com/office/powerpoint/2010/main" val="39074412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465756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模板页面">
  <a:themeElements>
    <a:clrScheme name="蓝色​​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自定义 47">
      <a:majorFont>
        <a:latin typeface="Segoe UI"/>
        <a:ea typeface="微软雅黑"/>
        <a:cs typeface=""/>
      </a:majorFont>
      <a:minorFont>
        <a:latin typeface="Segoe UI"/>
        <a:ea typeface="微软雅黑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lnSpc>
            <a:spcPct val="130000"/>
          </a:lnSpc>
          <a:defRPr sz="1200" dirty="0"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>
          <a:lnSpc>
            <a:spcPct val="130000"/>
          </a:lnSpc>
          <a:spcBef>
            <a:spcPts val="600"/>
          </a:spcBef>
          <a:defRPr sz="1200" kern="0" dirty="0">
            <a:latin typeface="微软雅黑" panose="020B0503020204020204" pitchFamily="34" charset="-122"/>
            <a:ea typeface="微软雅黑" panose="020B0503020204020204" pitchFamily="34" charset="-122"/>
            <a:cs typeface="+mn-ea"/>
            <a:sym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PLUS">
  <a:themeElements>
    <a:clrScheme name="黄橙色">
      <a:dk1>
        <a:sysClr val="windowText" lastClr="000000"/>
      </a:dk1>
      <a:lt1>
        <a:sysClr val="window" lastClr="FFFFFF"/>
      </a:lt1>
      <a:dk2>
        <a:srgbClr val="4E3B30"/>
      </a:dk2>
      <a:lt2>
        <a:srgbClr val="FBEEC9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Office 主题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475</TotalTime>
  <Words>2247</Words>
  <Application>Microsoft Office PowerPoint</Application>
  <PresentationFormat>宽屏</PresentationFormat>
  <Paragraphs>302</Paragraphs>
  <Slides>27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27</vt:i4>
      </vt:variant>
    </vt:vector>
  </HeadingPairs>
  <TitlesOfParts>
    <vt:vector size="38" baseType="lpstr">
      <vt:lpstr>MS PGothic</vt:lpstr>
      <vt:lpstr>Open Sans Extrabold</vt:lpstr>
      <vt:lpstr>等线</vt:lpstr>
      <vt:lpstr>微软雅黑</vt:lpstr>
      <vt:lpstr>微软雅黑</vt:lpstr>
      <vt:lpstr>Arial</vt:lpstr>
      <vt:lpstr>Century Gothic</vt:lpstr>
      <vt:lpstr>Segoe UI</vt:lpstr>
      <vt:lpstr>Segoe UI Light</vt:lpstr>
      <vt:lpstr>模板页面</vt:lpstr>
      <vt:lpstr>OfficePLUS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>OfficePLUS</dc:creator>
  <cp:keywords/>
  <dc:description/>
  <cp:lastModifiedBy>刘云轩</cp:lastModifiedBy>
  <cp:revision>82</cp:revision>
  <dcterms:created xsi:type="dcterms:W3CDTF">2015-08-18T02:51:41Z</dcterms:created>
  <dcterms:modified xsi:type="dcterms:W3CDTF">2016-07-06T04:58:09Z</dcterms:modified>
  <cp:category/>
</cp:coreProperties>
</file>