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  <p:sldMasterId id="2147483673" r:id="rId4"/>
    <p:sldMasterId id="2147483674" r:id="rId5"/>
    <p:sldMasterId id="2147483675" r:id="rId6"/>
    <p:sldMasterId id="2147483676" r:id="rId7"/>
    <p:sldMasterId id="2147483677" r:id="rId8"/>
    <p:sldMasterId id="2147483678" r:id="rId9"/>
    <p:sldMasterId id="2147483679" r:id="rId10"/>
    <p:sldMasterId id="2147483680" r:id="rId11"/>
    <p:sldMasterId id="2147483681" r:id="rId12"/>
    <p:sldMasterId id="2147483682" r:id="rId13"/>
    <p:sldMasterId id="2147483838" r:id="rId14"/>
  </p:sldMasterIdLst>
  <p:sldIdLst>
    <p:sldId id="256" r:id="rId15"/>
    <p:sldId id="257" r:id="rId16"/>
    <p:sldId id="262" r:id="rId17"/>
    <p:sldId id="261" r:id="rId18"/>
    <p:sldId id="258" r:id="rId19"/>
    <p:sldId id="263" r:id="rId20"/>
    <p:sldId id="264" r:id="rId21"/>
    <p:sldId id="259" r:id="rId22"/>
    <p:sldId id="265" r:id="rId23"/>
    <p:sldId id="260" r:id="rId24"/>
    <p:sldId id="266" r:id="rId25"/>
    <p:sldId id="270" r:id="rId26"/>
    <p:sldId id="268" r:id="rId27"/>
    <p:sldId id="271" r:id="rId28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libri Light" panose="020F0302020204030204" pitchFamily="34" charset="0"/>
      <p:regular r:id="rId33"/>
      <p:italic r:id="rId34"/>
    </p:embeddedFont>
    <p:embeddedFont>
      <p:font typeface="Impact" panose="020B0806030902050204" pitchFamily="34" charset="0"/>
      <p:regular r:id="rId35"/>
    </p:embeddedFont>
    <p:embeddedFont>
      <p:font typeface="张海山锐谐体" panose="02000000000000000000" pitchFamily="2" charset="-122"/>
      <p:regular r:id="rId36"/>
    </p:embeddedFont>
    <p:embeddedFont>
      <p:font typeface="DFPZongYiW5-B5" panose="02010600030101010101" charset="-122"/>
      <p:regular r:id="rId37"/>
    </p:embeddedFont>
    <p:embeddedFont>
      <p:font typeface="方正粗谭黑简体" panose="02000000000000000000" pitchFamily="2" charset="-122"/>
      <p:regular r:id="rId38"/>
    </p:embeddedFont>
    <p:embeddedFont>
      <p:font typeface="微软雅黑" panose="020B0503020204020204" pitchFamily="34" charset="-122"/>
      <p:regular r:id="rId39"/>
      <p:bold r:id="rId40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350"/>
    <a:srgbClr val="EF4C4D"/>
    <a:srgbClr val="444A7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-63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font" Target="fonts/font11.fntdata"/><Relationship Id="rId21" Type="http://schemas.openxmlformats.org/officeDocument/2006/relationships/slide" Target="slides/slide7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font" Target="fonts/font8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B68C9-FD35-4BB6-B5E7-89AA7C0DBD2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43B11-132F-47E2-8432-72268C7137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48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4E05F-A772-4E33-B179-346F1B87877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2FE14-C8D3-44F6-B7B2-C4A64FC2F8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74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4E8EB-70DE-45AE-AFA2-8A3EB1625F2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C062E-DA89-4EB4-ADA1-5B4ECE1443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95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BE566-FBAD-4CB2-818C-6410E33558F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B2668-46F2-49E6-928D-87D2A242FC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02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B15B0-37B5-4CD3-AC17-601FBE7D7D9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AA6F4-B1D8-46F8-B8CD-CBD351E8E2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673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AD632-253E-4C06-AB51-927F6850FD8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F0227-3E7A-446F-A67A-E5BC6C798D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26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FB591-440F-4D8E-9F18-87AE0700C02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E0096-E1F7-49FA-9453-3E21047A02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1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5EDD91-8215-4396-B830-B2DEF084338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36D9E-9D37-42B8-BBE8-9A6910790A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61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C89F5-EFC0-4DCF-8EDE-D10EF355359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C875F-CC83-41DF-89AC-D3A2E7463C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79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71608-64CE-44E6-AE69-54F70B24E37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410FD-D689-404C-B0F8-6B59A7D6C3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40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89B2F-E130-4DBA-B682-CBEA8EF2973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3C341-FE06-43F9-AEDC-6102F77E31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098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737D1-B912-49E0-A319-1C52CC6004E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5DF26-34D9-4364-9D05-F13B389540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095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5297C-C154-4AED-A291-0E297E4DB1E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EA03F-DCB5-4212-9FB2-7B02DACAE8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31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C67E3-BFA7-44E9-B87F-CFDE2391230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3BD9D-90FA-4BAC-81D8-D83EA4698E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8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CA873-7540-45C9-9D5F-922133CE3F6B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C0551-E64E-4F33-A6A4-EAD6DBB4F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05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06E9F-4221-4869-A89D-9A03514318B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C7EBB-7DAD-44F2-AB23-8E526B20BB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78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CB622-8F4D-4EB3-91A9-B0481BBFC64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ECE50-7CA8-4F9E-90F2-721B4CDA1B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127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68D7A-6C18-4C3C-B979-A5E217E233B0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38BC1-7428-42CC-B1AE-3D717C2CF8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1298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562C6-B744-4B9A-8281-6B1CBCC55FF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0B1A2-7130-486B-A40D-7DD068E22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77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68F21-2176-47DE-B923-7B485D7CB9F0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FE732-DF01-432A-A8C0-2C7EFC9114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6601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3253F6-1098-4ADC-84C3-27C5FBEB6DA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9F388-E9CD-4753-B7DD-ECF18EF463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062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CC1B2-6D0B-471E-98BA-F57CD70AAFD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5312A-EE61-454D-A3B8-C0C972EB2D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69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E36-443B-4210-8241-5496EF52333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8364B-66B6-441D-9D85-7C94501157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879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C4AE4-9ABF-413E-81EF-66ACBEC89CD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CCA1B-FE75-4DF2-A117-ACF4B00068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349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256B1-6C44-48E9-84A9-26F23B48FC1B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EB27D-B4C7-4457-8CE2-E729FE4140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482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142C5-38D3-44BC-9DAB-01F1A57A42C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515F0-7812-45E4-825A-E2DB39D5AA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246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A09A8-96B2-4EBC-B920-C6B29D3282D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0D218-18BD-4A89-AA1C-3D3279836C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6296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E497F-9332-46C2-A759-AA8C119EADD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8C39E-21C3-4FD7-8EB0-4C6E1E3B8C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9360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3944A-F593-4250-89B5-9F78CCC1E18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49DFE-FA8D-4401-A726-828B66C5EA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081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69C13-6F5F-43AB-A901-9195C4221F6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18A54-31F3-486D-9D9D-AA5C886720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5508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94554-6D33-4DEA-821F-85AE6DCAACE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C6F7C-6198-48E3-BAF4-AD61A4FF0E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9994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C3E37-71A8-4FA5-8E81-BC16A2AB67F1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4A6BF-7D8D-4F93-AB84-554464B803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8033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1BC71-D963-4B0C-8B95-170E0A56C42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B5148-7763-4052-9494-630FB6606B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0522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DC78B-FFEB-498F-820F-7AC16DD009C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BD77E-F1CD-49F2-8B0E-2DBECD561A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802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A8869-ADA2-4360-BBFB-2416C49585E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4305F-50A1-4F55-8F8D-95D9C0B7CFA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0900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61157-CC6D-4650-9B9E-9180BF5A915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210BE-02D8-46DD-852F-ABD7118B84A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8970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3C549-F53C-43EB-A01D-9042C1E22EA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0321A-CB24-4548-8AEB-6CC485B764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384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D1BED-F7BC-4EDF-930D-FD2B735A34D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82386-A61A-4984-922D-254251DD35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970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160AE-F82E-4432-BA37-9A7E444F4C9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0988B-5D84-4EFF-AD96-0BAD9AD704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45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2D63C-921F-4A54-9D9B-297CAC5900D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77F2D-5F79-4914-B33E-C32C9DC20A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77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699EE-2138-4DFC-979C-7C5D7251ADB0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6021B-0F2F-4637-93CB-A6FB270E2C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07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8BD71-26A8-49E3-B9FE-2084607BF5E1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02381-3658-4C52-8E01-AF7ECF61D6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09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0EFCA-D87D-4916-B99A-AFABE7E3C26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BE2CD-7355-4A67-8C60-F4159C1FB7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766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BAB10-F36F-4518-96EF-92FFCD199F4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07858-BAB1-49EB-AF5E-21B0DBE66A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6992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E2BBB-742D-4379-921B-0A852E138D2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18603-46AF-48DF-A5E2-A5E6ABFEDC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552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1553B-D754-4ABF-AD9B-983E143D1CB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F7EDC-0D85-43E5-B83D-ED21D96AAD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261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8D05F-F3EA-463D-9680-5629D8DFFE0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070D1-5B97-48C6-920F-EB33A28C41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5257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C5C06-0D50-4A71-A276-4521A21D00E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1E68B-7B57-487F-AB70-C03A81185A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1096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C40EC-56C3-44BE-99DA-556213DA616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F2D96-F65C-4FBE-AB1D-479C762E01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834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9CA4A-F934-4213-B594-D3C3BB81370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2AC53-915A-49A5-A074-BF80CCC459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8942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52135-AAA1-4EFC-8442-39DE54DC159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32DE2-4F78-4336-917A-743DF69F57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0124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255F8-B115-4696-94C4-D015D2EA04B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9AA84-A42F-4C88-A62E-8145042992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9270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FFD82-9992-45E9-B6CF-AD3D13E54B2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80D18-ED95-4267-88A3-3237621737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2916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408D2-A542-4892-A150-EBA402B76C9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6BB61-B60A-4AE6-93A0-6765BCAAFB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7342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F662A-1394-46C4-872E-C5DE8156910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170B0-8109-4F97-92EC-5CA8BCCB1F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9555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259EE-E24C-42C8-93B3-B038DDFB5F7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03ACD-E881-4BB6-A1DB-F71EE5710C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453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3129B-AB0B-46C3-AAB7-F409D5FCBAA0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E0A62-6570-4178-A7BE-13C55E2EBF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442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D8193-2012-4E14-9084-03DC7240717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1564B-EE21-4888-A361-974D5B0BD8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545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522C4-B46E-4E1A-9546-42A4E77A418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84EC4-0430-4C9B-B192-954ED6DA7F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8618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537DF-F8DB-4E71-AA69-31CF746B94E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43D19-0303-4178-BA20-BDD3A83E75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7220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2B4359-88FD-4E8A-ADCA-D2AAC710CD4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55203-DE2C-4677-B35D-7E41B99230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423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667E1-5BD2-45EB-8FE7-6EF231C8F68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0BFE-037B-415A-A8EC-3B3128D82B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10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D8240-BB72-42A7-B631-2BCAA7665BD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98EDC-B8F4-4BDD-AF6D-5C4C2E25B9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5980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B08C6-E028-4011-B9AE-08FC48D8F1F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CC9AB-A993-4A0A-BDB2-94D182214A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47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B883B-67B4-491A-9B3A-35130BE1A2CB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6CFB7-70A4-4D02-830E-EEBCEA769A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854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F35A4-F96F-4CFA-8028-57B176C9F0B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BBC5D-CDBF-4993-B6F7-EB26FED04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653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27E5A-DC3F-4BD5-B3D6-81D9638CCA4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AF480-21CB-4190-AE5E-038CBC2B0C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4177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04246-DE5B-4A43-8BF4-1A73FEA55A7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1B0F6-6377-4149-A078-47A058330A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18867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87BE6-B407-4E3B-9763-DF007111154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8AB7F-981D-4E17-B379-BBCE3CA4EA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4248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6B18-A456-4160-BD49-FC5609E9E6E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2E634-CA9C-4EFB-8F54-8C43EB57C4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9028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66D19-9751-492D-A17E-635E6E967E8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8D6FC-22A0-46D3-8914-47E840B6BD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47369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D9142-3F33-4739-8C8A-F29C588C678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E56CD-52B1-4E4D-AE53-52C962E028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69610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F3AE9-358D-40DD-BACF-7D9CF0EC146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A32CC-D1A4-4C34-8862-BCCC1D953D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1094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F2111-47C0-4652-AB64-0D02EDE6029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1130D-4BB4-4DE0-99ED-63308F8C15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76027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7ED44-955D-40B8-B728-4BA08789D1B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12A50-C8A3-47FB-91A5-72CEC363D4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8798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5D76A-9474-4EB0-89BF-6A3B6218AAE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01E9A-70C3-4A26-919F-6164F9BD41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00505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0715A-C08A-4334-8E30-BFE50E6A6F2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D6AD7-380A-4EFB-897A-346D7C610C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746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6619E-0D3B-4326-9423-366B696DA49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D6E5E-58A5-42EB-ACF3-BA9A1DF417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28357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1C6C8-0A85-4B5A-8BDF-9E89437E4AA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BF18A-9B58-461F-B7D3-C245395208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62182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BB715-65D3-4B50-8D26-0F6FFDBF439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355DA-8478-4C28-9A6B-A049331158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3922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E698F-AE9F-450F-BE5F-701B061462C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A4428-BB90-4041-89F4-D527B448A5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0475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1D99-F95F-4D88-9DF7-EEF486BC710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B9B20-439F-4C50-9B4B-8AE1605D2E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425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A6BBF-5BE2-4984-87C0-A6D471021E7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BF9F6-18B4-4C51-9E17-0E498EC6C7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572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F78FB-FAD2-401B-9F3E-D3AB872D6AF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40661-21A5-4906-AECD-031DBAF381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186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D6536-CB13-4665-A3F3-7303841B09B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E1C78-109B-40D3-A758-1CF067E2FE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5588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2B4BE-DCF0-455A-9E27-8DBDA7A5A0C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ED930-398C-4774-AE05-76CE745114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3538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5A992-1C0C-40D5-B1B8-5B0F8729055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A73B8-9D77-431C-9E9F-8D2BF1AC88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3873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3899E-CFD5-4AE4-AE67-90B626429B8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318A1-FFD3-4051-B174-C72C8E900F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694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8E9A7-C761-485C-85BC-7B4E2D12278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5A96C-F7B6-4C8A-93D8-2F7931FE02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8464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322BE-E734-494B-AA12-98F726C0DED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D1B20-AB9C-4B27-8866-FF851E0D87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49229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ED23A-9E05-4DB4-9216-5E15EA002C4B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B082C7-2B9F-4CFC-A4F5-99ABD76374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30744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02B53-6A37-4AE0-8721-307BC8DA02A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2EC63-FA26-43B6-85F0-76CB7FF516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18286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1DAB8-F1F8-45E1-AAEB-39ABA0DA42C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CE18C-0E43-432C-8721-5FA1FD7EE8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7567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D6514-1F92-4513-A5B5-697BEFD481B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D7198-7249-4A58-B050-D57F909779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36893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0AEEB-F2F2-4F1D-9A32-8AB506719F8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C5B89-A1D3-48B1-B87B-9143C3A54A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9236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D46D9-9E75-42C6-985B-D16A4CE15E0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715C0-3D89-497E-8DE7-58494E9D95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94111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D1488-01B5-46F1-9FAE-76945CDD7791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40D24-BCB4-4B2E-A250-7AFE6A117E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52267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297D9-A565-4ACE-AF9C-F8AE32ADB82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7F4C3-041B-48CB-8DAE-6CA6CACA59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08635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DB47B-72C0-4949-9671-8F7E02B9FA91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C0132E-08A9-4F48-BD05-FCD4094792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8725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CA6A2-0EE1-4683-8A08-9F9DB90F87D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62B0D-173F-4820-B286-2CBBD6C4F4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92501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6403C-3485-41F2-84D4-7B43AB3B279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E770F-6A4B-4446-BE83-DE23423737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243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B8EF6-387D-46B0-A255-2D070B4E163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C4BD8-A45A-413D-A294-515E9D66C8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29493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6DA33-5CC8-4B13-A8D3-AB7B477172A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D9F20-C30F-4121-BE06-A8EC4593D0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24647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AA39B-3021-4A08-8E4F-901589D00C1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A6609-3796-4E20-83CD-B1AFA4F9C7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64842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C40E2-4C6C-497B-83AE-B90B7B25B50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E1764-BFBA-4E74-8CDB-C3BF23555E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5790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CF719-9481-49A0-9454-EF4F4E93A9F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C6131-D2FA-420A-A5C9-C2463143DE9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3452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B788C-762F-4447-B889-66979760A27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67850-ABE9-48AC-9641-0371A5B929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0292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C238D-9758-48E7-88D1-F8FD291C762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DCD-221E-4D6D-9C43-9A0FF34469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86683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6F0E8-E8AC-4B44-8911-F5BB0BE1BF5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A15060-0D44-482B-BF80-FB4F2871EC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2636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6CAEF-A84A-4C5E-B535-40F2C79FCA1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C1811-C47C-4196-8A82-79AB8BFD65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6167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724CF-88DB-445E-A5BC-724A0979B5E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844C8-E936-4200-A45B-4C41815119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82751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8E333-F713-452D-8890-35602AE58FB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EC7ED-E79C-4A18-BB60-E1170A994A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97581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FB6DA-2027-49F7-ABE4-79E6F02B561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5BA3E-EC16-4196-AA8E-47120567B9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92721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CA7B5-4D22-4AC8-891A-7CED9B7309C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C6B73-2D6A-4070-BDA9-F0A25A2130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63700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DF155-70EB-4A85-8056-10CF861D462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2FCC9-207D-4C39-A439-5BCB2D33AF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70840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21234-6C15-45D1-BABF-58089082FD4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3417A-FC11-44C3-A9C3-0C991204E1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70984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3622F-2CBC-4285-AB02-C26C514A9BB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22E16-3F34-4457-9A8A-38D231D8B4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29733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A57AB-253E-4C00-B7C4-5FE7B19CEBD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4C81B-6188-46B6-8C47-6595A08824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41876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0DC5F-630A-4328-B4D2-39AC6CF3708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87297-BC16-43CC-B17F-0C0829649C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00677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316F6-64CC-436A-9621-509E891DAC5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AC088-744F-42F8-8AA1-60DE576589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60115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DC219-DF48-41A6-ABD4-E7E1C3313CB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536C0-B2E7-4576-94F8-14BF75F0A1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36128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7CC4C-A4FE-4CD4-81BA-824D8C2E8D1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BB083-1C19-4BAE-8DF9-4FEAC4A34E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7332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C1F38-742E-406F-B2C3-E19573759F8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EC1DF-CD26-43C2-A908-39921EAA73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64295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3711F-EA2C-4A23-84A5-E87FD6816F2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6333B-D488-4AD6-A0C6-111331A355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10870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0BE-1957-4F14-9977-64663C3537D1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64F39-5B59-4642-BE82-1715C94637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3363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67733-19AE-4925-88DF-A2707A78AD79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F1A8A-36B6-4762-BA95-F83C7830D5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70607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670AC-DAD7-4506-9D8A-FA1016066B3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938F0-59C2-4FF1-A7EF-AB77039657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12679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B9AD3-A046-41DA-9DF9-6D187067213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D5419-30BF-4BCF-A236-C9D742DA5B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64196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5900A-286E-492A-95F5-41A998BC05F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CE2EC-181A-4456-84A2-543E45EA98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23730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87949-9BFF-4F0D-99B4-781C3640BD2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83B5D-CBF1-472E-9055-F65E3CD462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4647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939ED-781B-42B6-9212-D84228A3444E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4A57B-234B-475A-BB1F-8351B4209B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5976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01E25-B7D1-4374-99BD-BF92A44BA7A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FEA73-BDDC-4CB9-8A8F-2902B96512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97689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439633-C8D6-4647-808C-5AB187AC049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9E568-6433-4D00-8526-F08367B372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79603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C5723-E6C2-482D-BFE5-0CE08F4A63D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5BD6E-6586-4D9A-95E7-70609072E0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00295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C4CCF-1E3C-4961-A38D-3DE4A9EFD272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C6DDC-AF0F-43A2-87E0-6E05E086C1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6016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BCDBE1-86F7-45E5-9D57-0F613E209B50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97517-38C2-446C-A0CF-0D937436FC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62918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CF368-430A-46C6-A57D-0E3760D938D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6FD75-C03C-4D49-836A-917205FED9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42910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404B4-7621-4CA3-B583-7E155A30840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1FBF1-9252-498B-B130-64F19EA2B7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25581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16FD9-176E-4014-9900-D7BF92D7A87C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CCAEA-013C-465A-AD40-AE6958F658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36431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570B6-841A-4948-AE34-EAD85DF05F6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2A791-BC8F-4405-ACB7-537C626E6D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60125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983CE-3106-4330-94A6-61415F499E2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878A3-3956-4B2D-8904-6EFE63FA416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57082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AE43A-A04B-4E48-8B85-85DBA928C2A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6AFF0-F3B2-4D20-907B-77735E8888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51147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D8FBC-206A-42BE-94FC-EFBC7239BB2B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34BF6-50B0-4CF7-82AE-CA90836F19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5601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9256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6954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4043823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20557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80896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27214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63381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4571973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2251147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90020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6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7224E5D-0A13-4928-A37E-5E070481C3F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FF6BBB3-DCA4-4963-935A-F5F2835C1F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2CD7E68A-00E6-4326-8C38-70BA29566BF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2053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4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08329E-873A-47AB-94FE-70631921DE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307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CED626-6D9A-48B9-9778-FA3A2BE2E1EA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307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CA2BF18-0F74-4DFE-96B0-0A10D7C224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409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410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084095F-9929-4A4E-A5CD-6EA10F5C9273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410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C25BB99-3186-475F-B3FF-403BE621DB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512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512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3962EE-96B9-4EC4-AE73-11B4A566477F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512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A586E83-CC65-46E8-8F3F-6D7E76483F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614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614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D495658-3B14-43AA-907E-A85EB31DB21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614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7231762-0A85-44A2-AAE6-77B85DBF77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717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7172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91346C1-7D7C-44C6-92D3-54E9EC56E114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7173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6473D2A-E641-4479-887E-7BED0B1699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819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8196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D0738D8-411C-49E4-B5CA-B3551965FA07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8197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A75B0E4-5255-4F69-91A4-064E88327C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921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9220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B861C96-61CC-4974-93F3-5C10AEDCB50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9221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92414B2-40D5-4029-8D5B-D4DAA14E00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4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44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B2892F5-D510-4BEB-B7EF-BC407B154E38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10245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E0AC1DC-34A2-4690-A8B0-9EF8A41B55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126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126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F9D80C-D4E5-4960-A4D8-5BAB4D49194D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1126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8329C31-D29C-49BE-BF81-5D0B2FFBB2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229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229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6F8CEC-3C2A-4E9F-9221-60BDE08010B5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1229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95B4B66-26CC-45C9-AFF9-16CA2AC7BC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331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331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B29B205-4734-4499-B9DD-B12242C17D86}" type="datetimeFigureOut">
              <a:rPr lang="zh-CN" altLang="en-US"/>
              <a:pPr>
                <a:defRPr/>
              </a:pPr>
              <a:t>2016/6/11</a:t>
            </a:fld>
            <a:endParaRPr lang="zh-CN" altLang="en-US"/>
          </a:p>
        </p:txBody>
      </p:sp>
      <p:sp>
        <p:nvSpPr>
          <p:cNvPr id="1331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CF77AF4-304C-46F0-BCB1-CB86D5AB60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矩形 7"/>
          <p:cNvSpPr>
            <a:spLocks noChangeArrowheads="1"/>
          </p:cNvSpPr>
          <p:nvPr/>
        </p:nvSpPr>
        <p:spPr bwMode="auto">
          <a:xfrm>
            <a:off x="0" y="-3175"/>
            <a:ext cx="12192000" cy="6858000"/>
          </a:xfrm>
          <a:prstGeom prst="rect">
            <a:avLst/>
          </a:prstGeom>
          <a:solidFill>
            <a:srgbClr val="404040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34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434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0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42" Type="http://schemas.openxmlformats.org/officeDocument/2006/relationships/image" Target="../media/image68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41" Type="http://schemas.openxmlformats.org/officeDocument/2006/relationships/image" Target="../media/image67.png"/><Relationship Id="rId1" Type="http://schemas.openxmlformats.org/officeDocument/2006/relationships/slideLayout" Target="../slideLayouts/slideLayout9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8"/>
          <p:cNvSpPr>
            <a:spLocks noChangeArrowheads="1"/>
          </p:cNvSpPr>
          <p:nvPr/>
        </p:nvSpPr>
        <p:spPr bwMode="auto">
          <a:xfrm>
            <a:off x="0" y="4864100"/>
            <a:ext cx="12192000" cy="1993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63" name="矩形 9"/>
          <p:cNvSpPr>
            <a:spLocks noChangeArrowheads="1"/>
          </p:cNvSpPr>
          <p:nvPr/>
        </p:nvSpPr>
        <p:spPr bwMode="auto">
          <a:xfrm>
            <a:off x="4846638" y="3744913"/>
            <a:ext cx="5524500" cy="226377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64" name="文本框 10"/>
          <p:cNvSpPr txBox="1">
            <a:spLocks noChangeArrowheads="1"/>
          </p:cNvSpPr>
          <p:nvPr/>
        </p:nvSpPr>
        <p:spPr bwMode="auto">
          <a:xfrm>
            <a:off x="4668838" y="1498600"/>
            <a:ext cx="706755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交互设计</a:t>
            </a:r>
            <a:r>
              <a:rPr lang="en-US" altLang="zh-CN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/UI</a:t>
            </a:r>
            <a:r>
              <a:rPr lang="zh-CN" altLang="en-US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</a:t>
            </a:r>
            <a:endParaRPr lang="en-US" altLang="zh-CN" sz="5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Arial" charset="0"/>
              <a:buNone/>
            </a:pPr>
            <a:r>
              <a:rPr lang="zh-CN" altLang="en-US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毕业论文答辩</a:t>
            </a:r>
            <a:r>
              <a:rPr lang="en-US" altLang="zh-CN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5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模板</a:t>
            </a:r>
          </a:p>
        </p:txBody>
      </p:sp>
      <p:grpSp>
        <p:nvGrpSpPr>
          <p:cNvPr id="15365" name="组合 123"/>
          <p:cNvGrpSpPr>
            <a:grpSpLocks/>
          </p:cNvGrpSpPr>
          <p:nvPr/>
        </p:nvGrpSpPr>
        <p:grpSpPr bwMode="auto">
          <a:xfrm>
            <a:off x="298450" y="1641475"/>
            <a:ext cx="3962400" cy="3222625"/>
            <a:chOff x="0" y="0"/>
            <a:chExt cx="3962399" cy="3222625"/>
          </a:xfrm>
        </p:grpSpPr>
        <p:sp>
          <p:nvSpPr>
            <p:cNvPr id="15372" name="Freeform 5"/>
            <p:cNvSpPr>
              <a:spLocks/>
            </p:cNvSpPr>
            <p:nvPr/>
          </p:nvSpPr>
          <p:spPr bwMode="auto">
            <a:xfrm>
              <a:off x="1595437" y="2886075"/>
              <a:ext cx="766762" cy="334963"/>
            </a:xfrm>
            <a:custGeom>
              <a:avLst/>
              <a:gdLst>
                <a:gd name="T0" fmla="*/ 2147483647 w 483"/>
                <a:gd name="T1" fmla="*/ 0 h 211"/>
                <a:gd name="T2" fmla="*/ 2147483647 w 483"/>
                <a:gd name="T3" fmla="*/ 0 h 211"/>
                <a:gd name="T4" fmla="*/ 2147483647 w 483"/>
                <a:gd name="T5" fmla="*/ 2147483647 h 211"/>
                <a:gd name="T6" fmla="*/ 0 w 483"/>
                <a:gd name="T7" fmla="*/ 2147483647 h 211"/>
                <a:gd name="T8" fmla="*/ 2147483647 w 483"/>
                <a:gd name="T9" fmla="*/ 0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3" h="211">
                  <a:moveTo>
                    <a:pt x="117" y="0"/>
                  </a:moveTo>
                  <a:lnTo>
                    <a:pt x="366" y="0"/>
                  </a:lnTo>
                  <a:lnTo>
                    <a:pt x="483" y="211"/>
                  </a:lnTo>
                  <a:lnTo>
                    <a:pt x="0" y="211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4E5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Freeform 6"/>
            <p:cNvSpPr>
              <a:spLocks/>
            </p:cNvSpPr>
            <p:nvPr/>
          </p:nvSpPr>
          <p:spPr bwMode="auto">
            <a:xfrm>
              <a:off x="949325" y="1763712"/>
              <a:ext cx="2060575" cy="1208088"/>
            </a:xfrm>
            <a:custGeom>
              <a:avLst/>
              <a:gdLst>
                <a:gd name="T0" fmla="*/ 2147483647 w 1663"/>
                <a:gd name="T1" fmla="*/ 0 h 975"/>
                <a:gd name="T2" fmla="*/ 2147483647 w 1663"/>
                <a:gd name="T3" fmla="*/ 0 h 975"/>
                <a:gd name="T4" fmla="*/ 2147483647 w 1663"/>
                <a:gd name="T5" fmla="*/ 2147483647 h 975"/>
                <a:gd name="T6" fmla="*/ 2147483647 w 1663"/>
                <a:gd name="T7" fmla="*/ 2147483647 h 975"/>
                <a:gd name="T8" fmla="*/ 2147483647 w 1663"/>
                <a:gd name="T9" fmla="*/ 2147483647 h 975"/>
                <a:gd name="T10" fmla="*/ 2147483647 w 1663"/>
                <a:gd name="T11" fmla="*/ 2147483647 h 975"/>
                <a:gd name="T12" fmla="*/ 0 w 1663"/>
                <a:gd name="T13" fmla="*/ 2147483647 h 975"/>
                <a:gd name="T14" fmla="*/ 0 w 1663"/>
                <a:gd name="T15" fmla="*/ 2147483647 h 975"/>
                <a:gd name="T16" fmla="*/ 2147483647 w 1663"/>
                <a:gd name="T17" fmla="*/ 0 h 9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63" h="975">
                  <a:moveTo>
                    <a:pt x="77" y="0"/>
                  </a:moveTo>
                  <a:cubicBezTo>
                    <a:pt x="1586" y="0"/>
                    <a:pt x="1586" y="0"/>
                    <a:pt x="1586" y="0"/>
                  </a:cubicBezTo>
                  <a:cubicBezTo>
                    <a:pt x="1628" y="0"/>
                    <a:pt x="1663" y="34"/>
                    <a:pt x="1663" y="77"/>
                  </a:cubicBezTo>
                  <a:cubicBezTo>
                    <a:pt x="1663" y="897"/>
                    <a:pt x="1663" y="897"/>
                    <a:pt x="1663" y="897"/>
                  </a:cubicBezTo>
                  <a:cubicBezTo>
                    <a:pt x="1663" y="940"/>
                    <a:pt x="1628" y="975"/>
                    <a:pt x="1586" y="975"/>
                  </a:cubicBezTo>
                  <a:cubicBezTo>
                    <a:pt x="77" y="975"/>
                    <a:pt x="77" y="975"/>
                    <a:pt x="77" y="975"/>
                  </a:cubicBezTo>
                  <a:cubicBezTo>
                    <a:pt x="35" y="975"/>
                    <a:pt x="0" y="940"/>
                    <a:pt x="0" y="89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</a:path>
              </a:pathLst>
            </a:custGeom>
            <a:solidFill>
              <a:srgbClr val="1D2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Freeform 7"/>
            <p:cNvSpPr>
              <a:spLocks/>
            </p:cNvSpPr>
            <p:nvPr/>
          </p:nvSpPr>
          <p:spPr bwMode="auto">
            <a:xfrm>
              <a:off x="1506537" y="1806575"/>
              <a:ext cx="1503362" cy="1165225"/>
            </a:xfrm>
            <a:custGeom>
              <a:avLst/>
              <a:gdLst>
                <a:gd name="T0" fmla="*/ 2147483647 w 1213"/>
                <a:gd name="T1" fmla="*/ 2147483647 h 941"/>
                <a:gd name="T2" fmla="*/ 2147483647 w 1213"/>
                <a:gd name="T3" fmla="*/ 2147483647 h 941"/>
                <a:gd name="T4" fmla="*/ 2147483647 w 1213"/>
                <a:gd name="T5" fmla="*/ 2147483647 h 941"/>
                <a:gd name="T6" fmla="*/ 2147483647 w 1213"/>
                <a:gd name="T7" fmla="*/ 2147483647 h 941"/>
                <a:gd name="T8" fmla="*/ 0 w 1213"/>
                <a:gd name="T9" fmla="*/ 2147483647 h 941"/>
                <a:gd name="T10" fmla="*/ 2147483647 w 1213"/>
                <a:gd name="T11" fmla="*/ 2147483647 h 941"/>
                <a:gd name="T12" fmla="*/ 2147483647 w 1213"/>
                <a:gd name="T13" fmla="*/ 0 h 941"/>
                <a:gd name="T14" fmla="*/ 2147483647 w 1213"/>
                <a:gd name="T15" fmla="*/ 2147483647 h 9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13" h="941">
                  <a:moveTo>
                    <a:pt x="1213" y="429"/>
                  </a:moveTo>
                  <a:cubicBezTo>
                    <a:pt x="1213" y="863"/>
                    <a:pt x="1213" y="863"/>
                    <a:pt x="1213" y="863"/>
                  </a:cubicBezTo>
                  <a:cubicBezTo>
                    <a:pt x="1213" y="906"/>
                    <a:pt x="1178" y="941"/>
                    <a:pt x="1136" y="941"/>
                  </a:cubicBezTo>
                  <a:cubicBezTo>
                    <a:pt x="81" y="941"/>
                    <a:pt x="81" y="941"/>
                    <a:pt x="81" y="941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36" y="0"/>
                    <a:pt x="336" y="0"/>
                    <a:pt x="336" y="0"/>
                  </a:cubicBezTo>
                  <a:lnTo>
                    <a:pt x="1213" y="429"/>
                  </a:lnTo>
                  <a:close/>
                </a:path>
              </a:pathLst>
            </a:custGeom>
            <a:solidFill>
              <a:srgbClr val="2E3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Rectangle 8"/>
            <p:cNvSpPr>
              <a:spLocks noChangeArrowheads="1"/>
            </p:cNvSpPr>
            <p:nvPr/>
          </p:nvSpPr>
          <p:spPr bwMode="auto">
            <a:xfrm>
              <a:off x="1012825" y="1819275"/>
              <a:ext cx="1931987" cy="981075"/>
            </a:xfrm>
            <a:prstGeom prst="rect">
              <a:avLst/>
            </a:prstGeom>
            <a:solidFill>
              <a:srgbClr val="234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76" name="Oval 9"/>
            <p:cNvSpPr>
              <a:spLocks noChangeArrowheads="1"/>
            </p:cNvSpPr>
            <p:nvPr/>
          </p:nvSpPr>
          <p:spPr bwMode="auto">
            <a:xfrm>
              <a:off x="2879725" y="2873375"/>
              <a:ext cx="25400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77" name="Oval 10"/>
            <p:cNvSpPr>
              <a:spLocks noChangeArrowheads="1"/>
            </p:cNvSpPr>
            <p:nvPr/>
          </p:nvSpPr>
          <p:spPr bwMode="auto">
            <a:xfrm>
              <a:off x="2832100" y="2873375"/>
              <a:ext cx="25400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78" name="Oval 11"/>
            <p:cNvSpPr>
              <a:spLocks noChangeArrowheads="1"/>
            </p:cNvSpPr>
            <p:nvPr/>
          </p:nvSpPr>
          <p:spPr bwMode="auto">
            <a:xfrm>
              <a:off x="2784475" y="2873375"/>
              <a:ext cx="23812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79" name="Freeform 12"/>
            <p:cNvSpPr>
              <a:spLocks/>
            </p:cNvSpPr>
            <p:nvPr/>
          </p:nvSpPr>
          <p:spPr bwMode="auto">
            <a:xfrm>
              <a:off x="788987" y="3119437"/>
              <a:ext cx="2381250" cy="101600"/>
            </a:xfrm>
            <a:custGeom>
              <a:avLst/>
              <a:gdLst>
                <a:gd name="T0" fmla="*/ 2147483647 w 1923"/>
                <a:gd name="T1" fmla="*/ 0 h 82"/>
                <a:gd name="T2" fmla="*/ 2147483647 w 1923"/>
                <a:gd name="T3" fmla="*/ 0 h 82"/>
                <a:gd name="T4" fmla="*/ 2147483647 w 1923"/>
                <a:gd name="T5" fmla="*/ 2147483647 h 82"/>
                <a:gd name="T6" fmla="*/ 2147483647 w 1923"/>
                <a:gd name="T7" fmla="*/ 2147483647 h 82"/>
                <a:gd name="T8" fmla="*/ 2147483647 w 1923"/>
                <a:gd name="T9" fmla="*/ 2147483647 h 82"/>
                <a:gd name="T10" fmla="*/ 2147483647 w 1923"/>
                <a:gd name="T11" fmla="*/ 2147483647 h 82"/>
                <a:gd name="T12" fmla="*/ 0 w 1923"/>
                <a:gd name="T13" fmla="*/ 2147483647 h 82"/>
                <a:gd name="T14" fmla="*/ 0 w 1923"/>
                <a:gd name="T15" fmla="*/ 2147483647 h 82"/>
                <a:gd name="T16" fmla="*/ 2147483647 w 1923"/>
                <a:gd name="T17" fmla="*/ 0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23" h="82">
                  <a:moveTo>
                    <a:pt x="41" y="0"/>
                  </a:moveTo>
                  <a:cubicBezTo>
                    <a:pt x="1882" y="0"/>
                    <a:pt x="1882" y="0"/>
                    <a:pt x="1882" y="0"/>
                  </a:cubicBezTo>
                  <a:cubicBezTo>
                    <a:pt x="1904" y="0"/>
                    <a:pt x="1923" y="19"/>
                    <a:pt x="1923" y="41"/>
                  </a:cubicBezTo>
                  <a:cubicBezTo>
                    <a:pt x="1923" y="41"/>
                    <a:pt x="1923" y="41"/>
                    <a:pt x="1923" y="41"/>
                  </a:cubicBezTo>
                  <a:cubicBezTo>
                    <a:pt x="1923" y="64"/>
                    <a:pt x="1904" y="82"/>
                    <a:pt x="1882" y="82"/>
                  </a:cubicBezTo>
                  <a:cubicBezTo>
                    <a:pt x="41" y="82"/>
                    <a:pt x="41" y="82"/>
                    <a:pt x="41" y="82"/>
                  </a:cubicBezTo>
                  <a:cubicBezTo>
                    <a:pt x="19" y="82"/>
                    <a:pt x="0" y="64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9"/>
                    <a:pt x="19" y="0"/>
                    <a:pt x="41" y="0"/>
                  </a:cubicBezTo>
                </a:path>
              </a:pathLst>
            </a:cu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13"/>
            <p:cNvSpPr>
              <a:spLocks/>
            </p:cNvSpPr>
            <p:nvPr/>
          </p:nvSpPr>
          <p:spPr bwMode="auto">
            <a:xfrm>
              <a:off x="788987" y="3170237"/>
              <a:ext cx="2381250" cy="50800"/>
            </a:xfrm>
            <a:custGeom>
              <a:avLst/>
              <a:gdLst>
                <a:gd name="T0" fmla="*/ 2147483647 w 1923"/>
                <a:gd name="T1" fmla="*/ 0 h 41"/>
                <a:gd name="T2" fmla="*/ 2147483647 w 1923"/>
                <a:gd name="T3" fmla="*/ 2147483647 h 41"/>
                <a:gd name="T4" fmla="*/ 2147483647 w 1923"/>
                <a:gd name="T5" fmla="*/ 2147483647 h 41"/>
                <a:gd name="T6" fmla="*/ 0 w 1923"/>
                <a:gd name="T7" fmla="*/ 0 h 41"/>
                <a:gd name="T8" fmla="*/ 2147483647 w 19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3" h="41">
                  <a:moveTo>
                    <a:pt x="1923" y="0"/>
                  </a:moveTo>
                  <a:cubicBezTo>
                    <a:pt x="1923" y="23"/>
                    <a:pt x="1904" y="41"/>
                    <a:pt x="188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19" y="41"/>
                    <a:pt x="0" y="23"/>
                    <a:pt x="0" y="0"/>
                  </a:cubicBezTo>
                  <a:lnTo>
                    <a:pt x="1923" y="0"/>
                  </a:lnTo>
                  <a:close/>
                </a:path>
              </a:pathLst>
            </a:custGeom>
            <a:solidFill>
              <a:srgbClr val="1D2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14"/>
            <p:cNvSpPr>
              <a:spLocks/>
            </p:cNvSpPr>
            <p:nvPr/>
          </p:nvSpPr>
          <p:spPr bwMode="auto">
            <a:xfrm>
              <a:off x="1624012" y="3119437"/>
              <a:ext cx="1546225" cy="101600"/>
            </a:xfrm>
            <a:custGeom>
              <a:avLst/>
              <a:gdLst>
                <a:gd name="T0" fmla="*/ 0 w 1249"/>
                <a:gd name="T1" fmla="*/ 0 h 82"/>
                <a:gd name="T2" fmla="*/ 2147483647 w 1249"/>
                <a:gd name="T3" fmla="*/ 0 h 82"/>
                <a:gd name="T4" fmla="*/ 2147483647 w 1249"/>
                <a:gd name="T5" fmla="*/ 2147483647 h 82"/>
                <a:gd name="T6" fmla="*/ 2147483647 w 1249"/>
                <a:gd name="T7" fmla="*/ 2147483647 h 82"/>
                <a:gd name="T8" fmla="*/ 2147483647 w 1249"/>
                <a:gd name="T9" fmla="*/ 2147483647 h 82"/>
                <a:gd name="T10" fmla="*/ 0 w 1249"/>
                <a:gd name="T11" fmla="*/ 0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9" h="82">
                  <a:moveTo>
                    <a:pt x="0" y="0"/>
                  </a:moveTo>
                  <a:cubicBezTo>
                    <a:pt x="1208" y="0"/>
                    <a:pt x="1208" y="0"/>
                    <a:pt x="1208" y="0"/>
                  </a:cubicBezTo>
                  <a:cubicBezTo>
                    <a:pt x="1230" y="0"/>
                    <a:pt x="1249" y="19"/>
                    <a:pt x="1249" y="41"/>
                  </a:cubicBezTo>
                  <a:cubicBezTo>
                    <a:pt x="1249" y="64"/>
                    <a:pt x="1230" y="82"/>
                    <a:pt x="1208" y="82"/>
                  </a:cubicBezTo>
                  <a:cubicBezTo>
                    <a:pt x="9" y="82"/>
                    <a:pt x="9" y="82"/>
                    <a:pt x="9" y="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15"/>
            <p:cNvSpPr>
              <a:spLocks/>
            </p:cNvSpPr>
            <p:nvPr/>
          </p:nvSpPr>
          <p:spPr bwMode="auto">
            <a:xfrm>
              <a:off x="1628775" y="3170237"/>
              <a:ext cx="1541462" cy="50800"/>
            </a:xfrm>
            <a:custGeom>
              <a:avLst/>
              <a:gdLst>
                <a:gd name="T0" fmla="*/ 2147483647 w 1245"/>
                <a:gd name="T1" fmla="*/ 0 h 41"/>
                <a:gd name="T2" fmla="*/ 2147483647 w 1245"/>
                <a:gd name="T3" fmla="*/ 2147483647 h 41"/>
                <a:gd name="T4" fmla="*/ 2147483647 w 1245"/>
                <a:gd name="T5" fmla="*/ 2147483647 h 41"/>
                <a:gd name="T6" fmla="*/ 0 w 1245"/>
                <a:gd name="T7" fmla="*/ 0 h 41"/>
                <a:gd name="T8" fmla="*/ 2147483647 w 1245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5" h="41">
                  <a:moveTo>
                    <a:pt x="1245" y="0"/>
                  </a:moveTo>
                  <a:cubicBezTo>
                    <a:pt x="1245" y="23"/>
                    <a:pt x="1226" y="41"/>
                    <a:pt x="1204" y="41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09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Rectangle 16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203200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84" name="Rectangle 17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1993900"/>
            </a:xfrm>
            <a:prstGeom prst="rect">
              <a:avLst/>
            </a:pr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385" name="Freeform 18"/>
            <p:cNvSpPr>
              <a:spLocks noEditPoints="1"/>
            </p:cNvSpPr>
            <p:nvPr/>
          </p:nvSpPr>
          <p:spPr bwMode="auto">
            <a:xfrm>
              <a:off x="2878137" y="603250"/>
              <a:ext cx="1084262" cy="1327150"/>
            </a:xfrm>
            <a:custGeom>
              <a:avLst/>
              <a:gdLst>
                <a:gd name="T0" fmla="*/ 2147483647 w 876"/>
                <a:gd name="T1" fmla="*/ 2147483647 h 1072"/>
                <a:gd name="T2" fmla="*/ 2147483647 w 876"/>
                <a:gd name="T3" fmla="*/ 2147483647 h 1072"/>
                <a:gd name="T4" fmla="*/ 2147483647 w 876"/>
                <a:gd name="T5" fmla="*/ 2147483647 h 1072"/>
                <a:gd name="T6" fmla="*/ 2147483647 w 876"/>
                <a:gd name="T7" fmla="*/ 2147483647 h 1072"/>
                <a:gd name="T8" fmla="*/ 2147483647 w 876"/>
                <a:gd name="T9" fmla="*/ 2147483647 h 1072"/>
                <a:gd name="T10" fmla="*/ 2147483647 w 876"/>
                <a:gd name="T11" fmla="*/ 2147483647 h 1072"/>
                <a:gd name="T12" fmla="*/ 2147483647 w 876"/>
                <a:gd name="T13" fmla="*/ 2147483647 h 1072"/>
                <a:gd name="T14" fmla="*/ 2147483647 w 876"/>
                <a:gd name="T15" fmla="*/ 2147483647 h 1072"/>
                <a:gd name="T16" fmla="*/ 2147483647 w 876"/>
                <a:gd name="T17" fmla="*/ 2147483647 h 1072"/>
                <a:gd name="T18" fmla="*/ 2147483647 w 876"/>
                <a:gd name="T19" fmla="*/ 2147483647 h 1072"/>
                <a:gd name="T20" fmla="*/ 2147483647 w 876"/>
                <a:gd name="T21" fmla="*/ 2147483647 h 1072"/>
                <a:gd name="T22" fmla="*/ 2147483647 w 876"/>
                <a:gd name="T23" fmla="*/ 2147483647 h 1072"/>
                <a:gd name="T24" fmla="*/ 2147483647 w 876"/>
                <a:gd name="T25" fmla="*/ 2147483647 h 1072"/>
                <a:gd name="T26" fmla="*/ 2147483647 w 876"/>
                <a:gd name="T27" fmla="*/ 2147483647 h 1072"/>
                <a:gd name="T28" fmla="*/ 2147483647 w 876"/>
                <a:gd name="T29" fmla="*/ 2147483647 h 1072"/>
                <a:gd name="T30" fmla="*/ 2147483647 w 876"/>
                <a:gd name="T31" fmla="*/ 2147483647 h 1072"/>
                <a:gd name="T32" fmla="*/ 2147483647 w 876"/>
                <a:gd name="T33" fmla="*/ 2147483647 h 1072"/>
                <a:gd name="T34" fmla="*/ 2147483647 w 876"/>
                <a:gd name="T35" fmla="*/ 2147483647 h 1072"/>
                <a:gd name="T36" fmla="*/ 2147483647 w 876"/>
                <a:gd name="T37" fmla="*/ 2147483647 h 1072"/>
                <a:gd name="T38" fmla="*/ 2147483647 w 876"/>
                <a:gd name="T39" fmla="*/ 2147483647 h 1072"/>
                <a:gd name="T40" fmla="*/ 2147483647 w 876"/>
                <a:gd name="T41" fmla="*/ 2147483647 h 1072"/>
                <a:gd name="T42" fmla="*/ 2147483647 w 876"/>
                <a:gd name="T43" fmla="*/ 2147483647 h 1072"/>
                <a:gd name="T44" fmla="*/ 2147483647 w 876"/>
                <a:gd name="T45" fmla="*/ 2147483647 h 1072"/>
                <a:gd name="T46" fmla="*/ 2147483647 w 876"/>
                <a:gd name="T47" fmla="*/ 2147483647 h 1072"/>
                <a:gd name="T48" fmla="*/ 2147483647 w 876"/>
                <a:gd name="T49" fmla="*/ 2147483647 h 1072"/>
                <a:gd name="T50" fmla="*/ 2147483647 w 876"/>
                <a:gd name="T51" fmla="*/ 2147483647 h 1072"/>
                <a:gd name="T52" fmla="*/ 2147483647 w 876"/>
                <a:gd name="T53" fmla="*/ 2147483647 h 1072"/>
                <a:gd name="T54" fmla="*/ 2147483647 w 876"/>
                <a:gd name="T55" fmla="*/ 2147483647 h 1072"/>
                <a:gd name="T56" fmla="*/ 2147483647 w 876"/>
                <a:gd name="T57" fmla="*/ 2147483647 h 1072"/>
                <a:gd name="T58" fmla="*/ 2147483647 w 876"/>
                <a:gd name="T59" fmla="*/ 2147483647 h 1072"/>
                <a:gd name="T60" fmla="*/ 2147483647 w 876"/>
                <a:gd name="T61" fmla="*/ 2147483647 h 1072"/>
                <a:gd name="T62" fmla="*/ 2147483647 w 876"/>
                <a:gd name="T63" fmla="*/ 2147483647 h 1072"/>
                <a:gd name="T64" fmla="*/ 2147483647 w 876"/>
                <a:gd name="T65" fmla="*/ 2147483647 h 1072"/>
                <a:gd name="T66" fmla="*/ 2147483647 w 876"/>
                <a:gd name="T67" fmla="*/ 2147483647 h 1072"/>
                <a:gd name="T68" fmla="*/ 2147483647 w 876"/>
                <a:gd name="T69" fmla="*/ 2147483647 h 1072"/>
                <a:gd name="T70" fmla="*/ 2147483647 w 876"/>
                <a:gd name="T71" fmla="*/ 2147483647 h 1072"/>
                <a:gd name="T72" fmla="*/ 2147483647 w 876"/>
                <a:gd name="T73" fmla="*/ 2147483647 h 1072"/>
                <a:gd name="T74" fmla="*/ 2147483647 w 876"/>
                <a:gd name="T75" fmla="*/ 2147483647 h 1072"/>
                <a:gd name="T76" fmla="*/ 2147483647 w 876"/>
                <a:gd name="T77" fmla="*/ 2147483647 h 1072"/>
                <a:gd name="T78" fmla="*/ 2147483647 w 876"/>
                <a:gd name="T79" fmla="*/ 2147483647 h 1072"/>
                <a:gd name="T80" fmla="*/ 2147483647 w 876"/>
                <a:gd name="T81" fmla="*/ 2147483647 h 1072"/>
                <a:gd name="T82" fmla="*/ 2147483647 w 876"/>
                <a:gd name="T83" fmla="*/ 2147483647 h 1072"/>
                <a:gd name="T84" fmla="*/ 2147483647 w 876"/>
                <a:gd name="T85" fmla="*/ 2147483647 h 1072"/>
                <a:gd name="T86" fmla="*/ 2147483647 w 876"/>
                <a:gd name="T87" fmla="*/ 2147483647 h 1072"/>
                <a:gd name="T88" fmla="*/ 2147483647 w 876"/>
                <a:gd name="T89" fmla="*/ 2147483647 h 1072"/>
                <a:gd name="T90" fmla="*/ 2147483647 w 876"/>
                <a:gd name="T91" fmla="*/ 2147483647 h 1072"/>
                <a:gd name="T92" fmla="*/ 2147483647 w 876"/>
                <a:gd name="T93" fmla="*/ 2147483647 h 1072"/>
                <a:gd name="T94" fmla="*/ 2147483647 w 876"/>
                <a:gd name="T95" fmla="*/ 2147483647 h 1072"/>
                <a:gd name="T96" fmla="*/ 2147483647 w 876"/>
                <a:gd name="T97" fmla="*/ 2147483647 h 1072"/>
                <a:gd name="T98" fmla="*/ 2147483647 w 876"/>
                <a:gd name="T99" fmla="*/ 2147483647 h 1072"/>
                <a:gd name="T100" fmla="*/ 2147483647 w 876"/>
                <a:gd name="T101" fmla="*/ 2147483647 h 1072"/>
                <a:gd name="T102" fmla="*/ 2147483647 w 876"/>
                <a:gd name="T103" fmla="*/ 2147483647 h 1072"/>
                <a:gd name="T104" fmla="*/ 2147483647 w 876"/>
                <a:gd name="T105" fmla="*/ 2147483647 h 1072"/>
                <a:gd name="T106" fmla="*/ 2147483647 w 876"/>
                <a:gd name="T107" fmla="*/ 2147483647 h 1072"/>
                <a:gd name="T108" fmla="*/ 2147483647 w 876"/>
                <a:gd name="T109" fmla="*/ 2147483647 h 1072"/>
                <a:gd name="T110" fmla="*/ 2147483647 w 876"/>
                <a:gd name="T111" fmla="*/ 2147483647 h 1072"/>
                <a:gd name="T112" fmla="*/ 2147483647 w 876"/>
                <a:gd name="T113" fmla="*/ 2147483647 h 1072"/>
                <a:gd name="T114" fmla="*/ 2147483647 w 876"/>
                <a:gd name="T115" fmla="*/ 2147483647 h 1072"/>
                <a:gd name="T116" fmla="*/ 2147483647 w 876"/>
                <a:gd name="T117" fmla="*/ 2147483647 h 1072"/>
                <a:gd name="T118" fmla="*/ 2147483647 w 876"/>
                <a:gd name="T119" fmla="*/ 2147483647 h 1072"/>
                <a:gd name="T120" fmla="*/ 2147483647 w 876"/>
                <a:gd name="T121" fmla="*/ 2147483647 h 1072"/>
                <a:gd name="T122" fmla="*/ 2147483647 w 876"/>
                <a:gd name="T123" fmla="*/ 2147483647 h 10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76" h="1072">
                  <a:moveTo>
                    <a:pt x="876" y="41"/>
                  </a:moveTo>
                  <a:cubicBezTo>
                    <a:pt x="796" y="41"/>
                    <a:pt x="796" y="41"/>
                    <a:pt x="796" y="41"/>
                  </a:cubicBezTo>
                  <a:cubicBezTo>
                    <a:pt x="796" y="84"/>
                    <a:pt x="796" y="84"/>
                    <a:pt x="796" y="84"/>
                  </a:cubicBezTo>
                  <a:cubicBezTo>
                    <a:pt x="811" y="84"/>
                    <a:pt x="811" y="84"/>
                    <a:pt x="811" y="84"/>
                  </a:cubicBezTo>
                  <a:cubicBezTo>
                    <a:pt x="811" y="159"/>
                    <a:pt x="811" y="159"/>
                    <a:pt x="811" y="159"/>
                  </a:cubicBezTo>
                  <a:cubicBezTo>
                    <a:pt x="796" y="159"/>
                    <a:pt x="796" y="159"/>
                    <a:pt x="796" y="159"/>
                  </a:cubicBezTo>
                  <a:cubicBezTo>
                    <a:pt x="796" y="192"/>
                    <a:pt x="796" y="192"/>
                    <a:pt x="796" y="192"/>
                  </a:cubicBezTo>
                  <a:cubicBezTo>
                    <a:pt x="876" y="192"/>
                    <a:pt x="876" y="192"/>
                    <a:pt x="876" y="192"/>
                  </a:cubicBezTo>
                  <a:lnTo>
                    <a:pt x="876" y="41"/>
                  </a:lnTo>
                  <a:close/>
                  <a:moveTo>
                    <a:pt x="796" y="1072"/>
                  </a:moveTo>
                  <a:cubicBezTo>
                    <a:pt x="876" y="1072"/>
                    <a:pt x="876" y="1072"/>
                    <a:pt x="876" y="1072"/>
                  </a:cubicBezTo>
                  <a:cubicBezTo>
                    <a:pt x="876" y="1025"/>
                    <a:pt x="876" y="1025"/>
                    <a:pt x="876" y="1025"/>
                  </a:cubicBezTo>
                  <a:cubicBezTo>
                    <a:pt x="796" y="1025"/>
                    <a:pt x="796" y="1025"/>
                    <a:pt x="796" y="1025"/>
                  </a:cubicBezTo>
                  <a:lnTo>
                    <a:pt x="796" y="1072"/>
                  </a:lnTo>
                  <a:close/>
                  <a:moveTo>
                    <a:pt x="796" y="949"/>
                  </a:moveTo>
                  <a:cubicBezTo>
                    <a:pt x="876" y="949"/>
                    <a:pt x="876" y="949"/>
                    <a:pt x="876" y="949"/>
                  </a:cubicBezTo>
                  <a:cubicBezTo>
                    <a:pt x="876" y="917"/>
                    <a:pt x="876" y="917"/>
                    <a:pt x="876" y="917"/>
                  </a:cubicBezTo>
                  <a:cubicBezTo>
                    <a:pt x="796" y="917"/>
                    <a:pt x="796" y="917"/>
                    <a:pt x="796" y="917"/>
                  </a:cubicBezTo>
                  <a:lnTo>
                    <a:pt x="796" y="949"/>
                  </a:lnTo>
                  <a:close/>
                  <a:moveTo>
                    <a:pt x="796" y="841"/>
                  </a:moveTo>
                  <a:cubicBezTo>
                    <a:pt x="876" y="841"/>
                    <a:pt x="876" y="841"/>
                    <a:pt x="876" y="841"/>
                  </a:cubicBezTo>
                  <a:cubicBezTo>
                    <a:pt x="876" y="808"/>
                    <a:pt x="876" y="808"/>
                    <a:pt x="876" y="808"/>
                  </a:cubicBezTo>
                  <a:cubicBezTo>
                    <a:pt x="849" y="808"/>
                    <a:pt x="849" y="808"/>
                    <a:pt x="849" y="808"/>
                  </a:cubicBezTo>
                  <a:cubicBezTo>
                    <a:pt x="849" y="733"/>
                    <a:pt x="849" y="733"/>
                    <a:pt x="849" y="733"/>
                  </a:cubicBezTo>
                  <a:cubicBezTo>
                    <a:pt x="876" y="733"/>
                    <a:pt x="876" y="733"/>
                    <a:pt x="876" y="733"/>
                  </a:cubicBezTo>
                  <a:cubicBezTo>
                    <a:pt x="876" y="700"/>
                    <a:pt x="876" y="700"/>
                    <a:pt x="876" y="700"/>
                  </a:cubicBezTo>
                  <a:cubicBezTo>
                    <a:pt x="796" y="700"/>
                    <a:pt x="796" y="700"/>
                    <a:pt x="796" y="700"/>
                  </a:cubicBezTo>
                  <a:lnTo>
                    <a:pt x="796" y="841"/>
                  </a:lnTo>
                  <a:close/>
                  <a:moveTo>
                    <a:pt x="796" y="625"/>
                  </a:moveTo>
                  <a:cubicBezTo>
                    <a:pt x="876" y="625"/>
                    <a:pt x="876" y="625"/>
                    <a:pt x="876" y="625"/>
                  </a:cubicBezTo>
                  <a:cubicBezTo>
                    <a:pt x="876" y="484"/>
                    <a:pt x="876" y="484"/>
                    <a:pt x="876" y="484"/>
                  </a:cubicBezTo>
                  <a:cubicBezTo>
                    <a:pt x="796" y="484"/>
                    <a:pt x="796" y="484"/>
                    <a:pt x="796" y="484"/>
                  </a:cubicBezTo>
                  <a:cubicBezTo>
                    <a:pt x="796" y="516"/>
                    <a:pt x="796" y="516"/>
                    <a:pt x="796" y="516"/>
                  </a:cubicBezTo>
                  <a:cubicBezTo>
                    <a:pt x="811" y="516"/>
                    <a:pt x="811" y="516"/>
                    <a:pt x="811" y="516"/>
                  </a:cubicBezTo>
                  <a:cubicBezTo>
                    <a:pt x="811" y="592"/>
                    <a:pt x="811" y="592"/>
                    <a:pt x="811" y="592"/>
                  </a:cubicBezTo>
                  <a:cubicBezTo>
                    <a:pt x="796" y="592"/>
                    <a:pt x="796" y="592"/>
                    <a:pt x="796" y="592"/>
                  </a:cubicBezTo>
                  <a:lnTo>
                    <a:pt x="796" y="625"/>
                  </a:lnTo>
                  <a:close/>
                  <a:moveTo>
                    <a:pt x="796" y="408"/>
                  </a:moveTo>
                  <a:cubicBezTo>
                    <a:pt x="796" y="375"/>
                    <a:pt x="796" y="375"/>
                    <a:pt x="796" y="375"/>
                  </a:cubicBezTo>
                  <a:cubicBezTo>
                    <a:pt x="811" y="375"/>
                    <a:pt x="811" y="375"/>
                    <a:pt x="811" y="375"/>
                  </a:cubicBezTo>
                  <a:cubicBezTo>
                    <a:pt x="811" y="300"/>
                    <a:pt x="811" y="300"/>
                    <a:pt x="811" y="300"/>
                  </a:cubicBezTo>
                  <a:cubicBezTo>
                    <a:pt x="796" y="300"/>
                    <a:pt x="796" y="300"/>
                    <a:pt x="796" y="300"/>
                  </a:cubicBezTo>
                  <a:cubicBezTo>
                    <a:pt x="796" y="267"/>
                    <a:pt x="796" y="267"/>
                    <a:pt x="796" y="267"/>
                  </a:cubicBezTo>
                  <a:cubicBezTo>
                    <a:pt x="876" y="267"/>
                    <a:pt x="876" y="267"/>
                    <a:pt x="876" y="267"/>
                  </a:cubicBezTo>
                  <a:cubicBezTo>
                    <a:pt x="876" y="192"/>
                    <a:pt x="876" y="192"/>
                    <a:pt x="876" y="192"/>
                  </a:cubicBezTo>
                  <a:cubicBezTo>
                    <a:pt x="849" y="192"/>
                    <a:pt x="849" y="192"/>
                    <a:pt x="849" y="192"/>
                  </a:cubicBezTo>
                  <a:cubicBezTo>
                    <a:pt x="849" y="267"/>
                    <a:pt x="849" y="267"/>
                    <a:pt x="849" y="267"/>
                  </a:cubicBezTo>
                  <a:cubicBezTo>
                    <a:pt x="876" y="267"/>
                    <a:pt x="876" y="267"/>
                    <a:pt x="876" y="267"/>
                  </a:cubicBezTo>
                  <a:cubicBezTo>
                    <a:pt x="876" y="408"/>
                    <a:pt x="876" y="408"/>
                    <a:pt x="876" y="408"/>
                  </a:cubicBezTo>
                  <a:lnTo>
                    <a:pt x="796" y="408"/>
                  </a:lnTo>
                  <a:close/>
                  <a:moveTo>
                    <a:pt x="796" y="41"/>
                  </a:moveTo>
                  <a:cubicBezTo>
                    <a:pt x="659" y="41"/>
                    <a:pt x="659" y="41"/>
                    <a:pt x="659" y="41"/>
                  </a:cubicBezTo>
                  <a:cubicBezTo>
                    <a:pt x="659" y="84"/>
                    <a:pt x="659" y="84"/>
                    <a:pt x="659" y="84"/>
                  </a:cubicBezTo>
                  <a:cubicBezTo>
                    <a:pt x="796" y="84"/>
                    <a:pt x="796" y="84"/>
                    <a:pt x="796" y="84"/>
                  </a:cubicBezTo>
                  <a:lnTo>
                    <a:pt x="796" y="41"/>
                  </a:lnTo>
                  <a:close/>
                  <a:moveTo>
                    <a:pt x="659" y="1072"/>
                  </a:moveTo>
                  <a:cubicBezTo>
                    <a:pt x="796" y="1072"/>
                    <a:pt x="796" y="1072"/>
                    <a:pt x="796" y="1072"/>
                  </a:cubicBezTo>
                  <a:cubicBezTo>
                    <a:pt x="796" y="1025"/>
                    <a:pt x="796" y="1025"/>
                    <a:pt x="796" y="1025"/>
                  </a:cubicBezTo>
                  <a:cubicBezTo>
                    <a:pt x="659" y="1025"/>
                    <a:pt x="659" y="1025"/>
                    <a:pt x="659" y="1025"/>
                  </a:cubicBezTo>
                  <a:lnTo>
                    <a:pt x="659" y="1072"/>
                  </a:lnTo>
                  <a:close/>
                  <a:moveTo>
                    <a:pt x="659" y="949"/>
                  </a:moveTo>
                  <a:cubicBezTo>
                    <a:pt x="796" y="949"/>
                    <a:pt x="796" y="949"/>
                    <a:pt x="796" y="949"/>
                  </a:cubicBezTo>
                  <a:cubicBezTo>
                    <a:pt x="796" y="917"/>
                    <a:pt x="796" y="917"/>
                    <a:pt x="796" y="917"/>
                  </a:cubicBezTo>
                  <a:cubicBezTo>
                    <a:pt x="780" y="917"/>
                    <a:pt x="780" y="917"/>
                    <a:pt x="780" y="917"/>
                  </a:cubicBezTo>
                  <a:cubicBezTo>
                    <a:pt x="780" y="841"/>
                    <a:pt x="780" y="841"/>
                    <a:pt x="780" y="841"/>
                  </a:cubicBezTo>
                  <a:cubicBezTo>
                    <a:pt x="796" y="841"/>
                    <a:pt x="796" y="841"/>
                    <a:pt x="796" y="841"/>
                  </a:cubicBezTo>
                  <a:cubicBezTo>
                    <a:pt x="796" y="700"/>
                    <a:pt x="796" y="700"/>
                    <a:pt x="796" y="700"/>
                  </a:cubicBezTo>
                  <a:cubicBezTo>
                    <a:pt x="712" y="700"/>
                    <a:pt x="712" y="700"/>
                    <a:pt x="712" y="700"/>
                  </a:cubicBezTo>
                  <a:cubicBezTo>
                    <a:pt x="712" y="625"/>
                    <a:pt x="712" y="625"/>
                    <a:pt x="712" y="625"/>
                  </a:cubicBezTo>
                  <a:cubicBezTo>
                    <a:pt x="796" y="625"/>
                    <a:pt x="796" y="625"/>
                    <a:pt x="796" y="625"/>
                  </a:cubicBezTo>
                  <a:cubicBezTo>
                    <a:pt x="796" y="592"/>
                    <a:pt x="796" y="592"/>
                    <a:pt x="796" y="592"/>
                  </a:cubicBezTo>
                  <a:cubicBezTo>
                    <a:pt x="659" y="592"/>
                    <a:pt x="659" y="592"/>
                    <a:pt x="659" y="592"/>
                  </a:cubicBezTo>
                  <a:cubicBezTo>
                    <a:pt x="659" y="733"/>
                    <a:pt x="659" y="733"/>
                    <a:pt x="659" y="733"/>
                  </a:cubicBezTo>
                  <a:cubicBezTo>
                    <a:pt x="743" y="733"/>
                    <a:pt x="743" y="733"/>
                    <a:pt x="743" y="733"/>
                  </a:cubicBezTo>
                  <a:cubicBezTo>
                    <a:pt x="743" y="808"/>
                    <a:pt x="743" y="808"/>
                    <a:pt x="743" y="808"/>
                  </a:cubicBezTo>
                  <a:cubicBezTo>
                    <a:pt x="659" y="808"/>
                    <a:pt x="659" y="808"/>
                    <a:pt x="659" y="808"/>
                  </a:cubicBezTo>
                  <a:cubicBezTo>
                    <a:pt x="659" y="841"/>
                    <a:pt x="659" y="841"/>
                    <a:pt x="659" y="841"/>
                  </a:cubicBezTo>
                  <a:cubicBezTo>
                    <a:pt x="674" y="841"/>
                    <a:pt x="674" y="841"/>
                    <a:pt x="674" y="841"/>
                  </a:cubicBezTo>
                  <a:cubicBezTo>
                    <a:pt x="674" y="917"/>
                    <a:pt x="674" y="917"/>
                    <a:pt x="674" y="917"/>
                  </a:cubicBezTo>
                  <a:cubicBezTo>
                    <a:pt x="659" y="917"/>
                    <a:pt x="659" y="917"/>
                    <a:pt x="659" y="917"/>
                  </a:cubicBezTo>
                  <a:lnTo>
                    <a:pt x="659" y="949"/>
                  </a:lnTo>
                  <a:close/>
                  <a:moveTo>
                    <a:pt x="796" y="484"/>
                  </a:moveTo>
                  <a:cubicBezTo>
                    <a:pt x="712" y="484"/>
                    <a:pt x="712" y="484"/>
                    <a:pt x="712" y="484"/>
                  </a:cubicBezTo>
                  <a:cubicBezTo>
                    <a:pt x="712" y="408"/>
                    <a:pt x="712" y="408"/>
                    <a:pt x="712" y="408"/>
                  </a:cubicBezTo>
                  <a:cubicBezTo>
                    <a:pt x="796" y="408"/>
                    <a:pt x="796" y="408"/>
                    <a:pt x="796" y="408"/>
                  </a:cubicBezTo>
                  <a:cubicBezTo>
                    <a:pt x="796" y="375"/>
                    <a:pt x="796" y="375"/>
                    <a:pt x="796" y="375"/>
                  </a:cubicBezTo>
                  <a:cubicBezTo>
                    <a:pt x="780" y="375"/>
                    <a:pt x="780" y="375"/>
                    <a:pt x="780" y="375"/>
                  </a:cubicBezTo>
                  <a:cubicBezTo>
                    <a:pt x="780" y="300"/>
                    <a:pt x="780" y="300"/>
                    <a:pt x="780" y="300"/>
                  </a:cubicBezTo>
                  <a:cubicBezTo>
                    <a:pt x="796" y="300"/>
                    <a:pt x="796" y="300"/>
                    <a:pt x="796" y="300"/>
                  </a:cubicBezTo>
                  <a:cubicBezTo>
                    <a:pt x="796" y="267"/>
                    <a:pt x="796" y="267"/>
                    <a:pt x="796" y="267"/>
                  </a:cubicBezTo>
                  <a:cubicBezTo>
                    <a:pt x="712" y="267"/>
                    <a:pt x="712" y="267"/>
                    <a:pt x="712" y="267"/>
                  </a:cubicBezTo>
                  <a:cubicBezTo>
                    <a:pt x="712" y="192"/>
                    <a:pt x="712" y="192"/>
                    <a:pt x="712" y="192"/>
                  </a:cubicBezTo>
                  <a:cubicBezTo>
                    <a:pt x="796" y="192"/>
                    <a:pt x="796" y="192"/>
                    <a:pt x="796" y="192"/>
                  </a:cubicBezTo>
                  <a:cubicBezTo>
                    <a:pt x="796" y="159"/>
                    <a:pt x="796" y="159"/>
                    <a:pt x="796" y="159"/>
                  </a:cubicBezTo>
                  <a:cubicBezTo>
                    <a:pt x="659" y="159"/>
                    <a:pt x="659" y="159"/>
                    <a:pt x="659" y="159"/>
                  </a:cubicBezTo>
                  <a:cubicBezTo>
                    <a:pt x="659" y="192"/>
                    <a:pt x="659" y="192"/>
                    <a:pt x="659" y="192"/>
                  </a:cubicBezTo>
                  <a:cubicBezTo>
                    <a:pt x="674" y="192"/>
                    <a:pt x="674" y="192"/>
                    <a:pt x="674" y="192"/>
                  </a:cubicBezTo>
                  <a:cubicBezTo>
                    <a:pt x="674" y="267"/>
                    <a:pt x="674" y="267"/>
                    <a:pt x="674" y="267"/>
                  </a:cubicBezTo>
                  <a:cubicBezTo>
                    <a:pt x="659" y="267"/>
                    <a:pt x="659" y="267"/>
                    <a:pt x="659" y="267"/>
                  </a:cubicBezTo>
                  <a:cubicBezTo>
                    <a:pt x="659" y="300"/>
                    <a:pt x="659" y="300"/>
                    <a:pt x="659" y="300"/>
                  </a:cubicBezTo>
                  <a:cubicBezTo>
                    <a:pt x="743" y="300"/>
                    <a:pt x="743" y="300"/>
                    <a:pt x="743" y="300"/>
                  </a:cubicBezTo>
                  <a:cubicBezTo>
                    <a:pt x="743" y="375"/>
                    <a:pt x="743" y="375"/>
                    <a:pt x="743" y="375"/>
                  </a:cubicBezTo>
                  <a:cubicBezTo>
                    <a:pt x="659" y="375"/>
                    <a:pt x="659" y="375"/>
                    <a:pt x="659" y="375"/>
                  </a:cubicBezTo>
                  <a:cubicBezTo>
                    <a:pt x="659" y="408"/>
                    <a:pt x="659" y="408"/>
                    <a:pt x="659" y="408"/>
                  </a:cubicBezTo>
                  <a:cubicBezTo>
                    <a:pt x="674" y="408"/>
                    <a:pt x="674" y="408"/>
                    <a:pt x="674" y="408"/>
                  </a:cubicBezTo>
                  <a:cubicBezTo>
                    <a:pt x="674" y="484"/>
                    <a:pt x="674" y="484"/>
                    <a:pt x="674" y="484"/>
                  </a:cubicBezTo>
                  <a:cubicBezTo>
                    <a:pt x="659" y="484"/>
                    <a:pt x="659" y="484"/>
                    <a:pt x="659" y="484"/>
                  </a:cubicBezTo>
                  <a:cubicBezTo>
                    <a:pt x="659" y="516"/>
                    <a:pt x="659" y="516"/>
                    <a:pt x="659" y="516"/>
                  </a:cubicBezTo>
                  <a:cubicBezTo>
                    <a:pt x="796" y="516"/>
                    <a:pt x="796" y="516"/>
                    <a:pt x="796" y="516"/>
                  </a:cubicBezTo>
                  <a:lnTo>
                    <a:pt x="796" y="484"/>
                  </a:lnTo>
                  <a:close/>
                  <a:moveTo>
                    <a:pt x="659" y="41"/>
                  </a:moveTo>
                  <a:cubicBezTo>
                    <a:pt x="601" y="41"/>
                    <a:pt x="601" y="41"/>
                    <a:pt x="601" y="41"/>
                  </a:cubicBezTo>
                  <a:cubicBezTo>
                    <a:pt x="601" y="369"/>
                    <a:pt x="601" y="369"/>
                    <a:pt x="601" y="369"/>
                  </a:cubicBezTo>
                  <a:cubicBezTo>
                    <a:pt x="561" y="345"/>
                    <a:pt x="561" y="345"/>
                    <a:pt x="561" y="345"/>
                  </a:cubicBezTo>
                  <a:cubicBezTo>
                    <a:pt x="561" y="386"/>
                    <a:pt x="561" y="386"/>
                    <a:pt x="561" y="386"/>
                  </a:cubicBezTo>
                  <a:cubicBezTo>
                    <a:pt x="572" y="392"/>
                    <a:pt x="572" y="392"/>
                    <a:pt x="572" y="392"/>
                  </a:cubicBezTo>
                  <a:cubicBezTo>
                    <a:pt x="572" y="469"/>
                    <a:pt x="572" y="469"/>
                    <a:pt x="572" y="469"/>
                  </a:cubicBezTo>
                  <a:cubicBezTo>
                    <a:pt x="568" y="467"/>
                    <a:pt x="565" y="465"/>
                    <a:pt x="561" y="464"/>
                  </a:cubicBezTo>
                  <a:cubicBezTo>
                    <a:pt x="561" y="497"/>
                    <a:pt x="561" y="497"/>
                    <a:pt x="561" y="497"/>
                  </a:cubicBezTo>
                  <a:cubicBezTo>
                    <a:pt x="572" y="503"/>
                    <a:pt x="572" y="503"/>
                    <a:pt x="572" y="503"/>
                  </a:cubicBezTo>
                  <a:cubicBezTo>
                    <a:pt x="572" y="580"/>
                    <a:pt x="572" y="580"/>
                    <a:pt x="572" y="580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1" y="609"/>
                    <a:pt x="561" y="609"/>
                    <a:pt x="561" y="609"/>
                  </a:cubicBezTo>
                  <a:cubicBezTo>
                    <a:pt x="565" y="611"/>
                    <a:pt x="568" y="612"/>
                    <a:pt x="572" y="614"/>
                  </a:cubicBezTo>
                  <a:cubicBezTo>
                    <a:pt x="572" y="691"/>
                    <a:pt x="572" y="691"/>
                    <a:pt x="572" y="691"/>
                  </a:cubicBezTo>
                  <a:cubicBezTo>
                    <a:pt x="561" y="687"/>
                    <a:pt x="561" y="687"/>
                    <a:pt x="561" y="687"/>
                  </a:cubicBezTo>
                  <a:cubicBezTo>
                    <a:pt x="561" y="833"/>
                    <a:pt x="561" y="833"/>
                    <a:pt x="561" y="833"/>
                  </a:cubicBezTo>
                  <a:cubicBezTo>
                    <a:pt x="565" y="834"/>
                    <a:pt x="568" y="835"/>
                    <a:pt x="572" y="835"/>
                  </a:cubicBezTo>
                  <a:cubicBezTo>
                    <a:pt x="572" y="913"/>
                    <a:pt x="572" y="913"/>
                    <a:pt x="572" y="913"/>
                  </a:cubicBezTo>
                  <a:cubicBezTo>
                    <a:pt x="561" y="911"/>
                    <a:pt x="561" y="911"/>
                    <a:pt x="561" y="911"/>
                  </a:cubicBezTo>
                  <a:cubicBezTo>
                    <a:pt x="561" y="1072"/>
                    <a:pt x="561" y="1072"/>
                    <a:pt x="561" y="1072"/>
                  </a:cubicBezTo>
                  <a:cubicBezTo>
                    <a:pt x="659" y="1072"/>
                    <a:pt x="659" y="1072"/>
                    <a:pt x="659" y="1072"/>
                  </a:cubicBezTo>
                  <a:cubicBezTo>
                    <a:pt x="659" y="1025"/>
                    <a:pt x="659" y="1025"/>
                    <a:pt x="659" y="1025"/>
                  </a:cubicBezTo>
                  <a:cubicBezTo>
                    <a:pt x="643" y="1025"/>
                    <a:pt x="643" y="1025"/>
                    <a:pt x="643" y="1025"/>
                  </a:cubicBezTo>
                  <a:cubicBezTo>
                    <a:pt x="643" y="949"/>
                    <a:pt x="643" y="949"/>
                    <a:pt x="643" y="949"/>
                  </a:cubicBezTo>
                  <a:cubicBezTo>
                    <a:pt x="659" y="949"/>
                    <a:pt x="659" y="949"/>
                    <a:pt x="659" y="949"/>
                  </a:cubicBezTo>
                  <a:cubicBezTo>
                    <a:pt x="659" y="917"/>
                    <a:pt x="659" y="917"/>
                    <a:pt x="659" y="917"/>
                  </a:cubicBezTo>
                  <a:cubicBezTo>
                    <a:pt x="643" y="917"/>
                    <a:pt x="643" y="917"/>
                    <a:pt x="643" y="917"/>
                  </a:cubicBezTo>
                  <a:cubicBezTo>
                    <a:pt x="643" y="841"/>
                    <a:pt x="643" y="841"/>
                    <a:pt x="643" y="841"/>
                  </a:cubicBezTo>
                  <a:cubicBezTo>
                    <a:pt x="659" y="841"/>
                    <a:pt x="659" y="841"/>
                    <a:pt x="659" y="841"/>
                  </a:cubicBezTo>
                  <a:cubicBezTo>
                    <a:pt x="659" y="808"/>
                    <a:pt x="659" y="808"/>
                    <a:pt x="659" y="808"/>
                  </a:cubicBezTo>
                  <a:cubicBezTo>
                    <a:pt x="643" y="808"/>
                    <a:pt x="643" y="808"/>
                    <a:pt x="643" y="808"/>
                  </a:cubicBezTo>
                  <a:cubicBezTo>
                    <a:pt x="643" y="733"/>
                    <a:pt x="643" y="733"/>
                    <a:pt x="643" y="733"/>
                  </a:cubicBezTo>
                  <a:cubicBezTo>
                    <a:pt x="659" y="733"/>
                    <a:pt x="659" y="733"/>
                    <a:pt x="659" y="733"/>
                  </a:cubicBezTo>
                  <a:cubicBezTo>
                    <a:pt x="659" y="592"/>
                    <a:pt x="659" y="592"/>
                    <a:pt x="659" y="592"/>
                  </a:cubicBezTo>
                  <a:cubicBezTo>
                    <a:pt x="643" y="592"/>
                    <a:pt x="643" y="592"/>
                    <a:pt x="643" y="592"/>
                  </a:cubicBezTo>
                  <a:cubicBezTo>
                    <a:pt x="643" y="516"/>
                    <a:pt x="643" y="516"/>
                    <a:pt x="643" y="516"/>
                  </a:cubicBezTo>
                  <a:cubicBezTo>
                    <a:pt x="659" y="516"/>
                    <a:pt x="659" y="516"/>
                    <a:pt x="659" y="516"/>
                  </a:cubicBezTo>
                  <a:cubicBezTo>
                    <a:pt x="659" y="484"/>
                    <a:pt x="659" y="484"/>
                    <a:pt x="659" y="484"/>
                  </a:cubicBezTo>
                  <a:cubicBezTo>
                    <a:pt x="643" y="484"/>
                    <a:pt x="643" y="484"/>
                    <a:pt x="643" y="484"/>
                  </a:cubicBezTo>
                  <a:cubicBezTo>
                    <a:pt x="643" y="408"/>
                    <a:pt x="643" y="408"/>
                    <a:pt x="643" y="408"/>
                  </a:cubicBezTo>
                  <a:cubicBezTo>
                    <a:pt x="659" y="408"/>
                    <a:pt x="659" y="408"/>
                    <a:pt x="659" y="408"/>
                  </a:cubicBezTo>
                  <a:cubicBezTo>
                    <a:pt x="659" y="375"/>
                    <a:pt x="659" y="375"/>
                    <a:pt x="659" y="375"/>
                  </a:cubicBezTo>
                  <a:cubicBezTo>
                    <a:pt x="643" y="375"/>
                    <a:pt x="643" y="375"/>
                    <a:pt x="643" y="375"/>
                  </a:cubicBezTo>
                  <a:cubicBezTo>
                    <a:pt x="643" y="300"/>
                    <a:pt x="643" y="300"/>
                    <a:pt x="643" y="300"/>
                  </a:cubicBezTo>
                  <a:cubicBezTo>
                    <a:pt x="659" y="300"/>
                    <a:pt x="659" y="300"/>
                    <a:pt x="659" y="300"/>
                  </a:cubicBezTo>
                  <a:cubicBezTo>
                    <a:pt x="659" y="267"/>
                    <a:pt x="659" y="267"/>
                    <a:pt x="659" y="267"/>
                  </a:cubicBezTo>
                  <a:cubicBezTo>
                    <a:pt x="643" y="267"/>
                    <a:pt x="643" y="267"/>
                    <a:pt x="643" y="267"/>
                  </a:cubicBezTo>
                  <a:cubicBezTo>
                    <a:pt x="643" y="192"/>
                    <a:pt x="643" y="192"/>
                    <a:pt x="643" y="192"/>
                  </a:cubicBezTo>
                  <a:cubicBezTo>
                    <a:pt x="659" y="192"/>
                    <a:pt x="659" y="192"/>
                    <a:pt x="659" y="192"/>
                  </a:cubicBezTo>
                  <a:cubicBezTo>
                    <a:pt x="659" y="159"/>
                    <a:pt x="659" y="159"/>
                    <a:pt x="659" y="159"/>
                  </a:cubicBezTo>
                  <a:cubicBezTo>
                    <a:pt x="643" y="159"/>
                    <a:pt x="643" y="159"/>
                    <a:pt x="643" y="159"/>
                  </a:cubicBezTo>
                  <a:cubicBezTo>
                    <a:pt x="643" y="84"/>
                    <a:pt x="643" y="84"/>
                    <a:pt x="643" y="84"/>
                  </a:cubicBezTo>
                  <a:cubicBezTo>
                    <a:pt x="659" y="84"/>
                    <a:pt x="659" y="84"/>
                    <a:pt x="659" y="84"/>
                  </a:cubicBezTo>
                  <a:lnTo>
                    <a:pt x="659" y="41"/>
                  </a:lnTo>
                  <a:close/>
                  <a:moveTo>
                    <a:pt x="561" y="345"/>
                  </a:moveTo>
                  <a:cubicBezTo>
                    <a:pt x="515" y="316"/>
                    <a:pt x="515" y="316"/>
                    <a:pt x="515" y="316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9" y="709"/>
                    <a:pt x="522" y="710"/>
                    <a:pt x="526" y="711"/>
                  </a:cubicBezTo>
                  <a:cubicBezTo>
                    <a:pt x="526" y="791"/>
                    <a:pt x="526" y="791"/>
                    <a:pt x="526" y="791"/>
                  </a:cubicBezTo>
                  <a:cubicBezTo>
                    <a:pt x="522" y="790"/>
                    <a:pt x="519" y="790"/>
                    <a:pt x="515" y="789"/>
                  </a:cubicBezTo>
                  <a:cubicBezTo>
                    <a:pt x="515" y="824"/>
                    <a:pt x="515" y="824"/>
                    <a:pt x="515" y="824"/>
                  </a:cubicBezTo>
                  <a:cubicBezTo>
                    <a:pt x="519" y="825"/>
                    <a:pt x="522" y="825"/>
                    <a:pt x="526" y="826"/>
                  </a:cubicBezTo>
                  <a:cubicBezTo>
                    <a:pt x="526" y="906"/>
                    <a:pt x="526" y="906"/>
                    <a:pt x="526" y="906"/>
                  </a:cubicBezTo>
                  <a:cubicBezTo>
                    <a:pt x="515" y="905"/>
                    <a:pt x="515" y="905"/>
                    <a:pt x="515" y="905"/>
                  </a:cubicBezTo>
                  <a:cubicBezTo>
                    <a:pt x="515" y="940"/>
                    <a:pt x="515" y="940"/>
                    <a:pt x="515" y="940"/>
                  </a:cubicBezTo>
                  <a:cubicBezTo>
                    <a:pt x="519" y="941"/>
                    <a:pt x="522" y="941"/>
                    <a:pt x="526" y="941"/>
                  </a:cubicBezTo>
                  <a:cubicBezTo>
                    <a:pt x="526" y="1022"/>
                    <a:pt x="526" y="1022"/>
                    <a:pt x="526" y="1022"/>
                  </a:cubicBezTo>
                  <a:cubicBezTo>
                    <a:pt x="522" y="1022"/>
                    <a:pt x="519" y="1021"/>
                    <a:pt x="515" y="1021"/>
                  </a:cubicBezTo>
                  <a:cubicBezTo>
                    <a:pt x="515" y="1072"/>
                    <a:pt x="515" y="1072"/>
                    <a:pt x="515" y="1072"/>
                  </a:cubicBezTo>
                  <a:cubicBezTo>
                    <a:pt x="561" y="1072"/>
                    <a:pt x="561" y="1072"/>
                    <a:pt x="561" y="1072"/>
                  </a:cubicBezTo>
                  <a:cubicBezTo>
                    <a:pt x="561" y="911"/>
                    <a:pt x="561" y="911"/>
                    <a:pt x="561" y="911"/>
                  </a:cubicBezTo>
                  <a:cubicBezTo>
                    <a:pt x="551" y="910"/>
                    <a:pt x="551" y="910"/>
                    <a:pt x="551" y="910"/>
                  </a:cubicBezTo>
                  <a:cubicBezTo>
                    <a:pt x="551" y="831"/>
                    <a:pt x="551" y="831"/>
                    <a:pt x="551" y="831"/>
                  </a:cubicBezTo>
                  <a:cubicBezTo>
                    <a:pt x="554" y="832"/>
                    <a:pt x="558" y="833"/>
                    <a:pt x="561" y="833"/>
                  </a:cubicBezTo>
                  <a:cubicBezTo>
                    <a:pt x="561" y="687"/>
                    <a:pt x="561" y="687"/>
                    <a:pt x="561" y="687"/>
                  </a:cubicBezTo>
                  <a:cubicBezTo>
                    <a:pt x="551" y="684"/>
                    <a:pt x="551" y="684"/>
                    <a:pt x="551" y="684"/>
                  </a:cubicBezTo>
                  <a:cubicBezTo>
                    <a:pt x="551" y="605"/>
                    <a:pt x="551" y="605"/>
                    <a:pt x="551" y="605"/>
                  </a:cubicBezTo>
                  <a:cubicBezTo>
                    <a:pt x="554" y="607"/>
                    <a:pt x="558" y="608"/>
                    <a:pt x="561" y="609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51" y="571"/>
                    <a:pt x="551" y="571"/>
                    <a:pt x="551" y="571"/>
                  </a:cubicBezTo>
                  <a:cubicBezTo>
                    <a:pt x="551" y="492"/>
                    <a:pt x="551" y="492"/>
                    <a:pt x="551" y="492"/>
                  </a:cubicBezTo>
                  <a:cubicBezTo>
                    <a:pt x="561" y="497"/>
                    <a:pt x="561" y="497"/>
                    <a:pt x="561" y="497"/>
                  </a:cubicBezTo>
                  <a:cubicBezTo>
                    <a:pt x="561" y="464"/>
                    <a:pt x="561" y="464"/>
                    <a:pt x="561" y="464"/>
                  </a:cubicBezTo>
                  <a:cubicBezTo>
                    <a:pt x="558" y="462"/>
                    <a:pt x="554" y="460"/>
                    <a:pt x="551" y="458"/>
                  </a:cubicBezTo>
                  <a:cubicBezTo>
                    <a:pt x="551" y="379"/>
                    <a:pt x="551" y="379"/>
                    <a:pt x="551" y="379"/>
                  </a:cubicBezTo>
                  <a:cubicBezTo>
                    <a:pt x="561" y="386"/>
                    <a:pt x="561" y="386"/>
                    <a:pt x="561" y="386"/>
                  </a:cubicBezTo>
                  <a:lnTo>
                    <a:pt x="561" y="345"/>
                  </a:lnTo>
                  <a:close/>
                  <a:moveTo>
                    <a:pt x="515" y="316"/>
                  </a:moveTo>
                  <a:cubicBezTo>
                    <a:pt x="469" y="288"/>
                    <a:pt x="469" y="288"/>
                    <a:pt x="469" y="288"/>
                  </a:cubicBezTo>
                  <a:cubicBezTo>
                    <a:pt x="469" y="332"/>
                    <a:pt x="469" y="332"/>
                    <a:pt x="469" y="332"/>
                  </a:cubicBezTo>
                  <a:cubicBezTo>
                    <a:pt x="472" y="334"/>
                    <a:pt x="476" y="336"/>
                    <a:pt x="479" y="338"/>
                  </a:cubicBezTo>
                  <a:cubicBezTo>
                    <a:pt x="479" y="421"/>
                    <a:pt x="479" y="421"/>
                    <a:pt x="479" y="421"/>
                  </a:cubicBezTo>
                  <a:cubicBezTo>
                    <a:pt x="469" y="416"/>
                    <a:pt x="469" y="416"/>
                    <a:pt x="469" y="416"/>
                  </a:cubicBezTo>
                  <a:cubicBezTo>
                    <a:pt x="469" y="573"/>
                    <a:pt x="469" y="573"/>
                    <a:pt x="469" y="573"/>
                  </a:cubicBezTo>
                  <a:cubicBezTo>
                    <a:pt x="472" y="575"/>
                    <a:pt x="476" y="576"/>
                    <a:pt x="479" y="577"/>
                  </a:cubicBezTo>
                  <a:cubicBezTo>
                    <a:pt x="479" y="661"/>
                    <a:pt x="479" y="661"/>
                    <a:pt x="479" y="661"/>
                  </a:cubicBezTo>
                  <a:cubicBezTo>
                    <a:pt x="476" y="660"/>
                    <a:pt x="472" y="658"/>
                    <a:pt x="469" y="657"/>
                  </a:cubicBezTo>
                  <a:cubicBezTo>
                    <a:pt x="469" y="694"/>
                    <a:pt x="469" y="694"/>
                    <a:pt x="469" y="694"/>
                  </a:cubicBezTo>
                  <a:cubicBezTo>
                    <a:pt x="479" y="697"/>
                    <a:pt x="479" y="697"/>
                    <a:pt x="479" y="697"/>
                  </a:cubicBezTo>
                  <a:cubicBezTo>
                    <a:pt x="479" y="780"/>
                    <a:pt x="479" y="780"/>
                    <a:pt x="479" y="780"/>
                  </a:cubicBezTo>
                  <a:cubicBezTo>
                    <a:pt x="476" y="780"/>
                    <a:pt x="472" y="779"/>
                    <a:pt x="469" y="778"/>
                  </a:cubicBezTo>
                  <a:cubicBezTo>
                    <a:pt x="469" y="1072"/>
                    <a:pt x="469" y="1072"/>
                    <a:pt x="469" y="1072"/>
                  </a:cubicBezTo>
                  <a:cubicBezTo>
                    <a:pt x="515" y="1072"/>
                    <a:pt x="515" y="1072"/>
                    <a:pt x="515" y="1072"/>
                  </a:cubicBezTo>
                  <a:cubicBezTo>
                    <a:pt x="515" y="1021"/>
                    <a:pt x="515" y="1021"/>
                    <a:pt x="515" y="1021"/>
                  </a:cubicBezTo>
                  <a:cubicBezTo>
                    <a:pt x="512" y="1021"/>
                    <a:pt x="508" y="1021"/>
                    <a:pt x="505" y="1021"/>
                  </a:cubicBezTo>
                  <a:cubicBezTo>
                    <a:pt x="505" y="939"/>
                    <a:pt x="505" y="939"/>
                    <a:pt x="505" y="939"/>
                  </a:cubicBezTo>
                  <a:cubicBezTo>
                    <a:pt x="508" y="939"/>
                    <a:pt x="512" y="940"/>
                    <a:pt x="515" y="940"/>
                  </a:cubicBezTo>
                  <a:cubicBezTo>
                    <a:pt x="515" y="905"/>
                    <a:pt x="515" y="905"/>
                    <a:pt x="515" y="905"/>
                  </a:cubicBezTo>
                  <a:cubicBezTo>
                    <a:pt x="505" y="904"/>
                    <a:pt x="505" y="904"/>
                    <a:pt x="505" y="904"/>
                  </a:cubicBezTo>
                  <a:cubicBezTo>
                    <a:pt x="505" y="822"/>
                    <a:pt x="505" y="822"/>
                    <a:pt x="505" y="822"/>
                  </a:cubicBezTo>
                  <a:cubicBezTo>
                    <a:pt x="508" y="823"/>
                    <a:pt x="512" y="823"/>
                    <a:pt x="515" y="824"/>
                  </a:cubicBezTo>
                  <a:cubicBezTo>
                    <a:pt x="515" y="789"/>
                    <a:pt x="515" y="789"/>
                    <a:pt x="515" y="789"/>
                  </a:cubicBezTo>
                  <a:cubicBezTo>
                    <a:pt x="512" y="788"/>
                    <a:pt x="508" y="787"/>
                    <a:pt x="505" y="786"/>
                  </a:cubicBezTo>
                  <a:cubicBezTo>
                    <a:pt x="505" y="705"/>
                    <a:pt x="505" y="705"/>
                    <a:pt x="505" y="705"/>
                  </a:cubicBezTo>
                  <a:cubicBezTo>
                    <a:pt x="508" y="706"/>
                    <a:pt x="512" y="707"/>
                    <a:pt x="515" y="708"/>
                  </a:cubicBezTo>
                  <a:lnTo>
                    <a:pt x="515" y="316"/>
                  </a:lnTo>
                  <a:close/>
                  <a:moveTo>
                    <a:pt x="469" y="288"/>
                  </a:moveTo>
                  <a:cubicBezTo>
                    <a:pt x="423" y="259"/>
                    <a:pt x="423" y="259"/>
                    <a:pt x="423" y="259"/>
                  </a:cubicBezTo>
                  <a:cubicBezTo>
                    <a:pt x="423" y="430"/>
                    <a:pt x="423" y="430"/>
                    <a:pt x="423" y="430"/>
                  </a:cubicBezTo>
                  <a:cubicBezTo>
                    <a:pt x="426" y="432"/>
                    <a:pt x="430" y="433"/>
                    <a:pt x="433" y="435"/>
                  </a:cubicBezTo>
                  <a:cubicBezTo>
                    <a:pt x="433" y="522"/>
                    <a:pt x="433" y="522"/>
                    <a:pt x="433" y="522"/>
                  </a:cubicBezTo>
                  <a:cubicBezTo>
                    <a:pt x="430" y="520"/>
                    <a:pt x="426" y="519"/>
                    <a:pt x="423" y="517"/>
                  </a:cubicBezTo>
                  <a:cubicBezTo>
                    <a:pt x="423" y="680"/>
                    <a:pt x="423" y="680"/>
                    <a:pt x="423" y="680"/>
                  </a:cubicBezTo>
                  <a:cubicBezTo>
                    <a:pt x="426" y="681"/>
                    <a:pt x="430" y="682"/>
                    <a:pt x="433" y="683"/>
                  </a:cubicBezTo>
                  <a:cubicBezTo>
                    <a:pt x="433" y="770"/>
                    <a:pt x="433" y="770"/>
                    <a:pt x="433" y="770"/>
                  </a:cubicBezTo>
                  <a:cubicBezTo>
                    <a:pt x="430" y="769"/>
                    <a:pt x="426" y="768"/>
                    <a:pt x="423" y="767"/>
                  </a:cubicBezTo>
                  <a:cubicBezTo>
                    <a:pt x="423" y="805"/>
                    <a:pt x="423" y="805"/>
                    <a:pt x="423" y="805"/>
                  </a:cubicBezTo>
                  <a:cubicBezTo>
                    <a:pt x="433" y="807"/>
                    <a:pt x="433" y="807"/>
                    <a:pt x="433" y="807"/>
                  </a:cubicBezTo>
                  <a:cubicBezTo>
                    <a:pt x="433" y="894"/>
                    <a:pt x="433" y="894"/>
                    <a:pt x="433" y="894"/>
                  </a:cubicBezTo>
                  <a:cubicBezTo>
                    <a:pt x="423" y="892"/>
                    <a:pt x="423" y="892"/>
                    <a:pt x="423" y="892"/>
                  </a:cubicBezTo>
                  <a:cubicBezTo>
                    <a:pt x="423" y="930"/>
                    <a:pt x="423" y="930"/>
                    <a:pt x="423" y="930"/>
                  </a:cubicBezTo>
                  <a:cubicBezTo>
                    <a:pt x="426" y="931"/>
                    <a:pt x="430" y="931"/>
                    <a:pt x="433" y="931"/>
                  </a:cubicBezTo>
                  <a:cubicBezTo>
                    <a:pt x="433" y="1018"/>
                    <a:pt x="433" y="1018"/>
                    <a:pt x="433" y="1018"/>
                  </a:cubicBezTo>
                  <a:cubicBezTo>
                    <a:pt x="430" y="1018"/>
                    <a:pt x="426" y="1018"/>
                    <a:pt x="423" y="1017"/>
                  </a:cubicBezTo>
                  <a:cubicBezTo>
                    <a:pt x="423" y="1072"/>
                    <a:pt x="423" y="1072"/>
                    <a:pt x="423" y="1072"/>
                  </a:cubicBezTo>
                  <a:cubicBezTo>
                    <a:pt x="469" y="1072"/>
                    <a:pt x="469" y="1072"/>
                    <a:pt x="469" y="1072"/>
                  </a:cubicBezTo>
                  <a:cubicBezTo>
                    <a:pt x="469" y="778"/>
                    <a:pt x="469" y="778"/>
                    <a:pt x="469" y="778"/>
                  </a:cubicBezTo>
                  <a:cubicBezTo>
                    <a:pt x="465" y="777"/>
                    <a:pt x="462" y="776"/>
                    <a:pt x="458" y="776"/>
                  </a:cubicBezTo>
                  <a:cubicBezTo>
                    <a:pt x="458" y="691"/>
                    <a:pt x="458" y="691"/>
                    <a:pt x="458" y="691"/>
                  </a:cubicBezTo>
                  <a:cubicBezTo>
                    <a:pt x="469" y="694"/>
                    <a:pt x="469" y="694"/>
                    <a:pt x="469" y="694"/>
                  </a:cubicBezTo>
                  <a:cubicBezTo>
                    <a:pt x="469" y="657"/>
                    <a:pt x="469" y="657"/>
                    <a:pt x="469" y="657"/>
                  </a:cubicBezTo>
                  <a:cubicBezTo>
                    <a:pt x="465" y="656"/>
                    <a:pt x="462" y="655"/>
                    <a:pt x="458" y="654"/>
                  </a:cubicBezTo>
                  <a:cubicBezTo>
                    <a:pt x="458" y="569"/>
                    <a:pt x="458" y="569"/>
                    <a:pt x="458" y="569"/>
                  </a:cubicBezTo>
                  <a:cubicBezTo>
                    <a:pt x="462" y="571"/>
                    <a:pt x="465" y="572"/>
                    <a:pt x="469" y="573"/>
                  </a:cubicBezTo>
                  <a:cubicBezTo>
                    <a:pt x="469" y="416"/>
                    <a:pt x="469" y="416"/>
                    <a:pt x="469" y="416"/>
                  </a:cubicBezTo>
                  <a:cubicBezTo>
                    <a:pt x="458" y="411"/>
                    <a:pt x="458" y="411"/>
                    <a:pt x="458" y="411"/>
                  </a:cubicBezTo>
                  <a:cubicBezTo>
                    <a:pt x="458" y="326"/>
                    <a:pt x="458" y="326"/>
                    <a:pt x="458" y="326"/>
                  </a:cubicBezTo>
                  <a:cubicBezTo>
                    <a:pt x="462" y="328"/>
                    <a:pt x="465" y="330"/>
                    <a:pt x="469" y="332"/>
                  </a:cubicBezTo>
                  <a:lnTo>
                    <a:pt x="469" y="288"/>
                  </a:lnTo>
                  <a:close/>
                  <a:moveTo>
                    <a:pt x="423" y="259"/>
                  </a:moveTo>
                  <a:cubicBezTo>
                    <a:pt x="376" y="231"/>
                    <a:pt x="376" y="231"/>
                    <a:pt x="376" y="231"/>
                  </a:cubicBezTo>
                  <a:cubicBezTo>
                    <a:pt x="376" y="278"/>
                    <a:pt x="376" y="278"/>
                    <a:pt x="376" y="278"/>
                  </a:cubicBezTo>
                  <a:cubicBezTo>
                    <a:pt x="380" y="280"/>
                    <a:pt x="383" y="282"/>
                    <a:pt x="387" y="284"/>
                  </a:cubicBezTo>
                  <a:cubicBezTo>
                    <a:pt x="387" y="374"/>
                    <a:pt x="387" y="374"/>
                    <a:pt x="387" y="374"/>
                  </a:cubicBezTo>
                  <a:cubicBezTo>
                    <a:pt x="383" y="372"/>
                    <a:pt x="380" y="370"/>
                    <a:pt x="376" y="368"/>
                  </a:cubicBezTo>
                  <a:cubicBezTo>
                    <a:pt x="376" y="408"/>
                    <a:pt x="376" y="408"/>
                    <a:pt x="376" y="408"/>
                  </a:cubicBezTo>
                  <a:cubicBezTo>
                    <a:pt x="387" y="413"/>
                    <a:pt x="387" y="413"/>
                    <a:pt x="387" y="413"/>
                  </a:cubicBezTo>
                  <a:cubicBezTo>
                    <a:pt x="387" y="502"/>
                    <a:pt x="387" y="502"/>
                    <a:pt x="387" y="502"/>
                  </a:cubicBezTo>
                  <a:cubicBezTo>
                    <a:pt x="383" y="501"/>
                    <a:pt x="380" y="499"/>
                    <a:pt x="376" y="498"/>
                  </a:cubicBezTo>
                  <a:cubicBezTo>
                    <a:pt x="376" y="537"/>
                    <a:pt x="376" y="537"/>
                    <a:pt x="376" y="537"/>
                  </a:cubicBezTo>
                  <a:cubicBezTo>
                    <a:pt x="380" y="538"/>
                    <a:pt x="383" y="540"/>
                    <a:pt x="387" y="541"/>
                  </a:cubicBezTo>
                  <a:cubicBezTo>
                    <a:pt x="387" y="631"/>
                    <a:pt x="387" y="631"/>
                    <a:pt x="387" y="631"/>
                  </a:cubicBezTo>
                  <a:cubicBezTo>
                    <a:pt x="383" y="630"/>
                    <a:pt x="380" y="628"/>
                    <a:pt x="376" y="627"/>
                  </a:cubicBezTo>
                  <a:cubicBezTo>
                    <a:pt x="376" y="667"/>
                    <a:pt x="376" y="667"/>
                    <a:pt x="376" y="667"/>
                  </a:cubicBezTo>
                  <a:cubicBezTo>
                    <a:pt x="387" y="670"/>
                    <a:pt x="387" y="670"/>
                    <a:pt x="387" y="670"/>
                  </a:cubicBezTo>
                  <a:cubicBezTo>
                    <a:pt x="387" y="759"/>
                    <a:pt x="387" y="759"/>
                    <a:pt x="387" y="759"/>
                  </a:cubicBezTo>
                  <a:cubicBezTo>
                    <a:pt x="383" y="758"/>
                    <a:pt x="380" y="758"/>
                    <a:pt x="376" y="757"/>
                  </a:cubicBezTo>
                  <a:cubicBezTo>
                    <a:pt x="376" y="796"/>
                    <a:pt x="376" y="796"/>
                    <a:pt x="376" y="796"/>
                  </a:cubicBezTo>
                  <a:cubicBezTo>
                    <a:pt x="387" y="798"/>
                    <a:pt x="387" y="798"/>
                    <a:pt x="387" y="798"/>
                  </a:cubicBezTo>
                  <a:cubicBezTo>
                    <a:pt x="387" y="888"/>
                    <a:pt x="387" y="888"/>
                    <a:pt x="387" y="888"/>
                  </a:cubicBezTo>
                  <a:cubicBezTo>
                    <a:pt x="376" y="886"/>
                    <a:pt x="376" y="886"/>
                    <a:pt x="376" y="886"/>
                  </a:cubicBezTo>
                  <a:cubicBezTo>
                    <a:pt x="376" y="925"/>
                    <a:pt x="376" y="925"/>
                    <a:pt x="376" y="925"/>
                  </a:cubicBezTo>
                  <a:cubicBezTo>
                    <a:pt x="380" y="926"/>
                    <a:pt x="383" y="926"/>
                    <a:pt x="387" y="926"/>
                  </a:cubicBezTo>
                  <a:cubicBezTo>
                    <a:pt x="387" y="1016"/>
                    <a:pt x="387" y="1016"/>
                    <a:pt x="387" y="1016"/>
                  </a:cubicBezTo>
                  <a:cubicBezTo>
                    <a:pt x="383" y="1016"/>
                    <a:pt x="380" y="1016"/>
                    <a:pt x="376" y="1016"/>
                  </a:cubicBezTo>
                  <a:cubicBezTo>
                    <a:pt x="376" y="1072"/>
                    <a:pt x="376" y="1072"/>
                    <a:pt x="376" y="1072"/>
                  </a:cubicBezTo>
                  <a:cubicBezTo>
                    <a:pt x="423" y="1072"/>
                    <a:pt x="423" y="1072"/>
                    <a:pt x="423" y="1072"/>
                  </a:cubicBezTo>
                  <a:cubicBezTo>
                    <a:pt x="423" y="1017"/>
                    <a:pt x="423" y="1017"/>
                    <a:pt x="423" y="1017"/>
                  </a:cubicBezTo>
                  <a:cubicBezTo>
                    <a:pt x="419" y="1017"/>
                    <a:pt x="416" y="1017"/>
                    <a:pt x="412" y="1017"/>
                  </a:cubicBezTo>
                  <a:cubicBezTo>
                    <a:pt x="412" y="929"/>
                    <a:pt x="412" y="929"/>
                    <a:pt x="412" y="929"/>
                  </a:cubicBezTo>
                  <a:cubicBezTo>
                    <a:pt x="416" y="930"/>
                    <a:pt x="419" y="930"/>
                    <a:pt x="423" y="930"/>
                  </a:cubicBezTo>
                  <a:cubicBezTo>
                    <a:pt x="423" y="892"/>
                    <a:pt x="423" y="892"/>
                    <a:pt x="423" y="892"/>
                  </a:cubicBezTo>
                  <a:cubicBezTo>
                    <a:pt x="412" y="891"/>
                    <a:pt x="412" y="891"/>
                    <a:pt x="412" y="891"/>
                  </a:cubicBezTo>
                  <a:cubicBezTo>
                    <a:pt x="412" y="803"/>
                    <a:pt x="412" y="803"/>
                    <a:pt x="412" y="803"/>
                  </a:cubicBezTo>
                  <a:cubicBezTo>
                    <a:pt x="423" y="805"/>
                    <a:pt x="423" y="805"/>
                    <a:pt x="423" y="805"/>
                  </a:cubicBezTo>
                  <a:cubicBezTo>
                    <a:pt x="423" y="767"/>
                    <a:pt x="423" y="767"/>
                    <a:pt x="423" y="767"/>
                  </a:cubicBezTo>
                  <a:cubicBezTo>
                    <a:pt x="419" y="767"/>
                    <a:pt x="416" y="766"/>
                    <a:pt x="412" y="765"/>
                  </a:cubicBezTo>
                  <a:cubicBezTo>
                    <a:pt x="412" y="677"/>
                    <a:pt x="412" y="677"/>
                    <a:pt x="412" y="677"/>
                  </a:cubicBezTo>
                  <a:cubicBezTo>
                    <a:pt x="416" y="678"/>
                    <a:pt x="419" y="679"/>
                    <a:pt x="423" y="680"/>
                  </a:cubicBezTo>
                  <a:cubicBezTo>
                    <a:pt x="423" y="517"/>
                    <a:pt x="423" y="517"/>
                    <a:pt x="423" y="517"/>
                  </a:cubicBezTo>
                  <a:cubicBezTo>
                    <a:pt x="419" y="516"/>
                    <a:pt x="416" y="514"/>
                    <a:pt x="412" y="513"/>
                  </a:cubicBezTo>
                  <a:cubicBezTo>
                    <a:pt x="412" y="425"/>
                    <a:pt x="412" y="425"/>
                    <a:pt x="412" y="425"/>
                  </a:cubicBezTo>
                  <a:cubicBezTo>
                    <a:pt x="416" y="427"/>
                    <a:pt x="419" y="428"/>
                    <a:pt x="423" y="430"/>
                  </a:cubicBezTo>
                  <a:lnTo>
                    <a:pt x="423" y="259"/>
                  </a:lnTo>
                  <a:close/>
                  <a:moveTo>
                    <a:pt x="376" y="231"/>
                  </a:moveTo>
                  <a:cubicBezTo>
                    <a:pt x="337" y="207"/>
                    <a:pt x="337" y="207"/>
                    <a:pt x="337" y="207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149"/>
                    <a:pt x="152" y="149"/>
                    <a:pt x="152" y="149"/>
                  </a:cubicBezTo>
                  <a:cubicBezTo>
                    <a:pt x="166" y="157"/>
                    <a:pt x="166" y="157"/>
                    <a:pt x="166" y="157"/>
                  </a:cubicBezTo>
                  <a:cubicBezTo>
                    <a:pt x="166" y="261"/>
                    <a:pt x="166" y="261"/>
                    <a:pt x="166" y="261"/>
                  </a:cubicBezTo>
                  <a:cubicBezTo>
                    <a:pt x="162" y="258"/>
                    <a:pt x="157" y="256"/>
                    <a:pt x="152" y="253"/>
                  </a:cubicBezTo>
                  <a:cubicBezTo>
                    <a:pt x="152" y="299"/>
                    <a:pt x="152" y="299"/>
                    <a:pt x="152" y="299"/>
                  </a:cubicBezTo>
                  <a:cubicBezTo>
                    <a:pt x="166" y="306"/>
                    <a:pt x="166" y="306"/>
                    <a:pt x="166" y="306"/>
                  </a:cubicBezTo>
                  <a:cubicBezTo>
                    <a:pt x="166" y="410"/>
                    <a:pt x="166" y="410"/>
                    <a:pt x="166" y="410"/>
                  </a:cubicBezTo>
                  <a:cubicBezTo>
                    <a:pt x="152" y="404"/>
                    <a:pt x="152" y="404"/>
                    <a:pt x="152" y="404"/>
                  </a:cubicBezTo>
                  <a:cubicBezTo>
                    <a:pt x="152" y="450"/>
                    <a:pt x="152" y="450"/>
                    <a:pt x="152" y="450"/>
                  </a:cubicBezTo>
                  <a:cubicBezTo>
                    <a:pt x="157" y="452"/>
                    <a:pt x="162" y="453"/>
                    <a:pt x="166" y="455"/>
                  </a:cubicBezTo>
                  <a:cubicBezTo>
                    <a:pt x="166" y="559"/>
                    <a:pt x="166" y="559"/>
                    <a:pt x="166" y="559"/>
                  </a:cubicBezTo>
                  <a:cubicBezTo>
                    <a:pt x="152" y="555"/>
                    <a:pt x="152" y="555"/>
                    <a:pt x="152" y="555"/>
                  </a:cubicBezTo>
                  <a:cubicBezTo>
                    <a:pt x="152" y="600"/>
                    <a:pt x="152" y="600"/>
                    <a:pt x="152" y="600"/>
                  </a:cubicBezTo>
                  <a:cubicBezTo>
                    <a:pt x="157" y="602"/>
                    <a:pt x="162" y="603"/>
                    <a:pt x="166" y="604"/>
                  </a:cubicBezTo>
                  <a:cubicBezTo>
                    <a:pt x="166" y="708"/>
                    <a:pt x="166" y="708"/>
                    <a:pt x="166" y="708"/>
                  </a:cubicBezTo>
                  <a:cubicBezTo>
                    <a:pt x="162" y="707"/>
                    <a:pt x="157" y="706"/>
                    <a:pt x="152" y="705"/>
                  </a:cubicBezTo>
                  <a:cubicBezTo>
                    <a:pt x="152" y="751"/>
                    <a:pt x="152" y="751"/>
                    <a:pt x="152" y="751"/>
                  </a:cubicBezTo>
                  <a:cubicBezTo>
                    <a:pt x="157" y="752"/>
                    <a:pt x="162" y="753"/>
                    <a:pt x="166" y="754"/>
                  </a:cubicBezTo>
                  <a:cubicBezTo>
                    <a:pt x="166" y="858"/>
                    <a:pt x="166" y="858"/>
                    <a:pt x="166" y="858"/>
                  </a:cubicBezTo>
                  <a:cubicBezTo>
                    <a:pt x="152" y="856"/>
                    <a:pt x="152" y="856"/>
                    <a:pt x="152" y="856"/>
                  </a:cubicBezTo>
                  <a:cubicBezTo>
                    <a:pt x="152" y="901"/>
                    <a:pt x="152" y="901"/>
                    <a:pt x="152" y="901"/>
                  </a:cubicBezTo>
                  <a:cubicBezTo>
                    <a:pt x="157" y="902"/>
                    <a:pt x="162" y="902"/>
                    <a:pt x="166" y="903"/>
                  </a:cubicBezTo>
                  <a:cubicBezTo>
                    <a:pt x="166" y="1007"/>
                    <a:pt x="166" y="1007"/>
                    <a:pt x="166" y="1007"/>
                  </a:cubicBezTo>
                  <a:cubicBezTo>
                    <a:pt x="162" y="1007"/>
                    <a:pt x="157" y="1006"/>
                    <a:pt x="152" y="1006"/>
                  </a:cubicBezTo>
                  <a:cubicBezTo>
                    <a:pt x="152" y="1072"/>
                    <a:pt x="152" y="1072"/>
                    <a:pt x="152" y="1072"/>
                  </a:cubicBezTo>
                  <a:cubicBezTo>
                    <a:pt x="376" y="1072"/>
                    <a:pt x="376" y="1072"/>
                    <a:pt x="376" y="1072"/>
                  </a:cubicBezTo>
                  <a:cubicBezTo>
                    <a:pt x="376" y="1016"/>
                    <a:pt x="376" y="1016"/>
                    <a:pt x="376" y="1016"/>
                  </a:cubicBezTo>
                  <a:cubicBezTo>
                    <a:pt x="373" y="1015"/>
                    <a:pt x="369" y="1015"/>
                    <a:pt x="366" y="1015"/>
                  </a:cubicBezTo>
                  <a:cubicBezTo>
                    <a:pt x="366" y="924"/>
                    <a:pt x="366" y="924"/>
                    <a:pt x="366" y="924"/>
                  </a:cubicBezTo>
                  <a:cubicBezTo>
                    <a:pt x="369" y="925"/>
                    <a:pt x="373" y="925"/>
                    <a:pt x="376" y="925"/>
                  </a:cubicBezTo>
                  <a:cubicBezTo>
                    <a:pt x="376" y="886"/>
                    <a:pt x="376" y="886"/>
                    <a:pt x="376" y="886"/>
                  </a:cubicBezTo>
                  <a:cubicBezTo>
                    <a:pt x="366" y="885"/>
                    <a:pt x="366" y="885"/>
                    <a:pt x="366" y="885"/>
                  </a:cubicBezTo>
                  <a:cubicBezTo>
                    <a:pt x="366" y="794"/>
                    <a:pt x="366" y="794"/>
                    <a:pt x="366" y="794"/>
                  </a:cubicBezTo>
                  <a:cubicBezTo>
                    <a:pt x="376" y="796"/>
                    <a:pt x="376" y="796"/>
                    <a:pt x="376" y="796"/>
                  </a:cubicBezTo>
                  <a:cubicBezTo>
                    <a:pt x="376" y="757"/>
                    <a:pt x="376" y="757"/>
                    <a:pt x="376" y="757"/>
                  </a:cubicBezTo>
                  <a:cubicBezTo>
                    <a:pt x="373" y="756"/>
                    <a:pt x="369" y="755"/>
                    <a:pt x="366" y="754"/>
                  </a:cubicBezTo>
                  <a:cubicBezTo>
                    <a:pt x="366" y="663"/>
                    <a:pt x="366" y="663"/>
                    <a:pt x="366" y="663"/>
                  </a:cubicBezTo>
                  <a:cubicBezTo>
                    <a:pt x="376" y="667"/>
                    <a:pt x="376" y="667"/>
                    <a:pt x="376" y="667"/>
                  </a:cubicBezTo>
                  <a:cubicBezTo>
                    <a:pt x="376" y="627"/>
                    <a:pt x="376" y="627"/>
                    <a:pt x="376" y="627"/>
                  </a:cubicBezTo>
                  <a:cubicBezTo>
                    <a:pt x="373" y="626"/>
                    <a:pt x="369" y="625"/>
                    <a:pt x="366" y="624"/>
                  </a:cubicBezTo>
                  <a:cubicBezTo>
                    <a:pt x="366" y="533"/>
                    <a:pt x="366" y="533"/>
                    <a:pt x="366" y="533"/>
                  </a:cubicBezTo>
                  <a:cubicBezTo>
                    <a:pt x="369" y="534"/>
                    <a:pt x="373" y="536"/>
                    <a:pt x="376" y="537"/>
                  </a:cubicBezTo>
                  <a:cubicBezTo>
                    <a:pt x="376" y="498"/>
                    <a:pt x="376" y="498"/>
                    <a:pt x="376" y="498"/>
                  </a:cubicBezTo>
                  <a:cubicBezTo>
                    <a:pt x="373" y="496"/>
                    <a:pt x="369" y="495"/>
                    <a:pt x="366" y="493"/>
                  </a:cubicBezTo>
                  <a:cubicBezTo>
                    <a:pt x="366" y="403"/>
                    <a:pt x="366" y="403"/>
                    <a:pt x="366" y="403"/>
                  </a:cubicBezTo>
                  <a:cubicBezTo>
                    <a:pt x="376" y="408"/>
                    <a:pt x="376" y="408"/>
                    <a:pt x="376" y="408"/>
                  </a:cubicBezTo>
                  <a:cubicBezTo>
                    <a:pt x="376" y="368"/>
                    <a:pt x="376" y="368"/>
                    <a:pt x="376" y="368"/>
                  </a:cubicBezTo>
                  <a:cubicBezTo>
                    <a:pt x="373" y="367"/>
                    <a:pt x="369" y="365"/>
                    <a:pt x="366" y="363"/>
                  </a:cubicBezTo>
                  <a:cubicBezTo>
                    <a:pt x="366" y="272"/>
                    <a:pt x="366" y="272"/>
                    <a:pt x="366" y="272"/>
                  </a:cubicBezTo>
                  <a:cubicBezTo>
                    <a:pt x="369" y="274"/>
                    <a:pt x="373" y="276"/>
                    <a:pt x="376" y="278"/>
                  </a:cubicBezTo>
                  <a:lnTo>
                    <a:pt x="376" y="231"/>
                  </a:lnTo>
                  <a:close/>
                  <a:moveTo>
                    <a:pt x="152" y="94"/>
                  </a:moveTo>
                  <a:cubicBezTo>
                    <a:pt x="90" y="55"/>
                    <a:pt x="90" y="55"/>
                    <a:pt x="90" y="55"/>
                  </a:cubicBezTo>
                  <a:cubicBezTo>
                    <a:pt x="90" y="425"/>
                    <a:pt x="90" y="425"/>
                    <a:pt x="90" y="425"/>
                  </a:cubicBezTo>
                  <a:cubicBezTo>
                    <a:pt x="95" y="427"/>
                    <a:pt x="100" y="429"/>
                    <a:pt x="104" y="431"/>
                  </a:cubicBezTo>
                  <a:cubicBezTo>
                    <a:pt x="104" y="539"/>
                    <a:pt x="104" y="539"/>
                    <a:pt x="104" y="539"/>
                  </a:cubicBezTo>
                  <a:cubicBezTo>
                    <a:pt x="100" y="537"/>
                    <a:pt x="95" y="536"/>
                    <a:pt x="90" y="534"/>
                  </a:cubicBezTo>
                  <a:cubicBezTo>
                    <a:pt x="90" y="738"/>
                    <a:pt x="90" y="738"/>
                    <a:pt x="90" y="738"/>
                  </a:cubicBezTo>
                  <a:cubicBezTo>
                    <a:pt x="95" y="739"/>
                    <a:pt x="100" y="740"/>
                    <a:pt x="104" y="741"/>
                  </a:cubicBezTo>
                  <a:cubicBezTo>
                    <a:pt x="104" y="849"/>
                    <a:pt x="104" y="849"/>
                    <a:pt x="104" y="849"/>
                  </a:cubicBezTo>
                  <a:cubicBezTo>
                    <a:pt x="90" y="847"/>
                    <a:pt x="90" y="847"/>
                    <a:pt x="90" y="847"/>
                  </a:cubicBezTo>
                  <a:cubicBezTo>
                    <a:pt x="90" y="1072"/>
                    <a:pt x="90" y="1072"/>
                    <a:pt x="90" y="1072"/>
                  </a:cubicBezTo>
                  <a:cubicBezTo>
                    <a:pt x="152" y="1072"/>
                    <a:pt x="152" y="1072"/>
                    <a:pt x="152" y="1072"/>
                  </a:cubicBezTo>
                  <a:cubicBezTo>
                    <a:pt x="152" y="1006"/>
                    <a:pt x="152" y="1006"/>
                    <a:pt x="152" y="1006"/>
                  </a:cubicBezTo>
                  <a:cubicBezTo>
                    <a:pt x="148" y="1006"/>
                    <a:pt x="143" y="1006"/>
                    <a:pt x="138" y="1006"/>
                  </a:cubicBezTo>
                  <a:cubicBezTo>
                    <a:pt x="138" y="900"/>
                    <a:pt x="138" y="900"/>
                    <a:pt x="138" y="900"/>
                  </a:cubicBezTo>
                  <a:cubicBezTo>
                    <a:pt x="143" y="900"/>
                    <a:pt x="148" y="901"/>
                    <a:pt x="152" y="901"/>
                  </a:cubicBezTo>
                  <a:cubicBezTo>
                    <a:pt x="152" y="856"/>
                    <a:pt x="152" y="856"/>
                    <a:pt x="152" y="856"/>
                  </a:cubicBezTo>
                  <a:cubicBezTo>
                    <a:pt x="138" y="854"/>
                    <a:pt x="138" y="854"/>
                    <a:pt x="138" y="854"/>
                  </a:cubicBezTo>
                  <a:cubicBezTo>
                    <a:pt x="138" y="748"/>
                    <a:pt x="138" y="748"/>
                    <a:pt x="138" y="748"/>
                  </a:cubicBezTo>
                  <a:cubicBezTo>
                    <a:pt x="143" y="749"/>
                    <a:pt x="148" y="750"/>
                    <a:pt x="152" y="751"/>
                  </a:cubicBezTo>
                  <a:cubicBezTo>
                    <a:pt x="152" y="705"/>
                    <a:pt x="152" y="705"/>
                    <a:pt x="152" y="705"/>
                  </a:cubicBezTo>
                  <a:cubicBezTo>
                    <a:pt x="148" y="704"/>
                    <a:pt x="143" y="703"/>
                    <a:pt x="138" y="702"/>
                  </a:cubicBezTo>
                  <a:cubicBezTo>
                    <a:pt x="138" y="596"/>
                    <a:pt x="138" y="596"/>
                    <a:pt x="138" y="596"/>
                  </a:cubicBezTo>
                  <a:cubicBezTo>
                    <a:pt x="143" y="598"/>
                    <a:pt x="148" y="599"/>
                    <a:pt x="152" y="600"/>
                  </a:cubicBezTo>
                  <a:cubicBezTo>
                    <a:pt x="152" y="555"/>
                    <a:pt x="152" y="555"/>
                    <a:pt x="152" y="555"/>
                  </a:cubicBezTo>
                  <a:cubicBezTo>
                    <a:pt x="138" y="550"/>
                    <a:pt x="138" y="550"/>
                    <a:pt x="138" y="550"/>
                  </a:cubicBezTo>
                  <a:cubicBezTo>
                    <a:pt x="138" y="444"/>
                    <a:pt x="138" y="444"/>
                    <a:pt x="138" y="444"/>
                  </a:cubicBezTo>
                  <a:cubicBezTo>
                    <a:pt x="143" y="446"/>
                    <a:pt x="148" y="448"/>
                    <a:pt x="152" y="450"/>
                  </a:cubicBezTo>
                  <a:cubicBezTo>
                    <a:pt x="152" y="404"/>
                    <a:pt x="152" y="404"/>
                    <a:pt x="152" y="404"/>
                  </a:cubicBezTo>
                  <a:cubicBezTo>
                    <a:pt x="138" y="398"/>
                    <a:pt x="138" y="398"/>
                    <a:pt x="138" y="398"/>
                  </a:cubicBezTo>
                  <a:cubicBezTo>
                    <a:pt x="138" y="292"/>
                    <a:pt x="138" y="292"/>
                    <a:pt x="138" y="292"/>
                  </a:cubicBezTo>
                  <a:cubicBezTo>
                    <a:pt x="152" y="299"/>
                    <a:pt x="152" y="299"/>
                    <a:pt x="152" y="299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48" y="251"/>
                    <a:pt x="143" y="249"/>
                    <a:pt x="138" y="246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52" y="149"/>
                    <a:pt x="152" y="149"/>
                    <a:pt x="152" y="149"/>
                  </a:cubicBezTo>
                  <a:lnTo>
                    <a:pt x="152" y="94"/>
                  </a:lnTo>
                  <a:close/>
                  <a:moveTo>
                    <a:pt x="90" y="55"/>
                  </a:moveTo>
                  <a:cubicBezTo>
                    <a:pt x="28" y="17"/>
                    <a:pt x="28" y="17"/>
                    <a:pt x="28" y="1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3" y="79"/>
                    <a:pt x="37" y="82"/>
                    <a:pt x="42" y="85"/>
                  </a:cubicBezTo>
                  <a:cubicBezTo>
                    <a:pt x="42" y="197"/>
                    <a:pt x="42" y="197"/>
                    <a:pt x="42" y="197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42" y="246"/>
                    <a:pt x="42" y="246"/>
                    <a:pt x="42" y="246"/>
                  </a:cubicBezTo>
                  <a:cubicBezTo>
                    <a:pt x="42" y="358"/>
                    <a:pt x="42" y="358"/>
                    <a:pt x="42" y="358"/>
                  </a:cubicBezTo>
                  <a:cubicBezTo>
                    <a:pt x="37" y="356"/>
                    <a:pt x="33" y="354"/>
                    <a:pt x="28" y="352"/>
                  </a:cubicBezTo>
                  <a:cubicBezTo>
                    <a:pt x="28" y="888"/>
                    <a:pt x="28" y="888"/>
                    <a:pt x="28" y="888"/>
                  </a:cubicBezTo>
                  <a:cubicBezTo>
                    <a:pt x="33" y="888"/>
                    <a:pt x="37" y="889"/>
                    <a:pt x="42" y="890"/>
                  </a:cubicBezTo>
                  <a:cubicBezTo>
                    <a:pt x="42" y="1002"/>
                    <a:pt x="42" y="1002"/>
                    <a:pt x="42" y="1002"/>
                  </a:cubicBezTo>
                  <a:cubicBezTo>
                    <a:pt x="37" y="1001"/>
                    <a:pt x="33" y="1001"/>
                    <a:pt x="28" y="1001"/>
                  </a:cubicBezTo>
                  <a:cubicBezTo>
                    <a:pt x="28" y="1072"/>
                    <a:pt x="28" y="1072"/>
                    <a:pt x="28" y="1072"/>
                  </a:cubicBezTo>
                  <a:cubicBezTo>
                    <a:pt x="90" y="1072"/>
                    <a:pt x="90" y="1072"/>
                    <a:pt x="90" y="1072"/>
                  </a:cubicBezTo>
                  <a:cubicBezTo>
                    <a:pt x="90" y="847"/>
                    <a:pt x="90" y="847"/>
                    <a:pt x="90" y="847"/>
                  </a:cubicBezTo>
                  <a:cubicBezTo>
                    <a:pt x="76" y="845"/>
                    <a:pt x="76" y="845"/>
                    <a:pt x="76" y="845"/>
                  </a:cubicBezTo>
                  <a:cubicBezTo>
                    <a:pt x="76" y="735"/>
                    <a:pt x="76" y="735"/>
                    <a:pt x="76" y="735"/>
                  </a:cubicBezTo>
                  <a:cubicBezTo>
                    <a:pt x="81" y="736"/>
                    <a:pt x="85" y="737"/>
                    <a:pt x="90" y="738"/>
                  </a:cubicBezTo>
                  <a:cubicBezTo>
                    <a:pt x="90" y="534"/>
                    <a:pt x="90" y="534"/>
                    <a:pt x="90" y="534"/>
                  </a:cubicBezTo>
                  <a:cubicBezTo>
                    <a:pt x="85" y="533"/>
                    <a:pt x="81" y="531"/>
                    <a:pt x="76" y="53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81" y="422"/>
                    <a:pt x="85" y="424"/>
                    <a:pt x="90" y="425"/>
                  </a:cubicBezTo>
                  <a:lnTo>
                    <a:pt x="90" y="55"/>
                  </a:lnTo>
                  <a:close/>
                  <a:moveTo>
                    <a:pt x="28" y="1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72"/>
                    <a:pt x="0" y="1072"/>
                    <a:pt x="0" y="1072"/>
                  </a:cubicBezTo>
                  <a:cubicBezTo>
                    <a:pt x="28" y="1072"/>
                    <a:pt x="28" y="1072"/>
                    <a:pt x="28" y="1072"/>
                  </a:cubicBezTo>
                  <a:cubicBezTo>
                    <a:pt x="28" y="1001"/>
                    <a:pt x="28" y="1001"/>
                    <a:pt x="28" y="1001"/>
                  </a:cubicBezTo>
                  <a:cubicBezTo>
                    <a:pt x="23" y="1001"/>
                    <a:pt x="19" y="1001"/>
                    <a:pt x="14" y="1001"/>
                  </a:cubicBezTo>
                  <a:cubicBezTo>
                    <a:pt x="14" y="886"/>
                    <a:pt x="14" y="886"/>
                    <a:pt x="14" y="886"/>
                  </a:cubicBezTo>
                  <a:cubicBezTo>
                    <a:pt x="19" y="887"/>
                    <a:pt x="23" y="887"/>
                    <a:pt x="28" y="888"/>
                  </a:cubicBezTo>
                  <a:cubicBezTo>
                    <a:pt x="28" y="352"/>
                    <a:pt x="28" y="352"/>
                    <a:pt x="28" y="352"/>
                  </a:cubicBezTo>
                  <a:cubicBezTo>
                    <a:pt x="23" y="350"/>
                    <a:pt x="19" y="348"/>
                    <a:pt x="14" y="346"/>
                  </a:cubicBezTo>
                  <a:cubicBezTo>
                    <a:pt x="14" y="232"/>
                    <a:pt x="14" y="232"/>
                    <a:pt x="14" y="232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14" y="182"/>
                    <a:pt x="14" y="182"/>
                    <a:pt x="14" y="182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9" y="71"/>
                    <a:pt x="23" y="74"/>
                    <a:pt x="28" y="76"/>
                  </a:cubicBezTo>
                  <a:lnTo>
                    <a:pt x="28" y="17"/>
                  </a:lnTo>
                  <a:close/>
                </a:path>
              </a:pathLst>
            </a:custGeom>
            <a:solidFill>
              <a:srgbClr val="AED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19"/>
            <p:cNvSpPr>
              <a:spLocks/>
            </p:cNvSpPr>
            <p:nvPr/>
          </p:nvSpPr>
          <p:spPr bwMode="auto">
            <a:xfrm>
              <a:off x="3135312" y="1514475"/>
              <a:ext cx="827087" cy="476250"/>
            </a:xfrm>
            <a:custGeom>
              <a:avLst/>
              <a:gdLst>
                <a:gd name="T0" fmla="*/ 2147483647 w 521"/>
                <a:gd name="T1" fmla="*/ 2147483647 h 300"/>
                <a:gd name="T2" fmla="*/ 2147483647 w 521"/>
                <a:gd name="T3" fmla="*/ 2147483647 h 300"/>
                <a:gd name="T4" fmla="*/ 0 w 521"/>
                <a:gd name="T5" fmla="*/ 2147483647 h 300"/>
                <a:gd name="T6" fmla="*/ 2147483647 w 521"/>
                <a:gd name="T7" fmla="*/ 0 h 300"/>
                <a:gd name="T8" fmla="*/ 2147483647 w 521"/>
                <a:gd name="T9" fmla="*/ 2147483647 h 3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1" h="300">
                  <a:moveTo>
                    <a:pt x="521" y="32"/>
                  </a:moveTo>
                  <a:lnTo>
                    <a:pt x="56" y="300"/>
                  </a:lnTo>
                  <a:lnTo>
                    <a:pt x="0" y="300"/>
                  </a:lnTo>
                  <a:lnTo>
                    <a:pt x="521" y="0"/>
                  </a:lnTo>
                  <a:lnTo>
                    <a:pt x="521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20"/>
            <p:cNvSpPr>
              <a:spLocks/>
            </p:cNvSpPr>
            <p:nvPr/>
          </p:nvSpPr>
          <p:spPr bwMode="auto">
            <a:xfrm>
              <a:off x="2878137" y="1322387"/>
              <a:ext cx="1084262" cy="668338"/>
            </a:xfrm>
            <a:custGeom>
              <a:avLst/>
              <a:gdLst>
                <a:gd name="T0" fmla="*/ 2147483647 w 683"/>
                <a:gd name="T1" fmla="*/ 2147483647 h 421"/>
                <a:gd name="T2" fmla="*/ 2147483647 w 683"/>
                <a:gd name="T3" fmla="*/ 2147483647 h 421"/>
                <a:gd name="T4" fmla="*/ 0 w 683"/>
                <a:gd name="T5" fmla="*/ 2147483647 h 421"/>
                <a:gd name="T6" fmla="*/ 0 w 683"/>
                <a:gd name="T7" fmla="*/ 2147483647 h 421"/>
                <a:gd name="T8" fmla="*/ 2147483647 w 683"/>
                <a:gd name="T9" fmla="*/ 0 h 421"/>
                <a:gd name="T10" fmla="*/ 2147483647 w 683"/>
                <a:gd name="T11" fmla="*/ 2147483647 h 4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3" h="421">
                  <a:moveTo>
                    <a:pt x="683" y="71"/>
                  </a:moveTo>
                  <a:lnTo>
                    <a:pt x="77" y="421"/>
                  </a:lnTo>
                  <a:lnTo>
                    <a:pt x="0" y="421"/>
                  </a:lnTo>
                  <a:lnTo>
                    <a:pt x="0" y="394"/>
                  </a:lnTo>
                  <a:lnTo>
                    <a:pt x="683" y="0"/>
                  </a:lnTo>
                  <a:lnTo>
                    <a:pt x="683" y="71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Freeform 21"/>
            <p:cNvSpPr>
              <a:spLocks/>
            </p:cNvSpPr>
            <p:nvPr/>
          </p:nvSpPr>
          <p:spPr bwMode="auto">
            <a:xfrm>
              <a:off x="2878137" y="1147762"/>
              <a:ext cx="1084262" cy="677863"/>
            </a:xfrm>
            <a:custGeom>
              <a:avLst/>
              <a:gdLst>
                <a:gd name="T0" fmla="*/ 2147483647 w 683"/>
                <a:gd name="T1" fmla="*/ 2147483647 h 427"/>
                <a:gd name="T2" fmla="*/ 0 w 683"/>
                <a:gd name="T3" fmla="*/ 2147483647 h 427"/>
                <a:gd name="T4" fmla="*/ 0 w 683"/>
                <a:gd name="T5" fmla="*/ 2147483647 h 427"/>
                <a:gd name="T6" fmla="*/ 2147483647 w 683"/>
                <a:gd name="T7" fmla="*/ 0 h 427"/>
                <a:gd name="T8" fmla="*/ 2147483647 w 683"/>
                <a:gd name="T9" fmla="*/ 2147483647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7">
                  <a:moveTo>
                    <a:pt x="683" y="33"/>
                  </a:moveTo>
                  <a:lnTo>
                    <a:pt x="0" y="427"/>
                  </a:lnTo>
                  <a:lnTo>
                    <a:pt x="0" y="395"/>
                  </a:lnTo>
                  <a:lnTo>
                    <a:pt x="683" y="0"/>
                  </a:lnTo>
                  <a:lnTo>
                    <a:pt x="683" y="33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Freeform 22"/>
            <p:cNvSpPr>
              <a:spLocks/>
            </p:cNvSpPr>
            <p:nvPr/>
          </p:nvSpPr>
          <p:spPr bwMode="auto">
            <a:xfrm>
              <a:off x="2878137" y="730250"/>
              <a:ext cx="1084262" cy="676275"/>
            </a:xfrm>
            <a:custGeom>
              <a:avLst/>
              <a:gdLst>
                <a:gd name="T0" fmla="*/ 2147483647 w 683"/>
                <a:gd name="T1" fmla="*/ 2147483647 h 426"/>
                <a:gd name="T2" fmla="*/ 0 w 683"/>
                <a:gd name="T3" fmla="*/ 2147483647 h 426"/>
                <a:gd name="T4" fmla="*/ 0 w 683"/>
                <a:gd name="T5" fmla="*/ 2147483647 h 426"/>
                <a:gd name="T6" fmla="*/ 2147483647 w 683"/>
                <a:gd name="T7" fmla="*/ 0 h 426"/>
                <a:gd name="T8" fmla="*/ 2147483647 w 683"/>
                <a:gd name="T9" fmla="*/ 2147483647 h 4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6">
                  <a:moveTo>
                    <a:pt x="683" y="32"/>
                  </a:moveTo>
                  <a:lnTo>
                    <a:pt x="0" y="426"/>
                  </a:lnTo>
                  <a:lnTo>
                    <a:pt x="0" y="394"/>
                  </a:lnTo>
                  <a:lnTo>
                    <a:pt x="683" y="0"/>
                  </a:lnTo>
                  <a:lnTo>
                    <a:pt x="683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23"/>
            <p:cNvSpPr>
              <a:spLocks/>
            </p:cNvSpPr>
            <p:nvPr/>
          </p:nvSpPr>
          <p:spPr bwMode="auto">
            <a:xfrm>
              <a:off x="2878137" y="600075"/>
              <a:ext cx="1084262" cy="677863"/>
            </a:xfrm>
            <a:custGeom>
              <a:avLst/>
              <a:gdLst>
                <a:gd name="T0" fmla="*/ 2147483647 w 683"/>
                <a:gd name="T1" fmla="*/ 2147483647 h 427"/>
                <a:gd name="T2" fmla="*/ 0 w 683"/>
                <a:gd name="T3" fmla="*/ 2147483647 h 427"/>
                <a:gd name="T4" fmla="*/ 0 w 683"/>
                <a:gd name="T5" fmla="*/ 2147483647 h 427"/>
                <a:gd name="T6" fmla="*/ 2147483647 w 683"/>
                <a:gd name="T7" fmla="*/ 0 h 427"/>
                <a:gd name="T8" fmla="*/ 2147483647 w 683"/>
                <a:gd name="T9" fmla="*/ 2147483647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7">
                  <a:moveTo>
                    <a:pt x="683" y="32"/>
                  </a:moveTo>
                  <a:lnTo>
                    <a:pt x="0" y="427"/>
                  </a:lnTo>
                  <a:lnTo>
                    <a:pt x="0" y="395"/>
                  </a:lnTo>
                  <a:lnTo>
                    <a:pt x="683" y="0"/>
                  </a:lnTo>
                  <a:lnTo>
                    <a:pt x="683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24"/>
            <p:cNvSpPr>
              <a:spLocks/>
            </p:cNvSpPr>
            <p:nvPr/>
          </p:nvSpPr>
          <p:spPr bwMode="auto">
            <a:xfrm>
              <a:off x="2878137" y="0"/>
              <a:ext cx="835025" cy="482600"/>
            </a:xfrm>
            <a:custGeom>
              <a:avLst/>
              <a:gdLst>
                <a:gd name="T0" fmla="*/ 2147483647 w 526"/>
                <a:gd name="T1" fmla="*/ 0 h 304"/>
                <a:gd name="T2" fmla="*/ 0 w 526"/>
                <a:gd name="T3" fmla="*/ 2147483647 h 304"/>
                <a:gd name="T4" fmla="*/ 0 w 526"/>
                <a:gd name="T5" fmla="*/ 2147483647 h 304"/>
                <a:gd name="T6" fmla="*/ 2147483647 w 526"/>
                <a:gd name="T7" fmla="*/ 0 h 304"/>
                <a:gd name="T8" fmla="*/ 2147483647 w 526"/>
                <a:gd name="T9" fmla="*/ 0 h 3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6" h="304">
                  <a:moveTo>
                    <a:pt x="526" y="0"/>
                  </a:moveTo>
                  <a:lnTo>
                    <a:pt x="0" y="304"/>
                  </a:lnTo>
                  <a:lnTo>
                    <a:pt x="0" y="273"/>
                  </a:lnTo>
                  <a:lnTo>
                    <a:pt x="470" y="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25"/>
            <p:cNvSpPr>
              <a:spLocks/>
            </p:cNvSpPr>
            <p:nvPr/>
          </p:nvSpPr>
          <p:spPr bwMode="auto">
            <a:xfrm>
              <a:off x="2878137" y="0"/>
              <a:ext cx="1084262" cy="706438"/>
            </a:xfrm>
            <a:custGeom>
              <a:avLst/>
              <a:gdLst>
                <a:gd name="T0" fmla="*/ 2147483647 w 683"/>
                <a:gd name="T1" fmla="*/ 2147483647 h 445"/>
                <a:gd name="T2" fmla="*/ 0 w 683"/>
                <a:gd name="T3" fmla="*/ 2147483647 h 445"/>
                <a:gd name="T4" fmla="*/ 0 w 683"/>
                <a:gd name="T5" fmla="*/ 2147483647 h 445"/>
                <a:gd name="T6" fmla="*/ 2147483647 w 683"/>
                <a:gd name="T7" fmla="*/ 0 h 445"/>
                <a:gd name="T8" fmla="*/ 2147483647 w 683"/>
                <a:gd name="T9" fmla="*/ 0 h 445"/>
                <a:gd name="T10" fmla="*/ 2147483647 w 683"/>
                <a:gd name="T11" fmla="*/ 2147483647 h 4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3" h="445">
                  <a:moveTo>
                    <a:pt x="683" y="50"/>
                  </a:moveTo>
                  <a:lnTo>
                    <a:pt x="0" y="445"/>
                  </a:lnTo>
                  <a:lnTo>
                    <a:pt x="0" y="374"/>
                  </a:lnTo>
                  <a:lnTo>
                    <a:pt x="646" y="0"/>
                  </a:lnTo>
                  <a:lnTo>
                    <a:pt x="683" y="0"/>
                  </a:lnTo>
                  <a:lnTo>
                    <a:pt x="683" y="50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26"/>
            <p:cNvSpPr>
              <a:spLocks noEditPoints="1"/>
            </p:cNvSpPr>
            <p:nvPr/>
          </p:nvSpPr>
          <p:spPr bwMode="auto">
            <a:xfrm>
              <a:off x="3238500" y="1531937"/>
              <a:ext cx="690562" cy="398463"/>
            </a:xfrm>
            <a:custGeom>
              <a:avLst/>
              <a:gdLst>
                <a:gd name="T0" fmla="*/ 2147483647 w 558"/>
                <a:gd name="T1" fmla="*/ 2147483647 h 322"/>
                <a:gd name="T2" fmla="*/ 2147483647 w 558"/>
                <a:gd name="T3" fmla="*/ 2147483647 h 322"/>
                <a:gd name="T4" fmla="*/ 2147483647 w 558"/>
                <a:gd name="T5" fmla="*/ 2147483647 h 322"/>
                <a:gd name="T6" fmla="*/ 2147483647 w 558"/>
                <a:gd name="T7" fmla="*/ 0 h 322"/>
                <a:gd name="T8" fmla="*/ 2147483647 w 558"/>
                <a:gd name="T9" fmla="*/ 2147483647 h 322"/>
                <a:gd name="T10" fmla="*/ 2147483647 w 558"/>
                <a:gd name="T11" fmla="*/ 2147483647 h 322"/>
                <a:gd name="T12" fmla="*/ 2147483647 w 558"/>
                <a:gd name="T13" fmla="*/ 2147483647 h 322"/>
                <a:gd name="T14" fmla="*/ 2147483647 w 558"/>
                <a:gd name="T15" fmla="*/ 2147483647 h 322"/>
                <a:gd name="T16" fmla="*/ 2147483647 w 558"/>
                <a:gd name="T17" fmla="*/ 2147483647 h 322"/>
                <a:gd name="T18" fmla="*/ 2147483647 w 558"/>
                <a:gd name="T19" fmla="*/ 2147483647 h 322"/>
                <a:gd name="T20" fmla="*/ 2147483647 w 558"/>
                <a:gd name="T21" fmla="*/ 2147483647 h 322"/>
                <a:gd name="T22" fmla="*/ 2147483647 w 558"/>
                <a:gd name="T23" fmla="*/ 2147483647 h 322"/>
                <a:gd name="T24" fmla="*/ 2147483647 w 558"/>
                <a:gd name="T25" fmla="*/ 2147483647 h 322"/>
                <a:gd name="T26" fmla="*/ 2147483647 w 558"/>
                <a:gd name="T27" fmla="*/ 2147483647 h 322"/>
                <a:gd name="T28" fmla="*/ 2147483647 w 558"/>
                <a:gd name="T29" fmla="*/ 2147483647 h 322"/>
                <a:gd name="T30" fmla="*/ 2147483647 w 558"/>
                <a:gd name="T31" fmla="*/ 2147483647 h 322"/>
                <a:gd name="T32" fmla="*/ 0 w 558"/>
                <a:gd name="T33" fmla="*/ 2147483647 h 322"/>
                <a:gd name="T34" fmla="*/ 2147483647 w 558"/>
                <a:gd name="T35" fmla="*/ 2147483647 h 322"/>
                <a:gd name="T36" fmla="*/ 2147483647 w 558"/>
                <a:gd name="T37" fmla="*/ 2147483647 h 322"/>
                <a:gd name="T38" fmla="*/ 2147483647 w 558"/>
                <a:gd name="T39" fmla="*/ 2147483647 h 322"/>
                <a:gd name="T40" fmla="*/ 2147483647 w 558"/>
                <a:gd name="T41" fmla="*/ 2147483647 h 322"/>
                <a:gd name="T42" fmla="*/ 2147483647 w 558"/>
                <a:gd name="T43" fmla="*/ 2147483647 h 322"/>
                <a:gd name="T44" fmla="*/ 2147483647 w 558"/>
                <a:gd name="T45" fmla="*/ 2147483647 h 3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58" h="322">
                  <a:moveTo>
                    <a:pt x="558" y="42"/>
                  </a:moveTo>
                  <a:cubicBezTo>
                    <a:pt x="383" y="142"/>
                    <a:pt x="383" y="142"/>
                    <a:pt x="383" y="142"/>
                  </a:cubicBezTo>
                  <a:cubicBezTo>
                    <a:pt x="383" y="101"/>
                    <a:pt x="383" y="101"/>
                    <a:pt x="383" y="101"/>
                  </a:cubicBezTo>
                  <a:cubicBezTo>
                    <a:pt x="558" y="0"/>
                    <a:pt x="558" y="0"/>
                    <a:pt x="558" y="0"/>
                  </a:cubicBezTo>
                  <a:lnTo>
                    <a:pt x="558" y="42"/>
                  </a:lnTo>
                  <a:close/>
                  <a:moveTo>
                    <a:pt x="352" y="160"/>
                  </a:moveTo>
                  <a:cubicBezTo>
                    <a:pt x="235" y="228"/>
                    <a:pt x="235" y="228"/>
                    <a:pt x="235" y="228"/>
                  </a:cubicBezTo>
                  <a:cubicBezTo>
                    <a:pt x="235" y="191"/>
                    <a:pt x="235" y="191"/>
                    <a:pt x="235" y="191"/>
                  </a:cubicBezTo>
                  <a:cubicBezTo>
                    <a:pt x="232" y="191"/>
                    <a:pt x="230" y="191"/>
                    <a:pt x="228" y="191"/>
                  </a:cubicBezTo>
                  <a:cubicBezTo>
                    <a:pt x="277" y="162"/>
                    <a:pt x="277" y="162"/>
                    <a:pt x="277" y="162"/>
                  </a:cubicBezTo>
                  <a:cubicBezTo>
                    <a:pt x="281" y="163"/>
                    <a:pt x="281" y="163"/>
                    <a:pt x="281" y="163"/>
                  </a:cubicBezTo>
                  <a:cubicBezTo>
                    <a:pt x="281" y="160"/>
                    <a:pt x="281" y="160"/>
                    <a:pt x="281" y="160"/>
                  </a:cubicBezTo>
                  <a:cubicBezTo>
                    <a:pt x="352" y="119"/>
                    <a:pt x="352" y="119"/>
                    <a:pt x="352" y="119"/>
                  </a:cubicBezTo>
                  <a:lnTo>
                    <a:pt x="352" y="160"/>
                  </a:lnTo>
                  <a:close/>
                  <a:moveTo>
                    <a:pt x="214" y="240"/>
                  </a:moveTo>
                  <a:cubicBezTo>
                    <a:pt x="72" y="322"/>
                    <a:pt x="72" y="322"/>
                    <a:pt x="72" y="322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121" y="252"/>
                    <a:pt x="121" y="252"/>
                    <a:pt x="121" y="252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28" y="267"/>
                    <a:pt x="135" y="268"/>
                    <a:pt x="142" y="268"/>
                  </a:cubicBezTo>
                  <a:cubicBezTo>
                    <a:pt x="142" y="240"/>
                    <a:pt x="142" y="240"/>
                    <a:pt x="142" y="240"/>
                  </a:cubicBezTo>
                  <a:cubicBezTo>
                    <a:pt x="214" y="199"/>
                    <a:pt x="214" y="199"/>
                    <a:pt x="214" y="199"/>
                  </a:cubicBezTo>
                  <a:lnTo>
                    <a:pt x="214" y="240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27"/>
            <p:cNvSpPr>
              <a:spLocks noEditPoints="1"/>
            </p:cNvSpPr>
            <p:nvPr/>
          </p:nvSpPr>
          <p:spPr bwMode="auto">
            <a:xfrm>
              <a:off x="2906712" y="1322387"/>
              <a:ext cx="1055687" cy="608013"/>
            </a:xfrm>
            <a:custGeom>
              <a:avLst/>
              <a:gdLst>
                <a:gd name="T0" fmla="*/ 2147483647 w 853"/>
                <a:gd name="T1" fmla="*/ 2147483647 h 492"/>
                <a:gd name="T2" fmla="*/ 2147483647 w 853"/>
                <a:gd name="T3" fmla="*/ 2147483647 h 492"/>
                <a:gd name="T4" fmla="*/ 2147483647 w 853"/>
                <a:gd name="T5" fmla="*/ 2147483647 h 492"/>
                <a:gd name="T6" fmla="*/ 2147483647 w 853"/>
                <a:gd name="T7" fmla="*/ 2147483647 h 492"/>
                <a:gd name="T8" fmla="*/ 2147483647 w 853"/>
                <a:gd name="T9" fmla="*/ 2147483647 h 492"/>
                <a:gd name="T10" fmla="*/ 2147483647 w 853"/>
                <a:gd name="T11" fmla="*/ 2147483647 h 492"/>
                <a:gd name="T12" fmla="*/ 2147483647 w 853"/>
                <a:gd name="T13" fmla="*/ 2147483647 h 492"/>
                <a:gd name="T14" fmla="*/ 2147483647 w 853"/>
                <a:gd name="T15" fmla="*/ 2147483647 h 492"/>
                <a:gd name="T16" fmla="*/ 2147483647 w 853"/>
                <a:gd name="T17" fmla="*/ 2147483647 h 492"/>
                <a:gd name="T18" fmla="*/ 2147483647 w 853"/>
                <a:gd name="T19" fmla="*/ 2147483647 h 492"/>
                <a:gd name="T20" fmla="*/ 2147483647 w 853"/>
                <a:gd name="T21" fmla="*/ 2147483647 h 492"/>
                <a:gd name="T22" fmla="*/ 2147483647 w 853"/>
                <a:gd name="T23" fmla="*/ 2147483647 h 492"/>
                <a:gd name="T24" fmla="*/ 2147483647 w 853"/>
                <a:gd name="T25" fmla="*/ 2147483647 h 492"/>
                <a:gd name="T26" fmla="*/ 2147483647 w 853"/>
                <a:gd name="T27" fmla="*/ 2147483647 h 492"/>
                <a:gd name="T28" fmla="*/ 2147483647 w 853"/>
                <a:gd name="T29" fmla="*/ 2147483647 h 492"/>
                <a:gd name="T30" fmla="*/ 2147483647 w 853"/>
                <a:gd name="T31" fmla="*/ 2147483647 h 492"/>
                <a:gd name="T32" fmla="*/ 2147483647 w 853"/>
                <a:gd name="T33" fmla="*/ 2147483647 h 492"/>
                <a:gd name="T34" fmla="*/ 2147483647 w 853"/>
                <a:gd name="T35" fmla="*/ 2147483647 h 492"/>
                <a:gd name="T36" fmla="*/ 2147483647 w 853"/>
                <a:gd name="T37" fmla="*/ 2147483647 h 492"/>
                <a:gd name="T38" fmla="*/ 2147483647 w 853"/>
                <a:gd name="T39" fmla="*/ 2147483647 h 492"/>
                <a:gd name="T40" fmla="*/ 2147483647 w 853"/>
                <a:gd name="T41" fmla="*/ 2147483647 h 492"/>
                <a:gd name="T42" fmla="*/ 0 w 853"/>
                <a:gd name="T43" fmla="*/ 2147483647 h 492"/>
                <a:gd name="T44" fmla="*/ 2147483647 w 853"/>
                <a:gd name="T45" fmla="*/ 2147483647 h 492"/>
                <a:gd name="T46" fmla="*/ 2147483647 w 853"/>
                <a:gd name="T47" fmla="*/ 2147483647 h 492"/>
                <a:gd name="T48" fmla="*/ 2147483647 w 853"/>
                <a:gd name="T49" fmla="*/ 2147483647 h 492"/>
                <a:gd name="T50" fmla="*/ 2147483647 w 853"/>
                <a:gd name="T51" fmla="*/ 2147483647 h 492"/>
                <a:gd name="T52" fmla="*/ 2147483647 w 853"/>
                <a:gd name="T53" fmla="*/ 2147483647 h 492"/>
                <a:gd name="T54" fmla="*/ 2147483647 w 853"/>
                <a:gd name="T55" fmla="*/ 2147483647 h 492"/>
                <a:gd name="T56" fmla="*/ 2147483647 w 853"/>
                <a:gd name="T57" fmla="*/ 2147483647 h 492"/>
                <a:gd name="T58" fmla="*/ 2147483647 w 853"/>
                <a:gd name="T59" fmla="*/ 2147483647 h 492"/>
                <a:gd name="T60" fmla="*/ 2147483647 w 853"/>
                <a:gd name="T61" fmla="*/ 2147483647 h 492"/>
                <a:gd name="T62" fmla="*/ 2147483647 w 853"/>
                <a:gd name="T63" fmla="*/ 2147483647 h 492"/>
                <a:gd name="T64" fmla="*/ 2147483647 w 853"/>
                <a:gd name="T65" fmla="*/ 2147483647 h 492"/>
                <a:gd name="T66" fmla="*/ 2147483647 w 853"/>
                <a:gd name="T67" fmla="*/ 2147483647 h 492"/>
                <a:gd name="T68" fmla="*/ 2147483647 w 853"/>
                <a:gd name="T69" fmla="*/ 2147483647 h 492"/>
                <a:gd name="T70" fmla="*/ 2147483647 w 853"/>
                <a:gd name="T71" fmla="*/ 2147483647 h 492"/>
                <a:gd name="T72" fmla="*/ 2147483647 w 853"/>
                <a:gd name="T73" fmla="*/ 2147483647 h 492"/>
                <a:gd name="T74" fmla="*/ 2147483647 w 853"/>
                <a:gd name="T75" fmla="*/ 2147483647 h 492"/>
                <a:gd name="T76" fmla="*/ 2147483647 w 853"/>
                <a:gd name="T77" fmla="*/ 2147483647 h 492"/>
                <a:gd name="T78" fmla="*/ 2147483647 w 853"/>
                <a:gd name="T79" fmla="*/ 2147483647 h 492"/>
                <a:gd name="T80" fmla="*/ 2147483647 w 853"/>
                <a:gd name="T81" fmla="*/ 0 h 492"/>
                <a:gd name="T82" fmla="*/ 2147483647 w 853"/>
                <a:gd name="T83" fmla="*/ 2147483647 h 492"/>
                <a:gd name="T84" fmla="*/ 2147483647 w 853"/>
                <a:gd name="T85" fmla="*/ 2147483647 h 4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53" h="492">
                  <a:moveTo>
                    <a:pt x="803" y="120"/>
                  </a:moveTo>
                  <a:cubicBezTo>
                    <a:pt x="720" y="168"/>
                    <a:pt x="720" y="168"/>
                    <a:pt x="720" y="168"/>
                  </a:cubicBezTo>
                  <a:cubicBezTo>
                    <a:pt x="720" y="153"/>
                    <a:pt x="720" y="153"/>
                    <a:pt x="720" y="153"/>
                  </a:cubicBezTo>
                  <a:cubicBezTo>
                    <a:pt x="620" y="153"/>
                    <a:pt x="620" y="153"/>
                    <a:pt x="620" y="153"/>
                  </a:cubicBezTo>
                  <a:cubicBezTo>
                    <a:pt x="620" y="226"/>
                    <a:pt x="620" y="226"/>
                    <a:pt x="620" y="226"/>
                  </a:cubicBezTo>
                  <a:cubicBezTo>
                    <a:pt x="549" y="267"/>
                    <a:pt x="549" y="267"/>
                    <a:pt x="549" y="267"/>
                  </a:cubicBezTo>
                  <a:cubicBezTo>
                    <a:pt x="549" y="255"/>
                    <a:pt x="549" y="255"/>
                    <a:pt x="549" y="255"/>
                  </a:cubicBezTo>
                  <a:cubicBezTo>
                    <a:pt x="542" y="254"/>
                    <a:pt x="535" y="253"/>
                    <a:pt x="528" y="251"/>
                  </a:cubicBezTo>
                  <a:cubicBezTo>
                    <a:pt x="528" y="279"/>
                    <a:pt x="528" y="279"/>
                    <a:pt x="528" y="279"/>
                  </a:cubicBezTo>
                  <a:cubicBezTo>
                    <a:pt x="503" y="294"/>
                    <a:pt x="503" y="294"/>
                    <a:pt x="503" y="294"/>
                  </a:cubicBezTo>
                  <a:cubicBezTo>
                    <a:pt x="503" y="246"/>
                    <a:pt x="503" y="246"/>
                    <a:pt x="503" y="246"/>
                  </a:cubicBezTo>
                  <a:cubicBezTo>
                    <a:pt x="496" y="245"/>
                    <a:pt x="489" y="243"/>
                    <a:pt x="482" y="242"/>
                  </a:cubicBezTo>
                  <a:cubicBezTo>
                    <a:pt x="482" y="306"/>
                    <a:pt x="482" y="306"/>
                    <a:pt x="482" y="306"/>
                  </a:cubicBezTo>
                  <a:cubicBezTo>
                    <a:pt x="404" y="351"/>
                    <a:pt x="404" y="351"/>
                    <a:pt x="404" y="351"/>
                  </a:cubicBezTo>
                  <a:cubicBezTo>
                    <a:pt x="399" y="350"/>
                    <a:pt x="394" y="350"/>
                    <a:pt x="389" y="349"/>
                  </a:cubicBezTo>
                  <a:cubicBezTo>
                    <a:pt x="389" y="359"/>
                    <a:pt x="389" y="359"/>
                    <a:pt x="389" y="359"/>
                  </a:cubicBezTo>
                  <a:cubicBezTo>
                    <a:pt x="364" y="374"/>
                    <a:pt x="364" y="374"/>
                    <a:pt x="364" y="374"/>
                  </a:cubicBezTo>
                  <a:cubicBezTo>
                    <a:pt x="364" y="346"/>
                    <a:pt x="364" y="346"/>
                    <a:pt x="364" y="346"/>
                  </a:cubicBezTo>
                  <a:cubicBezTo>
                    <a:pt x="357" y="346"/>
                    <a:pt x="350" y="345"/>
                    <a:pt x="343" y="344"/>
                  </a:cubicBezTo>
                  <a:cubicBezTo>
                    <a:pt x="343" y="386"/>
                    <a:pt x="343" y="386"/>
                    <a:pt x="343" y="386"/>
                  </a:cubicBezTo>
                  <a:cubicBezTo>
                    <a:pt x="159" y="492"/>
                    <a:pt x="159" y="492"/>
                    <a:pt x="159" y="492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116" y="426"/>
                    <a:pt x="116" y="426"/>
                    <a:pt x="116" y="426"/>
                  </a:cubicBezTo>
                  <a:cubicBezTo>
                    <a:pt x="125" y="426"/>
                    <a:pt x="134" y="426"/>
                    <a:pt x="143" y="427"/>
                  </a:cubicBezTo>
                  <a:cubicBezTo>
                    <a:pt x="143" y="410"/>
                    <a:pt x="143" y="410"/>
                    <a:pt x="143" y="410"/>
                  </a:cubicBezTo>
                  <a:cubicBezTo>
                    <a:pt x="343" y="295"/>
                    <a:pt x="343" y="295"/>
                    <a:pt x="343" y="295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50" y="306"/>
                    <a:pt x="357" y="307"/>
                    <a:pt x="364" y="308"/>
                  </a:cubicBezTo>
                  <a:cubicBezTo>
                    <a:pt x="364" y="282"/>
                    <a:pt x="364" y="282"/>
                    <a:pt x="364" y="282"/>
                  </a:cubicBezTo>
                  <a:cubicBezTo>
                    <a:pt x="389" y="268"/>
                    <a:pt x="389" y="268"/>
                    <a:pt x="389" y="268"/>
                  </a:cubicBezTo>
                  <a:cubicBezTo>
                    <a:pt x="389" y="311"/>
                    <a:pt x="389" y="311"/>
                    <a:pt x="389" y="311"/>
                  </a:cubicBezTo>
                  <a:cubicBezTo>
                    <a:pt x="396" y="312"/>
                    <a:pt x="403" y="313"/>
                    <a:pt x="410" y="314"/>
                  </a:cubicBezTo>
                  <a:cubicBezTo>
                    <a:pt x="410" y="256"/>
                    <a:pt x="410" y="256"/>
                    <a:pt x="410" y="256"/>
                  </a:cubicBezTo>
                  <a:cubicBezTo>
                    <a:pt x="492" y="209"/>
                    <a:pt x="492" y="209"/>
                    <a:pt x="492" y="209"/>
                  </a:cubicBezTo>
                  <a:cubicBezTo>
                    <a:pt x="495" y="209"/>
                    <a:pt x="499" y="210"/>
                    <a:pt x="503" y="211"/>
                  </a:cubicBezTo>
                  <a:cubicBezTo>
                    <a:pt x="503" y="202"/>
                    <a:pt x="503" y="202"/>
                    <a:pt x="503" y="202"/>
                  </a:cubicBezTo>
                  <a:cubicBezTo>
                    <a:pt x="689" y="95"/>
                    <a:pt x="689" y="95"/>
                    <a:pt x="689" y="95"/>
                  </a:cubicBezTo>
                  <a:cubicBezTo>
                    <a:pt x="689" y="120"/>
                    <a:pt x="689" y="120"/>
                    <a:pt x="689" y="120"/>
                  </a:cubicBezTo>
                  <a:lnTo>
                    <a:pt x="803" y="120"/>
                  </a:lnTo>
                  <a:close/>
                  <a:moveTo>
                    <a:pt x="776" y="45"/>
                  </a:moveTo>
                  <a:cubicBezTo>
                    <a:pt x="853" y="0"/>
                    <a:pt x="853" y="0"/>
                    <a:pt x="853" y="0"/>
                  </a:cubicBezTo>
                  <a:cubicBezTo>
                    <a:pt x="853" y="45"/>
                    <a:pt x="853" y="45"/>
                    <a:pt x="853" y="45"/>
                  </a:cubicBezTo>
                  <a:lnTo>
                    <a:pt x="776" y="4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28"/>
            <p:cNvSpPr>
              <a:spLocks noEditPoints="1"/>
            </p:cNvSpPr>
            <p:nvPr/>
          </p:nvSpPr>
          <p:spPr bwMode="auto">
            <a:xfrm>
              <a:off x="2878137" y="1203325"/>
              <a:ext cx="1079500" cy="622300"/>
            </a:xfrm>
            <a:custGeom>
              <a:avLst/>
              <a:gdLst>
                <a:gd name="T0" fmla="*/ 2147483647 w 872"/>
                <a:gd name="T1" fmla="*/ 0 h 503"/>
                <a:gd name="T2" fmla="*/ 2147483647 w 872"/>
                <a:gd name="T3" fmla="*/ 2147483647 h 503"/>
                <a:gd name="T4" fmla="*/ 2147483647 w 872"/>
                <a:gd name="T5" fmla="*/ 2147483647 h 503"/>
                <a:gd name="T6" fmla="*/ 2147483647 w 872"/>
                <a:gd name="T7" fmla="*/ 2147483647 h 503"/>
                <a:gd name="T8" fmla="*/ 2147483647 w 872"/>
                <a:gd name="T9" fmla="*/ 0 h 503"/>
                <a:gd name="T10" fmla="*/ 2147483647 w 872"/>
                <a:gd name="T11" fmla="*/ 0 h 503"/>
                <a:gd name="T12" fmla="*/ 2147483647 w 872"/>
                <a:gd name="T13" fmla="*/ 2147483647 h 503"/>
                <a:gd name="T14" fmla="*/ 2147483647 w 872"/>
                <a:gd name="T15" fmla="*/ 2147483647 h 503"/>
                <a:gd name="T16" fmla="*/ 2147483647 w 872"/>
                <a:gd name="T17" fmla="*/ 2147483647 h 503"/>
                <a:gd name="T18" fmla="*/ 2147483647 w 872"/>
                <a:gd name="T19" fmla="*/ 2147483647 h 503"/>
                <a:gd name="T20" fmla="*/ 2147483647 w 872"/>
                <a:gd name="T21" fmla="*/ 2147483647 h 503"/>
                <a:gd name="T22" fmla="*/ 2147483647 w 872"/>
                <a:gd name="T23" fmla="*/ 2147483647 h 503"/>
                <a:gd name="T24" fmla="*/ 2147483647 w 872"/>
                <a:gd name="T25" fmla="*/ 2147483647 h 503"/>
                <a:gd name="T26" fmla="*/ 2147483647 w 872"/>
                <a:gd name="T27" fmla="*/ 2147483647 h 503"/>
                <a:gd name="T28" fmla="*/ 2147483647 w 872"/>
                <a:gd name="T29" fmla="*/ 2147483647 h 503"/>
                <a:gd name="T30" fmla="*/ 2147483647 w 872"/>
                <a:gd name="T31" fmla="*/ 2147483647 h 503"/>
                <a:gd name="T32" fmla="*/ 2147483647 w 872"/>
                <a:gd name="T33" fmla="*/ 2147483647 h 503"/>
                <a:gd name="T34" fmla="*/ 2147483647 w 872"/>
                <a:gd name="T35" fmla="*/ 2147483647 h 503"/>
                <a:gd name="T36" fmla="*/ 2147483647 w 872"/>
                <a:gd name="T37" fmla="*/ 2147483647 h 503"/>
                <a:gd name="T38" fmla="*/ 2147483647 w 872"/>
                <a:gd name="T39" fmla="*/ 2147483647 h 503"/>
                <a:gd name="T40" fmla="*/ 2147483647 w 872"/>
                <a:gd name="T41" fmla="*/ 2147483647 h 503"/>
                <a:gd name="T42" fmla="*/ 2147483647 w 872"/>
                <a:gd name="T43" fmla="*/ 2147483647 h 503"/>
                <a:gd name="T44" fmla="*/ 2147483647 w 872"/>
                <a:gd name="T45" fmla="*/ 2147483647 h 503"/>
                <a:gd name="T46" fmla="*/ 2147483647 w 872"/>
                <a:gd name="T47" fmla="*/ 2147483647 h 503"/>
                <a:gd name="T48" fmla="*/ 2147483647 w 872"/>
                <a:gd name="T49" fmla="*/ 2147483647 h 503"/>
                <a:gd name="T50" fmla="*/ 2147483647 w 872"/>
                <a:gd name="T51" fmla="*/ 2147483647 h 503"/>
                <a:gd name="T52" fmla="*/ 2147483647 w 872"/>
                <a:gd name="T53" fmla="*/ 2147483647 h 503"/>
                <a:gd name="T54" fmla="*/ 2147483647 w 872"/>
                <a:gd name="T55" fmla="*/ 2147483647 h 503"/>
                <a:gd name="T56" fmla="*/ 2147483647 w 872"/>
                <a:gd name="T57" fmla="*/ 2147483647 h 503"/>
                <a:gd name="T58" fmla="*/ 2147483647 w 872"/>
                <a:gd name="T59" fmla="*/ 2147483647 h 503"/>
                <a:gd name="T60" fmla="*/ 2147483647 w 872"/>
                <a:gd name="T61" fmla="*/ 2147483647 h 503"/>
                <a:gd name="T62" fmla="*/ 2147483647 w 872"/>
                <a:gd name="T63" fmla="*/ 2147483647 h 503"/>
                <a:gd name="T64" fmla="*/ 2147483647 w 872"/>
                <a:gd name="T65" fmla="*/ 2147483647 h 503"/>
                <a:gd name="T66" fmla="*/ 2147483647 w 872"/>
                <a:gd name="T67" fmla="*/ 2147483647 h 503"/>
                <a:gd name="T68" fmla="*/ 2147483647 w 872"/>
                <a:gd name="T69" fmla="*/ 2147483647 h 503"/>
                <a:gd name="T70" fmla="*/ 2147483647 w 872"/>
                <a:gd name="T71" fmla="*/ 2147483647 h 503"/>
                <a:gd name="T72" fmla="*/ 2147483647 w 872"/>
                <a:gd name="T73" fmla="*/ 2147483647 h 503"/>
                <a:gd name="T74" fmla="*/ 0 w 872"/>
                <a:gd name="T75" fmla="*/ 2147483647 h 503"/>
                <a:gd name="T76" fmla="*/ 0 w 872"/>
                <a:gd name="T77" fmla="*/ 2147483647 h 503"/>
                <a:gd name="T78" fmla="*/ 2147483647 w 872"/>
                <a:gd name="T79" fmla="*/ 2147483647 h 503"/>
                <a:gd name="T80" fmla="*/ 2147483647 w 872"/>
                <a:gd name="T81" fmla="*/ 2147483647 h 50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72" h="503">
                  <a:moveTo>
                    <a:pt x="872" y="0"/>
                  </a:moveTo>
                  <a:cubicBezTo>
                    <a:pt x="811" y="35"/>
                    <a:pt x="811" y="35"/>
                    <a:pt x="811" y="35"/>
                  </a:cubicBezTo>
                  <a:cubicBezTo>
                    <a:pt x="811" y="32"/>
                    <a:pt x="811" y="32"/>
                    <a:pt x="811" y="32"/>
                  </a:cubicBezTo>
                  <a:cubicBezTo>
                    <a:pt x="744" y="32"/>
                    <a:pt x="744" y="32"/>
                    <a:pt x="744" y="32"/>
                  </a:cubicBezTo>
                  <a:cubicBezTo>
                    <a:pt x="800" y="0"/>
                    <a:pt x="800" y="0"/>
                    <a:pt x="800" y="0"/>
                  </a:cubicBezTo>
                  <a:lnTo>
                    <a:pt x="872" y="0"/>
                  </a:lnTo>
                  <a:close/>
                  <a:moveTo>
                    <a:pt x="685" y="108"/>
                  </a:moveTo>
                  <a:cubicBezTo>
                    <a:pt x="572" y="173"/>
                    <a:pt x="572" y="173"/>
                    <a:pt x="572" y="173"/>
                  </a:cubicBezTo>
                  <a:cubicBezTo>
                    <a:pt x="572" y="132"/>
                    <a:pt x="572" y="132"/>
                    <a:pt x="572" y="132"/>
                  </a:cubicBezTo>
                  <a:cubicBezTo>
                    <a:pt x="643" y="90"/>
                    <a:pt x="643" y="90"/>
                    <a:pt x="643" y="90"/>
                  </a:cubicBezTo>
                  <a:cubicBezTo>
                    <a:pt x="643" y="108"/>
                    <a:pt x="643" y="108"/>
                    <a:pt x="643" y="108"/>
                  </a:cubicBezTo>
                  <a:lnTo>
                    <a:pt x="685" y="108"/>
                  </a:lnTo>
                  <a:close/>
                  <a:moveTo>
                    <a:pt x="551" y="185"/>
                  </a:moveTo>
                  <a:cubicBezTo>
                    <a:pt x="479" y="227"/>
                    <a:pt x="479" y="227"/>
                    <a:pt x="479" y="227"/>
                  </a:cubicBezTo>
                  <a:cubicBezTo>
                    <a:pt x="479" y="213"/>
                    <a:pt x="479" y="213"/>
                    <a:pt x="479" y="213"/>
                  </a:cubicBezTo>
                  <a:cubicBezTo>
                    <a:pt x="472" y="211"/>
                    <a:pt x="465" y="209"/>
                    <a:pt x="458" y="207"/>
                  </a:cubicBezTo>
                  <a:cubicBezTo>
                    <a:pt x="458" y="239"/>
                    <a:pt x="458" y="239"/>
                    <a:pt x="458" y="239"/>
                  </a:cubicBezTo>
                  <a:cubicBezTo>
                    <a:pt x="433" y="253"/>
                    <a:pt x="433" y="253"/>
                    <a:pt x="433" y="253"/>
                  </a:cubicBezTo>
                  <a:cubicBezTo>
                    <a:pt x="433" y="212"/>
                    <a:pt x="433" y="212"/>
                    <a:pt x="433" y="212"/>
                  </a:cubicBezTo>
                  <a:cubicBezTo>
                    <a:pt x="551" y="144"/>
                    <a:pt x="551" y="144"/>
                    <a:pt x="551" y="144"/>
                  </a:cubicBezTo>
                  <a:lnTo>
                    <a:pt x="551" y="185"/>
                  </a:lnTo>
                  <a:close/>
                  <a:moveTo>
                    <a:pt x="412" y="265"/>
                  </a:moveTo>
                  <a:cubicBezTo>
                    <a:pt x="150" y="417"/>
                    <a:pt x="150" y="417"/>
                    <a:pt x="150" y="417"/>
                  </a:cubicBezTo>
                  <a:cubicBezTo>
                    <a:pt x="146" y="417"/>
                    <a:pt x="142" y="416"/>
                    <a:pt x="138" y="416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42" y="479"/>
                    <a:pt x="42" y="479"/>
                    <a:pt x="42" y="479"/>
                  </a:cubicBezTo>
                  <a:cubicBezTo>
                    <a:pt x="42" y="438"/>
                    <a:pt x="42" y="438"/>
                    <a:pt x="42" y="438"/>
                  </a:cubicBezTo>
                  <a:cubicBezTo>
                    <a:pt x="155" y="372"/>
                    <a:pt x="155" y="372"/>
                    <a:pt x="155" y="372"/>
                  </a:cubicBezTo>
                  <a:cubicBezTo>
                    <a:pt x="166" y="374"/>
                    <a:pt x="166" y="374"/>
                    <a:pt x="166" y="374"/>
                  </a:cubicBezTo>
                  <a:cubicBezTo>
                    <a:pt x="166" y="366"/>
                    <a:pt x="166" y="366"/>
                    <a:pt x="166" y="366"/>
                  </a:cubicBezTo>
                  <a:cubicBezTo>
                    <a:pt x="366" y="251"/>
                    <a:pt x="366" y="251"/>
                    <a:pt x="366" y="251"/>
                  </a:cubicBezTo>
                  <a:cubicBezTo>
                    <a:pt x="366" y="270"/>
                    <a:pt x="366" y="270"/>
                    <a:pt x="366" y="270"/>
                  </a:cubicBezTo>
                  <a:cubicBezTo>
                    <a:pt x="373" y="272"/>
                    <a:pt x="380" y="274"/>
                    <a:pt x="387" y="275"/>
                  </a:cubicBezTo>
                  <a:cubicBezTo>
                    <a:pt x="387" y="239"/>
                    <a:pt x="387" y="239"/>
                    <a:pt x="387" y="239"/>
                  </a:cubicBezTo>
                  <a:cubicBezTo>
                    <a:pt x="412" y="224"/>
                    <a:pt x="412" y="224"/>
                    <a:pt x="412" y="224"/>
                  </a:cubicBezTo>
                  <a:lnTo>
                    <a:pt x="412" y="265"/>
                  </a:lnTo>
                  <a:close/>
                  <a:moveTo>
                    <a:pt x="14" y="495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462"/>
                    <a:pt x="0" y="462"/>
                    <a:pt x="0" y="462"/>
                  </a:cubicBezTo>
                  <a:cubicBezTo>
                    <a:pt x="14" y="454"/>
                    <a:pt x="14" y="454"/>
                    <a:pt x="14" y="454"/>
                  </a:cubicBezTo>
                  <a:lnTo>
                    <a:pt x="14" y="49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Freeform 29"/>
            <p:cNvSpPr>
              <a:spLocks noEditPoints="1"/>
            </p:cNvSpPr>
            <p:nvPr/>
          </p:nvSpPr>
          <p:spPr bwMode="auto">
            <a:xfrm>
              <a:off x="2878137" y="730250"/>
              <a:ext cx="1084262" cy="676275"/>
            </a:xfrm>
            <a:custGeom>
              <a:avLst/>
              <a:gdLst>
                <a:gd name="T0" fmla="*/ 2147483647 w 876"/>
                <a:gd name="T1" fmla="*/ 2147483647 h 547"/>
                <a:gd name="T2" fmla="*/ 2147483647 w 876"/>
                <a:gd name="T3" fmla="*/ 2147483647 h 547"/>
                <a:gd name="T4" fmla="*/ 2147483647 w 876"/>
                <a:gd name="T5" fmla="*/ 2147483647 h 547"/>
                <a:gd name="T6" fmla="*/ 2147483647 w 876"/>
                <a:gd name="T7" fmla="*/ 2147483647 h 547"/>
                <a:gd name="T8" fmla="*/ 2147483647 w 876"/>
                <a:gd name="T9" fmla="*/ 2147483647 h 547"/>
                <a:gd name="T10" fmla="*/ 2147483647 w 876"/>
                <a:gd name="T11" fmla="*/ 2147483647 h 547"/>
                <a:gd name="T12" fmla="*/ 2147483647 w 876"/>
                <a:gd name="T13" fmla="*/ 0 h 547"/>
                <a:gd name="T14" fmla="*/ 2147483647 w 876"/>
                <a:gd name="T15" fmla="*/ 2147483647 h 547"/>
                <a:gd name="T16" fmla="*/ 2147483647 w 876"/>
                <a:gd name="T17" fmla="*/ 2147483647 h 547"/>
                <a:gd name="T18" fmla="*/ 2147483647 w 876"/>
                <a:gd name="T19" fmla="*/ 2147483647 h 547"/>
                <a:gd name="T20" fmla="*/ 2147483647 w 876"/>
                <a:gd name="T21" fmla="*/ 2147483647 h 547"/>
                <a:gd name="T22" fmla="*/ 2147483647 w 876"/>
                <a:gd name="T23" fmla="*/ 2147483647 h 547"/>
                <a:gd name="T24" fmla="*/ 2147483647 w 876"/>
                <a:gd name="T25" fmla="*/ 2147483647 h 547"/>
                <a:gd name="T26" fmla="*/ 2147483647 w 876"/>
                <a:gd name="T27" fmla="*/ 2147483647 h 547"/>
                <a:gd name="T28" fmla="*/ 2147483647 w 876"/>
                <a:gd name="T29" fmla="*/ 2147483647 h 547"/>
                <a:gd name="T30" fmla="*/ 2147483647 w 876"/>
                <a:gd name="T31" fmla="*/ 2147483647 h 547"/>
                <a:gd name="T32" fmla="*/ 2147483647 w 876"/>
                <a:gd name="T33" fmla="*/ 2147483647 h 547"/>
                <a:gd name="T34" fmla="*/ 2147483647 w 876"/>
                <a:gd name="T35" fmla="*/ 2147483647 h 547"/>
                <a:gd name="T36" fmla="*/ 2147483647 w 876"/>
                <a:gd name="T37" fmla="*/ 2147483647 h 547"/>
                <a:gd name="T38" fmla="*/ 2147483647 w 876"/>
                <a:gd name="T39" fmla="*/ 2147483647 h 547"/>
                <a:gd name="T40" fmla="*/ 2147483647 w 876"/>
                <a:gd name="T41" fmla="*/ 2147483647 h 547"/>
                <a:gd name="T42" fmla="*/ 2147483647 w 876"/>
                <a:gd name="T43" fmla="*/ 2147483647 h 547"/>
                <a:gd name="T44" fmla="*/ 2147483647 w 876"/>
                <a:gd name="T45" fmla="*/ 2147483647 h 547"/>
                <a:gd name="T46" fmla="*/ 2147483647 w 876"/>
                <a:gd name="T47" fmla="*/ 2147483647 h 547"/>
                <a:gd name="T48" fmla="*/ 2147483647 w 876"/>
                <a:gd name="T49" fmla="*/ 2147483647 h 547"/>
                <a:gd name="T50" fmla="*/ 2147483647 w 876"/>
                <a:gd name="T51" fmla="*/ 2147483647 h 547"/>
                <a:gd name="T52" fmla="*/ 2147483647 w 876"/>
                <a:gd name="T53" fmla="*/ 2147483647 h 547"/>
                <a:gd name="T54" fmla="*/ 2147483647 w 876"/>
                <a:gd name="T55" fmla="*/ 2147483647 h 547"/>
                <a:gd name="T56" fmla="*/ 2147483647 w 876"/>
                <a:gd name="T57" fmla="*/ 2147483647 h 547"/>
                <a:gd name="T58" fmla="*/ 2147483647 w 876"/>
                <a:gd name="T59" fmla="*/ 2147483647 h 547"/>
                <a:gd name="T60" fmla="*/ 2147483647 w 876"/>
                <a:gd name="T61" fmla="*/ 2147483647 h 547"/>
                <a:gd name="T62" fmla="*/ 2147483647 w 876"/>
                <a:gd name="T63" fmla="*/ 2147483647 h 547"/>
                <a:gd name="T64" fmla="*/ 2147483647 w 876"/>
                <a:gd name="T65" fmla="*/ 2147483647 h 547"/>
                <a:gd name="T66" fmla="*/ 2147483647 w 876"/>
                <a:gd name="T67" fmla="*/ 2147483647 h 547"/>
                <a:gd name="T68" fmla="*/ 2147483647 w 876"/>
                <a:gd name="T69" fmla="*/ 2147483647 h 547"/>
                <a:gd name="T70" fmla="*/ 0 w 876"/>
                <a:gd name="T71" fmla="*/ 2147483647 h 547"/>
                <a:gd name="T72" fmla="*/ 0 w 876"/>
                <a:gd name="T73" fmla="*/ 2147483647 h 547"/>
                <a:gd name="T74" fmla="*/ 2147483647 w 876"/>
                <a:gd name="T75" fmla="*/ 2147483647 h 547"/>
                <a:gd name="T76" fmla="*/ 2147483647 w 876"/>
                <a:gd name="T77" fmla="*/ 2147483647 h 547"/>
                <a:gd name="T78" fmla="*/ 2147483647 w 876"/>
                <a:gd name="T79" fmla="*/ 2147483647 h 5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76" h="547">
                  <a:moveTo>
                    <a:pt x="876" y="41"/>
                  </a:moveTo>
                  <a:cubicBezTo>
                    <a:pt x="791" y="90"/>
                    <a:pt x="791" y="90"/>
                    <a:pt x="791" y="90"/>
                  </a:cubicBezTo>
                  <a:cubicBezTo>
                    <a:pt x="719" y="90"/>
                    <a:pt x="719" y="90"/>
                    <a:pt x="719" y="90"/>
                  </a:cubicBezTo>
                  <a:cubicBezTo>
                    <a:pt x="776" y="57"/>
                    <a:pt x="776" y="57"/>
                    <a:pt x="776" y="57"/>
                  </a:cubicBezTo>
                  <a:cubicBezTo>
                    <a:pt x="811" y="57"/>
                    <a:pt x="811" y="57"/>
                    <a:pt x="811" y="57"/>
                  </a:cubicBezTo>
                  <a:cubicBezTo>
                    <a:pt x="811" y="37"/>
                    <a:pt x="811" y="37"/>
                    <a:pt x="811" y="37"/>
                  </a:cubicBezTo>
                  <a:cubicBezTo>
                    <a:pt x="876" y="0"/>
                    <a:pt x="876" y="0"/>
                    <a:pt x="876" y="0"/>
                  </a:cubicBezTo>
                  <a:lnTo>
                    <a:pt x="876" y="41"/>
                  </a:lnTo>
                  <a:close/>
                  <a:moveTo>
                    <a:pt x="712" y="136"/>
                  </a:moveTo>
                  <a:cubicBezTo>
                    <a:pt x="674" y="157"/>
                    <a:pt x="674" y="157"/>
                    <a:pt x="674" y="157"/>
                  </a:cubicBezTo>
                  <a:cubicBezTo>
                    <a:pt x="674" y="116"/>
                    <a:pt x="674" y="116"/>
                    <a:pt x="674" y="116"/>
                  </a:cubicBezTo>
                  <a:cubicBezTo>
                    <a:pt x="712" y="94"/>
                    <a:pt x="712" y="94"/>
                    <a:pt x="712" y="94"/>
                  </a:cubicBezTo>
                  <a:lnTo>
                    <a:pt x="712" y="136"/>
                  </a:lnTo>
                  <a:close/>
                  <a:moveTo>
                    <a:pt x="661" y="165"/>
                  </a:moveTo>
                  <a:cubicBezTo>
                    <a:pt x="601" y="200"/>
                    <a:pt x="601" y="200"/>
                    <a:pt x="601" y="200"/>
                  </a:cubicBezTo>
                  <a:cubicBezTo>
                    <a:pt x="601" y="158"/>
                    <a:pt x="601" y="158"/>
                    <a:pt x="601" y="158"/>
                  </a:cubicBezTo>
                  <a:cubicBezTo>
                    <a:pt x="643" y="134"/>
                    <a:pt x="643" y="134"/>
                    <a:pt x="643" y="134"/>
                  </a:cubicBezTo>
                  <a:cubicBezTo>
                    <a:pt x="643" y="165"/>
                    <a:pt x="643" y="165"/>
                    <a:pt x="643" y="165"/>
                  </a:cubicBezTo>
                  <a:lnTo>
                    <a:pt x="661" y="165"/>
                  </a:lnTo>
                  <a:close/>
                  <a:moveTo>
                    <a:pt x="545" y="232"/>
                  </a:moveTo>
                  <a:cubicBezTo>
                    <a:pt x="479" y="270"/>
                    <a:pt x="479" y="270"/>
                    <a:pt x="479" y="270"/>
                  </a:cubicBezTo>
                  <a:cubicBezTo>
                    <a:pt x="479" y="236"/>
                    <a:pt x="479" y="236"/>
                    <a:pt x="479" y="236"/>
                  </a:cubicBezTo>
                  <a:cubicBezTo>
                    <a:pt x="473" y="232"/>
                    <a:pt x="473" y="232"/>
                    <a:pt x="473" y="232"/>
                  </a:cubicBezTo>
                  <a:cubicBezTo>
                    <a:pt x="510" y="211"/>
                    <a:pt x="510" y="211"/>
                    <a:pt x="510" y="211"/>
                  </a:cubicBezTo>
                  <a:lnTo>
                    <a:pt x="545" y="232"/>
                  </a:lnTo>
                  <a:close/>
                  <a:moveTo>
                    <a:pt x="458" y="282"/>
                  </a:moveTo>
                  <a:cubicBezTo>
                    <a:pt x="387" y="323"/>
                    <a:pt x="387" y="323"/>
                    <a:pt x="387" y="323"/>
                  </a:cubicBezTo>
                  <a:cubicBezTo>
                    <a:pt x="387" y="311"/>
                    <a:pt x="387" y="311"/>
                    <a:pt x="387" y="311"/>
                  </a:cubicBezTo>
                  <a:cubicBezTo>
                    <a:pt x="380" y="307"/>
                    <a:pt x="373" y="304"/>
                    <a:pt x="366" y="301"/>
                  </a:cubicBezTo>
                  <a:cubicBezTo>
                    <a:pt x="366" y="336"/>
                    <a:pt x="366" y="336"/>
                    <a:pt x="366" y="336"/>
                  </a:cubicBezTo>
                  <a:cubicBezTo>
                    <a:pt x="166" y="451"/>
                    <a:pt x="166" y="451"/>
                    <a:pt x="166" y="451"/>
                  </a:cubicBezTo>
                  <a:cubicBezTo>
                    <a:pt x="166" y="409"/>
                    <a:pt x="166" y="409"/>
                    <a:pt x="166" y="409"/>
                  </a:cubicBezTo>
                  <a:cubicBezTo>
                    <a:pt x="458" y="241"/>
                    <a:pt x="458" y="241"/>
                    <a:pt x="458" y="241"/>
                  </a:cubicBezTo>
                  <a:lnTo>
                    <a:pt x="458" y="282"/>
                  </a:lnTo>
                  <a:close/>
                  <a:moveTo>
                    <a:pt x="159" y="455"/>
                  </a:moveTo>
                  <a:cubicBezTo>
                    <a:pt x="0" y="547"/>
                    <a:pt x="0" y="547"/>
                    <a:pt x="0" y="547"/>
                  </a:cubicBezTo>
                  <a:cubicBezTo>
                    <a:pt x="0" y="505"/>
                    <a:pt x="0" y="505"/>
                    <a:pt x="0" y="505"/>
                  </a:cubicBezTo>
                  <a:cubicBezTo>
                    <a:pt x="138" y="425"/>
                    <a:pt x="138" y="425"/>
                    <a:pt x="138" y="425"/>
                  </a:cubicBezTo>
                  <a:cubicBezTo>
                    <a:pt x="138" y="448"/>
                    <a:pt x="138" y="448"/>
                    <a:pt x="138" y="448"/>
                  </a:cubicBezTo>
                  <a:lnTo>
                    <a:pt x="159" y="45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Freeform 30"/>
            <p:cNvSpPr>
              <a:spLocks noEditPoints="1"/>
            </p:cNvSpPr>
            <p:nvPr/>
          </p:nvSpPr>
          <p:spPr bwMode="auto">
            <a:xfrm>
              <a:off x="2878137" y="654050"/>
              <a:ext cx="1077912" cy="623888"/>
            </a:xfrm>
            <a:custGeom>
              <a:avLst/>
              <a:gdLst>
                <a:gd name="T0" fmla="*/ 2147483647 w 871"/>
                <a:gd name="T1" fmla="*/ 0 h 503"/>
                <a:gd name="T2" fmla="*/ 2147483647 w 871"/>
                <a:gd name="T3" fmla="*/ 2147483647 h 503"/>
                <a:gd name="T4" fmla="*/ 2147483647 w 871"/>
                <a:gd name="T5" fmla="*/ 2147483647 h 503"/>
                <a:gd name="T6" fmla="*/ 2147483647 w 871"/>
                <a:gd name="T7" fmla="*/ 0 h 503"/>
                <a:gd name="T8" fmla="*/ 2147483647 w 871"/>
                <a:gd name="T9" fmla="*/ 0 h 503"/>
                <a:gd name="T10" fmla="*/ 2147483647 w 871"/>
                <a:gd name="T11" fmla="*/ 2147483647 h 503"/>
                <a:gd name="T12" fmla="*/ 2147483647 w 871"/>
                <a:gd name="T13" fmla="*/ 2147483647 h 503"/>
                <a:gd name="T14" fmla="*/ 2147483647 w 871"/>
                <a:gd name="T15" fmla="*/ 2147483647 h 503"/>
                <a:gd name="T16" fmla="*/ 2147483647 w 871"/>
                <a:gd name="T17" fmla="*/ 2147483647 h 503"/>
                <a:gd name="T18" fmla="*/ 2147483647 w 871"/>
                <a:gd name="T19" fmla="*/ 2147483647 h 503"/>
                <a:gd name="T20" fmla="*/ 2147483647 w 871"/>
                <a:gd name="T21" fmla="*/ 2147483647 h 503"/>
                <a:gd name="T22" fmla="*/ 2147483647 w 871"/>
                <a:gd name="T23" fmla="*/ 2147483647 h 503"/>
                <a:gd name="T24" fmla="*/ 2147483647 w 871"/>
                <a:gd name="T25" fmla="*/ 2147483647 h 503"/>
                <a:gd name="T26" fmla="*/ 2147483647 w 871"/>
                <a:gd name="T27" fmla="*/ 2147483647 h 503"/>
                <a:gd name="T28" fmla="*/ 2147483647 w 871"/>
                <a:gd name="T29" fmla="*/ 2147483647 h 503"/>
                <a:gd name="T30" fmla="*/ 2147483647 w 871"/>
                <a:gd name="T31" fmla="*/ 2147483647 h 503"/>
                <a:gd name="T32" fmla="*/ 2147483647 w 871"/>
                <a:gd name="T33" fmla="*/ 2147483647 h 503"/>
                <a:gd name="T34" fmla="*/ 2147483647 w 871"/>
                <a:gd name="T35" fmla="*/ 2147483647 h 503"/>
                <a:gd name="T36" fmla="*/ 2147483647 w 871"/>
                <a:gd name="T37" fmla="*/ 2147483647 h 503"/>
                <a:gd name="T38" fmla="*/ 2147483647 w 871"/>
                <a:gd name="T39" fmla="*/ 2147483647 h 503"/>
                <a:gd name="T40" fmla="*/ 2147483647 w 871"/>
                <a:gd name="T41" fmla="*/ 2147483647 h 503"/>
                <a:gd name="T42" fmla="*/ 2147483647 w 871"/>
                <a:gd name="T43" fmla="*/ 2147483647 h 503"/>
                <a:gd name="T44" fmla="*/ 2147483647 w 871"/>
                <a:gd name="T45" fmla="*/ 2147483647 h 503"/>
                <a:gd name="T46" fmla="*/ 2147483647 w 871"/>
                <a:gd name="T47" fmla="*/ 2147483647 h 503"/>
                <a:gd name="T48" fmla="*/ 2147483647 w 871"/>
                <a:gd name="T49" fmla="*/ 2147483647 h 503"/>
                <a:gd name="T50" fmla="*/ 2147483647 w 871"/>
                <a:gd name="T51" fmla="*/ 2147483647 h 503"/>
                <a:gd name="T52" fmla="*/ 2147483647 w 871"/>
                <a:gd name="T53" fmla="*/ 2147483647 h 503"/>
                <a:gd name="T54" fmla="*/ 2147483647 w 871"/>
                <a:gd name="T55" fmla="*/ 2147483647 h 503"/>
                <a:gd name="T56" fmla="*/ 2147483647 w 871"/>
                <a:gd name="T57" fmla="*/ 2147483647 h 503"/>
                <a:gd name="T58" fmla="*/ 0 w 871"/>
                <a:gd name="T59" fmla="*/ 2147483647 h 503"/>
                <a:gd name="T60" fmla="*/ 0 w 871"/>
                <a:gd name="T61" fmla="*/ 2147483647 h 503"/>
                <a:gd name="T62" fmla="*/ 2147483647 w 871"/>
                <a:gd name="T63" fmla="*/ 2147483647 h 503"/>
                <a:gd name="T64" fmla="*/ 2147483647 w 871"/>
                <a:gd name="T65" fmla="*/ 2147483647 h 50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71" h="503">
                  <a:moveTo>
                    <a:pt x="871" y="0"/>
                  </a:moveTo>
                  <a:cubicBezTo>
                    <a:pt x="797" y="43"/>
                    <a:pt x="797" y="43"/>
                    <a:pt x="797" y="43"/>
                  </a:cubicBezTo>
                  <a:cubicBezTo>
                    <a:pt x="726" y="43"/>
                    <a:pt x="726" y="43"/>
                    <a:pt x="726" y="43"/>
                  </a:cubicBezTo>
                  <a:cubicBezTo>
                    <a:pt x="799" y="0"/>
                    <a:pt x="799" y="0"/>
                    <a:pt x="799" y="0"/>
                  </a:cubicBezTo>
                  <a:lnTo>
                    <a:pt x="871" y="0"/>
                  </a:lnTo>
                  <a:close/>
                  <a:moveTo>
                    <a:pt x="667" y="118"/>
                  </a:moveTo>
                  <a:cubicBezTo>
                    <a:pt x="601" y="156"/>
                    <a:pt x="601" y="156"/>
                    <a:pt x="601" y="156"/>
                  </a:cubicBezTo>
                  <a:cubicBezTo>
                    <a:pt x="601" y="115"/>
                    <a:pt x="601" y="115"/>
                    <a:pt x="601" y="115"/>
                  </a:cubicBezTo>
                  <a:cubicBezTo>
                    <a:pt x="643" y="90"/>
                    <a:pt x="643" y="90"/>
                    <a:pt x="643" y="90"/>
                  </a:cubicBezTo>
                  <a:cubicBezTo>
                    <a:pt x="643" y="118"/>
                    <a:pt x="643" y="118"/>
                    <a:pt x="643" y="118"/>
                  </a:cubicBezTo>
                  <a:lnTo>
                    <a:pt x="667" y="118"/>
                  </a:lnTo>
                  <a:close/>
                  <a:moveTo>
                    <a:pt x="457" y="239"/>
                  </a:moveTo>
                  <a:cubicBezTo>
                    <a:pt x="387" y="280"/>
                    <a:pt x="387" y="280"/>
                    <a:pt x="387" y="280"/>
                  </a:cubicBezTo>
                  <a:cubicBezTo>
                    <a:pt x="387" y="243"/>
                    <a:pt x="387" y="243"/>
                    <a:pt x="387" y="243"/>
                  </a:cubicBezTo>
                  <a:cubicBezTo>
                    <a:pt x="385" y="242"/>
                    <a:pt x="384" y="242"/>
                    <a:pt x="382" y="241"/>
                  </a:cubicBezTo>
                  <a:cubicBezTo>
                    <a:pt x="422" y="218"/>
                    <a:pt x="422" y="218"/>
                    <a:pt x="422" y="218"/>
                  </a:cubicBezTo>
                  <a:lnTo>
                    <a:pt x="457" y="239"/>
                  </a:lnTo>
                  <a:close/>
                  <a:moveTo>
                    <a:pt x="366" y="292"/>
                  </a:moveTo>
                  <a:cubicBezTo>
                    <a:pt x="159" y="411"/>
                    <a:pt x="159" y="411"/>
                    <a:pt x="159" y="411"/>
                  </a:cubicBezTo>
                  <a:cubicBezTo>
                    <a:pt x="152" y="409"/>
                    <a:pt x="145" y="406"/>
                    <a:pt x="138" y="403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104" y="443"/>
                    <a:pt x="104" y="443"/>
                    <a:pt x="104" y="443"/>
                  </a:cubicBezTo>
                  <a:cubicBezTo>
                    <a:pt x="104" y="401"/>
                    <a:pt x="104" y="401"/>
                    <a:pt x="104" y="401"/>
                  </a:cubicBezTo>
                  <a:cubicBezTo>
                    <a:pt x="163" y="367"/>
                    <a:pt x="163" y="367"/>
                    <a:pt x="163" y="367"/>
                  </a:cubicBezTo>
                  <a:cubicBezTo>
                    <a:pt x="166" y="369"/>
                    <a:pt x="166" y="369"/>
                    <a:pt x="166" y="369"/>
                  </a:cubicBezTo>
                  <a:cubicBezTo>
                    <a:pt x="166" y="365"/>
                    <a:pt x="166" y="365"/>
                    <a:pt x="166" y="365"/>
                  </a:cubicBezTo>
                  <a:cubicBezTo>
                    <a:pt x="366" y="250"/>
                    <a:pt x="366" y="250"/>
                    <a:pt x="366" y="250"/>
                  </a:cubicBezTo>
                  <a:lnTo>
                    <a:pt x="366" y="292"/>
                  </a:lnTo>
                  <a:close/>
                  <a:moveTo>
                    <a:pt x="76" y="459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462"/>
                    <a:pt x="0" y="462"/>
                    <a:pt x="0" y="462"/>
                  </a:cubicBezTo>
                  <a:cubicBezTo>
                    <a:pt x="76" y="418"/>
                    <a:pt x="76" y="418"/>
                    <a:pt x="76" y="418"/>
                  </a:cubicBezTo>
                  <a:lnTo>
                    <a:pt x="76" y="459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Freeform 31"/>
            <p:cNvSpPr>
              <a:spLocks/>
            </p:cNvSpPr>
            <p:nvPr/>
          </p:nvSpPr>
          <p:spPr bwMode="auto">
            <a:xfrm>
              <a:off x="2878137" y="603250"/>
              <a:ext cx="87312" cy="103188"/>
            </a:xfrm>
            <a:custGeom>
              <a:avLst/>
              <a:gdLst>
                <a:gd name="T0" fmla="*/ 2147483647 w 70"/>
                <a:gd name="T1" fmla="*/ 2147483647 h 83"/>
                <a:gd name="T2" fmla="*/ 2147483647 w 70"/>
                <a:gd name="T3" fmla="*/ 2147483647 h 83"/>
                <a:gd name="T4" fmla="*/ 2147483647 w 70"/>
                <a:gd name="T5" fmla="*/ 2147483647 h 83"/>
                <a:gd name="T6" fmla="*/ 2147483647 w 70"/>
                <a:gd name="T7" fmla="*/ 2147483647 h 83"/>
                <a:gd name="T8" fmla="*/ 0 w 70"/>
                <a:gd name="T9" fmla="*/ 2147483647 h 83"/>
                <a:gd name="T10" fmla="*/ 0 w 70"/>
                <a:gd name="T11" fmla="*/ 0 h 83"/>
                <a:gd name="T12" fmla="*/ 2147483647 w 70"/>
                <a:gd name="T13" fmla="*/ 214748364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83">
                  <a:moveTo>
                    <a:pt x="70" y="43"/>
                  </a:moveTo>
                  <a:cubicBezTo>
                    <a:pt x="20" y="72"/>
                    <a:pt x="20" y="72"/>
                    <a:pt x="20" y="72"/>
                  </a:cubicBezTo>
                  <a:cubicBezTo>
                    <a:pt x="18" y="71"/>
                    <a:pt x="16" y="69"/>
                    <a:pt x="14" y="68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0" y="43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Rectangle 32"/>
            <p:cNvSpPr>
              <a:spLocks noChangeArrowheads="1"/>
            </p:cNvSpPr>
            <p:nvPr/>
          </p:nvSpPr>
          <p:spPr bwMode="auto">
            <a:xfrm>
              <a:off x="2878137" y="0"/>
              <a:ext cx="82550" cy="1993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00" name="Rectangle 33"/>
            <p:cNvSpPr>
              <a:spLocks noChangeArrowheads="1"/>
            </p:cNvSpPr>
            <p:nvPr/>
          </p:nvSpPr>
          <p:spPr bwMode="auto">
            <a:xfrm>
              <a:off x="2878137" y="1911350"/>
              <a:ext cx="1084262" cy="82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01" name="Rectangle 34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84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02" name="Freeform 36"/>
            <p:cNvSpPr>
              <a:spLocks/>
            </p:cNvSpPr>
            <p:nvPr/>
          </p:nvSpPr>
          <p:spPr bwMode="auto">
            <a:xfrm>
              <a:off x="1506537" y="1819275"/>
              <a:ext cx="1438275" cy="981075"/>
            </a:xfrm>
            <a:custGeom>
              <a:avLst/>
              <a:gdLst>
                <a:gd name="T0" fmla="*/ 2147483647 w 906"/>
                <a:gd name="T1" fmla="*/ 0 h 618"/>
                <a:gd name="T2" fmla="*/ 2147483647 w 906"/>
                <a:gd name="T3" fmla="*/ 0 h 618"/>
                <a:gd name="T4" fmla="*/ 2147483647 w 906"/>
                <a:gd name="T5" fmla="*/ 2147483647 h 618"/>
                <a:gd name="T6" fmla="*/ 2147483647 w 906"/>
                <a:gd name="T7" fmla="*/ 2147483647 h 618"/>
                <a:gd name="T8" fmla="*/ 2147483647 w 906"/>
                <a:gd name="T9" fmla="*/ 2147483647 h 618"/>
                <a:gd name="T10" fmla="*/ 0 w 906"/>
                <a:gd name="T11" fmla="*/ 2147483647 h 618"/>
                <a:gd name="T12" fmla="*/ 2147483647 w 906"/>
                <a:gd name="T13" fmla="*/ 0 h 6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6" h="618">
                  <a:moveTo>
                    <a:pt x="49" y="0"/>
                  </a:moveTo>
                  <a:lnTo>
                    <a:pt x="280" y="0"/>
                  </a:lnTo>
                  <a:lnTo>
                    <a:pt x="906" y="307"/>
                  </a:lnTo>
                  <a:lnTo>
                    <a:pt x="906" y="618"/>
                  </a:lnTo>
                  <a:lnTo>
                    <a:pt x="52" y="618"/>
                  </a:lnTo>
                  <a:lnTo>
                    <a:pt x="0" y="15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2D5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37"/>
            <p:cNvSpPr>
              <a:spLocks noEditPoints="1"/>
            </p:cNvSpPr>
            <p:nvPr/>
          </p:nvSpPr>
          <p:spPr bwMode="auto">
            <a:xfrm>
              <a:off x="363537" y="2257425"/>
              <a:ext cx="261937" cy="933450"/>
            </a:xfrm>
            <a:custGeom>
              <a:avLst/>
              <a:gdLst>
                <a:gd name="T0" fmla="*/ 2147483647 w 165"/>
                <a:gd name="T1" fmla="*/ 2147483647 h 588"/>
                <a:gd name="T2" fmla="*/ 2147483647 w 165"/>
                <a:gd name="T3" fmla="*/ 2147483647 h 588"/>
                <a:gd name="T4" fmla="*/ 2147483647 w 165"/>
                <a:gd name="T5" fmla="*/ 0 h 588"/>
                <a:gd name="T6" fmla="*/ 2147483647 w 165"/>
                <a:gd name="T7" fmla="*/ 2147483647 h 588"/>
                <a:gd name="T8" fmla="*/ 2147483647 w 165"/>
                <a:gd name="T9" fmla="*/ 2147483647 h 588"/>
                <a:gd name="T10" fmla="*/ 2147483647 w 165"/>
                <a:gd name="T11" fmla="*/ 2147483647 h 588"/>
                <a:gd name="T12" fmla="*/ 2147483647 w 165"/>
                <a:gd name="T13" fmla="*/ 2147483647 h 588"/>
                <a:gd name="T14" fmla="*/ 2147483647 w 165"/>
                <a:gd name="T15" fmla="*/ 2147483647 h 588"/>
                <a:gd name="T16" fmla="*/ 2147483647 w 165"/>
                <a:gd name="T17" fmla="*/ 2147483647 h 588"/>
                <a:gd name="T18" fmla="*/ 0 w 165"/>
                <a:gd name="T19" fmla="*/ 2147483647 h 588"/>
                <a:gd name="T20" fmla="*/ 2147483647 w 165"/>
                <a:gd name="T21" fmla="*/ 2147483647 h 588"/>
                <a:gd name="T22" fmla="*/ 2147483647 w 165"/>
                <a:gd name="T23" fmla="*/ 2147483647 h 588"/>
                <a:gd name="T24" fmla="*/ 2147483647 w 165"/>
                <a:gd name="T25" fmla="*/ 2147483647 h 588"/>
                <a:gd name="T26" fmla="*/ 2147483647 w 165"/>
                <a:gd name="T27" fmla="*/ 2147483647 h 588"/>
                <a:gd name="T28" fmla="*/ 2147483647 w 165"/>
                <a:gd name="T29" fmla="*/ 2147483647 h 588"/>
                <a:gd name="T30" fmla="*/ 2147483647 w 165"/>
                <a:gd name="T31" fmla="*/ 2147483647 h 588"/>
                <a:gd name="T32" fmla="*/ 2147483647 w 165"/>
                <a:gd name="T33" fmla="*/ 2147483647 h 588"/>
                <a:gd name="T34" fmla="*/ 0 w 165"/>
                <a:gd name="T35" fmla="*/ 2147483647 h 5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5" h="588">
                  <a:moveTo>
                    <a:pt x="82" y="408"/>
                  </a:moveTo>
                  <a:lnTo>
                    <a:pt x="165" y="9"/>
                  </a:lnTo>
                  <a:lnTo>
                    <a:pt x="120" y="0"/>
                  </a:lnTo>
                  <a:lnTo>
                    <a:pt x="82" y="181"/>
                  </a:lnTo>
                  <a:lnTo>
                    <a:pt x="82" y="267"/>
                  </a:lnTo>
                  <a:lnTo>
                    <a:pt x="137" y="3"/>
                  </a:lnTo>
                  <a:lnTo>
                    <a:pt x="148" y="6"/>
                  </a:lnTo>
                  <a:lnTo>
                    <a:pt x="82" y="321"/>
                  </a:lnTo>
                  <a:lnTo>
                    <a:pt x="82" y="408"/>
                  </a:lnTo>
                  <a:close/>
                  <a:moveTo>
                    <a:pt x="0" y="578"/>
                  </a:moveTo>
                  <a:lnTo>
                    <a:pt x="46" y="588"/>
                  </a:lnTo>
                  <a:lnTo>
                    <a:pt x="82" y="408"/>
                  </a:lnTo>
                  <a:lnTo>
                    <a:pt x="82" y="321"/>
                  </a:lnTo>
                  <a:lnTo>
                    <a:pt x="28" y="585"/>
                  </a:lnTo>
                  <a:lnTo>
                    <a:pt x="18" y="582"/>
                  </a:lnTo>
                  <a:lnTo>
                    <a:pt x="82" y="267"/>
                  </a:lnTo>
                  <a:lnTo>
                    <a:pt x="82" y="181"/>
                  </a:lnTo>
                  <a:lnTo>
                    <a:pt x="0" y="578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38"/>
            <p:cNvSpPr>
              <a:spLocks noEditPoints="1"/>
            </p:cNvSpPr>
            <p:nvPr/>
          </p:nvSpPr>
          <p:spPr bwMode="auto">
            <a:xfrm>
              <a:off x="647700" y="1771650"/>
              <a:ext cx="960437" cy="441325"/>
            </a:xfrm>
            <a:custGeom>
              <a:avLst/>
              <a:gdLst>
                <a:gd name="T0" fmla="*/ 2147483647 w 605"/>
                <a:gd name="T1" fmla="*/ 2147483647 h 278"/>
                <a:gd name="T2" fmla="*/ 2147483647 w 605"/>
                <a:gd name="T3" fmla="*/ 0 h 278"/>
                <a:gd name="T4" fmla="*/ 2147483647 w 605"/>
                <a:gd name="T5" fmla="*/ 2147483647 h 278"/>
                <a:gd name="T6" fmla="*/ 2147483647 w 605"/>
                <a:gd name="T7" fmla="*/ 2147483647 h 278"/>
                <a:gd name="T8" fmla="*/ 2147483647 w 605"/>
                <a:gd name="T9" fmla="*/ 2147483647 h 278"/>
                <a:gd name="T10" fmla="*/ 2147483647 w 605"/>
                <a:gd name="T11" fmla="*/ 2147483647 h 278"/>
                <a:gd name="T12" fmla="*/ 2147483647 w 605"/>
                <a:gd name="T13" fmla="*/ 2147483647 h 278"/>
                <a:gd name="T14" fmla="*/ 2147483647 w 605"/>
                <a:gd name="T15" fmla="*/ 2147483647 h 278"/>
                <a:gd name="T16" fmla="*/ 2147483647 w 605"/>
                <a:gd name="T17" fmla="*/ 2147483647 h 278"/>
                <a:gd name="T18" fmla="*/ 2147483647 w 605"/>
                <a:gd name="T19" fmla="*/ 2147483647 h 278"/>
                <a:gd name="T20" fmla="*/ 0 w 605"/>
                <a:gd name="T21" fmla="*/ 2147483647 h 278"/>
                <a:gd name="T22" fmla="*/ 2147483647 w 605"/>
                <a:gd name="T23" fmla="*/ 2147483647 h 278"/>
                <a:gd name="T24" fmla="*/ 2147483647 w 605"/>
                <a:gd name="T25" fmla="*/ 2147483647 h 278"/>
                <a:gd name="T26" fmla="*/ 2147483647 w 605"/>
                <a:gd name="T27" fmla="*/ 2147483647 h 278"/>
                <a:gd name="T28" fmla="*/ 2147483647 w 605"/>
                <a:gd name="T29" fmla="*/ 2147483647 h 278"/>
                <a:gd name="T30" fmla="*/ 2147483647 w 605"/>
                <a:gd name="T31" fmla="*/ 2147483647 h 278"/>
                <a:gd name="T32" fmla="*/ 2147483647 w 605"/>
                <a:gd name="T33" fmla="*/ 2147483647 h 278"/>
                <a:gd name="T34" fmla="*/ 2147483647 w 605"/>
                <a:gd name="T35" fmla="*/ 2147483647 h 27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05" h="278">
                  <a:moveTo>
                    <a:pt x="605" y="42"/>
                  </a:moveTo>
                  <a:lnTo>
                    <a:pt x="588" y="0"/>
                  </a:lnTo>
                  <a:lnTo>
                    <a:pt x="303" y="114"/>
                  </a:lnTo>
                  <a:lnTo>
                    <a:pt x="303" y="133"/>
                  </a:lnTo>
                  <a:lnTo>
                    <a:pt x="594" y="16"/>
                  </a:lnTo>
                  <a:lnTo>
                    <a:pt x="598" y="26"/>
                  </a:lnTo>
                  <a:lnTo>
                    <a:pt x="303" y="145"/>
                  </a:lnTo>
                  <a:lnTo>
                    <a:pt x="303" y="164"/>
                  </a:lnTo>
                  <a:lnTo>
                    <a:pt x="605" y="42"/>
                  </a:lnTo>
                  <a:close/>
                  <a:moveTo>
                    <a:pt x="303" y="114"/>
                  </a:moveTo>
                  <a:lnTo>
                    <a:pt x="0" y="235"/>
                  </a:lnTo>
                  <a:lnTo>
                    <a:pt x="17" y="278"/>
                  </a:lnTo>
                  <a:lnTo>
                    <a:pt x="303" y="164"/>
                  </a:lnTo>
                  <a:lnTo>
                    <a:pt x="303" y="145"/>
                  </a:lnTo>
                  <a:lnTo>
                    <a:pt x="11" y="262"/>
                  </a:lnTo>
                  <a:lnTo>
                    <a:pt x="6" y="252"/>
                  </a:lnTo>
                  <a:lnTo>
                    <a:pt x="303" y="133"/>
                  </a:lnTo>
                  <a:lnTo>
                    <a:pt x="303" y="114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Oval 39"/>
            <p:cNvSpPr>
              <a:spLocks noChangeArrowheads="1"/>
            </p:cNvSpPr>
            <p:nvPr/>
          </p:nvSpPr>
          <p:spPr bwMode="auto">
            <a:xfrm>
              <a:off x="1636712" y="1851025"/>
              <a:ext cx="144462" cy="144463"/>
            </a:xfrm>
            <a:prstGeom prst="ellipse">
              <a:avLst/>
            </a:prstGeom>
            <a:solidFill>
              <a:srgbClr val="FCB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06" name="Oval 40"/>
            <p:cNvSpPr>
              <a:spLocks noChangeArrowheads="1"/>
            </p:cNvSpPr>
            <p:nvPr/>
          </p:nvSpPr>
          <p:spPr bwMode="auto">
            <a:xfrm>
              <a:off x="1468437" y="1541462"/>
              <a:ext cx="46037" cy="46038"/>
            </a:xfrm>
            <a:prstGeom prst="ellipse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07" name="Freeform 41"/>
            <p:cNvSpPr>
              <a:spLocks/>
            </p:cNvSpPr>
            <p:nvPr/>
          </p:nvSpPr>
          <p:spPr bwMode="auto">
            <a:xfrm>
              <a:off x="1430337" y="1533525"/>
              <a:ext cx="492125" cy="523875"/>
            </a:xfrm>
            <a:custGeom>
              <a:avLst/>
              <a:gdLst>
                <a:gd name="T0" fmla="*/ 2147483647 w 397"/>
                <a:gd name="T1" fmla="*/ 2147483647 h 423"/>
                <a:gd name="T2" fmla="*/ 2147483647 w 397"/>
                <a:gd name="T3" fmla="*/ 0 h 423"/>
                <a:gd name="T4" fmla="*/ 2147483647 w 397"/>
                <a:gd name="T5" fmla="*/ 2147483647 h 423"/>
                <a:gd name="T6" fmla="*/ 2147483647 w 397"/>
                <a:gd name="T7" fmla="*/ 2147483647 h 423"/>
                <a:gd name="T8" fmla="*/ 2147483647 w 397"/>
                <a:gd name="T9" fmla="*/ 2147483647 h 423"/>
                <a:gd name="T10" fmla="*/ 2147483647 w 397"/>
                <a:gd name="T11" fmla="*/ 2147483647 h 423"/>
                <a:gd name="T12" fmla="*/ 2147483647 w 397"/>
                <a:gd name="T13" fmla="*/ 2147483647 h 423"/>
                <a:gd name="T14" fmla="*/ 0 w 397"/>
                <a:gd name="T15" fmla="*/ 2147483647 h 423"/>
                <a:gd name="T16" fmla="*/ 2147483647 w 397"/>
                <a:gd name="T17" fmla="*/ 2147483647 h 4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7" h="423">
                  <a:moveTo>
                    <a:pt x="50" y="25"/>
                  </a:moveTo>
                  <a:cubicBezTo>
                    <a:pt x="68" y="14"/>
                    <a:pt x="88" y="6"/>
                    <a:pt x="108" y="0"/>
                  </a:cubicBezTo>
                  <a:cubicBezTo>
                    <a:pt x="185" y="94"/>
                    <a:pt x="185" y="94"/>
                    <a:pt x="185" y="94"/>
                  </a:cubicBezTo>
                  <a:cubicBezTo>
                    <a:pt x="262" y="91"/>
                    <a:pt x="345" y="138"/>
                    <a:pt x="397" y="220"/>
                  </a:cubicBezTo>
                  <a:cubicBezTo>
                    <a:pt x="341" y="248"/>
                    <a:pt x="283" y="280"/>
                    <a:pt x="225" y="315"/>
                  </a:cubicBezTo>
                  <a:cubicBezTo>
                    <a:pt x="167" y="350"/>
                    <a:pt x="112" y="387"/>
                    <a:pt x="61" y="423"/>
                  </a:cubicBezTo>
                  <a:cubicBezTo>
                    <a:pt x="12" y="339"/>
                    <a:pt x="10" y="244"/>
                    <a:pt x="48" y="17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5" y="50"/>
                    <a:pt x="31" y="36"/>
                    <a:pt x="50" y="25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42"/>
            <p:cNvSpPr>
              <a:spLocks/>
            </p:cNvSpPr>
            <p:nvPr/>
          </p:nvSpPr>
          <p:spPr bwMode="auto">
            <a:xfrm>
              <a:off x="517525" y="2117725"/>
              <a:ext cx="169862" cy="169863"/>
            </a:xfrm>
            <a:custGeom>
              <a:avLst/>
              <a:gdLst>
                <a:gd name="T0" fmla="*/ 2147483647 w 137"/>
                <a:gd name="T1" fmla="*/ 2147483647 h 137"/>
                <a:gd name="T2" fmla="*/ 2147483647 w 137"/>
                <a:gd name="T3" fmla="*/ 2147483647 h 137"/>
                <a:gd name="T4" fmla="*/ 2147483647 w 137"/>
                <a:gd name="T5" fmla="*/ 2147483647 h 137"/>
                <a:gd name="T6" fmla="*/ 2147483647 w 137"/>
                <a:gd name="T7" fmla="*/ 2147483647 h 137"/>
                <a:gd name="T8" fmla="*/ 2147483647 w 137"/>
                <a:gd name="T9" fmla="*/ 2147483647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137">
                  <a:moveTo>
                    <a:pt x="24" y="25"/>
                  </a:moveTo>
                  <a:cubicBezTo>
                    <a:pt x="48" y="1"/>
                    <a:pt x="88" y="0"/>
                    <a:pt x="112" y="24"/>
                  </a:cubicBezTo>
                  <a:cubicBezTo>
                    <a:pt x="137" y="48"/>
                    <a:pt x="137" y="88"/>
                    <a:pt x="113" y="112"/>
                  </a:cubicBezTo>
                  <a:cubicBezTo>
                    <a:pt x="89" y="137"/>
                    <a:pt x="50" y="137"/>
                    <a:pt x="25" y="113"/>
                  </a:cubicBezTo>
                  <a:cubicBezTo>
                    <a:pt x="1" y="89"/>
                    <a:pt x="0" y="50"/>
                    <a:pt x="24" y="25"/>
                  </a:cubicBezTo>
                </a:path>
              </a:pathLst>
            </a:custGeom>
            <a:solidFill>
              <a:srgbClr val="E3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43"/>
            <p:cNvSpPr>
              <a:spLocks/>
            </p:cNvSpPr>
            <p:nvPr/>
          </p:nvSpPr>
          <p:spPr bwMode="auto">
            <a:xfrm>
              <a:off x="1479550" y="1631950"/>
              <a:ext cx="179387" cy="120650"/>
            </a:xfrm>
            <a:custGeom>
              <a:avLst/>
              <a:gdLst>
                <a:gd name="T0" fmla="*/ 0 w 145"/>
                <a:gd name="T1" fmla="*/ 2147483647 h 98"/>
                <a:gd name="T2" fmla="*/ 2147483647 w 145"/>
                <a:gd name="T3" fmla="*/ 0 h 98"/>
                <a:gd name="T4" fmla="*/ 2147483647 w 145"/>
                <a:gd name="T5" fmla="*/ 2147483647 h 98"/>
                <a:gd name="T6" fmla="*/ 2147483647 w 145"/>
                <a:gd name="T7" fmla="*/ 2147483647 h 98"/>
                <a:gd name="T8" fmla="*/ 0 w 145"/>
                <a:gd name="T9" fmla="*/ 2147483647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5" h="98">
                  <a:moveTo>
                    <a:pt x="0" y="78"/>
                  </a:moveTo>
                  <a:cubicBezTo>
                    <a:pt x="24" y="42"/>
                    <a:pt x="88" y="6"/>
                    <a:pt x="132" y="0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02" y="18"/>
                    <a:pt x="25" y="61"/>
                    <a:pt x="8" y="98"/>
                  </a:cubicBezTo>
                  <a:lnTo>
                    <a:pt x="0" y="78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Oval 44"/>
            <p:cNvSpPr>
              <a:spLocks noChangeArrowheads="1"/>
            </p:cNvSpPr>
            <p:nvPr/>
          </p:nvSpPr>
          <p:spPr bwMode="auto">
            <a:xfrm>
              <a:off x="546100" y="2146300"/>
              <a:ext cx="112712" cy="112713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11" name="Freeform 45"/>
            <p:cNvSpPr>
              <a:spLocks/>
            </p:cNvSpPr>
            <p:nvPr/>
          </p:nvSpPr>
          <p:spPr bwMode="auto">
            <a:xfrm>
              <a:off x="236537" y="3040062"/>
              <a:ext cx="366712" cy="182563"/>
            </a:xfrm>
            <a:custGeom>
              <a:avLst/>
              <a:gdLst>
                <a:gd name="T0" fmla="*/ 2147483647 w 296"/>
                <a:gd name="T1" fmla="*/ 0 h 148"/>
                <a:gd name="T2" fmla="*/ 2147483647 w 296"/>
                <a:gd name="T3" fmla="*/ 2147483647 h 148"/>
                <a:gd name="T4" fmla="*/ 2147483647 w 296"/>
                <a:gd name="T5" fmla="*/ 2147483647 h 148"/>
                <a:gd name="T6" fmla="*/ 0 w 296"/>
                <a:gd name="T7" fmla="*/ 2147483647 h 148"/>
                <a:gd name="T8" fmla="*/ 0 w 296"/>
                <a:gd name="T9" fmla="*/ 2147483647 h 148"/>
                <a:gd name="T10" fmla="*/ 2147483647 w 296"/>
                <a:gd name="T11" fmla="*/ 0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148">
                  <a:moveTo>
                    <a:pt x="148" y="0"/>
                  </a:moveTo>
                  <a:cubicBezTo>
                    <a:pt x="230" y="0"/>
                    <a:pt x="296" y="66"/>
                    <a:pt x="296" y="148"/>
                  </a:cubicBezTo>
                  <a:cubicBezTo>
                    <a:pt x="296" y="148"/>
                    <a:pt x="296" y="148"/>
                    <a:pt x="296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66"/>
                    <a:pt x="67" y="0"/>
                    <a:pt x="148" y="0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46"/>
            <p:cNvSpPr>
              <a:spLocks noEditPoints="1"/>
            </p:cNvSpPr>
            <p:nvPr/>
          </p:nvSpPr>
          <p:spPr bwMode="auto">
            <a:xfrm>
              <a:off x="1471612" y="2543175"/>
              <a:ext cx="950912" cy="200025"/>
            </a:xfrm>
            <a:custGeom>
              <a:avLst/>
              <a:gdLst>
                <a:gd name="T0" fmla="*/ 2147483647 w 768"/>
                <a:gd name="T1" fmla="*/ 2147483647 h 162"/>
                <a:gd name="T2" fmla="*/ 2147483647 w 768"/>
                <a:gd name="T3" fmla="*/ 2147483647 h 162"/>
                <a:gd name="T4" fmla="*/ 2147483647 w 768"/>
                <a:gd name="T5" fmla="*/ 2147483647 h 162"/>
                <a:gd name="T6" fmla="*/ 2147483647 w 768"/>
                <a:gd name="T7" fmla="*/ 2147483647 h 162"/>
                <a:gd name="T8" fmla="*/ 2147483647 w 768"/>
                <a:gd name="T9" fmla="*/ 2147483647 h 162"/>
                <a:gd name="T10" fmla="*/ 2147483647 w 768"/>
                <a:gd name="T11" fmla="*/ 2147483647 h 162"/>
                <a:gd name="T12" fmla="*/ 2147483647 w 768"/>
                <a:gd name="T13" fmla="*/ 2147483647 h 162"/>
                <a:gd name="T14" fmla="*/ 2147483647 w 768"/>
                <a:gd name="T15" fmla="*/ 2147483647 h 162"/>
                <a:gd name="T16" fmla="*/ 2147483647 w 768"/>
                <a:gd name="T17" fmla="*/ 2147483647 h 162"/>
                <a:gd name="T18" fmla="*/ 2147483647 w 768"/>
                <a:gd name="T19" fmla="*/ 2147483647 h 162"/>
                <a:gd name="T20" fmla="*/ 2147483647 w 768"/>
                <a:gd name="T21" fmla="*/ 2147483647 h 162"/>
                <a:gd name="T22" fmla="*/ 2147483647 w 768"/>
                <a:gd name="T23" fmla="*/ 2147483647 h 162"/>
                <a:gd name="T24" fmla="*/ 2147483647 w 768"/>
                <a:gd name="T25" fmla="*/ 2147483647 h 162"/>
                <a:gd name="T26" fmla="*/ 2147483647 w 768"/>
                <a:gd name="T27" fmla="*/ 2147483647 h 162"/>
                <a:gd name="T28" fmla="*/ 2147483647 w 768"/>
                <a:gd name="T29" fmla="*/ 2147483647 h 162"/>
                <a:gd name="T30" fmla="*/ 2147483647 w 768"/>
                <a:gd name="T31" fmla="*/ 2147483647 h 162"/>
                <a:gd name="T32" fmla="*/ 2147483647 w 768"/>
                <a:gd name="T33" fmla="*/ 2147483647 h 162"/>
                <a:gd name="T34" fmla="*/ 2147483647 w 768"/>
                <a:gd name="T35" fmla="*/ 2147483647 h 162"/>
                <a:gd name="T36" fmla="*/ 2147483647 w 768"/>
                <a:gd name="T37" fmla="*/ 2147483647 h 162"/>
                <a:gd name="T38" fmla="*/ 2147483647 w 768"/>
                <a:gd name="T39" fmla="*/ 2147483647 h 162"/>
                <a:gd name="T40" fmla="*/ 2147483647 w 768"/>
                <a:gd name="T41" fmla="*/ 2147483647 h 162"/>
                <a:gd name="T42" fmla="*/ 2147483647 w 768"/>
                <a:gd name="T43" fmla="*/ 2147483647 h 162"/>
                <a:gd name="T44" fmla="*/ 2147483647 w 768"/>
                <a:gd name="T45" fmla="*/ 2147483647 h 162"/>
                <a:gd name="T46" fmla="*/ 2147483647 w 768"/>
                <a:gd name="T47" fmla="*/ 2147483647 h 162"/>
                <a:gd name="T48" fmla="*/ 2147483647 w 768"/>
                <a:gd name="T49" fmla="*/ 2147483647 h 162"/>
                <a:gd name="T50" fmla="*/ 2147483647 w 768"/>
                <a:gd name="T51" fmla="*/ 2147483647 h 162"/>
                <a:gd name="T52" fmla="*/ 2147483647 w 768"/>
                <a:gd name="T53" fmla="*/ 2147483647 h 162"/>
                <a:gd name="T54" fmla="*/ 2147483647 w 768"/>
                <a:gd name="T55" fmla="*/ 2147483647 h 162"/>
                <a:gd name="T56" fmla="*/ 2147483647 w 768"/>
                <a:gd name="T57" fmla="*/ 2147483647 h 162"/>
                <a:gd name="T58" fmla="*/ 2147483647 w 768"/>
                <a:gd name="T59" fmla="*/ 2147483647 h 162"/>
                <a:gd name="T60" fmla="*/ 2147483647 w 768"/>
                <a:gd name="T61" fmla="*/ 2147483647 h 162"/>
                <a:gd name="T62" fmla="*/ 2147483647 w 768"/>
                <a:gd name="T63" fmla="*/ 2147483647 h 162"/>
                <a:gd name="T64" fmla="*/ 2147483647 w 768"/>
                <a:gd name="T65" fmla="*/ 2147483647 h 162"/>
                <a:gd name="T66" fmla="*/ 2147483647 w 768"/>
                <a:gd name="T67" fmla="*/ 2147483647 h 162"/>
                <a:gd name="T68" fmla="*/ 2147483647 w 768"/>
                <a:gd name="T69" fmla="*/ 2147483647 h 162"/>
                <a:gd name="T70" fmla="*/ 2147483647 w 768"/>
                <a:gd name="T71" fmla="*/ 2147483647 h 162"/>
                <a:gd name="T72" fmla="*/ 2147483647 w 768"/>
                <a:gd name="T73" fmla="*/ 2147483647 h 162"/>
                <a:gd name="T74" fmla="*/ 2147483647 w 768"/>
                <a:gd name="T75" fmla="*/ 2147483647 h 162"/>
                <a:gd name="T76" fmla="*/ 2147483647 w 768"/>
                <a:gd name="T77" fmla="*/ 2147483647 h 162"/>
                <a:gd name="T78" fmla="*/ 2147483647 w 768"/>
                <a:gd name="T79" fmla="*/ 2147483647 h 162"/>
                <a:gd name="T80" fmla="*/ 2147483647 w 768"/>
                <a:gd name="T81" fmla="*/ 2147483647 h 162"/>
                <a:gd name="T82" fmla="*/ 2147483647 w 768"/>
                <a:gd name="T83" fmla="*/ 2147483647 h 162"/>
                <a:gd name="T84" fmla="*/ 2147483647 w 768"/>
                <a:gd name="T85" fmla="*/ 2147483647 h 162"/>
                <a:gd name="T86" fmla="*/ 2147483647 w 768"/>
                <a:gd name="T87" fmla="*/ 2147483647 h 162"/>
                <a:gd name="T88" fmla="*/ 2147483647 w 768"/>
                <a:gd name="T89" fmla="*/ 2147483647 h 162"/>
                <a:gd name="T90" fmla="*/ 2147483647 w 768"/>
                <a:gd name="T91" fmla="*/ 2147483647 h 162"/>
                <a:gd name="T92" fmla="*/ 2147483647 w 768"/>
                <a:gd name="T93" fmla="*/ 2147483647 h 162"/>
                <a:gd name="T94" fmla="*/ 2147483647 w 768"/>
                <a:gd name="T95" fmla="*/ 2147483647 h 162"/>
                <a:gd name="T96" fmla="*/ 2147483647 w 768"/>
                <a:gd name="T97" fmla="*/ 2147483647 h 162"/>
                <a:gd name="T98" fmla="*/ 2147483647 w 768"/>
                <a:gd name="T99" fmla="*/ 2147483647 h 162"/>
                <a:gd name="T100" fmla="*/ 2147483647 w 768"/>
                <a:gd name="T101" fmla="*/ 2147483647 h 162"/>
                <a:gd name="T102" fmla="*/ 2147483647 w 768"/>
                <a:gd name="T103" fmla="*/ 2147483647 h 162"/>
                <a:gd name="T104" fmla="*/ 2147483647 w 768"/>
                <a:gd name="T105" fmla="*/ 2147483647 h 162"/>
                <a:gd name="T106" fmla="*/ 2147483647 w 768"/>
                <a:gd name="T107" fmla="*/ 2147483647 h 162"/>
                <a:gd name="T108" fmla="*/ 2147483647 w 768"/>
                <a:gd name="T109" fmla="*/ 2147483647 h 162"/>
                <a:gd name="T110" fmla="*/ 2147483647 w 768"/>
                <a:gd name="T111" fmla="*/ 2147483647 h 162"/>
                <a:gd name="T112" fmla="*/ 2147483647 w 768"/>
                <a:gd name="T113" fmla="*/ 2147483647 h 16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768" h="162">
                  <a:moveTo>
                    <a:pt x="521" y="130"/>
                  </a:moveTo>
                  <a:cubicBezTo>
                    <a:pt x="521" y="121"/>
                    <a:pt x="521" y="121"/>
                    <a:pt x="521" y="121"/>
                  </a:cubicBezTo>
                  <a:cubicBezTo>
                    <a:pt x="522" y="121"/>
                    <a:pt x="523" y="120"/>
                    <a:pt x="523" y="119"/>
                  </a:cubicBezTo>
                  <a:cubicBezTo>
                    <a:pt x="525" y="117"/>
                    <a:pt x="526" y="114"/>
                    <a:pt x="527" y="111"/>
                  </a:cubicBezTo>
                  <a:cubicBezTo>
                    <a:pt x="529" y="107"/>
                    <a:pt x="530" y="103"/>
                    <a:pt x="530" y="99"/>
                  </a:cubicBezTo>
                  <a:cubicBezTo>
                    <a:pt x="531" y="95"/>
                    <a:pt x="531" y="91"/>
                    <a:pt x="530" y="87"/>
                  </a:cubicBezTo>
                  <a:cubicBezTo>
                    <a:pt x="530" y="84"/>
                    <a:pt x="530" y="82"/>
                    <a:pt x="529" y="80"/>
                  </a:cubicBezTo>
                  <a:cubicBezTo>
                    <a:pt x="528" y="77"/>
                    <a:pt x="527" y="76"/>
                    <a:pt x="525" y="76"/>
                  </a:cubicBezTo>
                  <a:cubicBezTo>
                    <a:pt x="524" y="76"/>
                    <a:pt x="523" y="76"/>
                    <a:pt x="521" y="77"/>
                  </a:cubicBezTo>
                  <a:cubicBezTo>
                    <a:pt x="521" y="65"/>
                    <a:pt x="521" y="65"/>
                    <a:pt x="521" y="65"/>
                  </a:cubicBezTo>
                  <a:cubicBezTo>
                    <a:pt x="523" y="65"/>
                    <a:pt x="524" y="65"/>
                    <a:pt x="525" y="65"/>
                  </a:cubicBezTo>
                  <a:cubicBezTo>
                    <a:pt x="527" y="66"/>
                    <a:pt x="529" y="67"/>
                    <a:pt x="530" y="68"/>
                  </a:cubicBezTo>
                  <a:cubicBezTo>
                    <a:pt x="532" y="70"/>
                    <a:pt x="533" y="71"/>
                    <a:pt x="534" y="73"/>
                  </a:cubicBezTo>
                  <a:cubicBezTo>
                    <a:pt x="535" y="71"/>
                    <a:pt x="536" y="71"/>
                    <a:pt x="538" y="71"/>
                  </a:cubicBezTo>
                  <a:cubicBezTo>
                    <a:pt x="540" y="71"/>
                    <a:pt x="541" y="71"/>
                    <a:pt x="543" y="71"/>
                  </a:cubicBezTo>
                  <a:cubicBezTo>
                    <a:pt x="544" y="72"/>
                    <a:pt x="546" y="73"/>
                    <a:pt x="547" y="74"/>
                  </a:cubicBezTo>
                  <a:cubicBezTo>
                    <a:pt x="548" y="76"/>
                    <a:pt x="548" y="77"/>
                    <a:pt x="548" y="79"/>
                  </a:cubicBezTo>
                  <a:cubicBezTo>
                    <a:pt x="547" y="82"/>
                    <a:pt x="547" y="85"/>
                    <a:pt x="546" y="89"/>
                  </a:cubicBezTo>
                  <a:cubicBezTo>
                    <a:pt x="546" y="92"/>
                    <a:pt x="545" y="96"/>
                    <a:pt x="545" y="99"/>
                  </a:cubicBezTo>
                  <a:cubicBezTo>
                    <a:pt x="545" y="103"/>
                    <a:pt x="545" y="106"/>
                    <a:pt x="545" y="109"/>
                  </a:cubicBezTo>
                  <a:cubicBezTo>
                    <a:pt x="546" y="111"/>
                    <a:pt x="547" y="112"/>
                    <a:pt x="548" y="112"/>
                  </a:cubicBezTo>
                  <a:cubicBezTo>
                    <a:pt x="549" y="112"/>
                    <a:pt x="550" y="111"/>
                    <a:pt x="551" y="109"/>
                  </a:cubicBezTo>
                  <a:cubicBezTo>
                    <a:pt x="552" y="107"/>
                    <a:pt x="553" y="104"/>
                    <a:pt x="554" y="101"/>
                  </a:cubicBezTo>
                  <a:cubicBezTo>
                    <a:pt x="556" y="98"/>
                    <a:pt x="557" y="95"/>
                    <a:pt x="558" y="93"/>
                  </a:cubicBezTo>
                  <a:cubicBezTo>
                    <a:pt x="558" y="90"/>
                    <a:pt x="559" y="88"/>
                    <a:pt x="559" y="86"/>
                  </a:cubicBezTo>
                  <a:cubicBezTo>
                    <a:pt x="560" y="83"/>
                    <a:pt x="560" y="79"/>
                    <a:pt x="560" y="75"/>
                  </a:cubicBezTo>
                  <a:cubicBezTo>
                    <a:pt x="561" y="70"/>
                    <a:pt x="561" y="66"/>
                    <a:pt x="561" y="62"/>
                  </a:cubicBezTo>
                  <a:cubicBezTo>
                    <a:pt x="556" y="62"/>
                    <a:pt x="556" y="62"/>
                    <a:pt x="556" y="62"/>
                  </a:cubicBezTo>
                  <a:cubicBezTo>
                    <a:pt x="554" y="62"/>
                    <a:pt x="552" y="61"/>
                    <a:pt x="551" y="61"/>
                  </a:cubicBezTo>
                  <a:cubicBezTo>
                    <a:pt x="550" y="60"/>
                    <a:pt x="549" y="59"/>
                    <a:pt x="549" y="58"/>
                  </a:cubicBezTo>
                  <a:cubicBezTo>
                    <a:pt x="549" y="57"/>
                    <a:pt x="550" y="56"/>
                    <a:pt x="551" y="55"/>
                  </a:cubicBezTo>
                  <a:cubicBezTo>
                    <a:pt x="552" y="54"/>
                    <a:pt x="554" y="54"/>
                    <a:pt x="556" y="54"/>
                  </a:cubicBezTo>
                  <a:cubicBezTo>
                    <a:pt x="562" y="54"/>
                    <a:pt x="562" y="54"/>
                    <a:pt x="562" y="54"/>
                  </a:cubicBezTo>
                  <a:cubicBezTo>
                    <a:pt x="562" y="53"/>
                    <a:pt x="562" y="52"/>
                    <a:pt x="562" y="51"/>
                  </a:cubicBezTo>
                  <a:cubicBezTo>
                    <a:pt x="562" y="50"/>
                    <a:pt x="562" y="49"/>
                    <a:pt x="562" y="49"/>
                  </a:cubicBezTo>
                  <a:cubicBezTo>
                    <a:pt x="562" y="45"/>
                    <a:pt x="563" y="43"/>
                    <a:pt x="565" y="42"/>
                  </a:cubicBezTo>
                  <a:cubicBezTo>
                    <a:pt x="567" y="40"/>
                    <a:pt x="569" y="40"/>
                    <a:pt x="571" y="40"/>
                  </a:cubicBezTo>
                  <a:cubicBezTo>
                    <a:pt x="573" y="40"/>
                    <a:pt x="575" y="41"/>
                    <a:pt x="576" y="42"/>
                  </a:cubicBezTo>
                  <a:cubicBezTo>
                    <a:pt x="578" y="43"/>
                    <a:pt x="578" y="45"/>
                    <a:pt x="578" y="48"/>
                  </a:cubicBezTo>
                  <a:cubicBezTo>
                    <a:pt x="577" y="53"/>
                    <a:pt x="577" y="53"/>
                    <a:pt x="577" y="53"/>
                  </a:cubicBezTo>
                  <a:cubicBezTo>
                    <a:pt x="582" y="53"/>
                    <a:pt x="582" y="53"/>
                    <a:pt x="582" y="53"/>
                  </a:cubicBezTo>
                  <a:cubicBezTo>
                    <a:pt x="583" y="53"/>
                    <a:pt x="584" y="53"/>
                    <a:pt x="585" y="53"/>
                  </a:cubicBezTo>
                  <a:cubicBezTo>
                    <a:pt x="585" y="51"/>
                    <a:pt x="586" y="49"/>
                    <a:pt x="588" y="47"/>
                  </a:cubicBezTo>
                  <a:cubicBezTo>
                    <a:pt x="591" y="45"/>
                    <a:pt x="594" y="44"/>
                    <a:pt x="598" y="43"/>
                  </a:cubicBezTo>
                  <a:cubicBezTo>
                    <a:pt x="602" y="42"/>
                    <a:pt x="606" y="42"/>
                    <a:pt x="609" y="44"/>
                  </a:cubicBezTo>
                  <a:cubicBezTo>
                    <a:pt x="612" y="45"/>
                    <a:pt x="614" y="47"/>
                    <a:pt x="615" y="50"/>
                  </a:cubicBezTo>
                  <a:cubicBezTo>
                    <a:pt x="615" y="52"/>
                    <a:pt x="615" y="53"/>
                    <a:pt x="614" y="55"/>
                  </a:cubicBezTo>
                  <a:cubicBezTo>
                    <a:pt x="613" y="56"/>
                    <a:pt x="612" y="57"/>
                    <a:pt x="611" y="58"/>
                  </a:cubicBezTo>
                  <a:cubicBezTo>
                    <a:pt x="610" y="59"/>
                    <a:pt x="608" y="60"/>
                    <a:pt x="607" y="61"/>
                  </a:cubicBezTo>
                  <a:cubicBezTo>
                    <a:pt x="605" y="61"/>
                    <a:pt x="603" y="62"/>
                    <a:pt x="602" y="62"/>
                  </a:cubicBezTo>
                  <a:cubicBezTo>
                    <a:pt x="598" y="63"/>
                    <a:pt x="595" y="62"/>
                    <a:pt x="591" y="61"/>
                  </a:cubicBezTo>
                  <a:cubicBezTo>
                    <a:pt x="590" y="61"/>
                    <a:pt x="589" y="60"/>
                    <a:pt x="588" y="60"/>
                  </a:cubicBezTo>
                  <a:cubicBezTo>
                    <a:pt x="588" y="60"/>
                    <a:pt x="588" y="60"/>
                    <a:pt x="588" y="60"/>
                  </a:cubicBezTo>
                  <a:cubicBezTo>
                    <a:pt x="586" y="61"/>
                    <a:pt x="585" y="61"/>
                    <a:pt x="582" y="61"/>
                  </a:cubicBezTo>
                  <a:cubicBezTo>
                    <a:pt x="576" y="61"/>
                    <a:pt x="576" y="61"/>
                    <a:pt x="576" y="61"/>
                  </a:cubicBezTo>
                  <a:cubicBezTo>
                    <a:pt x="576" y="66"/>
                    <a:pt x="575" y="72"/>
                    <a:pt x="575" y="78"/>
                  </a:cubicBezTo>
                  <a:cubicBezTo>
                    <a:pt x="574" y="84"/>
                    <a:pt x="574" y="90"/>
                    <a:pt x="574" y="95"/>
                  </a:cubicBezTo>
                  <a:cubicBezTo>
                    <a:pt x="574" y="101"/>
                    <a:pt x="574" y="105"/>
                    <a:pt x="574" y="109"/>
                  </a:cubicBezTo>
                  <a:cubicBezTo>
                    <a:pt x="574" y="112"/>
                    <a:pt x="575" y="114"/>
                    <a:pt x="576" y="114"/>
                  </a:cubicBezTo>
                  <a:cubicBezTo>
                    <a:pt x="577" y="114"/>
                    <a:pt x="578" y="113"/>
                    <a:pt x="579" y="110"/>
                  </a:cubicBezTo>
                  <a:cubicBezTo>
                    <a:pt x="581" y="108"/>
                    <a:pt x="582" y="105"/>
                    <a:pt x="584" y="102"/>
                  </a:cubicBezTo>
                  <a:cubicBezTo>
                    <a:pt x="585" y="98"/>
                    <a:pt x="587" y="95"/>
                    <a:pt x="588" y="92"/>
                  </a:cubicBezTo>
                  <a:cubicBezTo>
                    <a:pt x="589" y="89"/>
                    <a:pt x="590" y="87"/>
                    <a:pt x="590" y="86"/>
                  </a:cubicBezTo>
                  <a:cubicBezTo>
                    <a:pt x="591" y="84"/>
                    <a:pt x="591" y="81"/>
                    <a:pt x="591" y="79"/>
                  </a:cubicBezTo>
                  <a:cubicBezTo>
                    <a:pt x="591" y="76"/>
                    <a:pt x="591" y="73"/>
                    <a:pt x="593" y="72"/>
                  </a:cubicBezTo>
                  <a:cubicBezTo>
                    <a:pt x="595" y="71"/>
                    <a:pt x="597" y="70"/>
                    <a:pt x="599" y="71"/>
                  </a:cubicBezTo>
                  <a:cubicBezTo>
                    <a:pt x="601" y="71"/>
                    <a:pt x="603" y="72"/>
                    <a:pt x="604" y="73"/>
                  </a:cubicBezTo>
                  <a:cubicBezTo>
                    <a:pt x="606" y="75"/>
                    <a:pt x="607" y="77"/>
                    <a:pt x="606" y="79"/>
                  </a:cubicBezTo>
                  <a:cubicBezTo>
                    <a:pt x="606" y="82"/>
                    <a:pt x="605" y="85"/>
                    <a:pt x="605" y="89"/>
                  </a:cubicBezTo>
                  <a:cubicBezTo>
                    <a:pt x="604" y="92"/>
                    <a:pt x="604" y="96"/>
                    <a:pt x="604" y="99"/>
                  </a:cubicBezTo>
                  <a:cubicBezTo>
                    <a:pt x="604" y="103"/>
                    <a:pt x="604" y="106"/>
                    <a:pt x="604" y="109"/>
                  </a:cubicBezTo>
                  <a:cubicBezTo>
                    <a:pt x="604" y="111"/>
                    <a:pt x="605" y="112"/>
                    <a:pt x="606" y="112"/>
                  </a:cubicBezTo>
                  <a:cubicBezTo>
                    <a:pt x="607" y="112"/>
                    <a:pt x="608" y="111"/>
                    <a:pt x="609" y="109"/>
                  </a:cubicBezTo>
                  <a:cubicBezTo>
                    <a:pt x="611" y="107"/>
                    <a:pt x="612" y="104"/>
                    <a:pt x="613" y="101"/>
                  </a:cubicBezTo>
                  <a:cubicBezTo>
                    <a:pt x="614" y="98"/>
                    <a:pt x="615" y="95"/>
                    <a:pt x="616" y="93"/>
                  </a:cubicBezTo>
                  <a:cubicBezTo>
                    <a:pt x="617" y="90"/>
                    <a:pt x="617" y="88"/>
                    <a:pt x="618" y="87"/>
                  </a:cubicBezTo>
                  <a:cubicBezTo>
                    <a:pt x="618" y="83"/>
                    <a:pt x="618" y="79"/>
                    <a:pt x="618" y="74"/>
                  </a:cubicBezTo>
                  <a:cubicBezTo>
                    <a:pt x="619" y="72"/>
                    <a:pt x="620" y="70"/>
                    <a:pt x="621" y="69"/>
                  </a:cubicBezTo>
                  <a:cubicBezTo>
                    <a:pt x="623" y="68"/>
                    <a:pt x="625" y="67"/>
                    <a:pt x="627" y="67"/>
                  </a:cubicBezTo>
                  <a:cubicBezTo>
                    <a:pt x="630" y="66"/>
                    <a:pt x="631" y="66"/>
                    <a:pt x="633" y="67"/>
                  </a:cubicBezTo>
                  <a:cubicBezTo>
                    <a:pt x="635" y="67"/>
                    <a:pt x="635" y="68"/>
                    <a:pt x="635" y="70"/>
                  </a:cubicBezTo>
                  <a:cubicBezTo>
                    <a:pt x="634" y="74"/>
                    <a:pt x="634" y="78"/>
                    <a:pt x="634" y="82"/>
                  </a:cubicBezTo>
                  <a:cubicBezTo>
                    <a:pt x="634" y="87"/>
                    <a:pt x="634" y="91"/>
                    <a:pt x="635" y="95"/>
                  </a:cubicBezTo>
                  <a:cubicBezTo>
                    <a:pt x="635" y="99"/>
                    <a:pt x="636" y="102"/>
                    <a:pt x="637" y="105"/>
                  </a:cubicBezTo>
                  <a:cubicBezTo>
                    <a:pt x="638" y="108"/>
                    <a:pt x="640" y="109"/>
                    <a:pt x="641" y="109"/>
                  </a:cubicBezTo>
                  <a:cubicBezTo>
                    <a:pt x="642" y="109"/>
                    <a:pt x="643" y="108"/>
                    <a:pt x="644" y="104"/>
                  </a:cubicBezTo>
                  <a:cubicBezTo>
                    <a:pt x="646" y="101"/>
                    <a:pt x="647" y="98"/>
                    <a:pt x="648" y="94"/>
                  </a:cubicBezTo>
                  <a:cubicBezTo>
                    <a:pt x="648" y="90"/>
                    <a:pt x="649" y="86"/>
                    <a:pt x="650" y="82"/>
                  </a:cubicBezTo>
                  <a:cubicBezTo>
                    <a:pt x="650" y="78"/>
                    <a:pt x="651" y="75"/>
                    <a:pt x="651" y="73"/>
                  </a:cubicBezTo>
                  <a:cubicBezTo>
                    <a:pt x="651" y="72"/>
                    <a:pt x="651" y="71"/>
                    <a:pt x="652" y="70"/>
                  </a:cubicBezTo>
                  <a:cubicBezTo>
                    <a:pt x="653" y="70"/>
                    <a:pt x="654" y="69"/>
                    <a:pt x="655" y="69"/>
                  </a:cubicBezTo>
                  <a:cubicBezTo>
                    <a:pt x="657" y="69"/>
                    <a:pt x="658" y="70"/>
                    <a:pt x="658" y="70"/>
                  </a:cubicBezTo>
                  <a:cubicBezTo>
                    <a:pt x="659" y="71"/>
                    <a:pt x="660" y="72"/>
                    <a:pt x="660" y="73"/>
                  </a:cubicBezTo>
                  <a:cubicBezTo>
                    <a:pt x="659" y="74"/>
                    <a:pt x="659" y="76"/>
                    <a:pt x="659" y="79"/>
                  </a:cubicBezTo>
                  <a:cubicBezTo>
                    <a:pt x="659" y="81"/>
                    <a:pt x="658" y="84"/>
                    <a:pt x="658" y="88"/>
                  </a:cubicBezTo>
                  <a:cubicBezTo>
                    <a:pt x="657" y="91"/>
                    <a:pt x="656" y="95"/>
                    <a:pt x="655" y="99"/>
                  </a:cubicBezTo>
                  <a:cubicBezTo>
                    <a:pt x="654" y="103"/>
                    <a:pt x="652" y="106"/>
                    <a:pt x="651" y="109"/>
                  </a:cubicBezTo>
                  <a:cubicBezTo>
                    <a:pt x="649" y="113"/>
                    <a:pt x="647" y="115"/>
                    <a:pt x="645" y="117"/>
                  </a:cubicBezTo>
                  <a:cubicBezTo>
                    <a:pt x="642" y="119"/>
                    <a:pt x="640" y="121"/>
                    <a:pt x="637" y="121"/>
                  </a:cubicBezTo>
                  <a:cubicBezTo>
                    <a:pt x="633" y="121"/>
                    <a:pt x="629" y="120"/>
                    <a:pt x="627" y="117"/>
                  </a:cubicBezTo>
                  <a:cubicBezTo>
                    <a:pt x="624" y="114"/>
                    <a:pt x="622" y="111"/>
                    <a:pt x="621" y="106"/>
                  </a:cubicBezTo>
                  <a:cubicBezTo>
                    <a:pt x="620" y="106"/>
                    <a:pt x="620" y="105"/>
                    <a:pt x="620" y="104"/>
                  </a:cubicBezTo>
                  <a:cubicBezTo>
                    <a:pt x="619" y="106"/>
                    <a:pt x="619" y="107"/>
                    <a:pt x="618" y="108"/>
                  </a:cubicBezTo>
                  <a:cubicBezTo>
                    <a:pt x="617" y="111"/>
                    <a:pt x="615" y="114"/>
                    <a:pt x="614" y="116"/>
                  </a:cubicBezTo>
                  <a:cubicBezTo>
                    <a:pt x="612" y="119"/>
                    <a:pt x="610" y="120"/>
                    <a:pt x="608" y="122"/>
                  </a:cubicBezTo>
                  <a:cubicBezTo>
                    <a:pt x="606" y="123"/>
                    <a:pt x="603" y="123"/>
                    <a:pt x="601" y="123"/>
                  </a:cubicBezTo>
                  <a:cubicBezTo>
                    <a:pt x="597" y="121"/>
                    <a:pt x="594" y="119"/>
                    <a:pt x="593" y="116"/>
                  </a:cubicBezTo>
                  <a:cubicBezTo>
                    <a:pt x="592" y="114"/>
                    <a:pt x="591" y="112"/>
                    <a:pt x="590" y="109"/>
                  </a:cubicBezTo>
                  <a:cubicBezTo>
                    <a:pt x="590" y="110"/>
                    <a:pt x="590" y="111"/>
                    <a:pt x="589" y="111"/>
                  </a:cubicBezTo>
                  <a:cubicBezTo>
                    <a:pt x="587" y="115"/>
                    <a:pt x="585" y="119"/>
                    <a:pt x="582" y="122"/>
                  </a:cubicBezTo>
                  <a:cubicBezTo>
                    <a:pt x="579" y="125"/>
                    <a:pt x="575" y="127"/>
                    <a:pt x="571" y="127"/>
                  </a:cubicBezTo>
                  <a:cubicBezTo>
                    <a:pt x="569" y="127"/>
                    <a:pt x="566" y="126"/>
                    <a:pt x="565" y="124"/>
                  </a:cubicBezTo>
                  <a:cubicBezTo>
                    <a:pt x="563" y="122"/>
                    <a:pt x="562" y="119"/>
                    <a:pt x="561" y="115"/>
                  </a:cubicBezTo>
                  <a:cubicBezTo>
                    <a:pt x="560" y="113"/>
                    <a:pt x="560" y="111"/>
                    <a:pt x="560" y="108"/>
                  </a:cubicBezTo>
                  <a:cubicBezTo>
                    <a:pt x="558" y="111"/>
                    <a:pt x="557" y="114"/>
                    <a:pt x="555" y="116"/>
                  </a:cubicBezTo>
                  <a:cubicBezTo>
                    <a:pt x="553" y="119"/>
                    <a:pt x="551" y="120"/>
                    <a:pt x="549" y="122"/>
                  </a:cubicBezTo>
                  <a:cubicBezTo>
                    <a:pt x="547" y="123"/>
                    <a:pt x="545" y="123"/>
                    <a:pt x="542" y="123"/>
                  </a:cubicBezTo>
                  <a:cubicBezTo>
                    <a:pt x="538" y="121"/>
                    <a:pt x="535" y="119"/>
                    <a:pt x="533" y="115"/>
                  </a:cubicBezTo>
                  <a:cubicBezTo>
                    <a:pt x="532" y="119"/>
                    <a:pt x="531" y="122"/>
                    <a:pt x="529" y="124"/>
                  </a:cubicBezTo>
                  <a:cubicBezTo>
                    <a:pt x="527" y="127"/>
                    <a:pt x="524" y="129"/>
                    <a:pt x="521" y="130"/>
                  </a:cubicBezTo>
                  <a:moveTo>
                    <a:pt x="765" y="148"/>
                  </a:moveTo>
                  <a:cubicBezTo>
                    <a:pt x="765" y="151"/>
                    <a:pt x="764" y="154"/>
                    <a:pt x="762" y="156"/>
                  </a:cubicBezTo>
                  <a:cubicBezTo>
                    <a:pt x="760" y="158"/>
                    <a:pt x="758" y="160"/>
                    <a:pt x="756" y="161"/>
                  </a:cubicBezTo>
                  <a:cubicBezTo>
                    <a:pt x="754" y="162"/>
                    <a:pt x="752" y="162"/>
                    <a:pt x="750" y="162"/>
                  </a:cubicBezTo>
                  <a:cubicBezTo>
                    <a:pt x="749" y="162"/>
                    <a:pt x="748" y="161"/>
                    <a:pt x="748" y="158"/>
                  </a:cubicBezTo>
                  <a:cubicBezTo>
                    <a:pt x="748" y="156"/>
                    <a:pt x="748" y="154"/>
                    <a:pt x="749" y="150"/>
                  </a:cubicBezTo>
                  <a:cubicBezTo>
                    <a:pt x="749" y="147"/>
                    <a:pt x="749" y="143"/>
                    <a:pt x="749" y="139"/>
                  </a:cubicBezTo>
                  <a:cubicBezTo>
                    <a:pt x="750" y="135"/>
                    <a:pt x="750" y="130"/>
                    <a:pt x="750" y="125"/>
                  </a:cubicBezTo>
                  <a:cubicBezTo>
                    <a:pt x="750" y="121"/>
                    <a:pt x="751" y="116"/>
                    <a:pt x="751" y="111"/>
                  </a:cubicBezTo>
                  <a:cubicBezTo>
                    <a:pt x="749" y="115"/>
                    <a:pt x="748" y="118"/>
                    <a:pt x="745" y="120"/>
                  </a:cubicBezTo>
                  <a:cubicBezTo>
                    <a:pt x="744" y="122"/>
                    <a:pt x="742" y="123"/>
                    <a:pt x="740" y="123"/>
                  </a:cubicBezTo>
                  <a:cubicBezTo>
                    <a:pt x="738" y="123"/>
                    <a:pt x="736" y="123"/>
                    <a:pt x="735" y="122"/>
                  </a:cubicBezTo>
                  <a:cubicBezTo>
                    <a:pt x="733" y="121"/>
                    <a:pt x="731" y="120"/>
                    <a:pt x="730" y="118"/>
                  </a:cubicBezTo>
                  <a:cubicBezTo>
                    <a:pt x="728" y="116"/>
                    <a:pt x="728" y="115"/>
                    <a:pt x="727" y="113"/>
                  </a:cubicBezTo>
                  <a:cubicBezTo>
                    <a:pt x="727" y="111"/>
                    <a:pt x="727" y="110"/>
                    <a:pt x="727" y="108"/>
                  </a:cubicBezTo>
                  <a:cubicBezTo>
                    <a:pt x="726" y="109"/>
                    <a:pt x="726" y="110"/>
                    <a:pt x="725" y="111"/>
                  </a:cubicBezTo>
                  <a:cubicBezTo>
                    <a:pt x="723" y="115"/>
                    <a:pt x="720" y="119"/>
                    <a:pt x="717" y="122"/>
                  </a:cubicBezTo>
                  <a:cubicBezTo>
                    <a:pt x="715" y="125"/>
                    <a:pt x="711" y="127"/>
                    <a:pt x="707" y="127"/>
                  </a:cubicBezTo>
                  <a:cubicBezTo>
                    <a:pt x="704" y="127"/>
                    <a:pt x="702" y="126"/>
                    <a:pt x="700" y="124"/>
                  </a:cubicBezTo>
                  <a:cubicBezTo>
                    <a:pt x="699" y="122"/>
                    <a:pt x="697" y="119"/>
                    <a:pt x="697" y="115"/>
                  </a:cubicBezTo>
                  <a:cubicBezTo>
                    <a:pt x="696" y="113"/>
                    <a:pt x="696" y="111"/>
                    <a:pt x="695" y="108"/>
                  </a:cubicBezTo>
                  <a:cubicBezTo>
                    <a:pt x="694" y="111"/>
                    <a:pt x="693" y="114"/>
                    <a:pt x="691" y="116"/>
                  </a:cubicBezTo>
                  <a:cubicBezTo>
                    <a:pt x="689" y="119"/>
                    <a:pt x="687" y="120"/>
                    <a:pt x="685" y="122"/>
                  </a:cubicBezTo>
                  <a:cubicBezTo>
                    <a:pt x="683" y="123"/>
                    <a:pt x="681" y="123"/>
                    <a:pt x="678" y="123"/>
                  </a:cubicBezTo>
                  <a:cubicBezTo>
                    <a:pt x="674" y="121"/>
                    <a:pt x="672" y="119"/>
                    <a:pt x="670" y="116"/>
                  </a:cubicBezTo>
                  <a:cubicBezTo>
                    <a:pt x="668" y="113"/>
                    <a:pt x="667" y="110"/>
                    <a:pt x="667" y="106"/>
                  </a:cubicBezTo>
                  <a:cubicBezTo>
                    <a:pt x="667" y="102"/>
                    <a:pt x="667" y="98"/>
                    <a:pt x="667" y="93"/>
                  </a:cubicBezTo>
                  <a:cubicBezTo>
                    <a:pt x="668" y="88"/>
                    <a:pt x="668" y="84"/>
                    <a:pt x="668" y="79"/>
                  </a:cubicBezTo>
                  <a:cubicBezTo>
                    <a:pt x="668" y="76"/>
                    <a:pt x="669" y="73"/>
                    <a:pt x="670" y="72"/>
                  </a:cubicBezTo>
                  <a:cubicBezTo>
                    <a:pt x="672" y="71"/>
                    <a:pt x="674" y="70"/>
                    <a:pt x="676" y="71"/>
                  </a:cubicBezTo>
                  <a:cubicBezTo>
                    <a:pt x="678" y="71"/>
                    <a:pt x="680" y="72"/>
                    <a:pt x="682" y="73"/>
                  </a:cubicBezTo>
                  <a:cubicBezTo>
                    <a:pt x="683" y="75"/>
                    <a:pt x="684" y="77"/>
                    <a:pt x="683" y="79"/>
                  </a:cubicBezTo>
                  <a:cubicBezTo>
                    <a:pt x="683" y="82"/>
                    <a:pt x="682" y="85"/>
                    <a:pt x="682" y="89"/>
                  </a:cubicBezTo>
                  <a:cubicBezTo>
                    <a:pt x="681" y="92"/>
                    <a:pt x="681" y="96"/>
                    <a:pt x="681" y="99"/>
                  </a:cubicBezTo>
                  <a:cubicBezTo>
                    <a:pt x="681" y="103"/>
                    <a:pt x="681" y="106"/>
                    <a:pt x="681" y="109"/>
                  </a:cubicBezTo>
                  <a:cubicBezTo>
                    <a:pt x="682" y="111"/>
                    <a:pt x="682" y="112"/>
                    <a:pt x="684" y="112"/>
                  </a:cubicBezTo>
                  <a:cubicBezTo>
                    <a:pt x="684" y="112"/>
                    <a:pt x="685" y="111"/>
                    <a:pt x="687" y="109"/>
                  </a:cubicBezTo>
                  <a:cubicBezTo>
                    <a:pt x="688" y="107"/>
                    <a:pt x="689" y="104"/>
                    <a:pt x="690" y="101"/>
                  </a:cubicBezTo>
                  <a:cubicBezTo>
                    <a:pt x="691" y="98"/>
                    <a:pt x="692" y="95"/>
                    <a:pt x="693" y="93"/>
                  </a:cubicBezTo>
                  <a:cubicBezTo>
                    <a:pt x="694" y="90"/>
                    <a:pt x="695" y="88"/>
                    <a:pt x="695" y="86"/>
                  </a:cubicBezTo>
                  <a:cubicBezTo>
                    <a:pt x="695" y="83"/>
                    <a:pt x="695" y="79"/>
                    <a:pt x="696" y="75"/>
                  </a:cubicBezTo>
                  <a:cubicBezTo>
                    <a:pt x="696" y="70"/>
                    <a:pt x="697" y="66"/>
                    <a:pt x="697" y="62"/>
                  </a:cubicBezTo>
                  <a:cubicBezTo>
                    <a:pt x="692" y="62"/>
                    <a:pt x="692" y="62"/>
                    <a:pt x="692" y="62"/>
                  </a:cubicBezTo>
                  <a:cubicBezTo>
                    <a:pt x="690" y="62"/>
                    <a:pt x="688" y="61"/>
                    <a:pt x="687" y="61"/>
                  </a:cubicBezTo>
                  <a:cubicBezTo>
                    <a:pt x="686" y="60"/>
                    <a:pt x="686" y="60"/>
                    <a:pt x="686" y="60"/>
                  </a:cubicBezTo>
                  <a:cubicBezTo>
                    <a:pt x="685" y="60"/>
                    <a:pt x="685" y="60"/>
                    <a:pt x="684" y="61"/>
                  </a:cubicBezTo>
                  <a:cubicBezTo>
                    <a:pt x="682" y="61"/>
                    <a:pt x="681" y="62"/>
                    <a:pt x="679" y="62"/>
                  </a:cubicBezTo>
                  <a:cubicBezTo>
                    <a:pt x="675" y="63"/>
                    <a:pt x="672" y="62"/>
                    <a:pt x="668" y="61"/>
                  </a:cubicBezTo>
                  <a:cubicBezTo>
                    <a:pt x="665" y="60"/>
                    <a:pt x="663" y="58"/>
                    <a:pt x="663" y="55"/>
                  </a:cubicBezTo>
                  <a:cubicBezTo>
                    <a:pt x="662" y="52"/>
                    <a:pt x="663" y="49"/>
                    <a:pt x="666" y="47"/>
                  </a:cubicBezTo>
                  <a:cubicBezTo>
                    <a:pt x="668" y="45"/>
                    <a:pt x="671" y="44"/>
                    <a:pt x="675" y="43"/>
                  </a:cubicBezTo>
                  <a:cubicBezTo>
                    <a:pt x="679" y="42"/>
                    <a:pt x="683" y="42"/>
                    <a:pt x="686" y="44"/>
                  </a:cubicBezTo>
                  <a:cubicBezTo>
                    <a:pt x="690" y="45"/>
                    <a:pt x="691" y="47"/>
                    <a:pt x="692" y="50"/>
                  </a:cubicBezTo>
                  <a:cubicBezTo>
                    <a:pt x="692" y="52"/>
                    <a:pt x="692" y="53"/>
                    <a:pt x="692" y="54"/>
                  </a:cubicBezTo>
                  <a:cubicBezTo>
                    <a:pt x="692" y="54"/>
                    <a:pt x="692" y="54"/>
                    <a:pt x="692" y="54"/>
                  </a:cubicBezTo>
                  <a:cubicBezTo>
                    <a:pt x="697" y="54"/>
                    <a:pt x="697" y="54"/>
                    <a:pt x="697" y="54"/>
                  </a:cubicBezTo>
                  <a:cubicBezTo>
                    <a:pt x="697" y="53"/>
                    <a:pt x="698" y="52"/>
                    <a:pt x="698" y="51"/>
                  </a:cubicBezTo>
                  <a:cubicBezTo>
                    <a:pt x="698" y="50"/>
                    <a:pt x="698" y="49"/>
                    <a:pt x="698" y="49"/>
                  </a:cubicBezTo>
                  <a:cubicBezTo>
                    <a:pt x="698" y="45"/>
                    <a:pt x="699" y="43"/>
                    <a:pt x="700" y="42"/>
                  </a:cubicBezTo>
                  <a:cubicBezTo>
                    <a:pt x="702" y="40"/>
                    <a:pt x="704" y="40"/>
                    <a:pt x="706" y="40"/>
                  </a:cubicBezTo>
                  <a:cubicBezTo>
                    <a:pt x="708" y="40"/>
                    <a:pt x="710" y="41"/>
                    <a:pt x="712" y="42"/>
                  </a:cubicBezTo>
                  <a:cubicBezTo>
                    <a:pt x="713" y="43"/>
                    <a:pt x="714" y="45"/>
                    <a:pt x="714" y="48"/>
                  </a:cubicBezTo>
                  <a:cubicBezTo>
                    <a:pt x="713" y="53"/>
                    <a:pt x="713" y="53"/>
                    <a:pt x="713" y="53"/>
                  </a:cubicBezTo>
                  <a:cubicBezTo>
                    <a:pt x="718" y="53"/>
                    <a:pt x="718" y="53"/>
                    <a:pt x="718" y="53"/>
                  </a:cubicBezTo>
                  <a:cubicBezTo>
                    <a:pt x="720" y="53"/>
                    <a:pt x="722" y="53"/>
                    <a:pt x="723" y="54"/>
                  </a:cubicBezTo>
                  <a:cubicBezTo>
                    <a:pt x="725" y="55"/>
                    <a:pt x="725" y="56"/>
                    <a:pt x="725" y="57"/>
                  </a:cubicBezTo>
                  <a:cubicBezTo>
                    <a:pt x="725" y="58"/>
                    <a:pt x="725" y="59"/>
                    <a:pt x="723" y="60"/>
                  </a:cubicBezTo>
                  <a:cubicBezTo>
                    <a:pt x="722" y="61"/>
                    <a:pt x="720" y="61"/>
                    <a:pt x="718" y="61"/>
                  </a:cubicBezTo>
                  <a:cubicBezTo>
                    <a:pt x="712" y="61"/>
                    <a:pt x="712" y="61"/>
                    <a:pt x="712" y="61"/>
                  </a:cubicBezTo>
                  <a:cubicBezTo>
                    <a:pt x="711" y="66"/>
                    <a:pt x="711" y="72"/>
                    <a:pt x="710" y="78"/>
                  </a:cubicBezTo>
                  <a:cubicBezTo>
                    <a:pt x="710" y="84"/>
                    <a:pt x="710" y="90"/>
                    <a:pt x="709" y="95"/>
                  </a:cubicBezTo>
                  <a:cubicBezTo>
                    <a:pt x="709" y="101"/>
                    <a:pt x="709" y="105"/>
                    <a:pt x="710" y="109"/>
                  </a:cubicBezTo>
                  <a:cubicBezTo>
                    <a:pt x="710" y="112"/>
                    <a:pt x="711" y="114"/>
                    <a:pt x="712" y="114"/>
                  </a:cubicBezTo>
                  <a:cubicBezTo>
                    <a:pt x="712" y="114"/>
                    <a:pt x="714" y="113"/>
                    <a:pt x="715" y="110"/>
                  </a:cubicBezTo>
                  <a:cubicBezTo>
                    <a:pt x="717" y="108"/>
                    <a:pt x="718" y="105"/>
                    <a:pt x="720" y="102"/>
                  </a:cubicBezTo>
                  <a:cubicBezTo>
                    <a:pt x="721" y="98"/>
                    <a:pt x="723" y="95"/>
                    <a:pt x="724" y="92"/>
                  </a:cubicBezTo>
                  <a:cubicBezTo>
                    <a:pt x="725" y="89"/>
                    <a:pt x="726" y="87"/>
                    <a:pt x="726" y="86"/>
                  </a:cubicBezTo>
                  <a:cubicBezTo>
                    <a:pt x="726" y="84"/>
                    <a:pt x="726" y="82"/>
                    <a:pt x="726" y="80"/>
                  </a:cubicBezTo>
                  <a:cubicBezTo>
                    <a:pt x="726" y="76"/>
                    <a:pt x="726" y="72"/>
                    <a:pt x="726" y="68"/>
                  </a:cubicBezTo>
                  <a:cubicBezTo>
                    <a:pt x="727" y="65"/>
                    <a:pt x="728" y="64"/>
                    <a:pt x="729" y="62"/>
                  </a:cubicBezTo>
                  <a:cubicBezTo>
                    <a:pt x="731" y="61"/>
                    <a:pt x="733" y="60"/>
                    <a:pt x="735" y="60"/>
                  </a:cubicBezTo>
                  <a:cubicBezTo>
                    <a:pt x="737" y="60"/>
                    <a:pt x="739" y="60"/>
                    <a:pt x="741" y="61"/>
                  </a:cubicBezTo>
                  <a:cubicBezTo>
                    <a:pt x="743" y="62"/>
                    <a:pt x="743" y="63"/>
                    <a:pt x="743" y="65"/>
                  </a:cubicBezTo>
                  <a:cubicBezTo>
                    <a:pt x="743" y="69"/>
                    <a:pt x="743" y="74"/>
                    <a:pt x="742" y="79"/>
                  </a:cubicBezTo>
                  <a:cubicBezTo>
                    <a:pt x="742" y="84"/>
                    <a:pt x="741" y="89"/>
                    <a:pt x="741" y="94"/>
                  </a:cubicBezTo>
                  <a:cubicBezTo>
                    <a:pt x="741" y="98"/>
                    <a:pt x="741" y="102"/>
                    <a:pt x="741" y="105"/>
                  </a:cubicBezTo>
                  <a:cubicBezTo>
                    <a:pt x="741" y="108"/>
                    <a:pt x="741" y="110"/>
                    <a:pt x="742" y="110"/>
                  </a:cubicBezTo>
                  <a:cubicBezTo>
                    <a:pt x="743" y="111"/>
                    <a:pt x="744" y="110"/>
                    <a:pt x="744" y="109"/>
                  </a:cubicBezTo>
                  <a:cubicBezTo>
                    <a:pt x="745" y="107"/>
                    <a:pt x="746" y="105"/>
                    <a:pt x="747" y="103"/>
                  </a:cubicBezTo>
                  <a:cubicBezTo>
                    <a:pt x="748" y="101"/>
                    <a:pt x="748" y="98"/>
                    <a:pt x="749" y="95"/>
                  </a:cubicBezTo>
                  <a:cubicBezTo>
                    <a:pt x="750" y="92"/>
                    <a:pt x="750" y="89"/>
                    <a:pt x="751" y="87"/>
                  </a:cubicBezTo>
                  <a:cubicBezTo>
                    <a:pt x="751" y="84"/>
                    <a:pt x="752" y="82"/>
                    <a:pt x="752" y="79"/>
                  </a:cubicBezTo>
                  <a:cubicBezTo>
                    <a:pt x="752" y="78"/>
                    <a:pt x="752" y="78"/>
                    <a:pt x="752" y="77"/>
                  </a:cubicBezTo>
                  <a:cubicBezTo>
                    <a:pt x="753" y="72"/>
                    <a:pt x="753" y="72"/>
                    <a:pt x="753" y="72"/>
                  </a:cubicBezTo>
                  <a:cubicBezTo>
                    <a:pt x="753" y="71"/>
                    <a:pt x="753" y="69"/>
                    <a:pt x="755" y="68"/>
                  </a:cubicBezTo>
                  <a:cubicBezTo>
                    <a:pt x="757" y="68"/>
                    <a:pt x="759" y="67"/>
                    <a:pt x="761" y="67"/>
                  </a:cubicBezTo>
                  <a:cubicBezTo>
                    <a:pt x="763" y="67"/>
                    <a:pt x="764" y="67"/>
                    <a:pt x="766" y="68"/>
                  </a:cubicBezTo>
                  <a:cubicBezTo>
                    <a:pt x="767" y="69"/>
                    <a:pt x="768" y="70"/>
                    <a:pt x="768" y="72"/>
                  </a:cubicBezTo>
                  <a:cubicBezTo>
                    <a:pt x="768" y="75"/>
                    <a:pt x="767" y="79"/>
                    <a:pt x="767" y="83"/>
                  </a:cubicBezTo>
                  <a:cubicBezTo>
                    <a:pt x="767" y="88"/>
                    <a:pt x="766" y="93"/>
                    <a:pt x="766" y="98"/>
                  </a:cubicBezTo>
                  <a:cubicBezTo>
                    <a:pt x="766" y="103"/>
                    <a:pt x="766" y="109"/>
                    <a:pt x="766" y="114"/>
                  </a:cubicBezTo>
                  <a:cubicBezTo>
                    <a:pt x="765" y="119"/>
                    <a:pt x="765" y="124"/>
                    <a:pt x="765" y="129"/>
                  </a:cubicBezTo>
                  <a:cubicBezTo>
                    <a:pt x="765" y="134"/>
                    <a:pt x="765" y="138"/>
                    <a:pt x="765" y="141"/>
                  </a:cubicBezTo>
                  <a:cubicBezTo>
                    <a:pt x="765" y="145"/>
                    <a:pt x="765" y="147"/>
                    <a:pt x="765" y="148"/>
                  </a:cubicBezTo>
                  <a:moveTo>
                    <a:pt x="521" y="65"/>
                  </a:moveTo>
                  <a:cubicBezTo>
                    <a:pt x="521" y="77"/>
                    <a:pt x="521" y="77"/>
                    <a:pt x="521" y="77"/>
                  </a:cubicBezTo>
                  <a:cubicBezTo>
                    <a:pt x="521" y="77"/>
                    <a:pt x="520" y="78"/>
                    <a:pt x="519" y="78"/>
                  </a:cubicBezTo>
                  <a:cubicBezTo>
                    <a:pt x="518" y="80"/>
                    <a:pt x="516" y="83"/>
                    <a:pt x="515" y="86"/>
                  </a:cubicBezTo>
                  <a:cubicBezTo>
                    <a:pt x="514" y="90"/>
                    <a:pt x="513" y="93"/>
                    <a:pt x="513" y="97"/>
                  </a:cubicBezTo>
                  <a:cubicBezTo>
                    <a:pt x="512" y="101"/>
                    <a:pt x="512" y="105"/>
                    <a:pt x="512" y="109"/>
                  </a:cubicBezTo>
                  <a:cubicBezTo>
                    <a:pt x="512" y="112"/>
                    <a:pt x="513" y="115"/>
                    <a:pt x="514" y="118"/>
                  </a:cubicBezTo>
                  <a:cubicBezTo>
                    <a:pt x="515" y="120"/>
                    <a:pt x="516" y="122"/>
                    <a:pt x="518" y="122"/>
                  </a:cubicBezTo>
                  <a:cubicBezTo>
                    <a:pt x="519" y="122"/>
                    <a:pt x="520" y="122"/>
                    <a:pt x="521" y="121"/>
                  </a:cubicBezTo>
                  <a:cubicBezTo>
                    <a:pt x="521" y="130"/>
                    <a:pt x="521" y="130"/>
                    <a:pt x="521" y="130"/>
                  </a:cubicBezTo>
                  <a:cubicBezTo>
                    <a:pt x="521" y="130"/>
                    <a:pt x="521" y="130"/>
                    <a:pt x="521" y="130"/>
                  </a:cubicBezTo>
                  <a:cubicBezTo>
                    <a:pt x="518" y="131"/>
                    <a:pt x="516" y="132"/>
                    <a:pt x="513" y="131"/>
                  </a:cubicBezTo>
                  <a:cubicBezTo>
                    <a:pt x="509" y="130"/>
                    <a:pt x="506" y="127"/>
                    <a:pt x="504" y="123"/>
                  </a:cubicBezTo>
                  <a:cubicBezTo>
                    <a:pt x="501" y="120"/>
                    <a:pt x="500" y="115"/>
                    <a:pt x="499" y="110"/>
                  </a:cubicBezTo>
                  <a:cubicBezTo>
                    <a:pt x="499" y="109"/>
                    <a:pt x="499" y="109"/>
                    <a:pt x="499" y="109"/>
                  </a:cubicBezTo>
                  <a:cubicBezTo>
                    <a:pt x="498" y="109"/>
                    <a:pt x="498" y="110"/>
                    <a:pt x="498" y="110"/>
                  </a:cubicBezTo>
                  <a:cubicBezTo>
                    <a:pt x="496" y="113"/>
                    <a:pt x="494" y="116"/>
                    <a:pt x="491" y="119"/>
                  </a:cubicBezTo>
                  <a:cubicBezTo>
                    <a:pt x="488" y="122"/>
                    <a:pt x="485" y="124"/>
                    <a:pt x="482" y="126"/>
                  </a:cubicBezTo>
                  <a:cubicBezTo>
                    <a:pt x="479" y="127"/>
                    <a:pt x="477" y="128"/>
                    <a:pt x="474" y="129"/>
                  </a:cubicBezTo>
                  <a:cubicBezTo>
                    <a:pt x="474" y="119"/>
                    <a:pt x="474" y="119"/>
                    <a:pt x="474" y="119"/>
                  </a:cubicBezTo>
                  <a:cubicBezTo>
                    <a:pt x="475" y="119"/>
                    <a:pt x="477" y="119"/>
                    <a:pt x="478" y="118"/>
                  </a:cubicBezTo>
                  <a:cubicBezTo>
                    <a:pt x="480" y="117"/>
                    <a:pt x="482" y="115"/>
                    <a:pt x="484" y="113"/>
                  </a:cubicBezTo>
                  <a:cubicBezTo>
                    <a:pt x="486" y="111"/>
                    <a:pt x="488" y="109"/>
                    <a:pt x="490" y="106"/>
                  </a:cubicBezTo>
                  <a:cubicBezTo>
                    <a:pt x="492" y="103"/>
                    <a:pt x="493" y="100"/>
                    <a:pt x="495" y="98"/>
                  </a:cubicBezTo>
                  <a:cubicBezTo>
                    <a:pt x="496" y="95"/>
                    <a:pt x="497" y="93"/>
                    <a:pt x="498" y="91"/>
                  </a:cubicBezTo>
                  <a:cubicBezTo>
                    <a:pt x="499" y="88"/>
                    <a:pt x="500" y="87"/>
                    <a:pt x="500" y="86"/>
                  </a:cubicBezTo>
                  <a:cubicBezTo>
                    <a:pt x="500" y="86"/>
                    <a:pt x="500" y="85"/>
                    <a:pt x="500" y="85"/>
                  </a:cubicBezTo>
                  <a:cubicBezTo>
                    <a:pt x="501" y="83"/>
                    <a:pt x="502" y="81"/>
                    <a:pt x="503" y="78"/>
                  </a:cubicBezTo>
                  <a:cubicBezTo>
                    <a:pt x="505" y="74"/>
                    <a:pt x="508" y="70"/>
                    <a:pt x="512" y="68"/>
                  </a:cubicBezTo>
                  <a:cubicBezTo>
                    <a:pt x="515" y="66"/>
                    <a:pt x="518" y="65"/>
                    <a:pt x="521" y="65"/>
                  </a:cubicBezTo>
                  <a:moveTo>
                    <a:pt x="474" y="93"/>
                  </a:moveTo>
                  <a:cubicBezTo>
                    <a:pt x="476" y="93"/>
                    <a:pt x="477" y="93"/>
                    <a:pt x="479" y="92"/>
                  </a:cubicBezTo>
                  <a:cubicBezTo>
                    <a:pt x="481" y="92"/>
                    <a:pt x="483" y="91"/>
                    <a:pt x="484" y="90"/>
                  </a:cubicBezTo>
                  <a:cubicBezTo>
                    <a:pt x="486" y="89"/>
                    <a:pt x="487" y="88"/>
                    <a:pt x="489" y="86"/>
                  </a:cubicBezTo>
                  <a:cubicBezTo>
                    <a:pt x="490" y="84"/>
                    <a:pt x="491" y="82"/>
                    <a:pt x="490" y="78"/>
                  </a:cubicBezTo>
                  <a:cubicBezTo>
                    <a:pt x="490" y="75"/>
                    <a:pt x="489" y="72"/>
                    <a:pt x="488" y="69"/>
                  </a:cubicBezTo>
                  <a:cubicBezTo>
                    <a:pt x="487" y="66"/>
                    <a:pt x="485" y="63"/>
                    <a:pt x="482" y="61"/>
                  </a:cubicBezTo>
                  <a:cubicBezTo>
                    <a:pt x="480" y="59"/>
                    <a:pt x="477" y="58"/>
                    <a:pt x="474" y="57"/>
                  </a:cubicBezTo>
                  <a:cubicBezTo>
                    <a:pt x="474" y="69"/>
                    <a:pt x="474" y="69"/>
                    <a:pt x="474" y="69"/>
                  </a:cubicBezTo>
                  <a:cubicBezTo>
                    <a:pt x="474" y="68"/>
                    <a:pt x="475" y="68"/>
                    <a:pt x="476" y="67"/>
                  </a:cubicBezTo>
                  <a:cubicBezTo>
                    <a:pt x="476" y="67"/>
                    <a:pt x="477" y="67"/>
                    <a:pt x="477" y="69"/>
                  </a:cubicBezTo>
                  <a:cubicBezTo>
                    <a:pt x="478" y="70"/>
                    <a:pt x="478" y="71"/>
                    <a:pt x="478" y="73"/>
                  </a:cubicBezTo>
                  <a:cubicBezTo>
                    <a:pt x="478" y="74"/>
                    <a:pt x="478" y="76"/>
                    <a:pt x="478" y="78"/>
                  </a:cubicBezTo>
                  <a:cubicBezTo>
                    <a:pt x="478" y="79"/>
                    <a:pt x="478" y="81"/>
                    <a:pt x="477" y="81"/>
                  </a:cubicBezTo>
                  <a:cubicBezTo>
                    <a:pt x="477" y="82"/>
                    <a:pt x="475" y="83"/>
                    <a:pt x="474" y="84"/>
                  </a:cubicBezTo>
                  <a:cubicBezTo>
                    <a:pt x="474" y="84"/>
                    <a:pt x="474" y="84"/>
                    <a:pt x="474" y="84"/>
                  </a:cubicBezTo>
                  <a:lnTo>
                    <a:pt x="474" y="93"/>
                  </a:lnTo>
                  <a:close/>
                  <a:moveTo>
                    <a:pt x="474" y="57"/>
                  </a:moveTo>
                  <a:cubicBezTo>
                    <a:pt x="474" y="69"/>
                    <a:pt x="474" y="69"/>
                    <a:pt x="474" y="69"/>
                  </a:cubicBezTo>
                  <a:cubicBezTo>
                    <a:pt x="473" y="70"/>
                    <a:pt x="473" y="71"/>
                    <a:pt x="472" y="73"/>
                  </a:cubicBezTo>
                  <a:cubicBezTo>
                    <a:pt x="471" y="76"/>
                    <a:pt x="470" y="80"/>
                    <a:pt x="469" y="84"/>
                  </a:cubicBezTo>
                  <a:cubicBezTo>
                    <a:pt x="471" y="84"/>
                    <a:pt x="472" y="84"/>
                    <a:pt x="474" y="84"/>
                  </a:cubicBezTo>
                  <a:cubicBezTo>
                    <a:pt x="474" y="93"/>
                    <a:pt x="474" y="93"/>
                    <a:pt x="474" y="93"/>
                  </a:cubicBezTo>
                  <a:cubicBezTo>
                    <a:pt x="474" y="93"/>
                    <a:pt x="473" y="94"/>
                    <a:pt x="473" y="94"/>
                  </a:cubicBezTo>
                  <a:cubicBezTo>
                    <a:pt x="471" y="94"/>
                    <a:pt x="469" y="94"/>
                    <a:pt x="468" y="94"/>
                  </a:cubicBezTo>
                  <a:cubicBezTo>
                    <a:pt x="467" y="97"/>
                    <a:pt x="467" y="100"/>
                    <a:pt x="467" y="103"/>
                  </a:cubicBezTo>
                  <a:cubicBezTo>
                    <a:pt x="467" y="106"/>
                    <a:pt x="467" y="108"/>
                    <a:pt x="467" y="110"/>
                  </a:cubicBezTo>
                  <a:cubicBezTo>
                    <a:pt x="468" y="113"/>
                    <a:pt x="468" y="115"/>
                    <a:pt x="469" y="116"/>
                  </a:cubicBezTo>
                  <a:cubicBezTo>
                    <a:pt x="470" y="118"/>
                    <a:pt x="471" y="119"/>
                    <a:pt x="472" y="119"/>
                  </a:cubicBezTo>
                  <a:cubicBezTo>
                    <a:pt x="473" y="119"/>
                    <a:pt x="473" y="119"/>
                    <a:pt x="474" y="119"/>
                  </a:cubicBezTo>
                  <a:cubicBezTo>
                    <a:pt x="474" y="129"/>
                    <a:pt x="474" y="129"/>
                    <a:pt x="474" y="129"/>
                  </a:cubicBezTo>
                  <a:cubicBezTo>
                    <a:pt x="473" y="129"/>
                    <a:pt x="472" y="129"/>
                    <a:pt x="471" y="129"/>
                  </a:cubicBezTo>
                  <a:cubicBezTo>
                    <a:pt x="465" y="129"/>
                    <a:pt x="462" y="127"/>
                    <a:pt x="459" y="123"/>
                  </a:cubicBezTo>
                  <a:cubicBezTo>
                    <a:pt x="456" y="120"/>
                    <a:pt x="454" y="116"/>
                    <a:pt x="453" y="111"/>
                  </a:cubicBezTo>
                  <a:cubicBezTo>
                    <a:pt x="452" y="113"/>
                    <a:pt x="451" y="115"/>
                    <a:pt x="449" y="117"/>
                  </a:cubicBezTo>
                  <a:cubicBezTo>
                    <a:pt x="448" y="119"/>
                    <a:pt x="445" y="122"/>
                    <a:pt x="443" y="123"/>
                  </a:cubicBezTo>
                  <a:cubicBezTo>
                    <a:pt x="441" y="125"/>
                    <a:pt x="438" y="125"/>
                    <a:pt x="435" y="125"/>
                  </a:cubicBezTo>
                  <a:cubicBezTo>
                    <a:pt x="432" y="125"/>
                    <a:pt x="429" y="124"/>
                    <a:pt x="428" y="121"/>
                  </a:cubicBezTo>
                  <a:cubicBezTo>
                    <a:pt x="426" y="118"/>
                    <a:pt x="425" y="115"/>
                    <a:pt x="425" y="111"/>
                  </a:cubicBezTo>
                  <a:cubicBezTo>
                    <a:pt x="424" y="107"/>
                    <a:pt x="424" y="102"/>
                    <a:pt x="425" y="98"/>
                  </a:cubicBezTo>
                  <a:cubicBezTo>
                    <a:pt x="426" y="93"/>
                    <a:pt x="426" y="89"/>
                    <a:pt x="428" y="86"/>
                  </a:cubicBezTo>
                  <a:cubicBezTo>
                    <a:pt x="427" y="86"/>
                    <a:pt x="426" y="86"/>
                    <a:pt x="425" y="86"/>
                  </a:cubicBezTo>
                  <a:cubicBezTo>
                    <a:pt x="423" y="86"/>
                    <a:pt x="423" y="86"/>
                    <a:pt x="423" y="86"/>
                  </a:cubicBezTo>
                  <a:cubicBezTo>
                    <a:pt x="423" y="86"/>
                    <a:pt x="423" y="86"/>
                    <a:pt x="423" y="86"/>
                  </a:cubicBezTo>
                  <a:cubicBezTo>
                    <a:pt x="423" y="87"/>
                    <a:pt x="423" y="87"/>
                    <a:pt x="423" y="87"/>
                  </a:cubicBezTo>
                  <a:cubicBezTo>
                    <a:pt x="423" y="88"/>
                    <a:pt x="422" y="90"/>
                    <a:pt x="422" y="92"/>
                  </a:cubicBezTo>
                  <a:cubicBezTo>
                    <a:pt x="421" y="94"/>
                    <a:pt x="420" y="97"/>
                    <a:pt x="419" y="99"/>
                  </a:cubicBezTo>
                  <a:cubicBezTo>
                    <a:pt x="418" y="102"/>
                    <a:pt x="416" y="105"/>
                    <a:pt x="414" y="108"/>
                  </a:cubicBezTo>
                  <a:cubicBezTo>
                    <a:pt x="412" y="111"/>
                    <a:pt x="410" y="113"/>
                    <a:pt x="408" y="116"/>
                  </a:cubicBezTo>
                  <a:cubicBezTo>
                    <a:pt x="405" y="118"/>
                    <a:pt x="402" y="120"/>
                    <a:pt x="399" y="122"/>
                  </a:cubicBezTo>
                  <a:cubicBezTo>
                    <a:pt x="396" y="123"/>
                    <a:pt x="393" y="124"/>
                    <a:pt x="389" y="124"/>
                  </a:cubicBezTo>
                  <a:cubicBezTo>
                    <a:pt x="384" y="123"/>
                    <a:pt x="380" y="122"/>
                    <a:pt x="377" y="119"/>
                  </a:cubicBezTo>
                  <a:cubicBezTo>
                    <a:pt x="374" y="116"/>
                    <a:pt x="372" y="112"/>
                    <a:pt x="371" y="107"/>
                  </a:cubicBezTo>
                  <a:cubicBezTo>
                    <a:pt x="370" y="103"/>
                    <a:pt x="370" y="98"/>
                    <a:pt x="371" y="93"/>
                  </a:cubicBezTo>
                  <a:cubicBezTo>
                    <a:pt x="372" y="88"/>
                    <a:pt x="373" y="83"/>
                    <a:pt x="375" y="79"/>
                  </a:cubicBezTo>
                  <a:cubicBezTo>
                    <a:pt x="377" y="74"/>
                    <a:pt x="379" y="70"/>
                    <a:pt x="382" y="67"/>
                  </a:cubicBezTo>
                  <a:cubicBezTo>
                    <a:pt x="385" y="65"/>
                    <a:pt x="388" y="63"/>
                    <a:pt x="391" y="63"/>
                  </a:cubicBezTo>
                  <a:cubicBezTo>
                    <a:pt x="397" y="63"/>
                    <a:pt x="400" y="65"/>
                    <a:pt x="403" y="70"/>
                  </a:cubicBezTo>
                  <a:cubicBezTo>
                    <a:pt x="406" y="75"/>
                    <a:pt x="407" y="80"/>
                    <a:pt x="406" y="87"/>
                  </a:cubicBezTo>
                  <a:cubicBezTo>
                    <a:pt x="406" y="89"/>
                    <a:pt x="405" y="92"/>
                    <a:pt x="404" y="93"/>
                  </a:cubicBezTo>
                  <a:cubicBezTo>
                    <a:pt x="402" y="95"/>
                    <a:pt x="400" y="96"/>
                    <a:pt x="399" y="97"/>
                  </a:cubicBezTo>
                  <a:cubicBezTo>
                    <a:pt x="397" y="98"/>
                    <a:pt x="396" y="98"/>
                    <a:pt x="395" y="97"/>
                  </a:cubicBezTo>
                  <a:cubicBezTo>
                    <a:pt x="393" y="97"/>
                    <a:pt x="393" y="96"/>
                    <a:pt x="393" y="94"/>
                  </a:cubicBezTo>
                  <a:cubicBezTo>
                    <a:pt x="393" y="93"/>
                    <a:pt x="394" y="91"/>
                    <a:pt x="394" y="89"/>
                  </a:cubicBezTo>
                  <a:cubicBezTo>
                    <a:pt x="395" y="86"/>
                    <a:pt x="395" y="84"/>
                    <a:pt x="395" y="81"/>
                  </a:cubicBezTo>
                  <a:cubicBezTo>
                    <a:pt x="395" y="78"/>
                    <a:pt x="395" y="76"/>
                    <a:pt x="395" y="74"/>
                  </a:cubicBezTo>
                  <a:cubicBezTo>
                    <a:pt x="395" y="72"/>
                    <a:pt x="395" y="72"/>
                    <a:pt x="394" y="72"/>
                  </a:cubicBezTo>
                  <a:cubicBezTo>
                    <a:pt x="393" y="72"/>
                    <a:pt x="392" y="73"/>
                    <a:pt x="391" y="75"/>
                  </a:cubicBezTo>
                  <a:cubicBezTo>
                    <a:pt x="390" y="77"/>
                    <a:pt x="389" y="79"/>
                    <a:pt x="388" y="82"/>
                  </a:cubicBezTo>
                  <a:cubicBezTo>
                    <a:pt x="387" y="85"/>
                    <a:pt x="387" y="88"/>
                    <a:pt x="386" y="92"/>
                  </a:cubicBezTo>
                  <a:cubicBezTo>
                    <a:pt x="385" y="95"/>
                    <a:pt x="385" y="98"/>
                    <a:pt x="385" y="102"/>
                  </a:cubicBezTo>
                  <a:cubicBezTo>
                    <a:pt x="385" y="105"/>
                    <a:pt x="385" y="107"/>
                    <a:pt x="386" y="110"/>
                  </a:cubicBezTo>
                  <a:cubicBezTo>
                    <a:pt x="387" y="112"/>
                    <a:pt x="388" y="113"/>
                    <a:pt x="390" y="114"/>
                  </a:cubicBezTo>
                  <a:cubicBezTo>
                    <a:pt x="394" y="115"/>
                    <a:pt x="397" y="114"/>
                    <a:pt x="400" y="112"/>
                  </a:cubicBezTo>
                  <a:cubicBezTo>
                    <a:pt x="403" y="109"/>
                    <a:pt x="405" y="107"/>
                    <a:pt x="407" y="103"/>
                  </a:cubicBezTo>
                  <a:cubicBezTo>
                    <a:pt x="410" y="100"/>
                    <a:pt x="412" y="96"/>
                    <a:pt x="413" y="93"/>
                  </a:cubicBezTo>
                  <a:cubicBezTo>
                    <a:pt x="414" y="91"/>
                    <a:pt x="415" y="89"/>
                    <a:pt x="415" y="88"/>
                  </a:cubicBezTo>
                  <a:cubicBezTo>
                    <a:pt x="415" y="88"/>
                    <a:pt x="415" y="87"/>
                    <a:pt x="416" y="87"/>
                  </a:cubicBezTo>
                  <a:cubicBezTo>
                    <a:pt x="417" y="83"/>
                    <a:pt x="417" y="83"/>
                    <a:pt x="417" y="83"/>
                  </a:cubicBezTo>
                  <a:cubicBezTo>
                    <a:pt x="416" y="82"/>
                    <a:pt x="415" y="81"/>
                    <a:pt x="415" y="79"/>
                  </a:cubicBezTo>
                  <a:cubicBezTo>
                    <a:pt x="415" y="77"/>
                    <a:pt x="415" y="76"/>
                    <a:pt x="416" y="74"/>
                  </a:cubicBezTo>
                  <a:cubicBezTo>
                    <a:pt x="416" y="73"/>
                    <a:pt x="417" y="71"/>
                    <a:pt x="419" y="70"/>
                  </a:cubicBezTo>
                  <a:cubicBezTo>
                    <a:pt x="420" y="69"/>
                    <a:pt x="421" y="69"/>
                    <a:pt x="423" y="69"/>
                  </a:cubicBezTo>
                  <a:cubicBezTo>
                    <a:pt x="426" y="69"/>
                    <a:pt x="428" y="70"/>
                    <a:pt x="428" y="72"/>
                  </a:cubicBezTo>
                  <a:cubicBezTo>
                    <a:pt x="428" y="74"/>
                    <a:pt x="428" y="77"/>
                    <a:pt x="427" y="79"/>
                  </a:cubicBezTo>
                  <a:cubicBezTo>
                    <a:pt x="428" y="80"/>
                    <a:pt x="429" y="80"/>
                    <a:pt x="431" y="79"/>
                  </a:cubicBezTo>
                  <a:cubicBezTo>
                    <a:pt x="433" y="79"/>
                    <a:pt x="435" y="79"/>
                    <a:pt x="436" y="79"/>
                  </a:cubicBezTo>
                  <a:cubicBezTo>
                    <a:pt x="438" y="79"/>
                    <a:pt x="439" y="79"/>
                    <a:pt x="440" y="80"/>
                  </a:cubicBezTo>
                  <a:cubicBezTo>
                    <a:pt x="442" y="81"/>
                    <a:pt x="442" y="82"/>
                    <a:pt x="441" y="85"/>
                  </a:cubicBezTo>
                  <a:cubicBezTo>
                    <a:pt x="441" y="87"/>
                    <a:pt x="440" y="90"/>
                    <a:pt x="439" y="94"/>
                  </a:cubicBezTo>
                  <a:cubicBezTo>
                    <a:pt x="439" y="97"/>
                    <a:pt x="438" y="101"/>
                    <a:pt x="438" y="104"/>
                  </a:cubicBezTo>
                  <a:cubicBezTo>
                    <a:pt x="438" y="107"/>
                    <a:pt x="438" y="110"/>
                    <a:pt x="438" y="112"/>
                  </a:cubicBezTo>
                  <a:cubicBezTo>
                    <a:pt x="438" y="114"/>
                    <a:pt x="439" y="115"/>
                    <a:pt x="440" y="115"/>
                  </a:cubicBezTo>
                  <a:cubicBezTo>
                    <a:pt x="441" y="115"/>
                    <a:pt x="442" y="114"/>
                    <a:pt x="444" y="112"/>
                  </a:cubicBezTo>
                  <a:cubicBezTo>
                    <a:pt x="445" y="109"/>
                    <a:pt x="446" y="106"/>
                    <a:pt x="448" y="103"/>
                  </a:cubicBezTo>
                  <a:cubicBezTo>
                    <a:pt x="449" y="100"/>
                    <a:pt x="450" y="97"/>
                    <a:pt x="452" y="93"/>
                  </a:cubicBezTo>
                  <a:cubicBezTo>
                    <a:pt x="452" y="91"/>
                    <a:pt x="453" y="89"/>
                    <a:pt x="453" y="88"/>
                  </a:cubicBezTo>
                  <a:cubicBezTo>
                    <a:pt x="454" y="84"/>
                    <a:pt x="455" y="80"/>
                    <a:pt x="456" y="76"/>
                  </a:cubicBezTo>
                  <a:cubicBezTo>
                    <a:pt x="458" y="71"/>
                    <a:pt x="461" y="66"/>
                    <a:pt x="463" y="63"/>
                  </a:cubicBezTo>
                  <a:cubicBezTo>
                    <a:pt x="466" y="59"/>
                    <a:pt x="470" y="57"/>
                    <a:pt x="473" y="57"/>
                  </a:cubicBezTo>
                  <a:cubicBezTo>
                    <a:pt x="473" y="57"/>
                    <a:pt x="474" y="57"/>
                    <a:pt x="474" y="57"/>
                  </a:cubicBezTo>
                  <a:moveTo>
                    <a:pt x="258" y="117"/>
                  </a:moveTo>
                  <a:cubicBezTo>
                    <a:pt x="258" y="108"/>
                    <a:pt x="258" y="108"/>
                    <a:pt x="258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60" y="108"/>
                    <a:pt x="261" y="107"/>
                    <a:pt x="262" y="106"/>
                  </a:cubicBezTo>
                  <a:cubicBezTo>
                    <a:pt x="263" y="104"/>
                    <a:pt x="264" y="102"/>
                    <a:pt x="264" y="99"/>
                  </a:cubicBezTo>
                  <a:cubicBezTo>
                    <a:pt x="265" y="97"/>
                    <a:pt x="265" y="94"/>
                    <a:pt x="265" y="91"/>
                  </a:cubicBezTo>
                  <a:cubicBezTo>
                    <a:pt x="265" y="88"/>
                    <a:pt x="264" y="85"/>
                    <a:pt x="264" y="82"/>
                  </a:cubicBezTo>
                  <a:cubicBezTo>
                    <a:pt x="263" y="80"/>
                    <a:pt x="262" y="77"/>
                    <a:pt x="261" y="75"/>
                  </a:cubicBezTo>
                  <a:cubicBezTo>
                    <a:pt x="260" y="74"/>
                    <a:pt x="259" y="73"/>
                    <a:pt x="258" y="73"/>
                  </a:cubicBezTo>
                  <a:cubicBezTo>
                    <a:pt x="258" y="65"/>
                    <a:pt x="258" y="65"/>
                    <a:pt x="258" y="65"/>
                  </a:cubicBezTo>
                  <a:cubicBezTo>
                    <a:pt x="258" y="65"/>
                    <a:pt x="258" y="65"/>
                    <a:pt x="258" y="65"/>
                  </a:cubicBezTo>
                  <a:cubicBezTo>
                    <a:pt x="263" y="65"/>
                    <a:pt x="267" y="67"/>
                    <a:pt x="270" y="69"/>
                  </a:cubicBezTo>
                  <a:cubicBezTo>
                    <a:pt x="273" y="72"/>
                    <a:pt x="275" y="75"/>
                    <a:pt x="276" y="79"/>
                  </a:cubicBezTo>
                  <a:cubicBezTo>
                    <a:pt x="278" y="83"/>
                    <a:pt x="278" y="87"/>
                    <a:pt x="278" y="92"/>
                  </a:cubicBezTo>
                  <a:cubicBezTo>
                    <a:pt x="278" y="96"/>
                    <a:pt x="277" y="100"/>
                    <a:pt x="275" y="104"/>
                  </a:cubicBezTo>
                  <a:cubicBezTo>
                    <a:pt x="273" y="108"/>
                    <a:pt x="271" y="111"/>
                    <a:pt x="267" y="114"/>
                  </a:cubicBezTo>
                  <a:cubicBezTo>
                    <a:pt x="265" y="116"/>
                    <a:pt x="261" y="117"/>
                    <a:pt x="258" y="117"/>
                  </a:cubicBezTo>
                  <a:moveTo>
                    <a:pt x="322" y="148"/>
                  </a:moveTo>
                  <a:cubicBezTo>
                    <a:pt x="322" y="151"/>
                    <a:pt x="321" y="154"/>
                    <a:pt x="319" y="156"/>
                  </a:cubicBezTo>
                  <a:cubicBezTo>
                    <a:pt x="318" y="158"/>
                    <a:pt x="316" y="160"/>
                    <a:pt x="313" y="161"/>
                  </a:cubicBezTo>
                  <a:cubicBezTo>
                    <a:pt x="311" y="162"/>
                    <a:pt x="309" y="162"/>
                    <a:pt x="308" y="162"/>
                  </a:cubicBezTo>
                  <a:cubicBezTo>
                    <a:pt x="306" y="162"/>
                    <a:pt x="305" y="161"/>
                    <a:pt x="305" y="158"/>
                  </a:cubicBezTo>
                  <a:cubicBezTo>
                    <a:pt x="306" y="156"/>
                    <a:pt x="306" y="154"/>
                    <a:pt x="306" y="150"/>
                  </a:cubicBezTo>
                  <a:cubicBezTo>
                    <a:pt x="306" y="147"/>
                    <a:pt x="306" y="143"/>
                    <a:pt x="307" y="139"/>
                  </a:cubicBezTo>
                  <a:cubicBezTo>
                    <a:pt x="307" y="135"/>
                    <a:pt x="307" y="130"/>
                    <a:pt x="307" y="125"/>
                  </a:cubicBezTo>
                  <a:cubicBezTo>
                    <a:pt x="308" y="121"/>
                    <a:pt x="308" y="116"/>
                    <a:pt x="308" y="111"/>
                  </a:cubicBezTo>
                  <a:cubicBezTo>
                    <a:pt x="307" y="115"/>
                    <a:pt x="305" y="118"/>
                    <a:pt x="302" y="120"/>
                  </a:cubicBezTo>
                  <a:cubicBezTo>
                    <a:pt x="301" y="122"/>
                    <a:pt x="299" y="123"/>
                    <a:pt x="297" y="123"/>
                  </a:cubicBezTo>
                  <a:cubicBezTo>
                    <a:pt x="295" y="123"/>
                    <a:pt x="294" y="123"/>
                    <a:pt x="292" y="122"/>
                  </a:cubicBezTo>
                  <a:cubicBezTo>
                    <a:pt x="290" y="121"/>
                    <a:pt x="288" y="120"/>
                    <a:pt x="287" y="118"/>
                  </a:cubicBezTo>
                  <a:cubicBezTo>
                    <a:pt x="286" y="116"/>
                    <a:pt x="285" y="115"/>
                    <a:pt x="284" y="113"/>
                  </a:cubicBezTo>
                  <a:cubicBezTo>
                    <a:pt x="284" y="110"/>
                    <a:pt x="284" y="108"/>
                    <a:pt x="284" y="104"/>
                  </a:cubicBezTo>
                  <a:cubicBezTo>
                    <a:pt x="283" y="101"/>
                    <a:pt x="283" y="97"/>
                    <a:pt x="283" y="93"/>
                  </a:cubicBezTo>
                  <a:cubicBezTo>
                    <a:pt x="283" y="89"/>
                    <a:pt x="283" y="84"/>
                    <a:pt x="284" y="80"/>
                  </a:cubicBezTo>
                  <a:cubicBezTo>
                    <a:pt x="284" y="76"/>
                    <a:pt x="284" y="72"/>
                    <a:pt x="284" y="68"/>
                  </a:cubicBezTo>
                  <a:cubicBezTo>
                    <a:pt x="284" y="65"/>
                    <a:pt x="285" y="64"/>
                    <a:pt x="287" y="62"/>
                  </a:cubicBezTo>
                  <a:cubicBezTo>
                    <a:pt x="288" y="61"/>
                    <a:pt x="290" y="60"/>
                    <a:pt x="292" y="60"/>
                  </a:cubicBezTo>
                  <a:cubicBezTo>
                    <a:pt x="294" y="60"/>
                    <a:pt x="296" y="60"/>
                    <a:pt x="298" y="61"/>
                  </a:cubicBezTo>
                  <a:cubicBezTo>
                    <a:pt x="300" y="62"/>
                    <a:pt x="301" y="63"/>
                    <a:pt x="301" y="65"/>
                  </a:cubicBezTo>
                  <a:cubicBezTo>
                    <a:pt x="300" y="69"/>
                    <a:pt x="300" y="74"/>
                    <a:pt x="299" y="79"/>
                  </a:cubicBezTo>
                  <a:cubicBezTo>
                    <a:pt x="299" y="84"/>
                    <a:pt x="299" y="89"/>
                    <a:pt x="298" y="94"/>
                  </a:cubicBezTo>
                  <a:cubicBezTo>
                    <a:pt x="298" y="98"/>
                    <a:pt x="298" y="102"/>
                    <a:pt x="298" y="105"/>
                  </a:cubicBezTo>
                  <a:cubicBezTo>
                    <a:pt x="298" y="108"/>
                    <a:pt x="298" y="110"/>
                    <a:pt x="299" y="110"/>
                  </a:cubicBezTo>
                  <a:cubicBezTo>
                    <a:pt x="300" y="111"/>
                    <a:pt x="301" y="110"/>
                    <a:pt x="302" y="109"/>
                  </a:cubicBezTo>
                  <a:cubicBezTo>
                    <a:pt x="302" y="107"/>
                    <a:pt x="303" y="105"/>
                    <a:pt x="304" y="103"/>
                  </a:cubicBezTo>
                  <a:cubicBezTo>
                    <a:pt x="305" y="101"/>
                    <a:pt x="306" y="98"/>
                    <a:pt x="306" y="95"/>
                  </a:cubicBezTo>
                  <a:cubicBezTo>
                    <a:pt x="307" y="92"/>
                    <a:pt x="308" y="89"/>
                    <a:pt x="308" y="87"/>
                  </a:cubicBezTo>
                  <a:cubicBezTo>
                    <a:pt x="309" y="84"/>
                    <a:pt x="309" y="82"/>
                    <a:pt x="309" y="79"/>
                  </a:cubicBezTo>
                  <a:cubicBezTo>
                    <a:pt x="309" y="78"/>
                    <a:pt x="310" y="78"/>
                    <a:pt x="310" y="77"/>
                  </a:cubicBezTo>
                  <a:cubicBezTo>
                    <a:pt x="310" y="72"/>
                    <a:pt x="310" y="72"/>
                    <a:pt x="310" y="72"/>
                  </a:cubicBezTo>
                  <a:cubicBezTo>
                    <a:pt x="310" y="71"/>
                    <a:pt x="311" y="69"/>
                    <a:pt x="312" y="68"/>
                  </a:cubicBezTo>
                  <a:cubicBezTo>
                    <a:pt x="314" y="68"/>
                    <a:pt x="316" y="67"/>
                    <a:pt x="318" y="67"/>
                  </a:cubicBezTo>
                  <a:cubicBezTo>
                    <a:pt x="320" y="67"/>
                    <a:pt x="322" y="67"/>
                    <a:pt x="323" y="68"/>
                  </a:cubicBezTo>
                  <a:cubicBezTo>
                    <a:pt x="325" y="69"/>
                    <a:pt x="325" y="70"/>
                    <a:pt x="325" y="72"/>
                  </a:cubicBezTo>
                  <a:cubicBezTo>
                    <a:pt x="325" y="75"/>
                    <a:pt x="324" y="79"/>
                    <a:pt x="324" y="83"/>
                  </a:cubicBezTo>
                  <a:cubicBezTo>
                    <a:pt x="324" y="88"/>
                    <a:pt x="324" y="93"/>
                    <a:pt x="323" y="98"/>
                  </a:cubicBezTo>
                  <a:cubicBezTo>
                    <a:pt x="323" y="103"/>
                    <a:pt x="323" y="109"/>
                    <a:pt x="323" y="114"/>
                  </a:cubicBezTo>
                  <a:cubicBezTo>
                    <a:pt x="323" y="119"/>
                    <a:pt x="323" y="124"/>
                    <a:pt x="323" y="129"/>
                  </a:cubicBezTo>
                  <a:cubicBezTo>
                    <a:pt x="322" y="134"/>
                    <a:pt x="322" y="138"/>
                    <a:pt x="322" y="141"/>
                  </a:cubicBezTo>
                  <a:cubicBezTo>
                    <a:pt x="322" y="145"/>
                    <a:pt x="322" y="147"/>
                    <a:pt x="322" y="148"/>
                  </a:cubicBezTo>
                  <a:moveTo>
                    <a:pt x="130" y="96"/>
                  </a:moveTo>
                  <a:cubicBezTo>
                    <a:pt x="132" y="94"/>
                    <a:pt x="133" y="92"/>
                    <a:pt x="134" y="89"/>
                  </a:cubicBezTo>
                  <a:cubicBezTo>
                    <a:pt x="134" y="86"/>
                    <a:pt x="135" y="83"/>
                    <a:pt x="136" y="81"/>
                  </a:cubicBezTo>
                  <a:cubicBezTo>
                    <a:pt x="136" y="78"/>
                    <a:pt x="137" y="76"/>
                    <a:pt x="137" y="74"/>
                  </a:cubicBezTo>
                  <a:cubicBezTo>
                    <a:pt x="138" y="72"/>
                    <a:pt x="139" y="71"/>
                    <a:pt x="140" y="71"/>
                  </a:cubicBezTo>
                  <a:cubicBezTo>
                    <a:pt x="142" y="71"/>
                    <a:pt x="143" y="72"/>
                    <a:pt x="144" y="73"/>
                  </a:cubicBezTo>
                  <a:cubicBezTo>
                    <a:pt x="145" y="74"/>
                    <a:pt x="146" y="76"/>
                    <a:pt x="147" y="77"/>
                  </a:cubicBezTo>
                  <a:cubicBezTo>
                    <a:pt x="148" y="79"/>
                    <a:pt x="148" y="81"/>
                    <a:pt x="149" y="83"/>
                  </a:cubicBezTo>
                  <a:cubicBezTo>
                    <a:pt x="149" y="85"/>
                    <a:pt x="149" y="87"/>
                    <a:pt x="149" y="88"/>
                  </a:cubicBezTo>
                  <a:cubicBezTo>
                    <a:pt x="149" y="96"/>
                    <a:pt x="147" y="103"/>
                    <a:pt x="141" y="109"/>
                  </a:cubicBezTo>
                  <a:cubicBezTo>
                    <a:pt x="136" y="114"/>
                    <a:pt x="130" y="119"/>
                    <a:pt x="122" y="123"/>
                  </a:cubicBezTo>
                  <a:cubicBezTo>
                    <a:pt x="114" y="127"/>
                    <a:pt x="105" y="130"/>
                    <a:pt x="96" y="132"/>
                  </a:cubicBezTo>
                  <a:cubicBezTo>
                    <a:pt x="86" y="133"/>
                    <a:pt x="78" y="134"/>
                    <a:pt x="69" y="134"/>
                  </a:cubicBezTo>
                  <a:cubicBezTo>
                    <a:pt x="63" y="134"/>
                    <a:pt x="57" y="134"/>
                    <a:pt x="49" y="133"/>
                  </a:cubicBezTo>
                  <a:cubicBezTo>
                    <a:pt x="42" y="132"/>
                    <a:pt x="34" y="130"/>
                    <a:pt x="28" y="127"/>
                  </a:cubicBezTo>
                  <a:cubicBezTo>
                    <a:pt x="21" y="125"/>
                    <a:pt x="15" y="121"/>
                    <a:pt x="11" y="116"/>
                  </a:cubicBezTo>
                  <a:cubicBezTo>
                    <a:pt x="6" y="111"/>
                    <a:pt x="4" y="104"/>
                    <a:pt x="4" y="96"/>
                  </a:cubicBezTo>
                  <a:cubicBezTo>
                    <a:pt x="4" y="89"/>
                    <a:pt x="6" y="83"/>
                    <a:pt x="11" y="79"/>
                  </a:cubicBezTo>
                  <a:cubicBezTo>
                    <a:pt x="15" y="75"/>
                    <a:pt x="21" y="71"/>
                    <a:pt x="27" y="68"/>
                  </a:cubicBezTo>
                  <a:cubicBezTo>
                    <a:pt x="24" y="67"/>
                    <a:pt x="20" y="66"/>
                    <a:pt x="17" y="65"/>
                  </a:cubicBezTo>
                  <a:cubicBezTo>
                    <a:pt x="14" y="63"/>
                    <a:pt x="11" y="61"/>
                    <a:pt x="8" y="59"/>
                  </a:cubicBezTo>
                  <a:cubicBezTo>
                    <a:pt x="6" y="57"/>
                    <a:pt x="4" y="54"/>
                    <a:pt x="2" y="51"/>
                  </a:cubicBezTo>
                  <a:cubicBezTo>
                    <a:pt x="1" y="48"/>
                    <a:pt x="0" y="45"/>
                    <a:pt x="0" y="41"/>
                  </a:cubicBezTo>
                  <a:cubicBezTo>
                    <a:pt x="0" y="35"/>
                    <a:pt x="1" y="31"/>
                    <a:pt x="4" y="27"/>
                  </a:cubicBezTo>
                  <a:cubicBezTo>
                    <a:pt x="7" y="23"/>
                    <a:pt x="11" y="19"/>
                    <a:pt x="15" y="16"/>
                  </a:cubicBezTo>
                  <a:cubicBezTo>
                    <a:pt x="20" y="13"/>
                    <a:pt x="25" y="11"/>
                    <a:pt x="30" y="9"/>
                  </a:cubicBezTo>
                  <a:cubicBezTo>
                    <a:pt x="36" y="7"/>
                    <a:pt x="42" y="5"/>
                    <a:pt x="48" y="4"/>
                  </a:cubicBezTo>
                  <a:cubicBezTo>
                    <a:pt x="54" y="2"/>
                    <a:pt x="59" y="2"/>
                    <a:pt x="65" y="1"/>
                  </a:cubicBezTo>
                  <a:cubicBezTo>
                    <a:pt x="70" y="1"/>
                    <a:pt x="75" y="0"/>
                    <a:pt x="79" y="0"/>
                  </a:cubicBezTo>
                  <a:cubicBezTo>
                    <a:pt x="86" y="0"/>
                    <a:pt x="93" y="1"/>
                    <a:pt x="101" y="2"/>
                  </a:cubicBezTo>
                  <a:cubicBezTo>
                    <a:pt x="109" y="4"/>
                    <a:pt x="117" y="5"/>
                    <a:pt x="123" y="8"/>
                  </a:cubicBezTo>
                  <a:cubicBezTo>
                    <a:pt x="130" y="10"/>
                    <a:pt x="136" y="13"/>
                    <a:pt x="141" y="17"/>
                  </a:cubicBezTo>
                  <a:cubicBezTo>
                    <a:pt x="145" y="20"/>
                    <a:pt x="147" y="24"/>
                    <a:pt x="147" y="29"/>
                  </a:cubicBezTo>
                  <a:cubicBezTo>
                    <a:pt x="147" y="31"/>
                    <a:pt x="146" y="32"/>
                    <a:pt x="144" y="32"/>
                  </a:cubicBezTo>
                  <a:cubicBezTo>
                    <a:pt x="142" y="32"/>
                    <a:pt x="140" y="32"/>
                    <a:pt x="136" y="31"/>
                  </a:cubicBezTo>
                  <a:cubicBezTo>
                    <a:pt x="133" y="30"/>
                    <a:pt x="130" y="29"/>
                    <a:pt x="127" y="28"/>
                  </a:cubicBezTo>
                  <a:cubicBezTo>
                    <a:pt x="123" y="26"/>
                    <a:pt x="120" y="25"/>
                    <a:pt x="117" y="25"/>
                  </a:cubicBezTo>
                  <a:cubicBezTo>
                    <a:pt x="110" y="23"/>
                    <a:pt x="103" y="21"/>
                    <a:pt x="97" y="20"/>
                  </a:cubicBezTo>
                  <a:cubicBezTo>
                    <a:pt x="90" y="19"/>
                    <a:pt x="83" y="18"/>
                    <a:pt x="76" y="18"/>
                  </a:cubicBezTo>
                  <a:cubicBezTo>
                    <a:pt x="71" y="18"/>
                    <a:pt x="65" y="19"/>
                    <a:pt x="58" y="20"/>
                  </a:cubicBezTo>
                  <a:cubicBezTo>
                    <a:pt x="51" y="21"/>
                    <a:pt x="45" y="22"/>
                    <a:pt x="39" y="24"/>
                  </a:cubicBezTo>
                  <a:cubicBezTo>
                    <a:pt x="33" y="26"/>
                    <a:pt x="28" y="28"/>
                    <a:pt x="23" y="31"/>
                  </a:cubicBezTo>
                  <a:cubicBezTo>
                    <a:pt x="19" y="34"/>
                    <a:pt x="17" y="37"/>
                    <a:pt x="17" y="41"/>
                  </a:cubicBezTo>
                  <a:cubicBezTo>
                    <a:pt x="17" y="45"/>
                    <a:pt x="19" y="48"/>
                    <a:pt x="22" y="50"/>
                  </a:cubicBezTo>
                  <a:cubicBezTo>
                    <a:pt x="25" y="52"/>
                    <a:pt x="29" y="54"/>
                    <a:pt x="34" y="55"/>
                  </a:cubicBezTo>
                  <a:cubicBezTo>
                    <a:pt x="38" y="56"/>
                    <a:pt x="44" y="57"/>
                    <a:pt x="51" y="57"/>
                  </a:cubicBezTo>
                  <a:cubicBezTo>
                    <a:pt x="57" y="57"/>
                    <a:pt x="64" y="58"/>
                    <a:pt x="71" y="58"/>
                  </a:cubicBezTo>
                  <a:cubicBezTo>
                    <a:pt x="78" y="58"/>
                    <a:pt x="85" y="57"/>
                    <a:pt x="92" y="57"/>
                  </a:cubicBezTo>
                  <a:cubicBezTo>
                    <a:pt x="99" y="57"/>
                    <a:pt x="106" y="57"/>
                    <a:pt x="112" y="57"/>
                  </a:cubicBezTo>
                  <a:cubicBezTo>
                    <a:pt x="118" y="57"/>
                    <a:pt x="123" y="58"/>
                    <a:pt x="128" y="59"/>
                  </a:cubicBezTo>
                  <a:cubicBezTo>
                    <a:pt x="133" y="60"/>
                    <a:pt x="136" y="61"/>
                    <a:pt x="138" y="63"/>
                  </a:cubicBezTo>
                  <a:cubicBezTo>
                    <a:pt x="138" y="62"/>
                    <a:pt x="138" y="62"/>
                    <a:pt x="138" y="62"/>
                  </a:cubicBezTo>
                  <a:cubicBezTo>
                    <a:pt x="139" y="63"/>
                    <a:pt x="140" y="63"/>
                    <a:pt x="140" y="64"/>
                  </a:cubicBezTo>
                  <a:cubicBezTo>
                    <a:pt x="140" y="64"/>
                    <a:pt x="140" y="65"/>
                    <a:pt x="139" y="65"/>
                  </a:cubicBezTo>
                  <a:cubicBezTo>
                    <a:pt x="139" y="66"/>
                    <a:pt x="138" y="66"/>
                    <a:pt x="137" y="66"/>
                  </a:cubicBezTo>
                  <a:cubicBezTo>
                    <a:pt x="136" y="67"/>
                    <a:pt x="135" y="67"/>
                    <a:pt x="135" y="67"/>
                  </a:cubicBezTo>
                  <a:cubicBezTo>
                    <a:pt x="125" y="68"/>
                    <a:pt x="115" y="69"/>
                    <a:pt x="107" y="69"/>
                  </a:cubicBezTo>
                  <a:cubicBezTo>
                    <a:pt x="98" y="69"/>
                    <a:pt x="90" y="69"/>
                    <a:pt x="84" y="70"/>
                  </a:cubicBezTo>
                  <a:cubicBezTo>
                    <a:pt x="77" y="70"/>
                    <a:pt x="71" y="70"/>
                    <a:pt x="66" y="70"/>
                  </a:cubicBezTo>
                  <a:cubicBezTo>
                    <a:pt x="61" y="71"/>
                    <a:pt x="57" y="71"/>
                    <a:pt x="53" y="72"/>
                  </a:cubicBezTo>
                  <a:cubicBezTo>
                    <a:pt x="49" y="73"/>
                    <a:pt x="45" y="74"/>
                    <a:pt x="40" y="76"/>
                  </a:cubicBezTo>
                  <a:cubicBezTo>
                    <a:pt x="36" y="77"/>
                    <a:pt x="32" y="79"/>
                    <a:pt x="28" y="81"/>
                  </a:cubicBezTo>
                  <a:cubicBezTo>
                    <a:pt x="25" y="82"/>
                    <a:pt x="22" y="84"/>
                    <a:pt x="20" y="87"/>
                  </a:cubicBezTo>
                  <a:cubicBezTo>
                    <a:pt x="17" y="89"/>
                    <a:pt x="16" y="92"/>
                    <a:pt x="16" y="95"/>
                  </a:cubicBezTo>
                  <a:cubicBezTo>
                    <a:pt x="16" y="100"/>
                    <a:pt x="18" y="104"/>
                    <a:pt x="21" y="107"/>
                  </a:cubicBezTo>
                  <a:cubicBezTo>
                    <a:pt x="24" y="110"/>
                    <a:pt x="28" y="113"/>
                    <a:pt x="33" y="114"/>
                  </a:cubicBezTo>
                  <a:cubicBezTo>
                    <a:pt x="37" y="116"/>
                    <a:pt x="42" y="117"/>
                    <a:pt x="47" y="118"/>
                  </a:cubicBezTo>
                  <a:cubicBezTo>
                    <a:pt x="52" y="118"/>
                    <a:pt x="57" y="119"/>
                    <a:pt x="61" y="119"/>
                  </a:cubicBezTo>
                  <a:cubicBezTo>
                    <a:pt x="66" y="119"/>
                    <a:pt x="72" y="118"/>
                    <a:pt x="78" y="118"/>
                  </a:cubicBezTo>
                  <a:cubicBezTo>
                    <a:pt x="84" y="117"/>
                    <a:pt x="91" y="116"/>
                    <a:pt x="97" y="115"/>
                  </a:cubicBezTo>
                  <a:cubicBezTo>
                    <a:pt x="104" y="113"/>
                    <a:pt x="110" y="111"/>
                    <a:pt x="116" y="108"/>
                  </a:cubicBezTo>
                  <a:cubicBezTo>
                    <a:pt x="122" y="105"/>
                    <a:pt x="127" y="101"/>
                    <a:pt x="130" y="96"/>
                  </a:cubicBezTo>
                  <a:moveTo>
                    <a:pt x="258" y="65"/>
                  </a:moveTo>
                  <a:cubicBezTo>
                    <a:pt x="258" y="73"/>
                    <a:pt x="258" y="73"/>
                    <a:pt x="258" y="73"/>
                  </a:cubicBezTo>
                  <a:cubicBezTo>
                    <a:pt x="257" y="73"/>
                    <a:pt x="257" y="73"/>
                    <a:pt x="257" y="73"/>
                  </a:cubicBezTo>
                  <a:cubicBezTo>
                    <a:pt x="256" y="73"/>
                    <a:pt x="254" y="74"/>
                    <a:pt x="253" y="75"/>
                  </a:cubicBezTo>
                  <a:cubicBezTo>
                    <a:pt x="252" y="77"/>
                    <a:pt x="252" y="79"/>
                    <a:pt x="251" y="82"/>
                  </a:cubicBezTo>
                  <a:cubicBezTo>
                    <a:pt x="251" y="84"/>
                    <a:pt x="250" y="87"/>
                    <a:pt x="250" y="90"/>
                  </a:cubicBezTo>
                  <a:cubicBezTo>
                    <a:pt x="250" y="93"/>
                    <a:pt x="251" y="96"/>
                    <a:pt x="251" y="98"/>
                  </a:cubicBezTo>
                  <a:cubicBezTo>
                    <a:pt x="252" y="101"/>
                    <a:pt x="253" y="103"/>
                    <a:pt x="254" y="105"/>
                  </a:cubicBezTo>
                  <a:cubicBezTo>
                    <a:pt x="255" y="107"/>
                    <a:pt x="256" y="107"/>
                    <a:pt x="258" y="108"/>
                  </a:cubicBezTo>
                  <a:cubicBezTo>
                    <a:pt x="258" y="117"/>
                    <a:pt x="258" y="117"/>
                    <a:pt x="258" y="117"/>
                  </a:cubicBezTo>
                  <a:cubicBezTo>
                    <a:pt x="257" y="117"/>
                    <a:pt x="256" y="117"/>
                    <a:pt x="256" y="117"/>
                  </a:cubicBezTo>
                  <a:cubicBezTo>
                    <a:pt x="250" y="117"/>
                    <a:pt x="246" y="116"/>
                    <a:pt x="243" y="113"/>
                  </a:cubicBezTo>
                  <a:cubicBezTo>
                    <a:pt x="240" y="111"/>
                    <a:pt x="238" y="107"/>
                    <a:pt x="237" y="103"/>
                  </a:cubicBezTo>
                  <a:cubicBezTo>
                    <a:pt x="236" y="100"/>
                    <a:pt x="235" y="95"/>
                    <a:pt x="236" y="91"/>
                  </a:cubicBezTo>
                  <a:cubicBezTo>
                    <a:pt x="236" y="86"/>
                    <a:pt x="237" y="82"/>
                    <a:pt x="239" y="78"/>
                  </a:cubicBezTo>
                  <a:cubicBezTo>
                    <a:pt x="241" y="74"/>
                    <a:pt x="244" y="71"/>
                    <a:pt x="247" y="68"/>
                  </a:cubicBezTo>
                  <a:cubicBezTo>
                    <a:pt x="250" y="66"/>
                    <a:pt x="253" y="65"/>
                    <a:pt x="258" y="65"/>
                  </a:cubicBezTo>
                  <a:moveTo>
                    <a:pt x="234" y="51"/>
                  </a:moveTo>
                  <a:cubicBezTo>
                    <a:pt x="234" y="54"/>
                    <a:pt x="232" y="56"/>
                    <a:pt x="229" y="58"/>
                  </a:cubicBezTo>
                  <a:cubicBezTo>
                    <a:pt x="226" y="59"/>
                    <a:pt x="222" y="60"/>
                    <a:pt x="219" y="60"/>
                  </a:cubicBezTo>
                  <a:cubicBezTo>
                    <a:pt x="217" y="60"/>
                    <a:pt x="215" y="59"/>
                    <a:pt x="213" y="59"/>
                  </a:cubicBezTo>
                  <a:cubicBezTo>
                    <a:pt x="211" y="58"/>
                    <a:pt x="210" y="58"/>
                    <a:pt x="209" y="57"/>
                  </a:cubicBezTo>
                  <a:cubicBezTo>
                    <a:pt x="207" y="56"/>
                    <a:pt x="206" y="55"/>
                    <a:pt x="205" y="53"/>
                  </a:cubicBezTo>
                  <a:cubicBezTo>
                    <a:pt x="204" y="52"/>
                    <a:pt x="204" y="51"/>
                    <a:pt x="204" y="49"/>
                  </a:cubicBezTo>
                  <a:cubicBezTo>
                    <a:pt x="204" y="46"/>
                    <a:pt x="206" y="44"/>
                    <a:pt x="209" y="42"/>
                  </a:cubicBezTo>
                  <a:cubicBezTo>
                    <a:pt x="212" y="41"/>
                    <a:pt x="215" y="40"/>
                    <a:pt x="219" y="40"/>
                  </a:cubicBezTo>
                  <a:cubicBezTo>
                    <a:pt x="223" y="40"/>
                    <a:pt x="227" y="42"/>
                    <a:pt x="230" y="43"/>
                  </a:cubicBezTo>
                  <a:cubicBezTo>
                    <a:pt x="233" y="45"/>
                    <a:pt x="234" y="48"/>
                    <a:pt x="234" y="51"/>
                  </a:cubicBezTo>
                  <a:moveTo>
                    <a:pt x="223" y="151"/>
                  </a:moveTo>
                  <a:cubicBezTo>
                    <a:pt x="223" y="154"/>
                    <a:pt x="222" y="156"/>
                    <a:pt x="220" y="158"/>
                  </a:cubicBezTo>
                  <a:cubicBezTo>
                    <a:pt x="218" y="160"/>
                    <a:pt x="216" y="161"/>
                    <a:pt x="214" y="162"/>
                  </a:cubicBezTo>
                  <a:cubicBezTo>
                    <a:pt x="212" y="162"/>
                    <a:pt x="210" y="162"/>
                    <a:pt x="208" y="162"/>
                  </a:cubicBezTo>
                  <a:cubicBezTo>
                    <a:pt x="206" y="161"/>
                    <a:pt x="205" y="160"/>
                    <a:pt x="206" y="158"/>
                  </a:cubicBezTo>
                  <a:cubicBezTo>
                    <a:pt x="206" y="156"/>
                    <a:pt x="207" y="153"/>
                    <a:pt x="207" y="148"/>
                  </a:cubicBezTo>
                  <a:cubicBezTo>
                    <a:pt x="207" y="144"/>
                    <a:pt x="208" y="139"/>
                    <a:pt x="208" y="134"/>
                  </a:cubicBezTo>
                  <a:cubicBezTo>
                    <a:pt x="208" y="129"/>
                    <a:pt x="209" y="123"/>
                    <a:pt x="209" y="117"/>
                  </a:cubicBezTo>
                  <a:cubicBezTo>
                    <a:pt x="209" y="113"/>
                    <a:pt x="209" y="108"/>
                    <a:pt x="209" y="104"/>
                  </a:cubicBezTo>
                  <a:cubicBezTo>
                    <a:pt x="209" y="104"/>
                    <a:pt x="209" y="105"/>
                    <a:pt x="208" y="105"/>
                  </a:cubicBezTo>
                  <a:cubicBezTo>
                    <a:pt x="206" y="108"/>
                    <a:pt x="204" y="111"/>
                    <a:pt x="201" y="114"/>
                  </a:cubicBezTo>
                  <a:cubicBezTo>
                    <a:pt x="199" y="116"/>
                    <a:pt x="196" y="117"/>
                    <a:pt x="194" y="117"/>
                  </a:cubicBezTo>
                  <a:cubicBezTo>
                    <a:pt x="190" y="117"/>
                    <a:pt x="187" y="116"/>
                    <a:pt x="185" y="114"/>
                  </a:cubicBezTo>
                  <a:cubicBezTo>
                    <a:pt x="184" y="112"/>
                    <a:pt x="182" y="109"/>
                    <a:pt x="182" y="107"/>
                  </a:cubicBezTo>
                  <a:cubicBezTo>
                    <a:pt x="181" y="104"/>
                    <a:pt x="181" y="101"/>
                    <a:pt x="181" y="99"/>
                  </a:cubicBezTo>
                  <a:cubicBezTo>
                    <a:pt x="181" y="96"/>
                    <a:pt x="181" y="94"/>
                    <a:pt x="181" y="94"/>
                  </a:cubicBezTo>
                  <a:cubicBezTo>
                    <a:pt x="180" y="94"/>
                    <a:pt x="180" y="95"/>
                    <a:pt x="179" y="97"/>
                  </a:cubicBezTo>
                  <a:cubicBezTo>
                    <a:pt x="178" y="98"/>
                    <a:pt x="177" y="100"/>
                    <a:pt x="177" y="103"/>
                  </a:cubicBezTo>
                  <a:cubicBezTo>
                    <a:pt x="176" y="105"/>
                    <a:pt x="175" y="107"/>
                    <a:pt x="175" y="110"/>
                  </a:cubicBezTo>
                  <a:cubicBezTo>
                    <a:pt x="174" y="112"/>
                    <a:pt x="174" y="114"/>
                    <a:pt x="174" y="116"/>
                  </a:cubicBezTo>
                  <a:cubicBezTo>
                    <a:pt x="173" y="118"/>
                    <a:pt x="172" y="119"/>
                    <a:pt x="171" y="120"/>
                  </a:cubicBezTo>
                  <a:cubicBezTo>
                    <a:pt x="169" y="121"/>
                    <a:pt x="168" y="121"/>
                    <a:pt x="166" y="121"/>
                  </a:cubicBezTo>
                  <a:cubicBezTo>
                    <a:pt x="164" y="121"/>
                    <a:pt x="162" y="121"/>
                    <a:pt x="160" y="120"/>
                  </a:cubicBezTo>
                  <a:cubicBezTo>
                    <a:pt x="159" y="119"/>
                    <a:pt x="158" y="117"/>
                    <a:pt x="158" y="115"/>
                  </a:cubicBezTo>
                  <a:cubicBezTo>
                    <a:pt x="158" y="113"/>
                    <a:pt x="158" y="110"/>
                    <a:pt x="158" y="107"/>
                  </a:cubicBezTo>
                  <a:cubicBezTo>
                    <a:pt x="158" y="103"/>
                    <a:pt x="158" y="100"/>
                    <a:pt x="158" y="96"/>
                  </a:cubicBezTo>
                  <a:cubicBezTo>
                    <a:pt x="158" y="92"/>
                    <a:pt x="158" y="89"/>
                    <a:pt x="158" y="85"/>
                  </a:cubicBezTo>
                  <a:cubicBezTo>
                    <a:pt x="158" y="82"/>
                    <a:pt x="158" y="78"/>
                    <a:pt x="159" y="76"/>
                  </a:cubicBezTo>
                  <a:cubicBezTo>
                    <a:pt x="159" y="73"/>
                    <a:pt x="160" y="71"/>
                    <a:pt x="162" y="69"/>
                  </a:cubicBezTo>
                  <a:cubicBezTo>
                    <a:pt x="164" y="68"/>
                    <a:pt x="166" y="67"/>
                    <a:pt x="168" y="67"/>
                  </a:cubicBezTo>
                  <a:cubicBezTo>
                    <a:pt x="170" y="67"/>
                    <a:pt x="172" y="67"/>
                    <a:pt x="174" y="68"/>
                  </a:cubicBezTo>
                  <a:cubicBezTo>
                    <a:pt x="175" y="69"/>
                    <a:pt x="176" y="71"/>
                    <a:pt x="175" y="73"/>
                  </a:cubicBezTo>
                  <a:cubicBezTo>
                    <a:pt x="175" y="75"/>
                    <a:pt x="175" y="77"/>
                    <a:pt x="174" y="80"/>
                  </a:cubicBezTo>
                  <a:cubicBezTo>
                    <a:pt x="174" y="82"/>
                    <a:pt x="173" y="84"/>
                    <a:pt x="173" y="87"/>
                  </a:cubicBezTo>
                  <a:cubicBezTo>
                    <a:pt x="172" y="89"/>
                    <a:pt x="172" y="92"/>
                    <a:pt x="172" y="94"/>
                  </a:cubicBezTo>
                  <a:cubicBezTo>
                    <a:pt x="172" y="96"/>
                    <a:pt x="172" y="98"/>
                    <a:pt x="172" y="99"/>
                  </a:cubicBezTo>
                  <a:cubicBezTo>
                    <a:pt x="173" y="95"/>
                    <a:pt x="174" y="92"/>
                    <a:pt x="176" y="89"/>
                  </a:cubicBezTo>
                  <a:cubicBezTo>
                    <a:pt x="177" y="86"/>
                    <a:pt x="179" y="83"/>
                    <a:pt x="180" y="81"/>
                  </a:cubicBezTo>
                  <a:cubicBezTo>
                    <a:pt x="181" y="80"/>
                    <a:pt x="183" y="79"/>
                    <a:pt x="185" y="78"/>
                  </a:cubicBezTo>
                  <a:cubicBezTo>
                    <a:pt x="187" y="77"/>
                    <a:pt x="189" y="77"/>
                    <a:pt x="191" y="77"/>
                  </a:cubicBezTo>
                  <a:cubicBezTo>
                    <a:pt x="192" y="77"/>
                    <a:pt x="194" y="78"/>
                    <a:pt x="195" y="79"/>
                  </a:cubicBezTo>
                  <a:cubicBezTo>
                    <a:pt x="196" y="80"/>
                    <a:pt x="196" y="81"/>
                    <a:pt x="196" y="83"/>
                  </a:cubicBezTo>
                  <a:cubicBezTo>
                    <a:pt x="195" y="84"/>
                    <a:pt x="195" y="86"/>
                    <a:pt x="194" y="89"/>
                  </a:cubicBezTo>
                  <a:cubicBezTo>
                    <a:pt x="194" y="91"/>
                    <a:pt x="194" y="94"/>
                    <a:pt x="194" y="97"/>
                  </a:cubicBezTo>
                  <a:cubicBezTo>
                    <a:pt x="194" y="100"/>
                    <a:pt x="194" y="102"/>
                    <a:pt x="194" y="104"/>
                  </a:cubicBezTo>
                  <a:cubicBezTo>
                    <a:pt x="195" y="106"/>
                    <a:pt x="195" y="107"/>
                    <a:pt x="196" y="107"/>
                  </a:cubicBezTo>
                  <a:cubicBezTo>
                    <a:pt x="197" y="107"/>
                    <a:pt x="198" y="106"/>
                    <a:pt x="199" y="105"/>
                  </a:cubicBezTo>
                  <a:cubicBezTo>
                    <a:pt x="201" y="103"/>
                    <a:pt x="202" y="101"/>
                    <a:pt x="203" y="99"/>
                  </a:cubicBezTo>
                  <a:cubicBezTo>
                    <a:pt x="205" y="97"/>
                    <a:pt x="206" y="95"/>
                    <a:pt x="207" y="92"/>
                  </a:cubicBezTo>
                  <a:cubicBezTo>
                    <a:pt x="208" y="90"/>
                    <a:pt x="209" y="88"/>
                    <a:pt x="210" y="86"/>
                  </a:cubicBezTo>
                  <a:cubicBezTo>
                    <a:pt x="210" y="85"/>
                    <a:pt x="210" y="85"/>
                    <a:pt x="210" y="85"/>
                  </a:cubicBezTo>
                  <a:cubicBezTo>
                    <a:pt x="210" y="84"/>
                    <a:pt x="210" y="84"/>
                    <a:pt x="210" y="84"/>
                  </a:cubicBezTo>
                  <a:cubicBezTo>
                    <a:pt x="210" y="79"/>
                    <a:pt x="210" y="75"/>
                    <a:pt x="210" y="72"/>
                  </a:cubicBezTo>
                  <a:cubicBezTo>
                    <a:pt x="210" y="71"/>
                    <a:pt x="211" y="69"/>
                    <a:pt x="213" y="68"/>
                  </a:cubicBezTo>
                  <a:cubicBezTo>
                    <a:pt x="215" y="68"/>
                    <a:pt x="216" y="67"/>
                    <a:pt x="218" y="67"/>
                  </a:cubicBezTo>
                  <a:cubicBezTo>
                    <a:pt x="220" y="67"/>
                    <a:pt x="222" y="67"/>
                    <a:pt x="224" y="68"/>
                  </a:cubicBezTo>
                  <a:cubicBezTo>
                    <a:pt x="225" y="69"/>
                    <a:pt x="226" y="70"/>
                    <a:pt x="226" y="72"/>
                  </a:cubicBezTo>
                  <a:cubicBezTo>
                    <a:pt x="225" y="75"/>
                    <a:pt x="225" y="79"/>
                    <a:pt x="225" y="83"/>
                  </a:cubicBezTo>
                  <a:cubicBezTo>
                    <a:pt x="224" y="88"/>
                    <a:pt x="224" y="93"/>
                    <a:pt x="224" y="99"/>
                  </a:cubicBezTo>
                  <a:cubicBezTo>
                    <a:pt x="224" y="104"/>
                    <a:pt x="223" y="110"/>
                    <a:pt x="223" y="115"/>
                  </a:cubicBezTo>
                  <a:cubicBezTo>
                    <a:pt x="223" y="121"/>
                    <a:pt x="223" y="126"/>
                    <a:pt x="223" y="131"/>
                  </a:cubicBezTo>
                  <a:cubicBezTo>
                    <a:pt x="223" y="136"/>
                    <a:pt x="223" y="140"/>
                    <a:pt x="223" y="144"/>
                  </a:cubicBezTo>
                  <a:cubicBezTo>
                    <a:pt x="223" y="148"/>
                    <a:pt x="223" y="150"/>
                    <a:pt x="223" y="1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47"/>
            <p:cNvSpPr>
              <a:spLocks/>
            </p:cNvSpPr>
            <p:nvPr/>
          </p:nvSpPr>
          <p:spPr bwMode="auto">
            <a:xfrm>
              <a:off x="2459037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3" y="17"/>
                    <a:pt x="22" y="20"/>
                    <a:pt x="19" y="21"/>
                  </a:cubicBezTo>
                  <a:cubicBezTo>
                    <a:pt x="16" y="23"/>
                    <a:pt x="14" y="23"/>
                    <a:pt x="11" y="22"/>
                  </a:cubicBezTo>
                  <a:cubicBezTo>
                    <a:pt x="8" y="22"/>
                    <a:pt x="5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0" y="6"/>
                    <a:pt x="2" y="4"/>
                    <a:pt x="4" y="2"/>
                  </a:cubicBezTo>
                  <a:cubicBezTo>
                    <a:pt x="7" y="1"/>
                    <a:pt x="9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3" y="8"/>
                    <a:pt x="24" y="11"/>
                    <a:pt x="24" y="14"/>
                  </a:cubicBezTo>
                </a:path>
              </a:pathLst>
            </a:custGeom>
            <a:solidFill>
              <a:srgbClr val="6AD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48"/>
            <p:cNvSpPr>
              <a:spLocks/>
            </p:cNvSpPr>
            <p:nvPr/>
          </p:nvSpPr>
          <p:spPr bwMode="auto">
            <a:xfrm>
              <a:off x="2505075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4" y="17"/>
                    <a:pt x="22" y="20"/>
                    <a:pt x="19" y="21"/>
                  </a:cubicBezTo>
                  <a:cubicBezTo>
                    <a:pt x="17" y="23"/>
                    <a:pt x="14" y="23"/>
                    <a:pt x="11" y="22"/>
                  </a:cubicBezTo>
                  <a:cubicBezTo>
                    <a:pt x="8" y="22"/>
                    <a:pt x="6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0" y="6"/>
                    <a:pt x="2" y="4"/>
                    <a:pt x="4" y="2"/>
                  </a:cubicBezTo>
                  <a:cubicBezTo>
                    <a:pt x="7" y="1"/>
                    <a:pt x="10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3" y="8"/>
                    <a:pt x="24" y="11"/>
                    <a:pt x="24" y="14"/>
                  </a:cubicBezTo>
                </a:path>
              </a:pathLst>
            </a:custGeom>
            <a:solidFill>
              <a:srgbClr val="C1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49"/>
            <p:cNvSpPr>
              <a:spLocks/>
            </p:cNvSpPr>
            <p:nvPr/>
          </p:nvSpPr>
          <p:spPr bwMode="auto">
            <a:xfrm>
              <a:off x="2551112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4" y="17"/>
                    <a:pt x="22" y="20"/>
                    <a:pt x="20" y="21"/>
                  </a:cubicBezTo>
                  <a:cubicBezTo>
                    <a:pt x="17" y="23"/>
                    <a:pt x="14" y="23"/>
                    <a:pt x="11" y="22"/>
                  </a:cubicBezTo>
                  <a:cubicBezTo>
                    <a:pt x="8" y="22"/>
                    <a:pt x="6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7" y="1"/>
                    <a:pt x="10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4" y="8"/>
                    <a:pt x="24" y="11"/>
                    <a:pt x="24" y="14"/>
                  </a:cubicBezTo>
                </a:path>
              </a:pathLst>
            </a:custGeom>
            <a:solidFill>
              <a:srgbClr val="F9A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Freeform 50"/>
            <p:cNvSpPr>
              <a:spLocks/>
            </p:cNvSpPr>
            <p:nvPr/>
          </p:nvSpPr>
          <p:spPr bwMode="auto">
            <a:xfrm>
              <a:off x="1684337" y="2130425"/>
              <a:ext cx="163512" cy="46038"/>
            </a:xfrm>
            <a:custGeom>
              <a:avLst/>
              <a:gdLst>
                <a:gd name="T0" fmla="*/ 2147483647 w 132"/>
                <a:gd name="T1" fmla="*/ 2147483647 h 37"/>
                <a:gd name="T2" fmla="*/ 2147483647 w 132"/>
                <a:gd name="T3" fmla="*/ 2147483647 h 37"/>
                <a:gd name="T4" fmla="*/ 2147483647 w 132"/>
                <a:gd name="T5" fmla="*/ 2147483647 h 37"/>
                <a:gd name="T6" fmla="*/ 2147483647 w 132"/>
                <a:gd name="T7" fmla="*/ 2147483647 h 37"/>
                <a:gd name="T8" fmla="*/ 2147483647 w 132"/>
                <a:gd name="T9" fmla="*/ 2147483647 h 37"/>
                <a:gd name="T10" fmla="*/ 2147483647 w 132"/>
                <a:gd name="T11" fmla="*/ 2147483647 h 37"/>
                <a:gd name="T12" fmla="*/ 2147483647 w 132"/>
                <a:gd name="T13" fmla="*/ 0 h 37"/>
                <a:gd name="T14" fmla="*/ 2147483647 w 132"/>
                <a:gd name="T15" fmla="*/ 2147483647 h 37"/>
                <a:gd name="T16" fmla="*/ 2147483647 w 132"/>
                <a:gd name="T17" fmla="*/ 2147483647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37">
                  <a:moveTo>
                    <a:pt x="127" y="24"/>
                  </a:moveTo>
                  <a:cubicBezTo>
                    <a:pt x="132" y="25"/>
                    <a:pt x="132" y="29"/>
                    <a:pt x="127" y="32"/>
                  </a:cubicBezTo>
                  <a:cubicBezTo>
                    <a:pt x="122" y="35"/>
                    <a:pt x="114" y="37"/>
                    <a:pt x="110" y="37"/>
                  </a:cubicBezTo>
                  <a:cubicBezTo>
                    <a:pt x="93" y="34"/>
                    <a:pt x="75" y="29"/>
                    <a:pt x="56" y="24"/>
                  </a:cubicBezTo>
                  <a:cubicBezTo>
                    <a:pt x="38" y="20"/>
                    <a:pt x="20" y="15"/>
                    <a:pt x="5" y="13"/>
                  </a:cubicBezTo>
                  <a:cubicBezTo>
                    <a:pt x="0" y="12"/>
                    <a:pt x="0" y="8"/>
                    <a:pt x="5" y="5"/>
                  </a:cubicBezTo>
                  <a:cubicBezTo>
                    <a:pt x="10" y="2"/>
                    <a:pt x="17" y="0"/>
                    <a:pt x="22" y="0"/>
                  </a:cubicBezTo>
                  <a:cubicBezTo>
                    <a:pt x="38" y="3"/>
                    <a:pt x="57" y="8"/>
                    <a:pt x="76" y="13"/>
                  </a:cubicBezTo>
                  <a:cubicBezTo>
                    <a:pt x="94" y="17"/>
                    <a:pt x="112" y="22"/>
                    <a:pt x="127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Freeform 51"/>
            <p:cNvSpPr>
              <a:spLocks/>
            </p:cNvSpPr>
            <p:nvPr/>
          </p:nvSpPr>
          <p:spPr bwMode="auto">
            <a:xfrm>
              <a:off x="1670050" y="2239962"/>
              <a:ext cx="163512" cy="26988"/>
            </a:xfrm>
            <a:custGeom>
              <a:avLst/>
              <a:gdLst>
                <a:gd name="T0" fmla="*/ 2147483647 w 133"/>
                <a:gd name="T1" fmla="*/ 2147483647 h 21"/>
                <a:gd name="T2" fmla="*/ 2147483647 w 133"/>
                <a:gd name="T3" fmla="*/ 2147483647 h 21"/>
                <a:gd name="T4" fmla="*/ 2147483647 w 133"/>
                <a:gd name="T5" fmla="*/ 2147483647 h 21"/>
                <a:gd name="T6" fmla="*/ 2147483647 w 133"/>
                <a:gd name="T7" fmla="*/ 2147483647 h 21"/>
                <a:gd name="T8" fmla="*/ 2147483647 w 133"/>
                <a:gd name="T9" fmla="*/ 2147483647 h 21"/>
                <a:gd name="T10" fmla="*/ 2147483647 w 133"/>
                <a:gd name="T11" fmla="*/ 2147483647 h 21"/>
                <a:gd name="T12" fmla="*/ 2147483647 w 133"/>
                <a:gd name="T13" fmla="*/ 2147483647 h 21"/>
                <a:gd name="T14" fmla="*/ 2147483647 w 133"/>
                <a:gd name="T15" fmla="*/ 2147483647 h 21"/>
                <a:gd name="T16" fmla="*/ 2147483647 w 133"/>
                <a:gd name="T17" fmla="*/ 2147483647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3" h="21">
                  <a:moveTo>
                    <a:pt x="127" y="1"/>
                  </a:moveTo>
                  <a:cubicBezTo>
                    <a:pt x="132" y="0"/>
                    <a:pt x="133" y="4"/>
                    <a:pt x="129" y="8"/>
                  </a:cubicBezTo>
                  <a:cubicBezTo>
                    <a:pt x="125" y="13"/>
                    <a:pt x="118" y="17"/>
                    <a:pt x="113" y="17"/>
                  </a:cubicBezTo>
                  <a:cubicBezTo>
                    <a:pt x="97" y="19"/>
                    <a:pt x="78" y="19"/>
                    <a:pt x="59" y="19"/>
                  </a:cubicBezTo>
                  <a:cubicBezTo>
                    <a:pt x="40" y="19"/>
                    <a:pt x="21" y="19"/>
                    <a:pt x="6" y="20"/>
                  </a:cubicBezTo>
                  <a:cubicBezTo>
                    <a:pt x="1" y="21"/>
                    <a:pt x="0" y="17"/>
                    <a:pt x="4" y="13"/>
                  </a:cubicBezTo>
                  <a:cubicBezTo>
                    <a:pt x="8" y="8"/>
                    <a:pt x="15" y="4"/>
                    <a:pt x="20" y="4"/>
                  </a:cubicBezTo>
                  <a:cubicBezTo>
                    <a:pt x="36" y="2"/>
                    <a:pt x="55" y="2"/>
                    <a:pt x="74" y="2"/>
                  </a:cubicBezTo>
                  <a:cubicBezTo>
                    <a:pt x="93" y="2"/>
                    <a:pt x="111" y="2"/>
                    <a:pt x="12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52"/>
            <p:cNvSpPr>
              <a:spLocks/>
            </p:cNvSpPr>
            <p:nvPr/>
          </p:nvSpPr>
          <p:spPr bwMode="auto">
            <a:xfrm>
              <a:off x="1879600" y="2109787"/>
              <a:ext cx="241300" cy="285750"/>
            </a:xfrm>
            <a:custGeom>
              <a:avLst/>
              <a:gdLst>
                <a:gd name="T0" fmla="*/ 2147483647 w 195"/>
                <a:gd name="T1" fmla="*/ 2147483647 h 231"/>
                <a:gd name="T2" fmla="*/ 2147483647 w 195"/>
                <a:gd name="T3" fmla="*/ 2147483647 h 231"/>
                <a:gd name="T4" fmla="*/ 2147483647 w 195"/>
                <a:gd name="T5" fmla="*/ 2147483647 h 231"/>
                <a:gd name="T6" fmla="*/ 2147483647 w 195"/>
                <a:gd name="T7" fmla="*/ 2147483647 h 231"/>
                <a:gd name="T8" fmla="*/ 2147483647 w 195"/>
                <a:gd name="T9" fmla="*/ 2147483647 h 231"/>
                <a:gd name="T10" fmla="*/ 2147483647 w 195"/>
                <a:gd name="T11" fmla="*/ 2147483647 h 231"/>
                <a:gd name="T12" fmla="*/ 2147483647 w 195"/>
                <a:gd name="T13" fmla="*/ 0 h 231"/>
                <a:gd name="T14" fmla="*/ 2147483647 w 195"/>
                <a:gd name="T15" fmla="*/ 2147483647 h 231"/>
                <a:gd name="T16" fmla="*/ 2147483647 w 195"/>
                <a:gd name="T17" fmla="*/ 2147483647 h 231"/>
                <a:gd name="T18" fmla="*/ 2147483647 w 195"/>
                <a:gd name="T19" fmla="*/ 2147483647 h 231"/>
                <a:gd name="T20" fmla="*/ 2147483647 w 195"/>
                <a:gd name="T21" fmla="*/ 2147483647 h 231"/>
                <a:gd name="T22" fmla="*/ 2147483647 w 195"/>
                <a:gd name="T23" fmla="*/ 2147483647 h 231"/>
                <a:gd name="T24" fmla="*/ 2147483647 w 195"/>
                <a:gd name="T25" fmla="*/ 2147483647 h 231"/>
                <a:gd name="T26" fmla="*/ 2147483647 w 195"/>
                <a:gd name="T27" fmla="*/ 2147483647 h 231"/>
                <a:gd name="T28" fmla="*/ 2147483647 w 195"/>
                <a:gd name="T29" fmla="*/ 2147483647 h 231"/>
                <a:gd name="T30" fmla="*/ 2147483647 w 195"/>
                <a:gd name="T31" fmla="*/ 2147483647 h 231"/>
                <a:gd name="T32" fmla="*/ 2147483647 w 195"/>
                <a:gd name="T33" fmla="*/ 2147483647 h 231"/>
                <a:gd name="T34" fmla="*/ 2147483647 w 195"/>
                <a:gd name="T35" fmla="*/ 2147483647 h 231"/>
                <a:gd name="T36" fmla="*/ 2147483647 w 195"/>
                <a:gd name="T37" fmla="*/ 2147483647 h 231"/>
                <a:gd name="T38" fmla="*/ 2147483647 w 195"/>
                <a:gd name="T39" fmla="*/ 2147483647 h 231"/>
                <a:gd name="T40" fmla="*/ 2147483647 w 195"/>
                <a:gd name="T41" fmla="*/ 2147483647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95" h="231">
                  <a:moveTo>
                    <a:pt x="81" y="213"/>
                  </a:moveTo>
                  <a:cubicBezTo>
                    <a:pt x="81" y="218"/>
                    <a:pt x="77" y="224"/>
                    <a:pt x="72" y="228"/>
                  </a:cubicBezTo>
                  <a:cubicBezTo>
                    <a:pt x="66" y="231"/>
                    <a:pt x="62" y="230"/>
                    <a:pt x="62" y="225"/>
                  </a:cubicBezTo>
                  <a:cubicBezTo>
                    <a:pt x="62" y="210"/>
                    <a:pt x="52" y="198"/>
                    <a:pt x="40" y="184"/>
                  </a:cubicBezTo>
                  <a:cubicBezTo>
                    <a:pt x="23" y="164"/>
                    <a:pt x="2" y="140"/>
                    <a:pt x="1" y="95"/>
                  </a:cubicBezTo>
                  <a:cubicBezTo>
                    <a:pt x="0" y="52"/>
                    <a:pt x="28" y="22"/>
                    <a:pt x="64" y="8"/>
                  </a:cubicBezTo>
                  <a:cubicBezTo>
                    <a:pt x="77" y="3"/>
                    <a:pt x="91" y="0"/>
                    <a:pt x="105" y="0"/>
                  </a:cubicBezTo>
                  <a:cubicBezTo>
                    <a:pt x="119" y="0"/>
                    <a:pt x="133" y="2"/>
                    <a:pt x="145" y="7"/>
                  </a:cubicBezTo>
                  <a:cubicBezTo>
                    <a:pt x="174" y="19"/>
                    <a:pt x="195" y="45"/>
                    <a:pt x="193" y="88"/>
                  </a:cubicBezTo>
                  <a:cubicBezTo>
                    <a:pt x="191" y="137"/>
                    <a:pt x="170" y="160"/>
                    <a:pt x="152" y="180"/>
                  </a:cubicBezTo>
                  <a:cubicBezTo>
                    <a:pt x="143" y="190"/>
                    <a:pt x="135" y="198"/>
                    <a:pt x="135" y="211"/>
                  </a:cubicBezTo>
                  <a:cubicBezTo>
                    <a:pt x="135" y="216"/>
                    <a:pt x="131" y="222"/>
                    <a:pt x="126" y="226"/>
                  </a:cubicBezTo>
                  <a:cubicBezTo>
                    <a:pt x="121" y="229"/>
                    <a:pt x="117" y="228"/>
                    <a:pt x="117" y="223"/>
                  </a:cubicBezTo>
                  <a:cubicBezTo>
                    <a:pt x="117" y="199"/>
                    <a:pt x="129" y="186"/>
                    <a:pt x="144" y="170"/>
                  </a:cubicBezTo>
                  <a:cubicBezTo>
                    <a:pt x="157" y="155"/>
                    <a:pt x="173" y="138"/>
                    <a:pt x="174" y="99"/>
                  </a:cubicBezTo>
                  <a:cubicBezTo>
                    <a:pt x="176" y="62"/>
                    <a:pt x="157" y="38"/>
                    <a:pt x="131" y="28"/>
                  </a:cubicBezTo>
                  <a:cubicBezTo>
                    <a:pt x="120" y="23"/>
                    <a:pt x="107" y="21"/>
                    <a:pt x="95" y="21"/>
                  </a:cubicBezTo>
                  <a:cubicBezTo>
                    <a:pt x="82" y="21"/>
                    <a:pt x="70" y="23"/>
                    <a:pt x="59" y="28"/>
                  </a:cubicBezTo>
                  <a:cubicBezTo>
                    <a:pt x="36" y="36"/>
                    <a:pt x="19" y="55"/>
                    <a:pt x="20" y="82"/>
                  </a:cubicBezTo>
                  <a:cubicBezTo>
                    <a:pt x="21" y="123"/>
                    <a:pt x="40" y="146"/>
                    <a:pt x="57" y="166"/>
                  </a:cubicBezTo>
                  <a:cubicBezTo>
                    <a:pt x="70" y="181"/>
                    <a:pt x="81" y="194"/>
                    <a:pt x="81" y="213"/>
                  </a:cubicBezTo>
                </a:path>
              </a:pathLst>
            </a:custGeom>
            <a:solidFill>
              <a:srgbClr val="FFC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53"/>
            <p:cNvSpPr>
              <a:spLocks/>
            </p:cNvSpPr>
            <p:nvPr/>
          </p:nvSpPr>
          <p:spPr bwMode="auto">
            <a:xfrm>
              <a:off x="1938337" y="2400300"/>
              <a:ext cx="123825" cy="47625"/>
            </a:xfrm>
            <a:custGeom>
              <a:avLst/>
              <a:gdLst>
                <a:gd name="T0" fmla="*/ 2147483647 w 100"/>
                <a:gd name="T1" fmla="*/ 2147483647 h 38"/>
                <a:gd name="T2" fmla="*/ 2147483647 w 100"/>
                <a:gd name="T3" fmla="*/ 2147483647 h 38"/>
                <a:gd name="T4" fmla="*/ 2147483647 w 100"/>
                <a:gd name="T5" fmla="*/ 2147483647 h 38"/>
                <a:gd name="T6" fmla="*/ 2147483647 w 100"/>
                <a:gd name="T7" fmla="*/ 2147483647 h 38"/>
                <a:gd name="T8" fmla="*/ 2147483647 w 100"/>
                <a:gd name="T9" fmla="*/ 2147483647 h 38"/>
                <a:gd name="T10" fmla="*/ 2147483647 w 100"/>
                <a:gd name="T11" fmla="*/ 2147483647 h 38"/>
                <a:gd name="T12" fmla="*/ 2147483647 w 100"/>
                <a:gd name="T13" fmla="*/ 2147483647 h 38"/>
                <a:gd name="T14" fmla="*/ 2147483647 w 100"/>
                <a:gd name="T15" fmla="*/ 2147483647 h 38"/>
                <a:gd name="T16" fmla="*/ 2147483647 w 100"/>
                <a:gd name="T17" fmla="*/ 2147483647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" h="38">
                  <a:moveTo>
                    <a:pt x="2" y="15"/>
                  </a:moveTo>
                  <a:cubicBezTo>
                    <a:pt x="0" y="14"/>
                    <a:pt x="1" y="10"/>
                    <a:pt x="4" y="6"/>
                  </a:cubicBezTo>
                  <a:cubicBezTo>
                    <a:pt x="7" y="2"/>
                    <a:pt x="11" y="0"/>
                    <a:pt x="13" y="1"/>
                  </a:cubicBezTo>
                  <a:cubicBezTo>
                    <a:pt x="22" y="7"/>
                    <a:pt x="36" y="13"/>
                    <a:pt x="53" y="17"/>
                  </a:cubicBezTo>
                  <a:cubicBezTo>
                    <a:pt x="67" y="21"/>
                    <a:pt x="82" y="23"/>
                    <a:pt x="97" y="23"/>
                  </a:cubicBezTo>
                  <a:cubicBezTo>
                    <a:pt x="100" y="23"/>
                    <a:pt x="100" y="26"/>
                    <a:pt x="98" y="31"/>
                  </a:cubicBezTo>
                  <a:cubicBezTo>
                    <a:pt x="96" y="35"/>
                    <a:pt x="92" y="38"/>
                    <a:pt x="89" y="38"/>
                  </a:cubicBezTo>
                  <a:cubicBezTo>
                    <a:pt x="74" y="38"/>
                    <a:pt x="58" y="35"/>
                    <a:pt x="43" y="32"/>
                  </a:cubicBezTo>
                  <a:cubicBezTo>
                    <a:pt x="27" y="27"/>
                    <a:pt x="12" y="21"/>
                    <a:pt x="2" y="15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54"/>
            <p:cNvSpPr>
              <a:spLocks/>
            </p:cNvSpPr>
            <p:nvPr/>
          </p:nvSpPr>
          <p:spPr bwMode="auto">
            <a:xfrm>
              <a:off x="1947862" y="2436812"/>
              <a:ext cx="104775" cy="41275"/>
            </a:xfrm>
            <a:custGeom>
              <a:avLst/>
              <a:gdLst>
                <a:gd name="T0" fmla="*/ 2147483647 w 85"/>
                <a:gd name="T1" fmla="*/ 2147483647 h 34"/>
                <a:gd name="T2" fmla="*/ 2147483647 w 85"/>
                <a:gd name="T3" fmla="*/ 2147483647 h 34"/>
                <a:gd name="T4" fmla="*/ 2147483647 w 85"/>
                <a:gd name="T5" fmla="*/ 2147483647 h 34"/>
                <a:gd name="T6" fmla="*/ 2147483647 w 85"/>
                <a:gd name="T7" fmla="*/ 2147483647 h 34"/>
                <a:gd name="T8" fmla="*/ 2147483647 w 85"/>
                <a:gd name="T9" fmla="*/ 2147483647 h 34"/>
                <a:gd name="T10" fmla="*/ 2147483647 w 85"/>
                <a:gd name="T11" fmla="*/ 2147483647 h 34"/>
                <a:gd name="T12" fmla="*/ 2147483647 w 85"/>
                <a:gd name="T13" fmla="*/ 2147483647 h 34"/>
                <a:gd name="T14" fmla="*/ 2147483647 w 85"/>
                <a:gd name="T15" fmla="*/ 2147483647 h 34"/>
                <a:gd name="T16" fmla="*/ 2147483647 w 85"/>
                <a:gd name="T17" fmla="*/ 2147483647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34">
                  <a:moveTo>
                    <a:pt x="2" y="16"/>
                  </a:moveTo>
                  <a:cubicBezTo>
                    <a:pt x="0" y="14"/>
                    <a:pt x="0" y="10"/>
                    <a:pt x="3" y="6"/>
                  </a:cubicBezTo>
                  <a:cubicBezTo>
                    <a:pt x="6" y="2"/>
                    <a:pt x="10" y="0"/>
                    <a:pt x="12" y="2"/>
                  </a:cubicBezTo>
                  <a:cubicBezTo>
                    <a:pt x="20" y="6"/>
                    <a:pt x="32" y="11"/>
                    <a:pt x="45" y="14"/>
                  </a:cubicBezTo>
                  <a:cubicBezTo>
                    <a:pt x="57" y="17"/>
                    <a:pt x="70" y="20"/>
                    <a:pt x="81" y="20"/>
                  </a:cubicBezTo>
                  <a:cubicBezTo>
                    <a:pt x="84" y="20"/>
                    <a:pt x="85" y="23"/>
                    <a:pt x="83" y="27"/>
                  </a:cubicBezTo>
                  <a:cubicBezTo>
                    <a:pt x="81" y="31"/>
                    <a:pt x="77" y="34"/>
                    <a:pt x="74" y="34"/>
                  </a:cubicBezTo>
                  <a:cubicBezTo>
                    <a:pt x="61" y="34"/>
                    <a:pt x="48" y="32"/>
                    <a:pt x="36" y="29"/>
                  </a:cubicBezTo>
                  <a:cubicBezTo>
                    <a:pt x="22" y="26"/>
                    <a:pt x="10" y="20"/>
                    <a:pt x="2" y="16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55"/>
            <p:cNvSpPr>
              <a:spLocks/>
            </p:cNvSpPr>
            <p:nvPr/>
          </p:nvSpPr>
          <p:spPr bwMode="auto">
            <a:xfrm>
              <a:off x="1957387" y="2479675"/>
              <a:ext cx="87312" cy="30163"/>
            </a:xfrm>
            <a:custGeom>
              <a:avLst/>
              <a:gdLst>
                <a:gd name="T0" fmla="*/ 2147483647 w 70"/>
                <a:gd name="T1" fmla="*/ 2147483647 h 24"/>
                <a:gd name="T2" fmla="*/ 2147483647 w 70"/>
                <a:gd name="T3" fmla="*/ 2147483647 h 24"/>
                <a:gd name="T4" fmla="*/ 2147483647 w 70"/>
                <a:gd name="T5" fmla="*/ 2147483647 h 24"/>
                <a:gd name="T6" fmla="*/ 2147483647 w 70"/>
                <a:gd name="T7" fmla="*/ 2147483647 h 24"/>
                <a:gd name="T8" fmla="*/ 2147483647 w 70"/>
                <a:gd name="T9" fmla="*/ 2147483647 h 24"/>
                <a:gd name="T10" fmla="*/ 2147483647 w 70"/>
                <a:gd name="T11" fmla="*/ 2147483647 h 24"/>
                <a:gd name="T12" fmla="*/ 2147483647 w 70"/>
                <a:gd name="T13" fmla="*/ 2147483647 h 24"/>
                <a:gd name="T14" fmla="*/ 2147483647 w 70"/>
                <a:gd name="T15" fmla="*/ 2147483647 h 24"/>
                <a:gd name="T16" fmla="*/ 2147483647 w 70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24">
                  <a:moveTo>
                    <a:pt x="2" y="15"/>
                  </a:moveTo>
                  <a:cubicBezTo>
                    <a:pt x="0" y="14"/>
                    <a:pt x="0" y="10"/>
                    <a:pt x="3" y="6"/>
                  </a:cubicBezTo>
                  <a:cubicBezTo>
                    <a:pt x="6" y="2"/>
                    <a:pt x="10" y="0"/>
                    <a:pt x="12" y="1"/>
                  </a:cubicBezTo>
                  <a:cubicBezTo>
                    <a:pt x="18" y="4"/>
                    <a:pt x="28" y="7"/>
                    <a:pt x="38" y="8"/>
                  </a:cubicBezTo>
                  <a:cubicBezTo>
                    <a:pt x="47" y="9"/>
                    <a:pt x="57" y="9"/>
                    <a:pt x="65" y="7"/>
                  </a:cubicBezTo>
                  <a:cubicBezTo>
                    <a:pt x="69" y="6"/>
                    <a:pt x="70" y="9"/>
                    <a:pt x="69" y="13"/>
                  </a:cubicBezTo>
                  <a:cubicBezTo>
                    <a:pt x="67" y="17"/>
                    <a:pt x="63" y="21"/>
                    <a:pt x="60" y="21"/>
                  </a:cubicBezTo>
                  <a:cubicBezTo>
                    <a:pt x="50" y="23"/>
                    <a:pt x="40" y="24"/>
                    <a:pt x="30" y="23"/>
                  </a:cubicBezTo>
                  <a:cubicBezTo>
                    <a:pt x="19" y="21"/>
                    <a:pt x="9" y="18"/>
                    <a:pt x="2" y="15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56"/>
            <p:cNvSpPr>
              <a:spLocks/>
            </p:cNvSpPr>
            <p:nvPr/>
          </p:nvSpPr>
          <p:spPr bwMode="auto">
            <a:xfrm>
              <a:off x="2147887" y="2101850"/>
              <a:ext cx="128587" cy="73025"/>
            </a:xfrm>
            <a:custGeom>
              <a:avLst/>
              <a:gdLst>
                <a:gd name="T0" fmla="*/ 2147483647 w 104"/>
                <a:gd name="T1" fmla="*/ 2147483647 h 59"/>
                <a:gd name="T2" fmla="*/ 2147483647 w 104"/>
                <a:gd name="T3" fmla="*/ 2147483647 h 59"/>
                <a:gd name="T4" fmla="*/ 2147483647 w 104"/>
                <a:gd name="T5" fmla="*/ 2147483647 h 59"/>
                <a:gd name="T6" fmla="*/ 2147483647 w 104"/>
                <a:gd name="T7" fmla="*/ 2147483647 h 59"/>
                <a:gd name="T8" fmla="*/ 2147483647 w 104"/>
                <a:gd name="T9" fmla="*/ 2147483647 h 59"/>
                <a:gd name="T10" fmla="*/ 2147483647 w 104"/>
                <a:gd name="T11" fmla="*/ 2147483647 h 59"/>
                <a:gd name="T12" fmla="*/ 2147483647 w 104"/>
                <a:gd name="T13" fmla="*/ 2147483647 h 59"/>
                <a:gd name="T14" fmla="*/ 2147483647 w 104"/>
                <a:gd name="T15" fmla="*/ 2147483647 h 59"/>
                <a:gd name="T16" fmla="*/ 2147483647 w 104"/>
                <a:gd name="T17" fmla="*/ 2147483647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59">
                  <a:moveTo>
                    <a:pt x="5" y="57"/>
                  </a:moveTo>
                  <a:cubicBezTo>
                    <a:pt x="1" y="59"/>
                    <a:pt x="0" y="57"/>
                    <a:pt x="1" y="52"/>
                  </a:cubicBezTo>
                  <a:cubicBezTo>
                    <a:pt x="3" y="47"/>
                    <a:pt x="7" y="41"/>
                    <a:pt x="11" y="39"/>
                  </a:cubicBezTo>
                  <a:cubicBezTo>
                    <a:pt x="24" y="33"/>
                    <a:pt x="40" y="26"/>
                    <a:pt x="56" y="20"/>
                  </a:cubicBezTo>
                  <a:cubicBezTo>
                    <a:pt x="71" y="14"/>
                    <a:pt x="86" y="8"/>
                    <a:pt x="98" y="2"/>
                  </a:cubicBezTo>
                  <a:cubicBezTo>
                    <a:pt x="102" y="0"/>
                    <a:pt x="104" y="2"/>
                    <a:pt x="102" y="7"/>
                  </a:cubicBezTo>
                  <a:cubicBezTo>
                    <a:pt x="100" y="12"/>
                    <a:pt x="96" y="18"/>
                    <a:pt x="92" y="20"/>
                  </a:cubicBezTo>
                  <a:cubicBezTo>
                    <a:pt x="79" y="26"/>
                    <a:pt x="64" y="32"/>
                    <a:pt x="48" y="39"/>
                  </a:cubicBezTo>
                  <a:cubicBezTo>
                    <a:pt x="33" y="45"/>
                    <a:pt x="18" y="51"/>
                    <a:pt x="5" y="5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57"/>
            <p:cNvSpPr>
              <a:spLocks/>
            </p:cNvSpPr>
            <p:nvPr/>
          </p:nvSpPr>
          <p:spPr bwMode="auto">
            <a:xfrm>
              <a:off x="2149475" y="2228850"/>
              <a:ext cx="139700" cy="36513"/>
            </a:xfrm>
            <a:custGeom>
              <a:avLst/>
              <a:gdLst>
                <a:gd name="T0" fmla="*/ 2147483647 w 112"/>
                <a:gd name="T1" fmla="*/ 2147483647 h 30"/>
                <a:gd name="T2" fmla="*/ 2147483647 w 112"/>
                <a:gd name="T3" fmla="*/ 2147483647 h 30"/>
                <a:gd name="T4" fmla="*/ 2147483647 w 112"/>
                <a:gd name="T5" fmla="*/ 2147483647 h 30"/>
                <a:gd name="T6" fmla="*/ 2147483647 w 112"/>
                <a:gd name="T7" fmla="*/ 2147483647 h 30"/>
                <a:gd name="T8" fmla="*/ 2147483647 w 112"/>
                <a:gd name="T9" fmla="*/ 2147483647 h 30"/>
                <a:gd name="T10" fmla="*/ 2147483647 w 112"/>
                <a:gd name="T11" fmla="*/ 0 h 30"/>
                <a:gd name="T12" fmla="*/ 2147483647 w 112"/>
                <a:gd name="T13" fmla="*/ 2147483647 h 30"/>
                <a:gd name="T14" fmla="*/ 2147483647 w 112"/>
                <a:gd name="T15" fmla="*/ 2147483647 h 30"/>
                <a:gd name="T16" fmla="*/ 2147483647 w 112"/>
                <a:gd name="T17" fmla="*/ 2147483647 h 30"/>
                <a:gd name="T18" fmla="*/ 2147483647 w 112"/>
                <a:gd name="T19" fmla="*/ 2147483647 h 30"/>
                <a:gd name="T20" fmla="*/ 2147483647 w 112"/>
                <a:gd name="T21" fmla="*/ 2147483647 h 30"/>
                <a:gd name="T22" fmla="*/ 2147483647 w 112"/>
                <a:gd name="T23" fmla="*/ 2147483647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2" h="30">
                  <a:moveTo>
                    <a:pt x="4" y="30"/>
                  </a:moveTo>
                  <a:cubicBezTo>
                    <a:pt x="1" y="30"/>
                    <a:pt x="0" y="27"/>
                    <a:pt x="3" y="22"/>
                  </a:cubicBezTo>
                  <a:cubicBezTo>
                    <a:pt x="6" y="17"/>
                    <a:pt x="11" y="12"/>
                    <a:pt x="14" y="12"/>
                  </a:cubicBezTo>
                  <a:cubicBezTo>
                    <a:pt x="28" y="9"/>
                    <a:pt x="45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78" y="4"/>
                    <a:pt x="95" y="3"/>
                    <a:pt x="109" y="0"/>
                  </a:cubicBezTo>
                  <a:cubicBezTo>
                    <a:pt x="112" y="0"/>
                    <a:pt x="112" y="3"/>
                    <a:pt x="110" y="8"/>
                  </a:cubicBezTo>
                  <a:cubicBezTo>
                    <a:pt x="107" y="13"/>
                    <a:pt x="102" y="18"/>
                    <a:pt x="98" y="18"/>
                  </a:cubicBezTo>
                  <a:cubicBezTo>
                    <a:pt x="84" y="21"/>
                    <a:pt x="67" y="23"/>
                    <a:pt x="51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34" y="26"/>
                    <a:pt x="18" y="27"/>
                    <a:pt x="4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58"/>
            <p:cNvSpPr>
              <a:spLocks/>
            </p:cNvSpPr>
            <p:nvPr/>
          </p:nvSpPr>
          <p:spPr bwMode="auto">
            <a:xfrm>
              <a:off x="2125662" y="2322512"/>
              <a:ext cx="114300" cy="36513"/>
            </a:xfrm>
            <a:custGeom>
              <a:avLst/>
              <a:gdLst>
                <a:gd name="T0" fmla="*/ 2147483647 w 92"/>
                <a:gd name="T1" fmla="*/ 2147483647 h 30"/>
                <a:gd name="T2" fmla="*/ 2147483647 w 92"/>
                <a:gd name="T3" fmla="*/ 2147483647 h 30"/>
                <a:gd name="T4" fmla="*/ 2147483647 w 92"/>
                <a:gd name="T5" fmla="*/ 0 h 30"/>
                <a:gd name="T6" fmla="*/ 2147483647 w 92"/>
                <a:gd name="T7" fmla="*/ 2147483647 h 30"/>
                <a:gd name="T8" fmla="*/ 2147483647 w 92"/>
                <a:gd name="T9" fmla="*/ 2147483647 h 30"/>
                <a:gd name="T10" fmla="*/ 2147483647 w 92"/>
                <a:gd name="T11" fmla="*/ 2147483647 h 30"/>
                <a:gd name="T12" fmla="*/ 2147483647 w 92"/>
                <a:gd name="T13" fmla="*/ 2147483647 h 30"/>
                <a:gd name="T14" fmla="*/ 2147483647 w 92"/>
                <a:gd name="T15" fmla="*/ 2147483647 h 30"/>
                <a:gd name="T16" fmla="*/ 2147483647 w 92"/>
                <a:gd name="T17" fmla="*/ 2147483647 h 30"/>
                <a:gd name="T18" fmla="*/ 2147483647 w 92"/>
                <a:gd name="T19" fmla="*/ 2147483647 h 30"/>
                <a:gd name="T20" fmla="*/ 2147483647 w 92"/>
                <a:gd name="T21" fmla="*/ 2147483647 h 30"/>
                <a:gd name="T22" fmla="*/ 2147483647 w 92"/>
                <a:gd name="T23" fmla="*/ 2147483647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2" h="30">
                  <a:moveTo>
                    <a:pt x="2" y="11"/>
                  </a:moveTo>
                  <a:cubicBezTo>
                    <a:pt x="0" y="11"/>
                    <a:pt x="0" y="8"/>
                    <a:pt x="4" y="5"/>
                  </a:cubicBezTo>
                  <a:cubicBezTo>
                    <a:pt x="7" y="2"/>
                    <a:pt x="12" y="0"/>
                    <a:pt x="15" y="0"/>
                  </a:cubicBezTo>
                  <a:cubicBezTo>
                    <a:pt x="27" y="2"/>
                    <a:pt x="40" y="6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65" y="13"/>
                    <a:pt x="78" y="17"/>
                    <a:pt x="89" y="19"/>
                  </a:cubicBezTo>
                  <a:cubicBezTo>
                    <a:pt x="92" y="19"/>
                    <a:pt x="91" y="22"/>
                    <a:pt x="88" y="25"/>
                  </a:cubicBezTo>
                  <a:cubicBezTo>
                    <a:pt x="84" y="28"/>
                    <a:pt x="79" y="30"/>
                    <a:pt x="77" y="29"/>
                  </a:cubicBezTo>
                  <a:cubicBezTo>
                    <a:pt x="65" y="27"/>
                    <a:pt x="52" y="24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26" y="17"/>
                    <a:pt x="14" y="13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59"/>
            <p:cNvSpPr>
              <a:spLocks/>
            </p:cNvSpPr>
            <p:nvPr/>
          </p:nvSpPr>
          <p:spPr bwMode="auto">
            <a:xfrm>
              <a:off x="2112962" y="1987550"/>
              <a:ext cx="85725" cy="123825"/>
            </a:xfrm>
            <a:custGeom>
              <a:avLst/>
              <a:gdLst>
                <a:gd name="T0" fmla="*/ 2147483647 w 70"/>
                <a:gd name="T1" fmla="*/ 2147483647 h 99"/>
                <a:gd name="T2" fmla="*/ 2147483647 w 70"/>
                <a:gd name="T3" fmla="*/ 2147483647 h 99"/>
                <a:gd name="T4" fmla="*/ 2147483647 w 70"/>
                <a:gd name="T5" fmla="*/ 2147483647 h 99"/>
                <a:gd name="T6" fmla="*/ 2147483647 w 70"/>
                <a:gd name="T7" fmla="*/ 2147483647 h 99"/>
                <a:gd name="T8" fmla="*/ 2147483647 w 70"/>
                <a:gd name="T9" fmla="*/ 2147483647 h 99"/>
                <a:gd name="T10" fmla="*/ 2147483647 w 70"/>
                <a:gd name="T11" fmla="*/ 2147483647 h 99"/>
                <a:gd name="T12" fmla="*/ 2147483647 w 70"/>
                <a:gd name="T13" fmla="*/ 2147483647 h 99"/>
                <a:gd name="T14" fmla="*/ 2147483647 w 70"/>
                <a:gd name="T15" fmla="*/ 2147483647 h 99"/>
                <a:gd name="T16" fmla="*/ 2147483647 w 70"/>
                <a:gd name="T17" fmla="*/ 2147483647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99">
                  <a:moveTo>
                    <a:pt x="7" y="96"/>
                  </a:moveTo>
                  <a:cubicBezTo>
                    <a:pt x="5" y="99"/>
                    <a:pt x="2" y="98"/>
                    <a:pt x="1" y="93"/>
                  </a:cubicBezTo>
                  <a:cubicBezTo>
                    <a:pt x="0" y="88"/>
                    <a:pt x="2" y="81"/>
                    <a:pt x="4" y="77"/>
                  </a:cubicBezTo>
                  <a:cubicBezTo>
                    <a:pt x="12" y="65"/>
                    <a:pt x="23" y="52"/>
                    <a:pt x="34" y="39"/>
                  </a:cubicBezTo>
                  <a:cubicBezTo>
                    <a:pt x="45" y="27"/>
                    <a:pt x="56" y="15"/>
                    <a:pt x="64" y="3"/>
                  </a:cubicBezTo>
                  <a:cubicBezTo>
                    <a:pt x="66" y="0"/>
                    <a:pt x="69" y="1"/>
                    <a:pt x="69" y="6"/>
                  </a:cubicBezTo>
                  <a:cubicBezTo>
                    <a:pt x="70" y="11"/>
                    <a:pt x="69" y="18"/>
                    <a:pt x="66" y="22"/>
                  </a:cubicBezTo>
                  <a:cubicBezTo>
                    <a:pt x="58" y="34"/>
                    <a:pt x="47" y="46"/>
                    <a:pt x="36" y="59"/>
                  </a:cubicBezTo>
                  <a:cubicBezTo>
                    <a:pt x="26" y="72"/>
                    <a:pt x="15" y="84"/>
                    <a:pt x="7" y="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60"/>
            <p:cNvSpPr>
              <a:spLocks/>
            </p:cNvSpPr>
            <p:nvPr/>
          </p:nvSpPr>
          <p:spPr bwMode="auto">
            <a:xfrm>
              <a:off x="2030412" y="1941512"/>
              <a:ext cx="49212" cy="142875"/>
            </a:xfrm>
            <a:custGeom>
              <a:avLst/>
              <a:gdLst>
                <a:gd name="T0" fmla="*/ 2147483647 w 40"/>
                <a:gd name="T1" fmla="*/ 2147483647 h 115"/>
                <a:gd name="T2" fmla="*/ 2147483647 w 40"/>
                <a:gd name="T3" fmla="*/ 2147483647 h 115"/>
                <a:gd name="T4" fmla="*/ 2147483647 w 40"/>
                <a:gd name="T5" fmla="*/ 2147483647 h 115"/>
                <a:gd name="T6" fmla="*/ 2147483647 w 40"/>
                <a:gd name="T7" fmla="*/ 2147483647 h 115"/>
                <a:gd name="T8" fmla="*/ 2147483647 w 40"/>
                <a:gd name="T9" fmla="*/ 2147483647 h 115"/>
                <a:gd name="T10" fmla="*/ 2147483647 w 40"/>
                <a:gd name="T11" fmla="*/ 2147483647 h 115"/>
                <a:gd name="T12" fmla="*/ 2147483647 w 40"/>
                <a:gd name="T13" fmla="*/ 2147483647 h 115"/>
                <a:gd name="T14" fmla="*/ 2147483647 w 40"/>
                <a:gd name="T15" fmla="*/ 2147483647 h 115"/>
                <a:gd name="T16" fmla="*/ 2147483647 w 40"/>
                <a:gd name="T17" fmla="*/ 2147483647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115">
                  <a:moveTo>
                    <a:pt x="11" y="111"/>
                  </a:moveTo>
                  <a:cubicBezTo>
                    <a:pt x="10" y="115"/>
                    <a:pt x="7" y="115"/>
                    <a:pt x="4" y="110"/>
                  </a:cubicBezTo>
                  <a:cubicBezTo>
                    <a:pt x="2" y="106"/>
                    <a:pt x="0" y="99"/>
                    <a:pt x="1" y="95"/>
                  </a:cubicBezTo>
                  <a:cubicBezTo>
                    <a:pt x="5" y="80"/>
                    <a:pt x="10" y="64"/>
                    <a:pt x="15" y="48"/>
                  </a:cubicBezTo>
                  <a:cubicBezTo>
                    <a:pt x="21" y="33"/>
                    <a:pt x="26" y="17"/>
                    <a:pt x="29" y="4"/>
                  </a:cubicBezTo>
                  <a:cubicBezTo>
                    <a:pt x="30" y="0"/>
                    <a:pt x="33" y="0"/>
                    <a:pt x="36" y="4"/>
                  </a:cubicBezTo>
                  <a:cubicBezTo>
                    <a:pt x="38" y="9"/>
                    <a:pt x="40" y="16"/>
                    <a:pt x="39" y="20"/>
                  </a:cubicBezTo>
                  <a:cubicBezTo>
                    <a:pt x="35" y="34"/>
                    <a:pt x="30" y="50"/>
                    <a:pt x="25" y="66"/>
                  </a:cubicBezTo>
                  <a:cubicBezTo>
                    <a:pt x="19" y="82"/>
                    <a:pt x="14" y="97"/>
                    <a:pt x="11" y="1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61"/>
            <p:cNvSpPr>
              <a:spLocks/>
            </p:cNvSpPr>
            <p:nvPr/>
          </p:nvSpPr>
          <p:spPr bwMode="auto">
            <a:xfrm>
              <a:off x="1919287" y="1949450"/>
              <a:ext cx="39687" cy="141288"/>
            </a:xfrm>
            <a:custGeom>
              <a:avLst/>
              <a:gdLst>
                <a:gd name="T0" fmla="*/ 2147483647 w 32"/>
                <a:gd name="T1" fmla="*/ 2147483647 h 114"/>
                <a:gd name="T2" fmla="*/ 2147483647 w 32"/>
                <a:gd name="T3" fmla="*/ 2147483647 h 114"/>
                <a:gd name="T4" fmla="*/ 2147483647 w 32"/>
                <a:gd name="T5" fmla="*/ 2147483647 h 114"/>
                <a:gd name="T6" fmla="*/ 2147483647 w 32"/>
                <a:gd name="T7" fmla="*/ 2147483647 h 114"/>
                <a:gd name="T8" fmla="*/ 2147483647 w 32"/>
                <a:gd name="T9" fmla="*/ 2147483647 h 114"/>
                <a:gd name="T10" fmla="*/ 2147483647 w 32"/>
                <a:gd name="T11" fmla="*/ 2147483647 h 114"/>
                <a:gd name="T12" fmla="*/ 2147483647 w 32"/>
                <a:gd name="T13" fmla="*/ 2147483647 h 114"/>
                <a:gd name="T14" fmla="*/ 2147483647 w 32"/>
                <a:gd name="T15" fmla="*/ 2147483647 h 114"/>
                <a:gd name="T16" fmla="*/ 2147483647 w 32"/>
                <a:gd name="T17" fmla="*/ 2147483647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114">
                  <a:moveTo>
                    <a:pt x="31" y="109"/>
                  </a:moveTo>
                  <a:cubicBezTo>
                    <a:pt x="32" y="113"/>
                    <a:pt x="29" y="114"/>
                    <a:pt x="25" y="111"/>
                  </a:cubicBezTo>
                  <a:cubicBezTo>
                    <a:pt x="21" y="109"/>
                    <a:pt x="16" y="103"/>
                    <a:pt x="15" y="99"/>
                  </a:cubicBezTo>
                  <a:cubicBezTo>
                    <a:pt x="12" y="85"/>
                    <a:pt x="10" y="68"/>
                    <a:pt x="8" y="51"/>
                  </a:cubicBezTo>
                  <a:cubicBezTo>
                    <a:pt x="6" y="35"/>
                    <a:pt x="4" y="18"/>
                    <a:pt x="1" y="5"/>
                  </a:cubicBezTo>
                  <a:cubicBezTo>
                    <a:pt x="0" y="1"/>
                    <a:pt x="3" y="0"/>
                    <a:pt x="7" y="3"/>
                  </a:cubicBezTo>
                  <a:cubicBezTo>
                    <a:pt x="12" y="5"/>
                    <a:pt x="16" y="11"/>
                    <a:pt x="17" y="15"/>
                  </a:cubicBezTo>
                  <a:cubicBezTo>
                    <a:pt x="20" y="29"/>
                    <a:pt x="22" y="46"/>
                    <a:pt x="24" y="63"/>
                  </a:cubicBezTo>
                  <a:cubicBezTo>
                    <a:pt x="26" y="79"/>
                    <a:pt x="28" y="95"/>
                    <a:pt x="31" y="1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62"/>
            <p:cNvSpPr>
              <a:spLocks/>
            </p:cNvSpPr>
            <p:nvPr/>
          </p:nvSpPr>
          <p:spPr bwMode="auto">
            <a:xfrm>
              <a:off x="1784350" y="2005012"/>
              <a:ext cx="100012" cy="111125"/>
            </a:xfrm>
            <a:custGeom>
              <a:avLst/>
              <a:gdLst>
                <a:gd name="T0" fmla="*/ 2147483647 w 81"/>
                <a:gd name="T1" fmla="*/ 2147483647 h 89"/>
                <a:gd name="T2" fmla="*/ 2147483647 w 81"/>
                <a:gd name="T3" fmla="*/ 2147483647 h 89"/>
                <a:gd name="T4" fmla="*/ 2147483647 w 81"/>
                <a:gd name="T5" fmla="*/ 2147483647 h 89"/>
                <a:gd name="T6" fmla="*/ 2147483647 w 81"/>
                <a:gd name="T7" fmla="*/ 2147483647 h 89"/>
                <a:gd name="T8" fmla="*/ 2147483647 w 81"/>
                <a:gd name="T9" fmla="*/ 2147483647 h 89"/>
                <a:gd name="T10" fmla="*/ 2147483647 w 81"/>
                <a:gd name="T11" fmla="*/ 2147483647 h 89"/>
                <a:gd name="T12" fmla="*/ 2147483647 w 81"/>
                <a:gd name="T13" fmla="*/ 2147483647 h 89"/>
                <a:gd name="T14" fmla="*/ 2147483647 w 81"/>
                <a:gd name="T15" fmla="*/ 2147483647 h 89"/>
                <a:gd name="T16" fmla="*/ 2147483647 w 81"/>
                <a:gd name="T17" fmla="*/ 2147483647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89">
                  <a:moveTo>
                    <a:pt x="78" y="84"/>
                  </a:moveTo>
                  <a:cubicBezTo>
                    <a:pt x="81" y="87"/>
                    <a:pt x="79" y="89"/>
                    <a:pt x="74" y="89"/>
                  </a:cubicBezTo>
                  <a:cubicBezTo>
                    <a:pt x="69" y="88"/>
                    <a:pt x="62" y="85"/>
                    <a:pt x="60" y="82"/>
                  </a:cubicBezTo>
                  <a:cubicBezTo>
                    <a:pt x="50" y="71"/>
                    <a:pt x="41" y="57"/>
                    <a:pt x="31" y="43"/>
                  </a:cubicBezTo>
                  <a:cubicBezTo>
                    <a:pt x="21" y="30"/>
                    <a:pt x="12" y="16"/>
                    <a:pt x="3" y="5"/>
                  </a:cubicBezTo>
                  <a:cubicBezTo>
                    <a:pt x="0" y="2"/>
                    <a:pt x="2" y="0"/>
                    <a:pt x="7" y="1"/>
                  </a:cubicBezTo>
                  <a:cubicBezTo>
                    <a:pt x="13" y="1"/>
                    <a:pt x="19" y="4"/>
                    <a:pt x="22" y="7"/>
                  </a:cubicBezTo>
                  <a:cubicBezTo>
                    <a:pt x="31" y="18"/>
                    <a:pt x="41" y="32"/>
                    <a:pt x="51" y="46"/>
                  </a:cubicBezTo>
                  <a:cubicBezTo>
                    <a:pt x="60" y="60"/>
                    <a:pt x="69" y="73"/>
                    <a:pt x="78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63"/>
            <p:cNvSpPr>
              <a:spLocks/>
            </p:cNvSpPr>
            <p:nvPr/>
          </p:nvSpPr>
          <p:spPr bwMode="auto">
            <a:xfrm>
              <a:off x="1744662" y="2338387"/>
              <a:ext cx="127000" cy="41275"/>
            </a:xfrm>
            <a:custGeom>
              <a:avLst/>
              <a:gdLst>
                <a:gd name="T0" fmla="*/ 2147483647 w 102"/>
                <a:gd name="T1" fmla="*/ 2147483647 h 33"/>
                <a:gd name="T2" fmla="*/ 2147483647 w 102"/>
                <a:gd name="T3" fmla="*/ 2147483647 h 33"/>
                <a:gd name="T4" fmla="*/ 2147483647 w 102"/>
                <a:gd name="T5" fmla="*/ 2147483647 h 33"/>
                <a:gd name="T6" fmla="*/ 2147483647 w 102"/>
                <a:gd name="T7" fmla="*/ 2147483647 h 33"/>
                <a:gd name="T8" fmla="*/ 2147483647 w 102"/>
                <a:gd name="T9" fmla="*/ 2147483647 h 33"/>
                <a:gd name="T10" fmla="*/ 2147483647 w 102"/>
                <a:gd name="T11" fmla="*/ 2147483647 h 33"/>
                <a:gd name="T12" fmla="*/ 2147483647 w 102"/>
                <a:gd name="T13" fmla="*/ 2147483647 h 33"/>
                <a:gd name="T14" fmla="*/ 2147483647 w 102"/>
                <a:gd name="T15" fmla="*/ 2147483647 h 33"/>
                <a:gd name="T16" fmla="*/ 2147483647 w 102"/>
                <a:gd name="T17" fmla="*/ 214748364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3">
                  <a:moveTo>
                    <a:pt x="97" y="1"/>
                  </a:moveTo>
                  <a:cubicBezTo>
                    <a:pt x="101" y="0"/>
                    <a:pt x="102" y="2"/>
                    <a:pt x="100" y="6"/>
                  </a:cubicBezTo>
                  <a:cubicBezTo>
                    <a:pt x="97" y="10"/>
                    <a:pt x="92" y="14"/>
                    <a:pt x="89" y="15"/>
                  </a:cubicBezTo>
                  <a:cubicBezTo>
                    <a:pt x="76" y="19"/>
                    <a:pt x="61" y="21"/>
                    <a:pt x="46" y="24"/>
                  </a:cubicBezTo>
                  <a:cubicBezTo>
                    <a:pt x="32" y="26"/>
                    <a:pt x="17" y="28"/>
                    <a:pt x="5" y="32"/>
                  </a:cubicBezTo>
                  <a:cubicBezTo>
                    <a:pt x="1" y="33"/>
                    <a:pt x="0" y="30"/>
                    <a:pt x="3" y="26"/>
                  </a:cubicBezTo>
                  <a:cubicBezTo>
                    <a:pt x="5" y="22"/>
                    <a:pt x="10" y="18"/>
                    <a:pt x="14" y="17"/>
                  </a:cubicBezTo>
                  <a:cubicBezTo>
                    <a:pt x="26" y="14"/>
                    <a:pt x="41" y="11"/>
                    <a:pt x="56" y="9"/>
                  </a:cubicBezTo>
                  <a:cubicBezTo>
                    <a:pt x="71" y="6"/>
                    <a:pt x="85" y="4"/>
                    <a:pt x="9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64"/>
            <p:cNvSpPr>
              <a:spLocks/>
            </p:cNvSpPr>
            <p:nvPr/>
          </p:nvSpPr>
          <p:spPr bwMode="auto">
            <a:xfrm>
              <a:off x="0" y="1012825"/>
              <a:ext cx="1563687" cy="266700"/>
            </a:xfrm>
            <a:custGeom>
              <a:avLst/>
              <a:gdLst>
                <a:gd name="T0" fmla="*/ 2147483647 w 985"/>
                <a:gd name="T1" fmla="*/ 0 h 168"/>
                <a:gd name="T2" fmla="*/ 2147483647 w 985"/>
                <a:gd name="T3" fmla="*/ 2147483647 h 168"/>
                <a:gd name="T4" fmla="*/ 2147483647 w 985"/>
                <a:gd name="T5" fmla="*/ 2147483647 h 168"/>
                <a:gd name="T6" fmla="*/ 0 w 985"/>
                <a:gd name="T7" fmla="*/ 2147483647 h 168"/>
                <a:gd name="T8" fmla="*/ 0 w 985"/>
                <a:gd name="T9" fmla="*/ 0 h 168"/>
                <a:gd name="T10" fmla="*/ 2147483647 w 985"/>
                <a:gd name="T11" fmla="*/ 0 h 1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5" h="168">
                  <a:moveTo>
                    <a:pt x="830" y="0"/>
                  </a:moveTo>
                  <a:lnTo>
                    <a:pt x="985" y="116"/>
                  </a:lnTo>
                  <a:lnTo>
                    <a:pt x="985" y="168"/>
                  </a:lnTo>
                  <a:lnTo>
                    <a:pt x="0" y="168"/>
                  </a:lnTo>
                  <a:lnTo>
                    <a:pt x="0" y="0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Rectangle 65"/>
            <p:cNvSpPr>
              <a:spLocks noChangeArrowheads="1"/>
            </p:cNvSpPr>
            <p:nvPr/>
          </p:nvSpPr>
          <p:spPr bwMode="auto">
            <a:xfrm>
              <a:off x="0" y="1012825"/>
              <a:ext cx="1317625" cy="82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2" name="Rectangle 66"/>
            <p:cNvSpPr>
              <a:spLocks noChangeArrowheads="1"/>
            </p:cNvSpPr>
            <p:nvPr/>
          </p:nvSpPr>
          <p:spPr bwMode="auto">
            <a:xfrm>
              <a:off x="639762" y="479425"/>
              <a:ext cx="122237" cy="533400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3" name="Rectangle 67"/>
            <p:cNvSpPr>
              <a:spLocks noChangeArrowheads="1"/>
            </p:cNvSpPr>
            <p:nvPr/>
          </p:nvSpPr>
          <p:spPr bwMode="auto">
            <a:xfrm>
              <a:off x="661987" y="523875"/>
              <a:ext cx="76200" cy="10160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4" name="Rectangle 68"/>
            <p:cNvSpPr>
              <a:spLocks noChangeArrowheads="1"/>
            </p:cNvSpPr>
            <p:nvPr/>
          </p:nvSpPr>
          <p:spPr bwMode="auto">
            <a:xfrm>
              <a:off x="661987" y="657225"/>
              <a:ext cx="28575" cy="322263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5" name="Rectangle 69"/>
            <p:cNvSpPr>
              <a:spLocks noChangeArrowheads="1"/>
            </p:cNvSpPr>
            <p:nvPr/>
          </p:nvSpPr>
          <p:spPr bwMode="auto">
            <a:xfrm>
              <a:off x="708025" y="657225"/>
              <a:ext cx="30162" cy="322263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6" name="Rectangle 70"/>
            <p:cNvSpPr>
              <a:spLocks noChangeArrowheads="1"/>
            </p:cNvSpPr>
            <p:nvPr/>
          </p:nvSpPr>
          <p:spPr bwMode="auto">
            <a:xfrm>
              <a:off x="762000" y="561975"/>
              <a:ext cx="93662" cy="450850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7" name="Freeform 71"/>
            <p:cNvSpPr>
              <a:spLocks/>
            </p:cNvSpPr>
            <p:nvPr/>
          </p:nvSpPr>
          <p:spPr bwMode="auto">
            <a:xfrm>
              <a:off x="790575" y="611187"/>
              <a:ext cx="38100" cy="149225"/>
            </a:xfrm>
            <a:custGeom>
              <a:avLst/>
              <a:gdLst>
                <a:gd name="T0" fmla="*/ 0 w 24"/>
                <a:gd name="T1" fmla="*/ 2147483647 h 94"/>
                <a:gd name="T2" fmla="*/ 2147483647 w 24"/>
                <a:gd name="T3" fmla="*/ 2147483647 h 94"/>
                <a:gd name="T4" fmla="*/ 2147483647 w 24"/>
                <a:gd name="T5" fmla="*/ 0 h 94"/>
                <a:gd name="T6" fmla="*/ 0 w 24"/>
                <a:gd name="T7" fmla="*/ 0 h 94"/>
                <a:gd name="T8" fmla="*/ 0 w 24"/>
                <a:gd name="T9" fmla="*/ 2147483647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4">
                  <a:moveTo>
                    <a:pt x="0" y="94"/>
                  </a:moveTo>
                  <a:lnTo>
                    <a:pt x="24" y="94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Rectangle 72"/>
            <p:cNvSpPr>
              <a:spLocks noChangeArrowheads="1"/>
            </p:cNvSpPr>
            <p:nvPr/>
          </p:nvSpPr>
          <p:spPr bwMode="auto">
            <a:xfrm>
              <a:off x="482600" y="561975"/>
              <a:ext cx="95250" cy="45085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39" name="Rectangle 73"/>
            <p:cNvSpPr>
              <a:spLocks noChangeArrowheads="1"/>
            </p:cNvSpPr>
            <p:nvPr/>
          </p:nvSpPr>
          <p:spPr bwMode="auto">
            <a:xfrm>
              <a:off x="482600" y="561975"/>
              <a:ext cx="95250" cy="41275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0" name="Rectangle 74"/>
            <p:cNvSpPr>
              <a:spLocks noChangeArrowheads="1"/>
            </p:cNvSpPr>
            <p:nvPr/>
          </p:nvSpPr>
          <p:spPr bwMode="auto">
            <a:xfrm>
              <a:off x="515937" y="622300"/>
              <a:ext cx="26987" cy="361950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1" name="Rectangle 75"/>
            <p:cNvSpPr>
              <a:spLocks noChangeArrowheads="1"/>
            </p:cNvSpPr>
            <p:nvPr/>
          </p:nvSpPr>
          <p:spPr bwMode="auto">
            <a:xfrm>
              <a:off x="577850" y="314325"/>
              <a:ext cx="61912" cy="698500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2" name="Rectangle 76"/>
            <p:cNvSpPr>
              <a:spLocks noChangeArrowheads="1"/>
            </p:cNvSpPr>
            <p:nvPr/>
          </p:nvSpPr>
          <p:spPr bwMode="auto">
            <a:xfrm>
              <a:off x="592137" y="336550"/>
              <a:ext cx="31750" cy="587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3" name="Rectangle 77"/>
            <p:cNvSpPr>
              <a:spLocks noChangeArrowheads="1"/>
            </p:cNvSpPr>
            <p:nvPr/>
          </p:nvSpPr>
          <p:spPr bwMode="auto">
            <a:xfrm>
              <a:off x="592137" y="414337"/>
              <a:ext cx="31750" cy="57150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4" name="Rectangle 78"/>
            <p:cNvSpPr>
              <a:spLocks noChangeArrowheads="1"/>
            </p:cNvSpPr>
            <p:nvPr/>
          </p:nvSpPr>
          <p:spPr bwMode="auto">
            <a:xfrm>
              <a:off x="592137" y="490537"/>
              <a:ext cx="31750" cy="587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5" name="Rectangle 79"/>
            <p:cNvSpPr>
              <a:spLocks noChangeArrowheads="1"/>
            </p:cNvSpPr>
            <p:nvPr/>
          </p:nvSpPr>
          <p:spPr bwMode="auto">
            <a:xfrm>
              <a:off x="334962" y="439737"/>
              <a:ext cx="147637" cy="573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6" name="Rectangle 80"/>
            <p:cNvSpPr>
              <a:spLocks noChangeArrowheads="1"/>
            </p:cNvSpPr>
            <p:nvPr/>
          </p:nvSpPr>
          <p:spPr bwMode="auto">
            <a:xfrm>
              <a:off x="385762" y="820737"/>
              <a:ext cx="46037" cy="1476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7" name="Rectangle 81"/>
            <p:cNvSpPr>
              <a:spLocks noChangeArrowheads="1"/>
            </p:cNvSpPr>
            <p:nvPr/>
          </p:nvSpPr>
          <p:spPr bwMode="auto">
            <a:xfrm>
              <a:off x="385762" y="652462"/>
              <a:ext cx="46037" cy="147638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8" name="Rectangle 82"/>
            <p:cNvSpPr>
              <a:spLocks noChangeArrowheads="1"/>
            </p:cNvSpPr>
            <p:nvPr/>
          </p:nvSpPr>
          <p:spPr bwMode="auto">
            <a:xfrm>
              <a:off x="385762" y="482600"/>
              <a:ext cx="46037" cy="1476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49" name="Oval 83"/>
            <p:cNvSpPr>
              <a:spLocks noChangeArrowheads="1"/>
            </p:cNvSpPr>
            <p:nvPr/>
          </p:nvSpPr>
          <p:spPr bwMode="auto">
            <a:xfrm>
              <a:off x="855662" y="762000"/>
              <a:ext cx="250825" cy="250825"/>
            </a:xfrm>
            <a:prstGeom prst="ellipse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50" name="Oval 84"/>
            <p:cNvSpPr>
              <a:spLocks noChangeArrowheads="1"/>
            </p:cNvSpPr>
            <p:nvPr/>
          </p:nvSpPr>
          <p:spPr bwMode="auto">
            <a:xfrm>
              <a:off x="881062" y="787400"/>
              <a:ext cx="198437" cy="1984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51" name="Freeform 85"/>
            <p:cNvSpPr>
              <a:spLocks noEditPoints="1"/>
            </p:cNvSpPr>
            <p:nvPr/>
          </p:nvSpPr>
          <p:spPr bwMode="auto">
            <a:xfrm>
              <a:off x="927100" y="835025"/>
              <a:ext cx="98425" cy="52388"/>
            </a:xfrm>
            <a:custGeom>
              <a:avLst/>
              <a:gdLst>
                <a:gd name="T0" fmla="*/ 2147483647 w 62"/>
                <a:gd name="T1" fmla="*/ 2147483647 h 33"/>
                <a:gd name="T2" fmla="*/ 0 w 62"/>
                <a:gd name="T3" fmla="*/ 0 h 33"/>
                <a:gd name="T4" fmla="*/ 2147483647 w 62"/>
                <a:gd name="T5" fmla="*/ 2147483647 h 33"/>
                <a:gd name="T6" fmla="*/ 2147483647 w 62"/>
                <a:gd name="T7" fmla="*/ 2147483647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3">
                  <a:moveTo>
                    <a:pt x="34" y="33"/>
                  </a:moveTo>
                  <a:lnTo>
                    <a:pt x="0" y="0"/>
                  </a:lnTo>
                  <a:moveTo>
                    <a:pt x="34" y="33"/>
                  </a:moveTo>
                  <a:lnTo>
                    <a:pt x="62" y="18"/>
                  </a:lnTo>
                </a:path>
              </a:pathLst>
            </a:custGeom>
            <a:noFill/>
            <a:ln w="19050" cap="rnd" cmpd="sng">
              <a:solidFill>
                <a:srgbClr val="E31D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Freeform 86"/>
            <p:cNvSpPr>
              <a:spLocks noEditPoints="1"/>
            </p:cNvSpPr>
            <p:nvPr/>
          </p:nvSpPr>
          <p:spPr bwMode="auto">
            <a:xfrm>
              <a:off x="3435350" y="2971800"/>
              <a:ext cx="107950" cy="150813"/>
            </a:xfrm>
            <a:custGeom>
              <a:avLst/>
              <a:gdLst>
                <a:gd name="T0" fmla="*/ 2147483647 w 87"/>
                <a:gd name="T1" fmla="*/ 0 h 121"/>
                <a:gd name="T2" fmla="*/ 2147483647 w 87"/>
                <a:gd name="T3" fmla="*/ 2147483647 h 121"/>
                <a:gd name="T4" fmla="*/ 2147483647 w 87"/>
                <a:gd name="T5" fmla="*/ 2147483647 h 121"/>
                <a:gd name="T6" fmla="*/ 2147483647 w 87"/>
                <a:gd name="T7" fmla="*/ 2147483647 h 121"/>
                <a:gd name="T8" fmla="*/ 2147483647 w 87"/>
                <a:gd name="T9" fmla="*/ 2147483647 h 121"/>
                <a:gd name="T10" fmla="*/ 2147483647 w 87"/>
                <a:gd name="T11" fmla="*/ 2147483647 h 121"/>
                <a:gd name="T12" fmla="*/ 2147483647 w 87"/>
                <a:gd name="T13" fmla="*/ 0 h 121"/>
                <a:gd name="T14" fmla="*/ 2147483647 w 87"/>
                <a:gd name="T15" fmla="*/ 2147483647 h 121"/>
                <a:gd name="T16" fmla="*/ 0 w 87"/>
                <a:gd name="T17" fmla="*/ 2147483647 h 121"/>
                <a:gd name="T18" fmla="*/ 2147483647 w 87"/>
                <a:gd name="T19" fmla="*/ 0 h 121"/>
                <a:gd name="T20" fmla="*/ 2147483647 w 87"/>
                <a:gd name="T21" fmla="*/ 2147483647 h 121"/>
                <a:gd name="T22" fmla="*/ 2147483647 w 87"/>
                <a:gd name="T23" fmla="*/ 2147483647 h 121"/>
                <a:gd name="T24" fmla="*/ 2147483647 w 87"/>
                <a:gd name="T25" fmla="*/ 2147483647 h 121"/>
                <a:gd name="T26" fmla="*/ 2147483647 w 87"/>
                <a:gd name="T27" fmla="*/ 2147483647 h 1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7" h="121">
                  <a:moveTo>
                    <a:pt x="43" y="0"/>
                  </a:moveTo>
                  <a:cubicBezTo>
                    <a:pt x="67" y="0"/>
                    <a:pt x="87" y="27"/>
                    <a:pt x="87" y="60"/>
                  </a:cubicBezTo>
                  <a:cubicBezTo>
                    <a:pt x="87" y="94"/>
                    <a:pt x="67" y="121"/>
                    <a:pt x="43" y="121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58" y="101"/>
                    <a:pt x="70" y="83"/>
                    <a:pt x="70" y="60"/>
                  </a:cubicBezTo>
                  <a:cubicBezTo>
                    <a:pt x="70" y="38"/>
                    <a:pt x="58" y="20"/>
                    <a:pt x="43" y="20"/>
                  </a:cubicBezTo>
                  <a:lnTo>
                    <a:pt x="43" y="0"/>
                  </a:lnTo>
                  <a:close/>
                  <a:moveTo>
                    <a:pt x="43" y="121"/>
                  </a:moveTo>
                  <a:cubicBezTo>
                    <a:pt x="20" y="121"/>
                    <a:pt x="0" y="94"/>
                    <a:pt x="0" y="60"/>
                  </a:cubicBezTo>
                  <a:cubicBezTo>
                    <a:pt x="0" y="27"/>
                    <a:pt x="20" y="0"/>
                    <a:pt x="43" y="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29" y="20"/>
                    <a:pt x="17" y="38"/>
                    <a:pt x="17" y="60"/>
                  </a:cubicBezTo>
                  <a:cubicBezTo>
                    <a:pt x="17" y="83"/>
                    <a:pt x="29" y="101"/>
                    <a:pt x="43" y="101"/>
                  </a:cubicBezTo>
                  <a:lnTo>
                    <a:pt x="43" y="121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Freeform 87"/>
            <p:cNvSpPr>
              <a:spLocks/>
            </p:cNvSpPr>
            <p:nvPr/>
          </p:nvSpPr>
          <p:spPr bwMode="auto">
            <a:xfrm>
              <a:off x="3435350" y="3049587"/>
              <a:ext cx="107950" cy="73025"/>
            </a:xfrm>
            <a:custGeom>
              <a:avLst/>
              <a:gdLst>
                <a:gd name="T0" fmla="*/ 2147483647 w 87"/>
                <a:gd name="T1" fmla="*/ 0 h 59"/>
                <a:gd name="T2" fmla="*/ 2147483647 w 87"/>
                <a:gd name="T3" fmla="*/ 2147483647 h 59"/>
                <a:gd name="T4" fmla="*/ 0 w 87"/>
                <a:gd name="T5" fmla="*/ 0 h 59"/>
                <a:gd name="T6" fmla="*/ 2147483647 w 87"/>
                <a:gd name="T7" fmla="*/ 0 h 59"/>
                <a:gd name="T8" fmla="*/ 2147483647 w 87"/>
                <a:gd name="T9" fmla="*/ 2147483647 h 59"/>
                <a:gd name="T10" fmla="*/ 2147483647 w 87"/>
                <a:gd name="T11" fmla="*/ 0 h 59"/>
                <a:gd name="T12" fmla="*/ 2147483647 w 87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59">
                  <a:moveTo>
                    <a:pt x="87" y="0"/>
                  </a:moveTo>
                  <a:cubicBezTo>
                    <a:pt x="86" y="32"/>
                    <a:pt x="67" y="59"/>
                    <a:pt x="43" y="59"/>
                  </a:cubicBezTo>
                  <a:cubicBezTo>
                    <a:pt x="20" y="59"/>
                    <a:pt x="1" y="32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21"/>
                    <a:pt x="29" y="39"/>
                    <a:pt x="43" y="39"/>
                  </a:cubicBezTo>
                  <a:cubicBezTo>
                    <a:pt x="58" y="39"/>
                    <a:pt x="69" y="21"/>
                    <a:pt x="70" y="0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4" name="Freeform 88"/>
            <p:cNvSpPr>
              <a:spLocks/>
            </p:cNvSpPr>
            <p:nvPr/>
          </p:nvSpPr>
          <p:spPr bwMode="auto">
            <a:xfrm>
              <a:off x="3252787" y="2936875"/>
              <a:ext cx="234950" cy="284163"/>
            </a:xfrm>
            <a:custGeom>
              <a:avLst/>
              <a:gdLst>
                <a:gd name="T0" fmla="*/ 2147483647 w 190"/>
                <a:gd name="T1" fmla="*/ 0 h 230"/>
                <a:gd name="T2" fmla="*/ 2147483647 w 190"/>
                <a:gd name="T3" fmla="*/ 0 h 230"/>
                <a:gd name="T4" fmla="*/ 2147483647 w 190"/>
                <a:gd name="T5" fmla="*/ 2147483647 h 230"/>
                <a:gd name="T6" fmla="*/ 2147483647 w 190"/>
                <a:gd name="T7" fmla="*/ 2147483647 h 230"/>
                <a:gd name="T8" fmla="*/ 2147483647 w 190"/>
                <a:gd name="T9" fmla="*/ 2147483647 h 230"/>
                <a:gd name="T10" fmla="*/ 2147483647 w 190"/>
                <a:gd name="T11" fmla="*/ 2147483647 h 230"/>
                <a:gd name="T12" fmla="*/ 0 w 190"/>
                <a:gd name="T13" fmla="*/ 2147483647 h 230"/>
                <a:gd name="T14" fmla="*/ 0 w 190"/>
                <a:gd name="T15" fmla="*/ 2147483647 h 230"/>
                <a:gd name="T16" fmla="*/ 2147483647 w 190"/>
                <a:gd name="T17" fmla="*/ 0 h 2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0" h="230">
                  <a:moveTo>
                    <a:pt x="22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209"/>
                    <a:pt x="190" y="209"/>
                    <a:pt x="190" y="209"/>
                  </a:cubicBezTo>
                  <a:cubicBezTo>
                    <a:pt x="190" y="221"/>
                    <a:pt x="181" y="230"/>
                    <a:pt x="169" y="230"/>
                  </a:cubicBezTo>
                  <a:cubicBezTo>
                    <a:pt x="22" y="230"/>
                    <a:pt x="22" y="230"/>
                    <a:pt x="22" y="230"/>
                  </a:cubicBezTo>
                  <a:cubicBezTo>
                    <a:pt x="10" y="230"/>
                    <a:pt x="0" y="221"/>
                    <a:pt x="0" y="20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2" y="0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Freeform 89"/>
            <p:cNvSpPr>
              <a:spLocks/>
            </p:cNvSpPr>
            <p:nvPr/>
          </p:nvSpPr>
          <p:spPr bwMode="auto">
            <a:xfrm>
              <a:off x="3240087" y="2497137"/>
              <a:ext cx="211137" cy="388938"/>
            </a:xfrm>
            <a:custGeom>
              <a:avLst/>
              <a:gdLst>
                <a:gd name="T0" fmla="*/ 2147483647 w 171"/>
                <a:gd name="T1" fmla="*/ 2147483647 h 314"/>
                <a:gd name="T2" fmla="*/ 2147483647 w 171"/>
                <a:gd name="T3" fmla="*/ 0 h 314"/>
                <a:gd name="T4" fmla="*/ 2147483647 w 171"/>
                <a:gd name="T5" fmla="*/ 2147483647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1" h="314">
                  <a:moveTo>
                    <a:pt x="93" y="314"/>
                  </a:moveTo>
                  <a:cubicBezTo>
                    <a:pt x="54" y="177"/>
                    <a:pt x="171" y="165"/>
                    <a:pt x="80" y="0"/>
                  </a:cubicBezTo>
                  <a:cubicBezTo>
                    <a:pt x="123" y="152"/>
                    <a:pt x="0" y="185"/>
                    <a:pt x="93" y="314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Freeform 90"/>
            <p:cNvSpPr>
              <a:spLocks/>
            </p:cNvSpPr>
            <p:nvPr/>
          </p:nvSpPr>
          <p:spPr bwMode="auto">
            <a:xfrm>
              <a:off x="3330575" y="2608262"/>
              <a:ext cx="169862" cy="312738"/>
            </a:xfrm>
            <a:custGeom>
              <a:avLst/>
              <a:gdLst>
                <a:gd name="T0" fmla="*/ 2147483647 w 137"/>
                <a:gd name="T1" fmla="*/ 2147483647 h 253"/>
                <a:gd name="T2" fmla="*/ 2147483647 w 137"/>
                <a:gd name="T3" fmla="*/ 0 h 253"/>
                <a:gd name="T4" fmla="*/ 2147483647 w 137"/>
                <a:gd name="T5" fmla="*/ 2147483647 h 2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7" h="253">
                  <a:moveTo>
                    <a:pt x="74" y="253"/>
                  </a:moveTo>
                  <a:cubicBezTo>
                    <a:pt x="43" y="142"/>
                    <a:pt x="137" y="133"/>
                    <a:pt x="64" y="0"/>
                  </a:cubicBezTo>
                  <a:cubicBezTo>
                    <a:pt x="99" y="122"/>
                    <a:pt x="0" y="149"/>
                    <a:pt x="74" y="253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Freeform 91"/>
            <p:cNvSpPr>
              <a:spLocks/>
            </p:cNvSpPr>
            <p:nvPr/>
          </p:nvSpPr>
          <p:spPr bwMode="auto">
            <a:xfrm>
              <a:off x="3252787" y="3049587"/>
              <a:ext cx="234950" cy="171450"/>
            </a:xfrm>
            <a:custGeom>
              <a:avLst/>
              <a:gdLst>
                <a:gd name="T0" fmla="*/ 2147483647 w 190"/>
                <a:gd name="T1" fmla="*/ 0 h 139"/>
                <a:gd name="T2" fmla="*/ 2147483647 w 190"/>
                <a:gd name="T3" fmla="*/ 2147483647 h 139"/>
                <a:gd name="T4" fmla="*/ 2147483647 w 190"/>
                <a:gd name="T5" fmla="*/ 2147483647 h 139"/>
                <a:gd name="T6" fmla="*/ 2147483647 w 190"/>
                <a:gd name="T7" fmla="*/ 2147483647 h 139"/>
                <a:gd name="T8" fmla="*/ 0 w 190"/>
                <a:gd name="T9" fmla="*/ 2147483647 h 139"/>
                <a:gd name="T10" fmla="*/ 0 w 190"/>
                <a:gd name="T11" fmla="*/ 0 h 139"/>
                <a:gd name="T12" fmla="*/ 2147483647 w 190"/>
                <a:gd name="T13" fmla="*/ 0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9">
                  <a:moveTo>
                    <a:pt x="190" y="0"/>
                  </a:moveTo>
                  <a:cubicBezTo>
                    <a:pt x="190" y="118"/>
                    <a:pt x="190" y="118"/>
                    <a:pt x="190" y="118"/>
                  </a:cubicBezTo>
                  <a:cubicBezTo>
                    <a:pt x="190" y="130"/>
                    <a:pt x="181" y="139"/>
                    <a:pt x="169" y="139"/>
                  </a:cubicBezTo>
                  <a:cubicBezTo>
                    <a:pt x="22" y="139"/>
                    <a:pt x="22" y="139"/>
                    <a:pt x="22" y="139"/>
                  </a:cubicBezTo>
                  <a:cubicBezTo>
                    <a:pt x="10" y="139"/>
                    <a:pt x="0" y="130"/>
                    <a:pt x="0" y="11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Oval 92"/>
            <p:cNvSpPr>
              <a:spLocks noChangeArrowheads="1"/>
            </p:cNvSpPr>
            <p:nvPr/>
          </p:nvSpPr>
          <p:spPr bwMode="auto">
            <a:xfrm>
              <a:off x="3311525" y="3071812"/>
              <a:ext cx="125412" cy="125413"/>
            </a:xfrm>
            <a:prstGeom prst="ellipse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59" name="Oval 93"/>
            <p:cNvSpPr>
              <a:spLocks noChangeArrowheads="1"/>
            </p:cNvSpPr>
            <p:nvPr/>
          </p:nvSpPr>
          <p:spPr bwMode="auto">
            <a:xfrm>
              <a:off x="3341687" y="3101975"/>
              <a:ext cx="65087" cy="650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0" name="Freeform 94"/>
            <p:cNvSpPr>
              <a:spLocks/>
            </p:cNvSpPr>
            <p:nvPr/>
          </p:nvSpPr>
          <p:spPr bwMode="auto">
            <a:xfrm>
              <a:off x="1482725" y="0"/>
              <a:ext cx="1308100" cy="1557338"/>
            </a:xfrm>
            <a:custGeom>
              <a:avLst/>
              <a:gdLst>
                <a:gd name="T0" fmla="*/ 0 w 824"/>
                <a:gd name="T1" fmla="*/ 0 h 981"/>
                <a:gd name="T2" fmla="*/ 2147483647 w 824"/>
                <a:gd name="T3" fmla="*/ 0 h 981"/>
                <a:gd name="T4" fmla="*/ 2147483647 w 824"/>
                <a:gd name="T5" fmla="*/ 2147483647 h 981"/>
                <a:gd name="T6" fmla="*/ 0 w 824"/>
                <a:gd name="T7" fmla="*/ 2147483647 h 981"/>
                <a:gd name="T8" fmla="*/ 0 w 824"/>
                <a:gd name="T9" fmla="*/ 0 h 9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4" h="981">
                  <a:moveTo>
                    <a:pt x="0" y="0"/>
                  </a:moveTo>
                  <a:lnTo>
                    <a:pt x="753" y="0"/>
                  </a:lnTo>
                  <a:lnTo>
                    <a:pt x="824" y="981"/>
                  </a:lnTo>
                  <a:lnTo>
                    <a:pt x="0" y="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1" name="Rectangle 95"/>
            <p:cNvSpPr>
              <a:spLocks noChangeArrowheads="1"/>
            </p:cNvSpPr>
            <p:nvPr/>
          </p:nvSpPr>
          <p:spPr bwMode="auto">
            <a:xfrm>
              <a:off x="1482725" y="0"/>
              <a:ext cx="1195387" cy="1471613"/>
            </a:xfrm>
            <a:prstGeom prst="rect">
              <a:avLst/>
            </a:prstGeom>
            <a:solidFill>
              <a:srgbClr val="6F8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2" name="Rectangle 96"/>
            <p:cNvSpPr>
              <a:spLocks noChangeArrowheads="1"/>
            </p:cNvSpPr>
            <p:nvPr/>
          </p:nvSpPr>
          <p:spPr bwMode="auto">
            <a:xfrm>
              <a:off x="1482725" y="0"/>
              <a:ext cx="1195387" cy="1471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3" name="Freeform 97"/>
            <p:cNvSpPr>
              <a:spLocks/>
            </p:cNvSpPr>
            <p:nvPr/>
          </p:nvSpPr>
          <p:spPr bwMode="auto">
            <a:xfrm>
              <a:off x="1482725" y="1136650"/>
              <a:ext cx="80962" cy="142875"/>
            </a:xfrm>
            <a:custGeom>
              <a:avLst/>
              <a:gdLst>
                <a:gd name="T0" fmla="*/ 0 w 51"/>
                <a:gd name="T1" fmla="*/ 2147483647 h 90"/>
                <a:gd name="T2" fmla="*/ 0 w 51"/>
                <a:gd name="T3" fmla="*/ 0 h 90"/>
                <a:gd name="T4" fmla="*/ 2147483647 w 51"/>
                <a:gd name="T5" fmla="*/ 2147483647 h 90"/>
                <a:gd name="T6" fmla="*/ 2147483647 w 51"/>
                <a:gd name="T7" fmla="*/ 2147483647 h 90"/>
                <a:gd name="T8" fmla="*/ 0 w 51"/>
                <a:gd name="T9" fmla="*/ 2147483647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0">
                  <a:moveTo>
                    <a:pt x="0" y="90"/>
                  </a:moveTo>
                  <a:lnTo>
                    <a:pt x="0" y="0"/>
                  </a:lnTo>
                  <a:lnTo>
                    <a:pt x="51" y="38"/>
                  </a:lnTo>
                  <a:lnTo>
                    <a:pt x="51" y="9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" name="Rectangle 98"/>
            <p:cNvSpPr>
              <a:spLocks noChangeArrowheads="1"/>
            </p:cNvSpPr>
            <p:nvPr/>
          </p:nvSpPr>
          <p:spPr bwMode="auto">
            <a:xfrm>
              <a:off x="2381250" y="1074737"/>
              <a:ext cx="190500" cy="153988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5" name="Rectangle 99"/>
            <p:cNvSpPr>
              <a:spLocks noChangeArrowheads="1"/>
            </p:cNvSpPr>
            <p:nvPr/>
          </p:nvSpPr>
          <p:spPr bwMode="auto">
            <a:xfrm>
              <a:off x="2212975" y="725487"/>
              <a:ext cx="184150" cy="36195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6" name="Rectangle 100"/>
            <p:cNvSpPr>
              <a:spLocks noChangeArrowheads="1"/>
            </p:cNvSpPr>
            <p:nvPr/>
          </p:nvSpPr>
          <p:spPr bwMode="auto">
            <a:xfrm>
              <a:off x="1482725" y="0"/>
              <a:ext cx="768350" cy="492125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7" name="Oval 101"/>
            <p:cNvSpPr>
              <a:spLocks noChangeArrowheads="1"/>
            </p:cNvSpPr>
            <p:nvPr/>
          </p:nvSpPr>
          <p:spPr bwMode="auto">
            <a:xfrm>
              <a:off x="2074862" y="36512"/>
              <a:ext cx="30162" cy="30163"/>
            </a:xfrm>
            <a:prstGeom prst="ellipse">
              <a:avLst/>
            </a:prstGeom>
            <a:solidFill>
              <a:srgbClr val="A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8" name="Oval 102"/>
            <p:cNvSpPr>
              <a:spLocks noChangeArrowheads="1"/>
            </p:cNvSpPr>
            <p:nvPr/>
          </p:nvSpPr>
          <p:spPr bwMode="auto">
            <a:xfrm>
              <a:off x="2065337" y="23812"/>
              <a:ext cx="30162" cy="30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69" name="Rectangle 103"/>
            <p:cNvSpPr>
              <a:spLocks noChangeArrowheads="1"/>
            </p:cNvSpPr>
            <p:nvPr/>
          </p:nvSpPr>
          <p:spPr bwMode="auto">
            <a:xfrm>
              <a:off x="2374900" y="0"/>
              <a:ext cx="22225" cy="14716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0" name="Rectangle 104"/>
            <p:cNvSpPr>
              <a:spLocks noChangeArrowheads="1"/>
            </p:cNvSpPr>
            <p:nvPr/>
          </p:nvSpPr>
          <p:spPr bwMode="auto">
            <a:xfrm>
              <a:off x="2212975" y="0"/>
              <a:ext cx="38100" cy="14716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1" name="Rectangle 105"/>
            <p:cNvSpPr>
              <a:spLocks noChangeArrowheads="1"/>
            </p:cNvSpPr>
            <p:nvPr/>
          </p:nvSpPr>
          <p:spPr bwMode="auto">
            <a:xfrm>
              <a:off x="1489075" y="449262"/>
              <a:ext cx="1189037" cy="4286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2" name="Rectangle 106"/>
            <p:cNvSpPr>
              <a:spLocks noChangeArrowheads="1"/>
            </p:cNvSpPr>
            <p:nvPr/>
          </p:nvSpPr>
          <p:spPr bwMode="auto">
            <a:xfrm>
              <a:off x="1482725" y="725487"/>
              <a:ext cx="1195387" cy="222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3" name="Rectangle 107"/>
            <p:cNvSpPr>
              <a:spLocks noChangeArrowheads="1"/>
            </p:cNvSpPr>
            <p:nvPr/>
          </p:nvSpPr>
          <p:spPr bwMode="auto">
            <a:xfrm>
              <a:off x="1482725" y="1206500"/>
              <a:ext cx="1098550" cy="222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4" name="Rectangle 108"/>
            <p:cNvSpPr>
              <a:spLocks noChangeArrowheads="1"/>
            </p:cNvSpPr>
            <p:nvPr/>
          </p:nvSpPr>
          <p:spPr bwMode="auto">
            <a:xfrm>
              <a:off x="2212975" y="1066800"/>
              <a:ext cx="368300" cy="2063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475" name="Rectangle 109"/>
            <p:cNvSpPr>
              <a:spLocks noChangeArrowheads="1"/>
            </p:cNvSpPr>
            <p:nvPr/>
          </p:nvSpPr>
          <p:spPr bwMode="auto">
            <a:xfrm>
              <a:off x="2559050" y="736600"/>
              <a:ext cx="22225" cy="7350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pic>
        <p:nvPicPr>
          <p:cNvPr id="15366" name="组合 12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38" y="4627563"/>
            <a:ext cx="5111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组合 12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338" y="4627563"/>
            <a:ext cx="50641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Freeform 69"/>
          <p:cNvSpPr>
            <a:spLocks noEditPoints="1"/>
          </p:cNvSpPr>
          <p:nvPr/>
        </p:nvSpPr>
        <p:spPr bwMode="auto">
          <a:xfrm>
            <a:off x="6188075" y="4078288"/>
            <a:ext cx="466725" cy="766762"/>
          </a:xfrm>
          <a:custGeom>
            <a:avLst/>
            <a:gdLst>
              <a:gd name="T0" fmla="*/ 2147483647 w 137"/>
              <a:gd name="T1" fmla="*/ 2147483647 h 232"/>
              <a:gd name="T2" fmla="*/ 2147483647 w 137"/>
              <a:gd name="T3" fmla="*/ 2147483647 h 232"/>
              <a:gd name="T4" fmla="*/ 2147483647 w 137"/>
              <a:gd name="T5" fmla="*/ 2147483647 h 232"/>
              <a:gd name="T6" fmla="*/ 0 w 137"/>
              <a:gd name="T7" fmla="*/ 2147483647 h 232"/>
              <a:gd name="T8" fmla="*/ 2147483647 w 137"/>
              <a:gd name="T9" fmla="*/ 2147483647 h 232"/>
              <a:gd name="T10" fmla="*/ 2147483647 w 137"/>
              <a:gd name="T11" fmla="*/ 2147483647 h 232"/>
              <a:gd name="T12" fmla="*/ 2147483647 w 137"/>
              <a:gd name="T13" fmla="*/ 2147483647 h 232"/>
              <a:gd name="T14" fmla="*/ 2147483647 w 137"/>
              <a:gd name="T15" fmla="*/ 2147483647 h 232"/>
              <a:gd name="T16" fmla="*/ 2147483647 w 137"/>
              <a:gd name="T17" fmla="*/ 2147483647 h 232"/>
              <a:gd name="T18" fmla="*/ 2147483647 w 137"/>
              <a:gd name="T19" fmla="*/ 2147483647 h 232"/>
              <a:gd name="T20" fmla="*/ 2147483647 w 137"/>
              <a:gd name="T21" fmla="*/ 2147483647 h 232"/>
              <a:gd name="T22" fmla="*/ 2147483647 w 137"/>
              <a:gd name="T23" fmla="*/ 2147483647 h 232"/>
              <a:gd name="T24" fmla="*/ 2147483647 w 137"/>
              <a:gd name="T25" fmla="*/ 2147483647 h 232"/>
              <a:gd name="T26" fmla="*/ 2147483647 w 137"/>
              <a:gd name="T27" fmla="*/ 2147483647 h 232"/>
              <a:gd name="T28" fmla="*/ 2147483647 w 137"/>
              <a:gd name="T29" fmla="*/ 2147483647 h 232"/>
              <a:gd name="T30" fmla="*/ 2147483647 w 137"/>
              <a:gd name="T31" fmla="*/ 2147483647 h 232"/>
              <a:gd name="T32" fmla="*/ 2147483647 w 137"/>
              <a:gd name="T33" fmla="*/ 0 h 232"/>
              <a:gd name="T34" fmla="*/ 2147483647 w 137"/>
              <a:gd name="T35" fmla="*/ 2147483647 h 232"/>
              <a:gd name="T36" fmla="*/ 2147483647 w 137"/>
              <a:gd name="T37" fmla="*/ 2147483647 h 232"/>
              <a:gd name="T38" fmla="*/ 2147483647 w 137"/>
              <a:gd name="T39" fmla="*/ 2147483647 h 232"/>
              <a:gd name="T40" fmla="*/ 2147483647 w 137"/>
              <a:gd name="T41" fmla="*/ 2147483647 h 232"/>
              <a:gd name="T42" fmla="*/ 2147483647 w 137"/>
              <a:gd name="T43" fmla="*/ 2147483647 h 232"/>
              <a:gd name="T44" fmla="*/ 2147483647 w 137"/>
              <a:gd name="T45" fmla="*/ 2147483647 h 232"/>
              <a:gd name="T46" fmla="*/ 2147483647 w 137"/>
              <a:gd name="T47" fmla="*/ 2147483647 h 232"/>
              <a:gd name="T48" fmla="*/ 2147483647 w 137"/>
              <a:gd name="T49" fmla="*/ 2147483647 h 232"/>
              <a:gd name="T50" fmla="*/ 2147483647 w 137"/>
              <a:gd name="T51" fmla="*/ 2147483647 h 232"/>
              <a:gd name="T52" fmla="*/ 2147483647 w 137"/>
              <a:gd name="T53" fmla="*/ 2147483647 h 232"/>
              <a:gd name="T54" fmla="*/ 2147483647 w 137"/>
              <a:gd name="T55" fmla="*/ 2147483647 h 232"/>
              <a:gd name="T56" fmla="*/ 2147483647 w 137"/>
              <a:gd name="T57" fmla="*/ 2147483647 h 232"/>
              <a:gd name="T58" fmla="*/ 2147483647 w 137"/>
              <a:gd name="T59" fmla="*/ 2147483647 h 232"/>
              <a:gd name="T60" fmla="*/ 2147483647 w 137"/>
              <a:gd name="T61" fmla="*/ 2147483647 h 232"/>
              <a:gd name="T62" fmla="*/ 2147483647 w 137"/>
              <a:gd name="T63" fmla="*/ 2147483647 h 232"/>
              <a:gd name="T64" fmla="*/ 2147483647 w 137"/>
              <a:gd name="T65" fmla="*/ 2147483647 h 232"/>
              <a:gd name="T66" fmla="*/ 2147483647 w 137"/>
              <a:gd name="T67" fmla="*/ 2147483647 h 232"/>
              <a:gd name="T68" fmla="*/ 2147483647 w 137"/>
              <a:gd name="T69" fmla="*/ 2147483647 h 232"/>
              <a:gd name="T70" fmla="*/ 2147483647 w 137"/>
              <a:gd name="T71" fmla="*/ 2147483647 h 232"/>
              <a:gd name="T72" fmla="*/ 2147483647 w 137"/>
              <a:gd name="T73" fmla="*/ 2147483647 h 232"/>
              <a:gd name="T74" fmla="*/ 2147483647 w 137"/>
              <a:gd name="T75" fmla="*/ 2147483647 h 232"/>
              <a:gd name="T76" fmla="*/ 2147483647 w 137"/>
              <a:gd name="T77" fmla="*/ 2147483647 h 232"/>
              <a:gd name="T78" fmla="*/ 2147483647 w 137"/>
              <a:gd name="T79" fmla="*/ 2147483647 h 232"/>
              <a:gd name="T80" fmla="*/ 2147483647 w 137"/>
              <a:gd name="T81" fmla="*/ 2147483647 h 2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37" h="232">
                <a:moveTo>
                  <a:pt x="122" y="130"/>
                </a:moveTo>
                <a:cubicBezTo>
                  <a:pt x="14" y="130"/>
                  <a:pt x="14" y="130"/>
                  <a:pt x="14" y="130"/>
                </a:cubicBezTo>
                <a:cubicBezTo>
                  <a:pt x="8" y="130"/>
                  <a:pt x="2" y="125"/>
                  <a:pt x="2" y="11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5"/>
                  <a:pt x="3" y="92"/>
                  <a:pt x="6" y="92"/>
                </a:cubicBezTo>
                <a:cubicBezTo>
                  <a:pt x="130" y="92"/>
                  <a:pt x="130" y="92"/>
                  <a:pt x="130" y="92"/>
                </a:cubicBezTo>
                <a:cubicBezTo>
                  <a:pt x="134" y="92"/>
                  <a:pt x="137" y="95"/>
                  <a:pt x="136" y="98"/>
                </a:cubicBezTo>
                <a:cubicBezTo>
                  <a:pt x="135" y="118"/>
                  <a:pt x="135" y="118"/>
                  <a:pt x="135" y="118"/>
                </a:cubicBezTo>
                <a:cubicBezTo>
                  <a:pt x="134" y="125"/>
                  <a:pt x="129" y="130"/>
                  <a:pt x="122" y="130"/>
                </a:cubicBezTo>
                <a:close/>
                <a:moveTo>
                  <a:pt x="121" y="136"/>
                </a:moveTo>
                <a:cubicBezTo>
                  <a:pt x="15" y="136"/>
                  <a:pt x="15" y="136"/>
                  <a:pt x="15" y="136"/>
                </a:cubicBezTo>
                <a:cubicBezTo>
                  <a:pt x="28" y="232"/>
                  <a:pt x="28" y="232"/>
                  <a:pt x="28" y="232"/>
                </a:cubicBezTo>
                <a:cubicBezTo>
                  <a:pt x="108" y="232"/>
                  <a:pt x="108" y="232"/>
                  <a:pt x="108" y="232"/>
                </a:cubicBezTo>
                <a:lnTo>
                  <a:pt x="121" y="136"/>
                </a:lnTo>
                <a:close/>
                <a:moveTo>
                  <a:pt x="69" y="44"/>
                </a:moveTo>
                <a:cubicBezTo>
                  <a:pt x="81" y="44"/>
                  <a:pt x="90" y="34"/>
                  <a:pt x="90" y="22"/>
                </a:cubicBezTo>
                <a:cubicBezTo>
                  <a:pt x="90" y="10"/>
                  <a:pt x="81" y="0"/>
                  <a:pt x="69" y="0"/>
                </a:cubicBezTo>
                <a:cubicBezTo>
                  <a:pt x="57" y="0"/>
                  <a:pt x="47" y="10"/>
                  <a:pt x="47" y="22"/>
                </a:cubicBezTo>
                <a:cubicBezTo>
                  <a:pt x="47" y="34"/>
                  <a:pt x="57" y="44"/>
                  <a:pt x="69" y="44"/>
                </a:cubicBezTo>
                <a:close/>
                <a:moveTo>
                  <a:pt x="118" y="85"/>
                </a:moveTo>
                <a:cubicBezTo>
                  <a:pt x="113" y="64"/>
                  <a:pt x="113" y="64"/>
                  <a:pt x="113" y="64"/>
                </a:cubicBezTo>
                <a:cubicBezTo>
                  <a:pt x="112" y="59"/>
                  <a:pt x="108" y="55"/>
                  <a:pt x="102" y="54"/>
                </a:cubicBezTo>
                <a:cubicBezTo>
                  <a:pt x="83" y="51"/>
                  <a:pt x="83" y="51"/>
                  <a:pt x="83" y="51"/>
                </a:cubicBezTo>
                <a:cubicBezTo>
                  <a:pt x="73" y="73"/>
                  <a:pt x="73" y="73"/>
                  <a:pt x="73" y="73"/>
                </a:cubicBezTo>
                <a:cubicBezTo>
                  <a:pt x="72" y="62"/>
                  <a:pt x="72" y="62"/>
                  <a:pt x="72" y="62"/>
                </a:cubicBezTo>
                <a:cubicBezTo>
                  <a:pt x="72" y="62"/>
                  <a:pt x="72" y="61"/>
                  <a:pt x="72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5" y="62"/>
                  <a:pt x="65" y="62"/>
                </a:cubicBezTo>
                <a:cubicBezTo>
                  <a:pt x="64" y="73"/>
                  <a:pt x="64" y="73"/>
                  <a:pt x="64" y="73"/>
                </a:cubicBezTo>
                <a:cubicBezTo>
                  <a:pt x="55" y="51"/>
                  <a:pt x="55" y="51"/>
                  <a:pt x="55" y="51"/>
                </a:cubicBezTo>
                <a:cubicBezTo>
                  <a:pt x="35" y="54"/>
                  <a:pt x="35" y="54"/>
                  <a:pt x="35" y="54"/>
                </a:cubicBezTo>
                <a:cubicBezTo>
                  <a:pt x="30" y="55"/>
                  <a:pt x="26" y="59"/>
                  <a:pt x="24" y="64"/>
                </a:cubicBezTo>
                <a:cubicBezTo>
                  <a:pt x="20" y="85"/>
                  <a:pt x="20" y="85"/>
                  <a:pt x="20" y="85"/>
                </a:cubicBezTo>
                <a:lnTo>
                  <a:pt x="118" y="85"/>
                </a:lnTo>
                <a:close/>
                <a:moveTo>
                  <a:pt x="62" y="52"/>
                </a:moveTo>
                <a:cubicBezTo>
                  <a:pt x="62" y="54"/>
                  <a:pt x="64" y="56"/>
                  <a:pt x="65" y="57"/>
                </a:cubicBezTo>
                <a:cubicBezTo>
                  <a:pt x="66" y="58"/>
                  <a:pt x="67" y="58"/>
                  <a:pt x="69" y="58"/>
                </a:cubicBezTo>
                <a:cubicBezTo>
                  <a:pt x="70" y="58"/>
                  <a:pt x="72" y="58"/>
                  <a:pt x="73" y="57"/>
                </a:cubicBezTo>
                <a:cubicBezTo>
                  <a:pt x="74" y="56"/>
                  <a:pt x="75" y="54"/>
                  <a:pt x="75" y="52"/>
                </a:cubicBezTo>
                <a:cubicBezTo>
                  <a:pt x="75" y="50"/>
                  <a:pt x="71" y="49"/>
                  <a:pt x="69" y="49"/>
                </a:cubicBezTo>
                <a:cubicBezTo>
                  <a:pt x="66" y="49"/>
                  <a:pt x="62" y="50"/>
                  <a:pt x="62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Freeform 49"/>
          <p:cNvSpPr>
            <a:spLocks noEditPoints="1"/>
          </p:cNvSpPr>
          <p:nvPr/>
        </p:nvSpPr>
        <p:spPr bwMode="auto">
          <a:xfrm>
            <a:off x="6186488" y="5103813"/>
            <a:ext cx="469900" cy="457200"/>
          </a:xfrm>
          <a:custGeom>
            <a:avLst/>
            <a:gdLst>
              <a:gd name="T0" fmla="*/ 2147483647 w 211"/>
              <a:gd name="T1" fmla="*/ 2147483647 h 213"/>
              <a:gd name="T2" fmla="*/ 2147483647 w 211"/>
              <a:gd name="T3" fmla="*/ 2147483647 h 213"/>
              <a:gd name="T4" fmla="*/ 2147483647 w 211"/>
              <a:gd name="T5" fmla="*/ 2147483647 h 213"/>
              <a:gd name="T6" fmla="*/ 2147483647 w 211"/>
              <a:gd name="T7" fmla="*/ 0 h 213"/>
              <a:gd name="T8" fmla="*/ 2147483647 w 211"/>
              <a:gd name="T9" fmla="*/ 2147483647 h 213"/>
              <a:gd name="T10" fmla="*/ 2147483647 w 211"/>
              <a:gd name="T11" fmla="*/ 2147483647 h 213"/>
              <a:gd name="T12" fmla="*/ 2147483647 w 211"/>
              <a:gd name="T13" fmla="*/ 2147483647 h 213"/>
              <a:gd name="T14" fmla="*/ 2147483647 w 211"/>
              <a:gd name="T15" fmla="*/ 2147483647 h 213"/>
              <a:gd name="T16" fmla="*/ 2147483647 w 211"/>
              <a:gd name="T17" fmla="*/ 2147483647 h 213"/>
              <a:gd name="T18" fmla="*/ 2147483647 w 211"/>
              <a:gd name="T19" fmla="*/ 2147483647 h 213"/>
              <a:gd name="T20" fmla="*/ 2147483647 w 211"/>
              <a:gd name="T21" fmla="*/ 2147483647 h 213"/>
              <a:gd name="T22" fmla="*/ 2147483647 w 211"/>
              <a:gd name="T23" fmla="*/ 2147483647 h 213"/>
              <a:gd name="T24" fmla="*/ 2147483647 w 211"/>
              <a:gd name="T25" fmla="*/ 2147483647 h 213"/>
              <a:gd name="T26" fmla="*/ 2147483647 w 211"/>
              <a:gd name="T27" fmla="*/ 2147483647 h 213"/>
              <a:gd name="T28" fmla="*/ 2147483647 w 211"/>
              <a:gd name="T29" fmla="*/ 2147483647 h 213"/>
              <a:gd name="T30" fmla="*/ 2147483647 w 211"/>
              <a:gd name="T31" fmla="*/ 2147483647 h 213"/>
              <a:gd name="T32" fmla="*/ 2147483647 w 211"/>
              <a:gd name="T33" fmla="*/ 2147483647 h 213"/>
              <a:gd name="T34" fmla="*/ 2147483647 w 211"/>
              <a:gd name="T35" fmla="*/ 2147483647 h 213"/>
              <a:gd name="T36" fmla="*/ 2147483647 w 211"/>
              <a:gd name="T37" fmla="*/ 2147483647 h 213"/>
              <a:gd name="T38" fmla="*/ 0 w 211"/>
              <a:gd name="T39" fmla="*/ 2147483647 h 213"/>
              <a:gd name="T40" fmla="*/ 2147483647 w 211"/>
              <a:gd name="T41" fmla="*/ 2147483647 h 213"/>
              <a:gd name="T42" fmla="*/ 2147483647 w 211"/>
              <a:gd name="T43" fmla="*/ 2147483647 h 213"/>
              <a:gd name="T44" fmla="*/ 2147483647 w 211"/>
              <a:gd name="T45" fmla="*/ 2147483647 h 213"/>
              <a:gd name="T46" fmla="*/ 2147483647 w 211"/>
              <a:gd name="T47" fmla="*/ 2147483647 h 213"/>
              <a:gd name="T48" fmla="*/ 2147483647 w 211"/>
              <a:gd name="T49" fmla="*/ 2147483647 h 213"/>
              <a:gd name="T50" fmla="*/ 2147483647 w 211"/>
              <a:gd name="T51" fmla="*/ 2147483647 h 213"/>
              <a:gd name="T52" fmla="*/ 2147483647 w 211"/>
              <a:gd name="T53" fmla="*/ 2147483647 h 213"/>
              <a:gd name="T54" fmla="*/ 2147483647 w 211"/>
              <a:gd name="T55" fmla="*/ 2147483647 h 213"/>
              <a:gd name="T56" fmla="*/ 2147483647 w 211"/>
              <a:gd name="T57" fmla="*/ 2147483647 h 213"/>
              <a:gd name="T58" fmla="*/ 2147483647 w 211"/>
              <a:gd name="T59" fmla="*/ 2147483647 h 213"/>
              <a:gd name="T60" fmla="*/ 2147483647 w 211"/>
              <a:gd name="T61" fmla="*/ 2147483647 h 213"/>
              <a:gd name="T62" fmla="*/ 2147483647 w 211"/>
              <a:gd name="T63" fmla="*/ 2147483647 h 213"/>
              <a:gd name="T64" fmla="*/ 2147483647 w 211"/>
              <a:gd name="T65" fmla="*/ 2147483647 h 213"/>
              <a:gd name="T66" fmla="*/ 2147483647 w 211"/>
              <a:gd name="T67" fmla="*/ 2147483647 h 213"/>
              <a:gd name="T68" fmla="*/ 2147483647 w 211"/>
              <a:gd name="T69" fmla="*/ 2147483647 h 213"/>
              <a:gd name="T70" fmla="*/ 2147483647 w 211"/>
              <a:gd name="T71" fmla="*/ 2147483647 h 213"/>
              <a:gd name="T72" fmla="*/ 2147483647 w 211"/>
              <a:gd name="T73" fmla="*/ 2147483647 h 213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11" h="213">
                <a:moveTo>
                  <a:pt x="147" y="42"/>
                </a:moveTo>
                <a:cubicBezTo>
                  <a:pt x="147" y="65"/>
                  <a:pt x="129" y="83"/>
                  <a:pt x="106" y="83"/>
                </a:cubicBezTo>
                <a:cubicBezTo>
                  <a:pt x="83" y="83"/>
                  <a:pt x="64" y="65"/>
                  <a:pt x="64" y="42"/>
                </a:cubicBezTo>
                <a:cubicBezTo>
                  <a:pt x="64" y="19"/>
                  <a:pt x="83" y="0"/>
                  <a:pt x="106" y="0"/>
                </a:cubicBezTo>
                <a:cubicBezTo>
                  <a:pt x="129" y="0"/>
                  <a:pt x="147" y="19"/>
                  <a:pt x="147" y="42"/>
                </a:cubicBezTo>
                <a:close/>
                <a:moveTo>
                  <a:pt x="106" y="112"/>
                </a:moveTo>
                <a:cubicBezTo>
                  <a:pt x="108" y="112"/>
                  <a:pt x="111" y="112"/>
                  <a:pt x="113" y="110"/>
                </a:cubicBezTo>
                <a:cubicBezTo>
                  <a:pt x="115" y="108"/>
                  <a:pt x="118" y="103"/>
                  <a:pt x="118" y="99"/>
                </a:cubicBezTo>
                <a:cubicBezTo>
                  <a:pt x="118" y="95"/>
                  <a:pt x="111" y="94"/>
                  <a:pt x="106" y="94"/>
                </a:cubicBezTo>
                <a:cubicBezTo>
                  <a:pt x="101" y="94"/>
                  <a:pt x="93" y="95"/>
                  <a:pt x="93" y="99"/>
                </a:cubicBezTo>
                <a:cubicBezTo>
                  <a:pt x="93" y="103"/>
                  <a:pt x="96" y="108"/>
                  <a:pt x="98" y="110"/>
                </a:cubicBezTo>
                <a:cubicBezTo>
                  <a:pt x="100" y="112"/>
                  <a:pt x="103" y="112"/>
                  <a:pt x="106" y="112"/>
                </a:cubicBezTo>
                <a:close/>
                <a:moveTo>
                  <a:pt x="211" y="213"/>
                </a:moveTo>
                <a:cubicBezTo>
                  <a:pt x="176" y="213"/>
                  <a:pt x="176" y="213"/>
                  <a:pt x="176" y="213"/>
                </a:cubicBezTo>
                <a:cubicBezTo>
                  <a:pt x="165" y="165"/>
                  <a:pt x="165" y="165"/>
                  <a:pt x="165" y="165"/>
                </a:cubicBezTo>
                <a:cubicBezTo>
                  <a:pt x="162" y="213"/>
                  <a:pt x="162" y="213"/>
                  <a:pt x="162" y="213"/>
                </a:cubicBezTo>
                <a:cubicBezTo>
                  <a:pt x="50" y="213"/>
                  <a:pt x="50" y="213"/>
                  <a:pt x="50" y="213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35" y="213"/>
                  <a:pt x="35" y="213"/>
                  <a:pt x="35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20" y="123"/>
                  <a:pt x="20" y="123"/>
                  <a:pt x="20" y="123"/>
                </a:cubicBezTo>
                <a:cubicBezTo>
                  <a:pt x="22" y="112"/>
                  <a:pt x="31" y="105"/>
                  <a:pt x="41" y="103"/>
                </a:cubicBezTo>
                <a:cubicBezTo>
                  <a:pt x="78" y="98"/>
                  <a:pt x="78" y="98"/>
                  <a:pt x="78" y="98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9" y="119"/>
                  <a:pt x="99" y="119"/>
                  <a:pt x="99" y="119"/>
                </a:cubicBezTo>
                <a:cubicBezTo>
                  <a:pt x="99" y="118"/>
                  <a:pt x="100" y="118"/>
                  <a:pt x="100" y="118"/>
                </a:cubicBezTo>
                <a:cubicBezTo>
                  <a:pt x="111" y="118"/>
                  <a:pt x="111" y="118"/>
                  <a:pt x="111" y="118"/>
                </a:cubicBezTo>
                <a:cubicBezTo>
                  <a:pt x="112" y="118"/>
                  <a:pt x="112" y="118"/>
                  <a:pt x="112" y="119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170" y="103"/>
                  <a:pt x="170" y="103"/>
                  <a:pt x="170" y="103"/>
                </a:cubicBezTo>
                <a:cubicBezTo>
                  <a:pt x="180" y="105"/>
                  <a:pt x="189" y="112"/>
                  <a:pt x="191" y="123"/>
                </a:cubicBezTo>
                <a:lnTo>
                  <a:pt x="211" y="213"/>
                </a:lnTo>
                <a:close/>
                <a:moveTo>
                  <a:pt x="154" y="155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28" y="155"/>
                  <a:pt x="128" y="155"/>
                  <a:pt x="128" y="155"/>
                </a:cubicBezTo>
                <a:lnTo>
                  <a:pt x="154" y="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0" name="文本框 135"/>
          <p:cNvSpPr txBox="1">
            <a:spLocks noChangeArrowheads="1"/>
          </p:cNvSpPr>
          <p:nvPr/>
        </p:nvSpPr>
        <p:spPr bwMode="auto">
          <a:xfrm>
            <a:off x="6826250" y="5100638"/>
            <a:ext cx="2954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学生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：夏雨家素材馆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71" name="文本框 140"/>
          <p:cNvSpPr txBox="1">
            <a:spLocks noChangeArrowheads="1"/>
          </p:cNvSpPr>
          <p:nvPr/>
        </p:nvSpPr>
        <p:spPr bwMode="auto">
          <a:xfrm>
            <a:off x="6826250" y="4230688"/>
            <a:ext cx="2319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导师：</a:t>
            </a:r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教授</a:t>
            </a: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8"/>
          <p:cNvSpPr>
            <a:spLocks noChangeArrowheads="1"/>
          </p:cNvSpPr>
          <p:nvPr/>
        </p:nvSpPr>
        <p:spPr bwMode="auto">
          <a:xfrm>
            <a:off x="0" y="0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87" name="任意多边形 20"/>
          <p:cNvSpPr>
            <a:spLocks/>
          </p:cNvSpPr>
          <p:nvPr/>
        </p:nvSpPr>
        <p:spPr bwMode="auto">
          <a:xfrm>
            <a:off x="0" y="80963"/>
            <a:ext cx="2259013" cy="1435100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04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55694 h 1678488"/>
              <a:gd name="T12" fmla="*/ 0 w 2641255"/>
              <a:gd name="T13" fmla="*/ 655694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88" name="Freeform 29"/>
          <p:cNvSpPr>
            <a:spLocks noEditPoints="1"/>
          </p:cNvSpPr>
          <p:nvPr/>
        </p:nvSpPr>
        <p:spPr bwMode="auto">
          <a:xfrm>
            <a:off x="846138" y="284163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文本框 1"/>
          <p:cNvSpPr txBox="1">
            <a:spLocks noChangeArrowheads="1"/>
          </p:cNvSpPr>
          <p:nvPr/>
        </p:nvSpPr>
        <p:spPr bwMode="auto">
          <a:xfrm>
            <a:off x="523875" y="925513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16390" name="矩形 5"/>
          <p:cNvSpPr>
            <a:spLocks noChangeArrowheads="1"/>
          </p:cNvSpPr>
          <p:nvPr/>
        </p:nvSpPr>
        <p:spPr bwMode="auto">
          <a:xfrm>
            <a:off x="0" y="1914525"/>
            <a:ext cx="2259013" cy="143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91" name="Freeform 9"/>
          <p:cNvSpPr>
            <a:spLocks noEditPoints="1"/>
          </p:cNvSpPr>
          <p:nvPr/>
        </p:nvSpPr>
        <p:spPr bwMode="auto">
          <a:xfrm>
            <a:off x="827088" y="2095500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2" name="文本框 11"/>
          <p:cNvSpPr txBox="1">
            <a:spLocks noChangeArrowheads="1"/>
          </p:cNvSpPr>
          <p:nvPr/>
        </p:nvSpPr>
        <p:spPr bwMode="auto">
          <a:xfrm>
            <a:off x="509588" y="2774950"/>
            <a:ext cx="1211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16393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94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16396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97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16398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矩形 19"/>
          <p:cNvSpPr>
            <a:spLocks noChangeArrowheads="1"/>
          </p:cNvSpPr>
          <p:nvPr/>
        </p:nvSpPr>
        <p:spPr bwMode="auto">
          <a:xfrm>
            <a:off x="3086100" y="760413"/>
            <a:ext cx="8301038" cy="53371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00" name="矩形 2"/>
          <p:cNvSpPr>
            <a:spLocks noChangeArrowheads="1"/>
          </p:cNvSpPr>
          <p:nvPr/>
        </p:nvSpPr>
        <p:spPr bwMode="auto">
          <a:xfrm>
            <a:off x="3086100" y="2271713"/>
            <a:ext cx="4722813" cy="2314575"/>
          </a:xfrm>
          <a:prstGeom prst="rect">
            <a:avLst/>
          </a:prstGeom>
          <a:solidFill>
            <a:srgbClr val="0D0D0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01" name="文本框 7"/>
          <p:cNvSpPr txBox="1">
            <a:spLocks noChangeArrowheads="1"/>
          </p:cNvSpPr>
          <p:nvPr/>
        </p:nvSpPr>
        <p:spPr bwMode="auto">
          <a:xfrm>
            <a:off x="3352800" y="2679700"/>
            <a:ext cx="30575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2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国内外发展现状</a:t>
            </a:r>
          </a:p>
        </p:txBody>
      </p:sp>
      <p:sp>
        <p:nvSpPr>
          <p:cNvPr id="16402" name="文本框 56"/>
          <p:cNvSpPr txBox="1">
            <a:spLocks noChangeArrowheads="1"/>
          </p:cNvSpPr>
          <p:nvPr/>
        </p:nvSpPr>
        <p:spPr bwMode="auto">
          <a:xfrm>
            <a:off x="3387725" y="3351213"/>
            <a:ext cx="4303713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</p:spTree>
  </p:cSld>
  <p:clrMapOvr>
    <a:masterClrMapping/>
  </p:clrMapOvr>
  <p:transition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8"/>
          <p:cNvSpPr>
            <a:spLocks noChangeArrowheads="1"/>
          </p:cNvSpPr>
          <p:nvPr/>
        </p:nvSpPr>
        <p:spPr bwMode="auto">
          <a:xfrm>
            <a:off x="0" y="0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1" name="任意多边形 20"/>
          <p:cNvSpPr>
            <a:spLocks/>
          </p:cNvSpPr>
          <p:nvPr/>
        </p:nvSpPr>
        <p:spPr bwMode="auto">
          <a:xfrm>
            <a:off x="0" y="80963"/>
            <a:ext cx="2259013" cy="1435100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04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55694 h 1678488"/>
              <a:gd name="T12" fmla="*/ 0 w 2641255"/>
              <a:gd name="T13" fmla="*/ 655694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7412" name="Freeform 29"/>
          <p:cNvSpPr>
            <a:spLocks noEditPoints="1"/>
          </p:cNvSpPr>
          <p:nvPr/>
        </p:nvSpPr>
        <p:spPr bwMode="auto">
          <a:xfrm>
            <a:off x="846138" y="284163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3" name="文本框 1"/>
          <p:cNvSpPr txBox="1">
            <a:spLocks noChangeArrowheads="1"/>
          </p:cNvSpPr>
          <p:nvPr/>
        </p:nvSpPr>
        <p:spPr bwMode="auto">
          <a:xfrm>
            <a:off x="523875" y="925513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17414" name="矩形 5"/>
          <p:cNvSpPr>
            <a:spLocks noChangeArrowheads="1"/>
          </p:cNvSpPr>
          <p:nvPr/>
        </p:nvSpPr>
        <p:spPr bwMode="auto">
          <a:xfrm>
            <a:off x="0" y="1914525"/>
            <a:ext cx="2259013" cy="143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5" name="Freeform 9"/>
          <p:cNvSpPr>
            <a:spLocks noEditPoints="1"/>
          </p:cNvSpPr>
          <p:nvPr/>
        </p:nvSpPr>
        <p:spPr bwMode="auto">
          <a:xfrm>
            <a:off x="827088" y="2095500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6" name="文本框 11"/>
          <p:cNvSpPr txBox="1">
            <a:spLocks noChangeArrowheads="1"/>
          </p:cNvSpPr>
          <p:nvPr/>
        </p:nvSpPr>
        <p:spPr bwMode="auto">
          <a:xfrm>
            <a:off x="509588" y="2774950"/>
            <a:ext cx="1211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17417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8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17420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1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17422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3" name="矩形 3"/>
          <p:cNvSpPr>
            <a:spLocks noChangeArrowheads="1"/>
          </p:cNvSpPr>
          <p:nvPr/>
        </p:nvSpPr>
        <p:spPr bwMode="auto">
          <a:xfrm>
            <a:off x="2797175" y="1674813"/>
            <a:ext cx="2197100" cy="35083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4" name="矩形 22"/>
          <p:cNvSpPr>
            <a:spLocks noChangeArrowheads="1"/>
          </p:cNvSpPr>
          <p:nvPr/>
        </p:nvSpPr>
        <p:spPr bwMode="auto">
          <a:xfrm>
            <a:off x="4994275" y="1674813"/>
            <a:ext cx="2197100" cy="35083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5" name="矩形 23"/>
          <p:cNvSpPr>
            <a:spLocks noChangeArrowheads="1"/>
          </p:cNvSpPr>
          <p:nvPr/>
        </p:nvSpPr>
        <p:spPr bwMode="auto">
          <a:xfrm>
            <a:off x="7191375" y="1674813"/>
            <a:ext cx="2197100" cy="35083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6" name="矩形 24"/>
          <p:cNvSpPr>
            <a:spLocks noChangeArrowheads="1"/>
          </p:cNvSpPr>
          <p:nvPr/>
        </p:nvSpPr>
        <p:spPr bwMode="auto">
          <a:xfrm>
            <a:off x="9388475" y="1674813"/>
            <a:ext cx="2197100" cy="350837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7" name="矩形 25"/>
          <p:cNvSpPr>
            <a:spLocks noChangeArrowheads="1"/>
          </p:cNvSpPr>
          <p:nvPr/>
        </p:nvSpPr>
        <p:spPr bwMode="auto">
          <a:xfrm>
            <a:off x="2782888" y="1674813"/>
            <a:ext cx="2197100" cy="3508375"/>
          </a:xfrm>
          <a:prstGeom prst="rect">
            <a:avLst/>
          </a:prstGeom>
          <a:solidFill>
            <a:srgbClr val="0D0D0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8" name="矩形 26"/>
          <p:cNvSpPr>
            <a:spLocks noChangeArrowheads="1"/>
          </p:cNvSpPr>
          <p:nvPr/>
        </p:nvSpPr>
        <p:spPr bwMode="auto">
          <a:xfrm>
            <a:off x="4992688" y="1674813"/>
            <a:ext cx="2197100" cy="3508375"/>
          </a:xfrm>
          <a:prstGeom prst="rect">
            <a:avLst/>
          </a:prstGeom>
          <a:solidFill>
            <a:srgbClr val="0D0D0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29" name="矩形 27"/>
          <p:cNvSpPr>
            <a:spLocks noChangeArrowheads="1"/>
          </p:cNvSpPr>
          <p:nvPr/>
        </p:nvSpPr>
        <p:spPr bwMode="auto">
          <a:xfrm>
            <a:off x="7189788" y="1674813"/>
            <a:ext cx="2197100" cy="3508375"/>
          </a:xfrm>
          <a:prstGeom prst="rect">
            <a:avLst/>
          </a:prstGeom>
          <a:solidFill>
            <a:srgbClr val="0D0D0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30" name="矩形 28"/>
          <p:cNvSpPr>
            <a:spLocks noChangeArrowheads="1"/>
          </p:cNvSpPr>
          <p:nvPr/>
        </p:nvSpPr>
        <p:spPr bwMode="auto">
          <a:xfrm>
            <a:off x="9385300" y="1674813"/>
            <a:ext cx="2211388" cy="3508375"/>
          </a:xfrm>
          <a:prstGeom prst="rect">
            <a:avLst/>
          </a:prstGeom>
          <a:solidFill>
            <a:srgbClr val="0D0D0D">
              <a:alpha val="7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31" name="Freeform 73"/>
          <p:cNvSpPr>
            <a:spLocks noEditPoints="1"/>
          </p:cNvSpPr>
          <p:nvPr/>
        </p:nvSpPr>
        <p:spPr bwMode="auto">
          <a:xfrm>
            <a:off x="3519488" y="2460625"/>
            <a:ext cx="723900" cy="747713"/>
          </a:xfrm>
          <a:custGeom>
            <a:avLst/>
            <a:gdLst>
              <a:gd name="T0" fmla="*/ 2147483647 w 205"/>
              <a:gd name="T1" fmla="*/ 2147483647 h 212"/>
              <a:gd name="T2" fmla="*/ 2147483647 w 205"/>
              <a:gd name="T3" fmla="*/ 2147483647 h 212"/>
              <a:gd name="T4" fmla="*/ 2147483647 w 205"/>
              <a:gd name="T5" fmla="*/ 2147483647 h 212"/>
              <a:gd name="T6" fmla="*/ 2147483647 w 205"/>
              <a:gd name="T7" fmla="*/ 2147483647 h 212"/>
              <a:gd name="T8" fmla="*/ 2147483647 w 205"/>
              <a:gd name="T9" fmla="*/ 2147483647 h 212"/>
              <a:gd name="T10" fmla="*/ 2147483647 w 205"/>
              <a:gd name="T11" fmla="*/ 2147483647 h 212"/>
              <a:gd name="T12" fmla="*/ 2147483647 w 205"/>
              <a:gd name="T13" fmla="*/ 2147483647 h 212"/>
              <a:gd name="T14" fmla="*/ 2147483647 w 205"/>
              <a:gd name="T15" fmla="*/ 2147483647 h 212"/>
              <a:gd name="T16" fmla="*/ 2147483647 w 205"/>
              <a:gd name="T17" fmla="*/ 2147483647 h 212"/>
              <a:gd name="T18" fmla="*/ 2147483647 w 205"/>
              <a:gd name="T19" fmla="*/ 2147483647 h 212"/>
              <a:gd name="T20" fmla="*/ 2147483647 w 205"/>
              <a:gd name="T21" fmla="*/ 2147483647 h 212"/>
              <a:gd name="T22" fmla="*/ 2147483647 w 205"/>
              <a:gd name="T23" fmla="*/ 2147483647 h 212"/>
              <a:gd name="T24" fmla="*/ 2147483647 w 205"/>
              <a:gd name="T25" fmla="*/ 2147483647 h 212"/>
              <a:gd name="T26" fmla="*/ 2147483647 w 205"/>
              <a:gd name="T27" fmla="*/ 2147483647 h 212"/>
              <a:gd name="T28" fmla="*/ 0 w 205"/>
              <a:gd name="T29" fmla="*/ 2147483647 h 212"/>
              <a:gd name="T30" fmla="*/ 2147483647 w 205"/>
              <a:gd name="T31" fmla="*/ 2147483647 h 21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05" h="212">
                <a:moveTo>
                  <a:pt x="155" y="79"/>
                </a:moveTo>
                <a:cubicBezTo>
                  <a:pt x="153" y="75"/>
                  <a:pt x="195" y="37"/>
                  <a:pt x="171" y="7"/>
                </a:cubicBezTo>
                <a:cubicBezTo>
                  <a:pt x="165" y="0"/>
                  <a:pt x="146" y="41"/>
                  <a:pt x="118" y="60"/>
                </a:cubicBezTo>
                <a:cubicBezTo>
                  <a:pt x="103" y="70"/>
                  <a:pt x="70" y="91"/>
                  <a:pt x="67" y="104"/>
                </a:cubicBezTo>
                <a:cubicBezTo>
                  <a:pt x="67" y="104"/>
                  <a:pt x="61" y="126"/>
                  <a:pt x="61" y="145"/>
                </a:cubicBezTo>
                <a:cubicBezTo>
                  <a:pt x="61" y="164"/>
                  <a:pt x="67" y="182"/>
                  <a:pt x="67" y="182"/>
                </a:cubicBezTo>
                <a:cubicBezTo>
                  <a:pt x="74" y="196"/>
                  <a:pt x="124" y="212"/>
                  <a:pt x="166" y="212"/>
                </a:cubicBezTo>
                <a:cubicBezTo>
                  <a:pt x="182" y="212"/>
                  <a:pt x="205" y="114"/>
                  <a:pt x="205" y="98"/>
                </a:cubicBezTo>
                <a:cubicBezTo>
                  <a:pt x="205" y="83"/>
                  <a:pt x="156" y="83"/>
                  <a:pt x="155" y="79"/>
                </a:cubicBezTo>
                <a:close/>
                <a:moveTo>
                  <a:pt x="10" y="88"/>
                </a:moveTo>
                <a:cubicBezTo>
                  <a:pt x="58" y="88"/>
                  <a:pt x="58" y="88"/>
                  <a:pt x="58" y="88"/>
                </a:cubicBezTo>
                <a:cubicBezTo>
                  <a:pt x="58" y="88"/>
                  <a:pt x="48" y="113"/>
                  <a:pt x="48" y="145"/>
                </a:cubicBezTo>
                <a:cubicBezTo>
                  <a:pt x="48" y="184"/>
                  <a:pt x="58" y="200"/>
                  <a:pt x="58" y="200"/>
                </a:cubicBezTo>
                <a:cubicBezTo>
                  <a:pt x="10" y="200"/>
                  <a:pt x="10" y="200"/>
                  <a:pt x="10" y="200"/>
                </a:cubicBezTo>
                <a:cubicBezTo>
                  <a:pt x="10" y="200"/>
                  <a:pt x="0" y="174"/>
                  <a:pt x="0" y="148"/>
                </a:cubicBezTo>
                <a:cubicBezTo>
                  <a:pt x="0" y="107"/>
                  <a:pt x="10" y="88"/>
                  <a:pt x="10" y="88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2" name="文本框 56"/>
          <p:cNvSpPr txBox="1">
            <a:spLocks noChangeArrowheads="1"/>
          </p:cNvSpPr>
          <p:nvPr/>
        </p:nvSpPr>
        <p:spPr bwMode="auto">
          <a:xfrm>
            <a:off x="2874963" y="3730625"/>
            <a:ext cx="20129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</a:t>
            </a:r>
          </a:p>
        </p:txBody>
      </p:sp>
      <p:sp>
        <p:nvSpPr>
          <p:cNvPr id="17433" name="Freeform 77"/>
          <p:cNvSpPr>
            <a:spLocks noEditPoints="1"/>
          </p:cNvSpPr>
          <p:nvPr/>
        </p:nvSpPr>
        <p:spPr bwMode="auto">
          <a:xfrm>
            <a:off x="5797550" y="2468563"/>
            <a:ext cx="587375" cy="731837"/>
          </a:xfrm>
          <a:custGeom>
            <a:avLst/>
            <a:gdLst>
              <a:gd name="T0" fmla="*/ 2147483647 w 154"/>
              <a:gd name="T1" fmla="*/ 0 h 192"/>
              <a:gd name="T2" fmla="*/ 0 w 154"/>
              <a:gd name="T3" fmla="*/ 2147483647 h 192"/>
              <a:gd name="T4" fmla="*/ 2147483647 w 154"/>
              <a:gd name="T5" fmla="*/ 2147483647 h 192"/>
              <a:gd name="T6" fmla="*/ 2147483647 w 154"/>
              <a:gd name="T7" fmla="*/ 2147483647 h 192"/>
              <a:gd name="T8" fmla="*/ 2147483647 w 154"/>
              <a:gd name="T9" fmla="*/ 2147483647 h 192"/>
              <a:gd name="T10" fmla="*/ 2147483647 w 154"/>
              <a:gd name="T11" fmla="*/ 2147483647 h 192"/>
              <a:gd name="T12" fmla="*/ 2147483647 w 154"/>
              <a:gd name="T13" fmla="*/ 2147483647 h 192"/>
              <a:gd name="T14" fmla="*/ 2147483647 w 154"/>
              <a:gd name="T15" fmla="*/ 2147483647 h 192"/>
              <a:gd name="T16" fmla="*/ 2147483647 w 154"/>
              <a:gd name="T17" fmla="*/ 2147483647 h 192"/>
              <a:gd name="T18" fmla="*/ 2147483647 w 154"/>
              <a:gd name="T19" fmla="*/ 2147483647 h 192"/>
              <a:gd name="T20" fmla="*/ 2147483647 w 154"/>
              <a:gd name="T21" fmla="*/ 2147483647 h 192"/>
              <a:gd name="T22" fmla="*/ 2147483647 w 154"/>
              <a:gd name="T23" fmla="*/ 2147483647 h 192"/>
              <a:gd name="T24" fmla="*/ 2147483647 w 154"/>
              <a:gd name="T25" fmla="*/ 2147483647 h 192"/>
              <a:gd name="T26" fmla="*/ 2147483647 w 154"/>
              <a:gd name="T27" fmla="*/ 2147483647 h 192"/>
              <a:gd name="T28" fmla="*/ 2147483647 w 154"/>
              <a:gd name="T29" fmla="*/ 2147483647 h 192"/>
              <a:gd name="T30" fmla="*/ 2147483647 w 154"/>
              <a:gd name="T31" fmla="*/ 2147483647 h 192"/>
              <a:gd name="T32" fmla="*/ 2147483647 w 154"/>
              <a:gd name="T33" fmla="*/ 2147483647 h 192"/>
              <a:gd name="T34" fmla="*/ 2147483647 w 154"/>
              <a:gd name="T35" fmla="*/ 2147483647 h 192"/>
              <a:gd name="T36" fmla="*/ 2147483647 w 154"/>
              <a:gd name="T37" fmla="*/ 2147483647 h 192"/>
              <a:gd name="T38" fmla="*/ 2147483647 w 154"/>
              <a:gd name="T39" fmla="*/ 2147483647 h 192"/>
              <a:gd name="T40" fmla="*/ 2147483647 w 154"/>
              <a:gd name="T41" fmla="*/ 2147483647 h 192"/>
              <a:gd name="T42" fmla="*/ 2147483647 w 154"/>
              <a:gd name="T43" fmla="*/ 2147483647 h 192"/>
              <a:gd name="T44" fmla="*/ 2147483647 w 154"/>
              <a:gd name="T45" fmla="*/ 2147483647 h 192"/>
              <a:gd name="T46" fmla="*/ 2147483647 w 154"/>
              <a:gd name="T47" fmla="*/ 2147483647 h 192"/>
              <a:gd name="T48" fmla="*/ 2147483647 w 154"/>
              <a:gd name="T49" fmla="*/ 2147483647 h 192"/>
              <a:gd name="T50" fmla="*/ 2147483647 w 154"/>
              <a:gd name="T51" fmla="*/ 2147483647 h 192"/>
              <a:gd name="T52" fmla="*/ 2147483647 w 154"/>
              <a:gd name="T53" fmla="*/ 2147483647 h 192"/>
              <a:gd name="T54" fmla="*/ 2147483647 w 154"/>
              <a:gd name="T55" fmla="*/ 2147483647 h 192"/>
              <a:gd name="T56" fmla="*/ 2147483647 w 154"/>
              <a:gd name="T57" fmla="*/ 2147483647 h 192"/>
              <a:gd name="T58" fmla="*/ 2147483647 w 154"/>
              <a:gd name="T59" fmla="*/ 2147483647 h 192"/>
              <a:gd name="T60" fmla="*/ 2147483647 w 154"/>
              <a:gd name="T61" fmla="*/ 2147483647 h 192"/>
              <a:gd name="T62" fmla="*/ 2147483647 w 154"/>
              <a:gd name="T63" fmla="*/ 2147483647 h 192"/>
              <a:gd name="T64" fmla="*/ 2147483647 w 154"/>
              <a:gd name="T65" fmla="*/ 2147483647 h 192"/>
              <a:gd name="T66" fmla="*/ 2147483647 w 154"/>
              <a:gd name="T67" fmla="*/ 2147483647 h 192"/>
              <a:gd name="T68" fmla="*/ 2147483647 w 154"/>
              <a:gd name="T69" fmla="*/ 2147483647 h 192"/>
              <a:gd name="T70" fmla="*/ 2147483647 w 154"/>
              <a:gd name="T71" fmla="*/ 2147483647 h 192"/>
              <a:gd name="T72" fmla="*/ 2147483647 w 154"/>
              <a:gd name="T73" fmla="*/ 2147483647 h 19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4" h="192">
                <a:moveTo>
                  <a:pt x="144" y="0"/>
                </a:move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8"/>
                  <a:pt x="4" y="192"/>
                  <a:pt x="10" y="192"/>
                </a:cubicBezTo>
                <a:cubicBezTo>
                  <a:pt x="144" y="192"/>
                  <a:pt x="144" y="192"/>
                  <a:pt x="144" y="192"/>
                </a:cubicBezTo>
                <a:cubicBezTo>
                  <a:pt x="149" y="192"/>
                  <a:pt x="154" y="188"/>
                  <a:pt x="154" y="182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4"/>
                  <a:pt x="149" y="0"/>
                  <a:pt x="144" y="0"/>
                </a:cubicBezTo>
                <a:close/>
                <a:moveTo>
                  <a:pt x="48" y="29"/>
                </a:moveTo>
                <a:cubicBezTo>
                  <a:pt x="48" y="27"/>
                  <a:pt x="49" y="26"/>
                  <a:pt x="51" y="2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6"/>
                  <a:pt x="106" y="27"/>
                  <a:pt x="106" y="29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6" y="34"/>
                  <a:pt x="104" y="35"/>
                  <a:pt x="102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49" y="35"/>
                  <a:pt x="48" y="34"/>
                  <a:pt x="48" y="32"/>
                </a:cubicBezTo>
                <a:lnTo>
                  <a:pt x="48" y="29"/>
                </a:lnTo>
                <a:close/>
                <a:moveTo>
                  <a:pt x="26" y="58"/>
                </a:moveTo>
                <a:cubicBezTo>
                  <a:pt x="26" y="56"/>
                  <a:pt x="27" y="54"/>
                  <a:pt x="29" y="54"/>
                </a:cubicBezTo>
                <a:cubicBezTo>
                  <a:pt x="125" y="54"/>
                  <a:pt x="125" y="54"/>
                  <a:pt x="125" y="54"/>
                </a:cubicBezTo>
                <a:cubicBezTo>
                  <a:pt x="127" y="54"/>
                  <a:pt x="128" y="56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9"/>
                  <a:pt x="127" y="61"/>
                  <a:pt x="125" y="61"/>
                </a:cubicBezTo>
                <a:cubicBezTo>
                  <a:pt x="29" y="61"/>
                  <a:pt x="29" y="61"/>
                  <a:pt x="29" y="61"/>
                </a:cubicBezTo>
                <a:cubicBezTo>
                  <a:pt x="27" y="61"/>
                  <a:pt x="26" y="59"/>
                  <a:pt x="26" y="58"/>
                </a:cubicBezTo>
                <a:close/>
                <a:moveTo>
                  <a:pt x="26" y="80"/>
                </a:moveTo>
                <a:cubicBezTo>
                  <a:pt x="26" y="78"/>
                  <a:pt x="27" y="77"/>
                  <a:pt x="29" y="77"/>
                </a:cubicBezTo>
                <a:cubicBezTo>
                  <a:pt x="125" y="77"/>
                  <a:pt x="125" y="77"/>
                  <a:pt x="125" y="77"/>
                </a:cubicBezTo>
                <a:cubicBezTo>
                  <a:pt x="127" y="77"/>
                  <a:pt x="128" y="78"/>
                  <a:pt x="128" y="80"/>
                </a:cubicBezTo>
                <a:cubicBezTo>
                  <a:pt x="128" y="80"/>
                  <a:pt x="128" y="80"/>
                  <a:pt x="128" y="80"/>
                </a:cubicBezTo>
                <a:cubicBezTo>
                  <a:pt x="128" y="82"/>
                  <a:pt x="127" y="83"/>
                  <a:pt x="125" y="83"/>
                </a:cubicBezTo>
                <a:cubicBezTo>
                  <a:pt x="29" y="83"/>
                  <a:pt x="29" y="83"/>
                  <a:pt x="29" y="83"/>
                </a:cubicBezTo>
                <a:cubicBezTo>
                  <a:pt x="27" y="83"/>
                  <a:pt x="26" y="82"/>
                  <a:pt x="26" y="80"/>
                </a:cubicBezTo>
                <a:close/>
                <a:moveTo>
                  <a:pt x="26" y="99"/>
                </a:moveTo>
                <a:cubicBezTo>
                  <a:pt x="26" y="97"/>
                  <a:pt x="27" y="96"/>
                  <a:pt x="29" y="9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27" y="96"/>
                  <a:pt x="128" y="97"/>
                  <a:pt x="128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01"/>
                  <a:pt x="127" y="102"/>
                  <a:pt x="125" y="102"/>
                </a:cubicBezTo>
                <a:cubicBezTo>
                  <a:pt x="29" y="102"/>
                  <a:pt x="29" y="102"/>
                  <a:pt x="29" y="102"/>
                </a:cubicBezTo>
                <a:cubicBezTo>
                  <a:pt x="27" y="102"/>
                  <a:pt x="26" y="101"/>
                  <a:pt x="26" y="99"/>
                </a:cubicBezTo>
                <a:close/>
                <a:moveTo>
                  <a:pt x="26" y="118"/>
                </a:moveTo>
                <a:cubicBezTo>
                  <a:pt x="26" y="117"/>
                  <a:pt x="27" y="115"/>
                  <a:pt x="29" y="115"/>
                </a:cubicBezTo>
                <a:cubicBezTo>
                  <a:pt x="125" y="115"/>
                  <a:pt x="125" y="115"/>
                  <a:pt x="125" y="115"/>
                </a:cubicBezTo>
                <a:cubicBezTo>
                  <a:pt x="127" y="115"/>
                  <a:pt x="128" y="117"/>
                  <a:pt x="128" y="118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20"/>
                  <a:pt x="127" y="122"/>
                  <a:pt x="125" y="122"/>
                </a:cubicBezTo>
                <a:cubicBezTo>
                  <a:pt x="29" y="122"/>
                  <a:pt x="29" y="122"/>
                  <a:pt x="29" y="122"/>
                </a:cubicBezTo>
                <a:cubicBezTo>
                  <a:pt x="27" y="122"/>
                  <a:pt x="26" y="120"/>
                  <a:pt x="26" y="118"/>
                </a:cubicBezTo>
                <a:close/>
                <a:moveTo>
                  <a:pt x="26" y="141"/>
                </a:moveTo>
                <a:cubicBezTo>
                  <a:pt x="26" y="141"/>
                  <a:pt x="26" y="141"/>
                  <a:pt x="26" y="141"/>
                </a:cubicBezTo>
                <a:cubicBezTo>
                  <a:pt x="26" y="139"/>
                  <a:pt x="27" y="138"/>
                  <a:pt x="29" y="138"/>
                </a:cubicBezTo>
                <a:cubicBezTo>
                  <a:pt x="125" y="138"/>
                  <a:pt x="125" y="138"/>
                  <a:pt x="125" y="138"/>
                </a:cubicBezTo>
                <a:cubicBezTo>
                  <a:pt x="127" y="138"/>
                  <a:pt x="128" y="139"/>
                  <a:pt x="128" y="141"/>
                </a:cubicBezTo>
                <a:cubicBezTo>
                  <a:pt x="128" y="141"/>
                  <a:pt x="128" y="141"/>
                  <a:pt x="128" y="141"/>
                </a:cubicBezTo>
                <a:cubicBezTo>
                  <a:pt x="128" y="143"/>
                  <a:pt x="127" y="144"/>
                  <a:pt x="125" y="144"/>
                </a:cubicBezTo>
                <a:cubicBezTo>
                  <a:pt x="29" y="144"/>
                  <a:pt x="29" y="144"/>
                  <a:pt x="29" y="144"/>
                </a:cubicBezTo>
                <a:cubicBezTo>
                  <a:pt x="27" y="144"/>
                  <a:pt x="26" y="143"/>
                  <a:pt x="26" y="141"/>
                </a:cubicBezTo>
                <a:close/>
                <a:moveTo>
                  <a:pt x="126" y="165"/>
                </a:moveTo>
                <a:cubicBezTo>
                  <a:pt x="123" y="163"/>
                  <a:pt x="123" y="163"/>
                  <a:pt x="118" y="163"/>
                </a:cubicBezTo>
                <a:cubicBezTo>
                  <a:pt x="116" y="163"/>
                  <a:pt x="114" y="164"/>
                  <a:pt x="111" y="165"/>
                </a:cubicBezTo>
                <a:cubicBezTo>
                  <a:pt x="109" y="165"/>
                  <a:pt x="106" y="166"/>
                  <a:pt x="102" y="166"/>
                </a:cubicBezTo>
                <a:cubicBezTo>
                  <a:pt x="97" y="166"/>
                  <a:pt x="96" y="163"/>
                  <a:pt x="95" y="161"/>
                </a:cubicBezTo>
                <a:cubicBezTo>
                  <a:pt x="94" y="160"/>
                  <a:pt x="94" y="160"/>
                  <a:pt x="93" y="160"/>
                </a:cubicBezTo>
                <a:cubicBezTo>
                  <a:pt x="90" y="160"/>
                  <a:pt x="90" y="166"/>
                  <a:pt x="90" y="166"/>
                </a:cubicBezTo>
                <a:cubicBezTo>
                  <a:pt x="83" y="166"/>
                  <a:pt x="83" y="166"/>
                  <a:pt x="83" y="166"/>
                </a:cubicBezTo>
                <a:cubicBezTo>
                  <a:pt x="83" y="162"/>
                  <a:pt x="85" y="154"/>
                  <a:pt x="93" y="154"/>
                </a:cubicBezTo>
                <a:cubicBezTo>
                  <a:pt x="98" y="154"/>
                  <a:pt x="100" y="157"/>
                  <a:pt x="100" y="159"/>
                </a:cubicBezTo>
                <a:cubicBezTo>
                  <a:pt x="101" y="160"/>
                  <a:pt x="101" y="160"/>
                  <a:pt x="102" y="160"/>
                </a:cubicBezTo>
                <a:cubicBezTo>
                  <a:pt x="105" y="160"/>
                  <a:pt x="107" y="159"/>
                  <a:pt x="109" y="159"/>
                </a:cubicBezTo>
                <a:cubicBezTo>
                  <a:pt x="112" y="158"/>
                  <a:pt x="115" y="157"/>
                  <a:pt x="118" y="157"/>
                </a:cubicBezTo>
                <a:cubicBezTo>
                  <a:pt x="125" y="157"/>
                  <a:pt x="126" y="157"/>
                  <a:pt x="130" y="161"/>
                </a:cubicBezTo>
                <a:lnTo>
                  <a:pt x="126" y="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4" name="文本框 56"/>
          <p:cNvSpPr txBox="1">
            <a:spLocks noChangeArrowheads="1"/>
          </p:cNvSpPr>
          <p:nvPr/>
        </p:nvSpPr>
        <p:spPr bwMode="auto">
          <a:xfrm>
            <a:off x="5084763" y="3730625"/>
            <a:ext cx="20129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</a:t>
            </a:r>
          </a:p>
        </p:txBody>
      </p:sp>
      <p:sp>
        <p:nvSpPr>
          <p:cNvPr id="17435" name="Freeform 61"/>
          <p:cNvSpPr>
            <a:spLocks noEditPoints="1"/>
          </p:cNvSpPr>
          <p:nvPr/>
        </p:nvSpPr>
        <p:spPr bwMode="auto">
          <a:xfrm>
            <a:off x="7786688" y="2470150"/>
            <a:ext cx="1001712" cy="730250"/>
          </a:xfrm>
          <a:custGeom>
            <a:avLst/>
            <a:gdLst>
              <a:gd name="T0" fmla="*/ 2147483647 w 264"/>
              <a:gd name="T1" fmla="*/ 2147483647 h 192"/>
              <a:gd name="T2" fmla="*/ 2147483647 w 264"/>
              <a:gd name="T3" fmla="*/ 2147483647 h 192"/>
              <a:gd name="T4" fmla="*/ 2147483647 w 264"/>
              <a:gd name="T5" fmla="*/ 2147483647 h 192"/>
              <a:gd name="T6" fmla="*/ 2147483647 w 264"/>
              <a:gd name="T7" fmla="*/ 2147483647 h 192"/>
              <a:gd name="T8" fmla="*/ 2147483647 w 264"/>
              <a:gd name="T9" fmla="*/ 2147483647 h 192"/>
              <a:gd name="T10" fmla="*/ 2147483647 w 264"/>
              <a:gd name="T11" fmla="*/ 2147483647 h 192"/>
              <a:gd name="T12" fmla="*/ 2147483647 w 264"/>
              <a:gd name="T13" fmla="*/ 2147483647 h 192"/>
              <a:gd name="T14" fmla="*/ 0 w 264"/>
              <a:gd name="T15" fmla="*/ 2147483647 h 192"/>
              <a:gd name="T16" fmla="*/ 2147483647 w 264"/>
              <a:gd name="T17" fmla="*/ 2147483647 h 192"/>
              <a:gd name="T18" fmla="*/ 2147483647 w 264"/>
              <a:gd name="T19" fmla="*/ 2147483647 h 192"/>
              <a:gd name="T20" fmla="*/ 2147483647 w 264"/>
              <a:gd name="T21" fmla="*/ 2147483647 h 192"/>
              <a:gd name="T22" fmla="*/ 2147483647 w 264"/>
              <a:gd name="T23" fmla="*/ 2147483647 h 192"/>
              <a:gd name="T24" fmla="*/ 2147483647 w 264"/>
              <a:gd name="T25" fmla="*/ 2147483647 h 192"/>
              <a:gd name="T26" fmla="*/ 2147483647 w 264"/>
              <a:gd name="T27" fmla="*/ 2147483647 h 192"/>
              <a:gd name="T28" fmla="*/ 2147483647 w 264"/>
              <a:gd name="T29" fmla="*/ 2147483647 h 192"/>
              <a:gd name="T30" fmla="*/ 2147483647 w 264"/>
              <a:gd name="T31" fmla="*/ 2147483647 h 192"/>
              <a:gd name="T32" fmla="*/ 2147483647 w 264"/>
              <a:gd name="T33" fmla="*/ 2147483647 h 192"/>
              <a:gd name="T34" fmla="*/ 2147483647 w 264"/>
              <a:gd name="T35" fmla="*/ 2147483647 h 192"/>
              <a:gd name="T36" fmla="*/ 2147483647 w 264"/>
              <a:gd name="T37" fmla="*/ 2147483647 h 192"/>
              <a:gd name="T38" fmla="*/ 2147483647 w 264"/>
              <a:gd name="T39" fmla="*/ 2147483647 h 192"/>
              <a:gd name="T40" fmla="*/ 2147483647 w 264"/>
              <a:gd name="T41" fmla="*/ 2147483647 h 192"/>
              <a:gd name="T42" fmla="*/ 2147483647 w 264"/>
              <a:gd name="T43" fmla="*/ 2147483647 h 192"/>
              <a:gd name="T44" fmla="*/ 2147483647 w 264"/>
              <a:gd name="T45" fmla="*/ 2147483647 h 192"/>
              <a:gd name="T46" fmla="*/ 2147483647 w 264"/>
              <a:gd name="T47" fmla="*/ 2147483647 h 192"/>
              <a:gd name="T48" fmla="*/ 2147483647 w 264"/>
              <a:gd name="T49" fmla="*/ 2147483647 h 192"/>
              <a:gd name="T50" fmla="*/ 2147483647 w 264"/>
              <a:gd name="T51" fmla="*/ 2147483647 h 192"/>
              <a:gd name="T52" fmla="*/ 2147483647 w 264"/>
              <a:gd name="T53" fmla="*/ 2147483647 h 192"/>
              <a:gd name="T54" fmla="*/ 2147483647 w 264"/>
              <a:gd name="T55" fmla="*/ 2147483647 h 192"/>
              <a:gd name="T56" fmla="*/ 2147483647 w 264"/>
              <a:gd name="T57" fmla="*/ 2147483647 h 192"/>
              <a:gd name="T58" fmla="*/ 2147483647 w 264"/>
              <a:gd name="T59" fmla="*/ 2147483647 h 192"/>
              <a:gd name="T60" fmla="*/ 2147483647 w 264"/>
              <a:gd name="T61" fmla="*/ 2147483647 h 192"/>
              <a:gd name="T62" fmla="*/ 2147483647 w 264"/>
              <a:gd name="T63" fmla="*/ 2147483647 h 192"/>
              <a:gd name="T64" fmla="*/ 2147483647 w 264"/>
              <a:gd name="T65" fmla="*/ 2147483647 h 19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64" h="192">
                <a:moveTo>
                  <a:pt x="176" y="8"/>
                </a:moveTo>
                <a:cubicBezTo>
                  <a:pt x="176" y="170"/>
                  <a:pt x="176" y="170"/>
                  <a:pt x="176" y="170"/>
                </a:cubicBezTo>
                <a:cubicBezTo>
                  <a:pt x="176" y="176"/>
                  <a:pt x="168" y="178"/>
                  <a:pt x="165" y="173"/>
                </a:cubicBezTo>
                <a:cubicBezTo>
                  <a:pt x="147" y="145"/>
                  <a:pt x="129" y="130"/>
                  <a:pt x="66" y="127"/>
                </a:cubicBezTo>
                <a:cubicBezTo>
                  <a:pt x="86" y="192"/>
                  <a:pt x="86" y="192"/>
                  <a:pt x="86" y="192"/>
                </a:cubicBezTo>
                <a:cubicBezTo>
                  <a:pt x="56" y="192"/>
                  <a:pt x="56" y="192"/>
                  <a:pt x="56" y="192"/>
                </a:cubicBezTo>
                <a:cubicBezTo>
                  <a:pt x="36" y="126"/>
                  <a:pt x="36" y="126"/>
                  <a:pt x="36" y="126"/>
                </a:cubicBezTo>
                <a:cubicBezTo>
                  <a:pt x="16" y="125"/>
                  <a:pt x="0" y="109"/>
                  <a:pt x="0" y="89"/>
                </a:cubicBezTo>
                <a:cubicBezTo>
                  <a:pt x="0" y="69"/>
                  <a:pt x="17" y="52"/>
                  <a:pt x="37" y="52"/>
                </a:cubicBezTo>
                <a:cubicBezTo>
                  <a:pt x="124" y="52"/>
                  <a:pt x="144" y="37"/>
                  <a:pt x="165" y="5"/>
                </a:cubicBezTo>
                <a:cubicBezTo>
                  <a:pt x="168" y="0"/>
                  <a:pt x="176" y="2"/>
                  <a:pt x="176" y="8"/>
                </a:cubicBezTo>
                <a:close/>
                <a:moveTo>
                  <a:pt x="227" y="97"/>
                </a:moveTo>
                <a:cubicBezTo>
                  <a:pt x="227" y="112"/>
                  <a:pt x="222" y="127"/>
                  <a:pt x="214" y="138"/>
                </a:cubicBezTo>
                <a:cubicBezTo>
                  <a:pt x="214" y="138"/>
                  <a:pt x="211" y="142"/>
                  <a:pt x="206" y="142"/>
                </a:cubicBezTo>
                <a:cubicBezTo>
                  <a:pt x="200" y="142"/>
                  <a:pt x="196" y="137"/>
                  <a:pt x="196" y="132"/>
                </a:cubicBezTo>
                <a:cubicBezTo>
                  <a:pt x="196" y="128"/>
                  <a:pt x="198" y="126"/>
                  <a:pt x="198" y="126"/>
                </a:cubicBezTo>
                <a:cubicBezTo>
                  <a:pt x="201" y="120"/>
                  <a:pt x="207" y="112"/>
                  <a:pt x="207" y="97"/>
                </a:cubicBezTo>
                <a:cubicBezTo>
                  <a:pt x="207" y="82"/>
                  <a:pt x="201" y="74"/>
                  <a:pt x="198" y="68"/>
                </a:cubicBezTo>
                <a:cubicBezTo>
                  <a:pt x="198" y="68"/>
                  <a:pt x="196" y="66"/>
                  <a:pt x="196" y="62"/>
                </a:cubicBezTo>
                <a:cubicBezTo>
                  <a:pt x="196" y="57"/>
                  <a:pt x="200" y="52"/>
                  <a:pt x="206" y="52"/>
                </a:cubicBezTo>
                <a:cubicBezTo>
                  <a:pt x="211" y="52"/>
                  <a:pt x="214" y="56"/>
                  <a:pt x="214" y="56"/>
                </a:cubicBezTo>
                <a:cubicBezTo>
                  <a:pt x="222" y="67"/>
                  <a:pt x="227" y="81"/>
                  <a:pt x="227" y="97"/>
                </a:cubicBezTo>
                <a:close/>
                <a:moveTo>
                  <a:pt x="220" y="38"/>
                </a:moveTo>
                <a:cubicBezTo>
                  <a:pt x="220" y="38"/>
                  <a:pt x="215" y="35"/>
                  <a:pt x="215" y="30"/>
                </a:cubicBezTo>
                <a:cubicBezTo>
                  <a:pt x="215" y="24"/>
                  <a:pt x="220" y="19"/>
                  <a:pt x="225" y="19"/>
                </a:cubicBezTo>
                <a:cubicBezTo>
                  <a:pt x="229" y="19"/>
                  <a:pt x="232" y="22"/>
                  <a:pt x="232" y="22"/>
                </a:cubicBezTo>
                <a:cubicBezTo>
                  <a:pt x="244" y="31"/>
                  <a:pt x="264" y="55"/>
                  <a:pt x="264" y="97"/>
                </a:cubicBezTo>
                <a:cubicBezTo>
                  <a:pt x="264" y="139"/>
                  <a:pt x="244" y="163"/>
                  <a:pt x="232" y="172"/>
                </a:cubicBezTo>
                <a:cubicBezTo>
                  <a:pt x="232" y="172"/>
                  <a:pt x="229" y="174"/>
                  <a:pt x="225" y="174"/>
                </a:cubicBezTo>
                <a:cubicBezTo>
                  <a:pt x="220" y="174"/>
                  <a:pt x="215" y="170"/>
                  <a:pt x="215" y="164"/>
                </a:cubicBezTo>
                <a:cubicBezTo>
                  <a:pt x="215" y="159"/>
                  <a:pt x="220" y="156"/>
                  <a:pt x="220" y="156"/>
                </a:cubicBezTo>
                <a:cubicBezTo>
                  <a:pt x="234" y="145"/>
                  <a:pt x="244" y="124"/>
                  <a:pt x="244" y="97"/>
                </a:cubicBezTo>
                <a:cubicBezTo>
                  <a:pt x="244" y="70"/>
                  <a:pt x="234" y="49"/>
                  <a:pt x="220" y="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6" name="文本框 56"/>
          <p:cNvSpPr txBox="1">
            <a:spLocks noChangeArrowheads="1"/>
          </p:cNvSpPr>
          <p:nvPr/>
        </p:nvSpPr>
        <p:spPr bwMode="auto">
          <a:xfrm>
            <a:off x="7281863" y="3730625"/>
            <a:ext cx="20129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</a:t>
            </a:r>
          </a:p>
        </p:txBody>
      </p:sp>
      <p:sp>
        <p:nvSpPr>
          <p:cNvPr id="17437" name="Freeform 17"/>
          <p:cNvSpPr>
            <a:spLocks noEditPoints="1"/>
          </p:cNvSpPr>
          <p:nvPr/>
        </p:nvSpPr>
        <p:spPr bwMode="auto">
          <a:xfrm>
            <a:off x="10279063" y="2398713"/>
            <a:ext cx="874712" cy="873125"/>
          </a:xfrm>
          <a:custGeom>
            <a:avLst/>
            <a:gdLst>
              <a:gd name="T0" fmla="*/ 2147483647 w 230"/>
              <a:gd name="T1" fmla="*/ 2147483647 h 230"/>
              <a:gd name="T2" fmla="*/ 2147483647 w 230"/>
              <a:gd name="T3" fmla="*/ 2147483647 h 230"/>
              <a:gd name="T4" fmla="*/ 2147483647 w 230"/>
              <a:gd name="T5" fmla="*/ 0 h 230"/>
              <a:gd name="T6" fmla="*/ 2147483647 w 230"/>
              <a:gd name="T7" fmla="*/ 2147483647 h 230"/>
              <a:gd name="T8" fmla="*/ 2147483647 w 230"/>
              <a:gd name="T9" fmla="*/ 2147483647 h 230"/>
              <a:gd name="T10" fmla="*/ 0 w 230"/>
              <a:gd name="T11" fmla="*/ 2147483647 h 230"/>
              <a:gd name="T12" fmla="*/ 2147483647 w 230"/>
              <a:gd name="T13" fmla="*/ 2147483647 h 230"/>
              <a:gd name="T14" fmla="*/ 2147483647 w 230"/>
              <a:gd name="T15" fmla="*/ 2147483647 h 230"/>
              <a:gd name="T16" fmla="*/ 2147483647 w 230"/>
              <a:gd name="T17" fmla="*/ 2147483647 h 230"/>
              <a:gd name="T18" fmla="*/ 2147483647 w 230"/>
              <a:gd name="T19" fmla="*/ 2147483647 h 230"/>
              <a:gd name="T20" fmla="*/ 2147483647 w 230"/>
              <a:gd name="T21" fmla="*/ 2147483647 h 230"/>
              <a:gd name="T22" fmla="*/ 2147483647 w 230"/>
              <a:gd name="T23" fmla="*/ 2147483647 h 230"/>
              <a:gd name="T24" fmla="*/ 2147483647 w 230"/>
              <a:gd name="T25" fmla="*/ 2147483647 h 230"/>
              <a:gd name="T26" fmla="*/ 2147483647 w 230"/>
              <a:gd name="T27" fmla="*/ 2147483647 h 230"/>
              <a:gd name="T28" fmla="*/ 2147483647 w 230"/>
              <a:gd name="T29" fmla="*/ 2147483647 h 230"/>
              <a:gd name="T30" fmla="*/ 2147483647 w 230"/>
              <a:gd name="T31" fmla="*/ 2147483647 h 230"/>
              <a:gd name="T32" fmla="*/ 2147483647 w 230"/>
              <a:gd name="T33" fmla="*/ 2147483647 h 230"/>
              <a:gd name="T34" fmla="*/ 2147483647 w 230"/>
              <a:gd name="T35" fmla="*/ 2147483647 h 230"/>
              <a:gd name="T36" fmla="*/ 2147483647 w 230"/>
              <a:gd name="T37" fmla="*/ 2147483647 h 230"/>
              <a:gd name="T38" fmla="*/ 2147483647 w 230"/>
              <a:gd name="T39" fmla="*/ 2147483647 h 230"/>
              <a:gd name="T40" fmla="*/ 2147483647 w 230"/>
              <a:gd name="T41" fmla="*/ 2147483647 h 230"/>
              <a:gd name="T42" fmla="*/ 2147483647 w 230"/>
              <a:gd name="T43" fmla="*/ 2147483647 h 230"/>
              <a:gd name="T44" fmla="*/ 2147483647 w 230"/>
              <a:gd name="T45" fmla="*/ 2147483647 h 230"/>
              <a:gd name="T46" fmla="*/ 2147483647 w 230"/>
              <a:gd name="T47" fmla="*/ 2147483647 h 230"/>
              <a:gd name="T48" fmla="*/ 2147483647 w 230"/>
              <a:gd name="T49" fmla="*/ 2147483647 h 230"/>
              <a:gd name="T50" fmla="*/ 2147483647 w 230"/>
              <a:gd name="T51" fmla="*/ 2147483647 h 230"/>
              <a:gd name="T52" fmla="*/ 2147483647 w 230"/>
              <a:gd name="T53" fmla="*/ 2147483647 h 230"/>
              <a:gd name="T54" fmla="*/ 2147483647 w 230"/>
              <a:gd name="T55" fmla="*/ 2147483647 h 230"/>
              <a:gd name="T56" fmla="*/ 2147483647 w 230"/>
              <a:gd name="T57" fmla="*/ 2147483647 h 230"/>
              <a:gd name="T58" fmla="*/ 2147483647 w 230"/>
              <a:gd name="T59" fmla="*/ 2147483647 h 230"/>
              <a:gd name="T60" fmla="*/ 2147483647 w 230"/>
              <a:gd name="T61" fmla="*/ 2147483647 h 230"/>
              <a:gd name="T62" fmla="*/ 2147483647 w 230"/>
              <a:gd name="T63" fmla="*/ 2147483647 h 230"/>
              <a:gd name="T64" fmla="*/ 2147483647 w 230"/>
              <a:gd name="T65" fmla="*/ 2147483647 h 230"/>
              <a:gd name="T66" fmla="*/ 2147483647 w 230"/>
              <a:gd name="T67" fmla="*/ 2147483647 h 230"/>
              <a:gd name="T68" fmla="*/ 2147483647 w 230"/>
              <a:gd name="T69" fmla="*/ 2147483647 h 2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30" h="230">
                <a:moveTo>
                  <a:pt x="224" y="109"/>
                </a:moveTo>
                <a:cubicBezTo>
                  <a:pt x="211" y="109"/>
                  <a:pt x="211" y="109"/>
                  <a:pt x="211" y="109"/>
                </a:cubicBezTo>
                <a:cubicBezTo>
                  <a:pt x="208" y="61"/>
                  <a:pt x="169" y="23"/>
                  <a:pt x="122" y="19"/>
                </a:cubicBezTo>
                <a:cubicBezTo>
                  <a:pt x="122" y="6"/>
                  <a:pt x="122" y="6"/>
                  <a:pt x="122" y="6"/>
                </a:cubicBezTo>
                <a:cubicBezTo>
                  <a:pt x="122" y="3"/>
                  <a:pt x="119" y="0"/>
                  <a:pt x="115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12" y="0"/>
                  <a:pt x="109" y="3"/>
                  <a:pt x="109" y="6"/>
                </a:cubicBezTo>
                <a:cubicBezTo>
                  <a:pt x="109" y="19"/>
                  <a:pt x="109" y="19"/>
                  <a:pt x="109" y="19"/>
                </a:cubicBezTo>
                <a:cubicBezTo>
                  <a:pt x="61" y="23"/>
                  <a:pt x="23" y="61"/>
                  <a:pt x="19" y="109"/>
                </a:cubicBezTo>
                <a:cubicBezTo>
                  <a:pt x="6" y="109"/>
                  <a:pt x="6" y="109"/>
                  <a:pt x="6" y="109"/>
                </a:cubicBezTo>
                <a:cubicBezTo>
                  <a:pt x="3" y="109"/>
                  <a:pt x="0" y="112"/>
                  <a:pt x="0" y="115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19"/>
                  <a:pt x="3" y="122"/>
                  <a:pt x="6" y="122"/>
                </a:cubicBezTo>
                <a:cubicBezTo>
                  <a:pt x="19" y="122"/>
                  <a:pt x="19" y="122"/>
                  <a:pt x="19" y="122"/>
                </a:cubicBezTo>
                <a:cubicBezTo>
                  <a:pt x="23" y="169"/>
                  <a:pt x="61" y="208"/>
                  <a:pt x="109" y="211"/>
                </a:cubicBezTo>
                <a:cubicBezTo>
                  <a:pt x="109" y="224"/>
                  <a:pt x="109" y="224"/>
                  <a:pt x="109" y="224"/>
                </a:cubicBezTo>
                <a:cubicBezTo>
                  <a:pt x="109" y="228"/>
                  <a:pt x="112" y="230"/>
                  <a:pt x="115" y="230"/>
                </a:cubicBezTo>
                <a:cubicBezTo>
                  <a:pt x="115" y="230"/>
                  <a:pt x="115" y="230"/>
                  <a:pt x="115" y="230"/>
                </a:cubicBezTo>
                <a:cubicBezTo>
                  <a:pt x="119" y="230"/>
                  <a:pt x="122" y="228"/>
                  <a:pt x="122" y="224"/>
                </a:cubicBezTo>
                <a:cubicBezTo>
                  <a:pt x="122" y="211"/>
                  <a:pt x="122" y="211"/>
                  <a:pt x="122" y="211"/>
                </a:cubicBezTo>
                <a:cubicBezTo>
                  <a:pt x="169" y="208"/>
                  <a:pt x="208" y="169"/>
                  <a:pt x="211" y="122"/>
                </a:cubicBezTo>
                <a:cubicBezTo>
                  <a:pt x="224" y="122"/>
                  <a:pt x="224" y="122"/>
                  <a:pt x="224" y="122"/>
                </a:cubicBezTo>
                <a:cubicBezTo>
                  <a:pt x="228" y="122"/>
                  <a:pt x="230" y="119"/>
                  <a:pt x="230" y="115"/>
                </a:cubicBezTo>
                <a:cubicBezTo>
                  <a:pt x="230" y="115"/>
                  <a:pt x="230" y="115"/>
                  <a:pt x="230" y="115"/>
                </a:cubicBezTo>
                <a:cubicBezTo>
                  <a:pt x="230" y="112"/>
                  <a:pt x="228" y="109"/>
                  <a:pt x="224" y="109"/>
                </a:cubicBezTo>
                <a:close/>
                <a:moveTo>
                  <a:pt x="192" y="109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7" y="78"/>
                  <a:pt x="153" y="53"/>
                  <a:pt x="122" y="50"/>
                </a:cubicBezTo>
                <a:cubicBezTo>
                  <a:pt x="122" y="39"/>
                  <a:pt x="122" y="39"/>
                  <a:pt x="122" y="39"/>
                </a:cubicBezTo>
                <a:cubicBezTo>
                  <a:pt x="159" y="42"/>
                  <a:pt x="189" y="72"/>
                  <a:pt x="192" y="109"/>
                </a:cubicBezTo>
                <a:close/>
                <a:moveTo>
                  <a:pt x="150" y="122"/>
                </a:moveTo>
                <a:cubicBezTo>
                  <a:pt x="171" y="122"/>
                  <a:pt x="171" y="122"/>
                  <a:pt x="171" y="122"/>
                </a:cubicBezTo>
                <a:cubicBezTo>
                  <a:pt x="168" y="147"/>
                  <a:pt x="147" y="168"/>
                  <a:pt x="122" y="171"/>
                </a:cubicBezTo>
                <a:cubicBezTo>
                  <a:pt x="122" y="150"/>
                  <a:pt x="122" y="150"/>
                  <a:pt x="122" y="150"/>
                </a:cubicBezTo>
                <a:cubicBezTo>
                  <a:pt x="122" y="147"/>
                  <a:pt x="119" y="144"/>
                  <a:pt x="115" y="144"/>
                </a:cubicBezTo>
                <a:cubicBezTo>
                  <a:pt x="115" y="144"/>
                  <a:pt x="115" y="144"/>
                  <a:pt x="115" y="144"/>
                </a:cubicBezTo>
                <a:cubicBezTo>
                  <a:pt x="112" y="144"/>
                  <a:pt x="109" y="147"/>
                  <a:pt x="109" y="150"/>
                </a:cubicBezTo>
                <a:cubicBezTo>
                  <a:pt x="109" y="171"/>
                  <a:pt x="109" y="171"/>
                  <a:pt x="109" y="171"/>
                </a:cubicBezTo>
                <a:cubicBezTo>
                  <a:pt x="83" y="168"/>
                  <a:pt x="63" y="147"/>
                  <a:pt x="60" y="122"/>
                </a:cubicBezTo>
                <a:cubicBezTo>
                  <a:pt x="80" y="122"/>
                  <a:pt x="80" y="122"/>
                  <a:pt x="80" y="122"/>
                </a:cubicBezTo>
                <a:cubicBezTo>
                  <a:pt x="84" y="122"/>
                  <a:pt x="86" y="119"/>
                  <a:pt x="86" y="115"/>
                </a:cubicBezTo>
                <a:cubicBezTo>
                  <a:pt x="86" y="115"/>
                  <a:pt x="86" y="115"/>
                  <a:pt x="86" y="115"/>
                </a:cubicBezTo>
                <a:cubicBezTo>
                  <a:pt x="86" y="112"/>
                  <a:pt x="84" y="109"/>
                  <a:pt x="80" y="109"/>
                </a:cubicBezTo>
                <a:cubicBezTo>
                  <a:pt x="60" y="109"/>
                  <a:pt x="60" y="109"/>
                  <a:pt x="60" y="109"/>
                </a:cubicBezTo>
                <a:cubicBezTo>
                  <a:pt x="63" y="83"/>
                  <a:pt x="83" y="63"/>
                  <a:pt x="109" y="60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09" y="84"/>
                  <a:pt x="112" y="86"/>
                  <a:pt x="115" y="86"/>
                </a:cubicBezTo>
                <a:cubicBezTo>
                  <a:pt x="115" y="86"/>
                  <a:pt x="115" y="86"/>
                  <a:pt x="115" y="86"/>
                </a:cubicBezTo>
                <a:cubicBezTo>
                  <a:pt x="119" y="86"/>
                  <a:pt x="122" y="84"/>
                  <a:pt x="122" y="80"/>
                </a:cubicBezTo>
                <a:cubicBezTo>
                  <a:pt x="122" y="60"/>
                  <a:pt x="122" y="60"/>
                  <a:pt x="122" y="60"/>
                </a:cubicBezTo>
                <a:cubicBezTo>
                  <a:pt x="147" y="63"/>
                  <a:pt x="168" y="83"/>
                  <a:pt x="171" y="109"/>
                </a:cubicBezTo>
                <a:cubicBezTo>
                  <a:pt x="150" y="109"/>
                  <a:pt x="150" y="109"/>
                  <a:pt x="150" y="109"/>
                </a:cubicBezTo>
                <a:cubicBezTo>
                  <a:pt x="147" y="109"/>
                  <a:pt x="144" y="112"/>
                  <a:pt x="144" y="115"/>
                </a:cubicBezTo>
                <a:cubicBezTo>
                  <a:pt x="144" y="115"/>
                  <a:pt x="144" y="115"/>
                  <a:pt x="144" y="115"/>
                </a:cubicBezTo>
                <a:cubicBezTo>
                  <a:pt x="144" y="119"/>
                  <a:pt x="147" y="122"/>
                  <a:pt x="150" y="122"/>
                </a:cubicBezTo>
                <a:close/>
                <a:moveTo>
                  <a:pt x="109" y="39"/>
                </a:moveTo>
                <a:cubicBezTo>
                  <a:pt x="109" y="50"/>
                  <a:pt x="109" y="50"/>
                  <a:pt x="109" y="50"/>
                </a:cubicBezTo>
                <a:cubicBezTo>
                  <a:pt x="78" y="53"/>
                  <a:pt x="53" y="78"/>
                  <a:pt x="50" y="109"/>
                </a:cubicBezTo>
                <a:cubicBezTo>
                  <a:pt x="39" y="109"/>
                  <a:pt x="39" y="109"/>
                  <a:pt x="39" y="109"/>
                </a:cubicBezTo>
                <a:cubicBezTo>
                  <a:pt x="42" y="72"/>
                  <a:pt x="72" y="42"/>
                  <a:pt x="109" y="39"/>
                </a:cubicBezTo>
                <a:close/>
                <a:moveTo>
                  <a:pt x="39" y="122"/>
                </a:moveTo>
                <a:cubicBezTo>
                  <a:pt x="50" y="122"/>
                  <a:pt x="50" y="122"/>
                  <a:pt x="50" y="122"/>
                </a:cubicBezTo>
                <a:cubicBezTo>
                  <a:pt x="53" y="153"/>
                  <a:pt x="78" y="177"/>
                  <a:pt x="109" y="180"/>
                </a:cubicBezTo>
                <a:cubicBezTo>
                  <a:pt x="109" y="192"/>
                  <a:pt x="109" y="192"/>
                  <a:pt x="109" y="192"/>
                </a:cubicBezTo>
                <a:cubicBezTo>
                  <a:pt x="72" y="189"/>
                  <a:pt x="42" y="159"/>
                  <a:pt x="39" y="122"/>
                </a:cubicBezTo>
                <a:close/>
                <a:moveTo>
                  <a:pt x="122" y="192"/>
                </a:moveTo>
                <a:cubicBezTo>
                  <a:pt x="122" y="180"/>
                  <a:pt x="122" y="180"/>
                  <a:pt x="122" y="180"/>
                </a:cubicBezTo>
                <a:cubicBezTo>
                  <a:pt x="153" y="177"/>
                  <a:pt x="177" y="153"/>
                  <a:pt x="180" y="122"/>
                </a:cubicBezTo>
                <a:cubicBezTo>
                  <a:pt x="192" y="122"/>
                  <a:pt x="192" y="122"/>
                  <a:pt x="192" y="122"/>
                </a:cubicBezTo>
                <a:cubicBezTo>
                  <a:pt x="189" y="159"/>
                  <a:pt x="159" y="189"/>
                  <a:pt x="122" y="1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8" name="文本框 56"/>
          <p:cNvSpPr txBox="1">
            <a:spLocks noChangeArrowheads="1"/>
          </p:cNvSpPr>
          <p:nvPr/>
        </p:nvSpPr>
        <p:spPr bwMode="auto">
          <a:xfrm>
            <a:off x="9485313" y="3730625"/>
            <a:ext cx="20129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</a:t>
            </a:r>
          </a:p>
        </p:txBody>
      </p:sp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8"/>
          <p:cNvSpPr>
            <a:spLocks noChangeArrowheads="1"/>
          </p:cNvSpPr>
          <p:nvPr/>
        </p:nvSpPr>
        <p:spPr bwMode="auto">
          <a:xfrm>
            <a:off x="0" y="0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35" name="任意多边形 20"/>
          <p:cNvSpPr>
            <a:spLocks/>
          </p:cNvSpPr>
          <p:nvPr/>
        </p:nvSpPr>
        <p:spPr bwMode="auto">
          <a:xfrm>
            <a:off x="0" y="80963"/>
            <a:ext cx="2259013" cy="1435100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04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55694 h 1678488"/>
              <a:gd name="T12" fmla="*/ 0 w 2641255"/>
              <a:gd name="T13" fmla="*/ 655694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8436" name="Freeform 29"/>
          <p:cNvSpPr>
            <a:spLocks noEditPoints="1"/>
          </p:cNvSpPr>
          <p:nvPr/>
        </p:nvSpPr>
        <p:spPr bwMode="auto">
          <a:xfrm>
            <a:off x="846138" y="284163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文本框 1"/>
          <p:cNvSpPr txBox="1">
            <a:spLocks noChangeArrowheads="1"/>
          </p:cNvSpPr>
          <p:nvPr/>
        </p:nvSpPr>
        <p:spPr bwMode="auto">
          <a:xfrm>
            <a:off x="523875" y="925513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18438" name="矩形 5"/>
          <p:cNvSpPr>
            <a:spLocks noChangeArrowheads="1"/>
          </p:cNvSpPr>
          <p:nvPr/>
        </p:nvSpPr>
        <p:spPr bwMode="auto">
          <a:xfrm>
            <a:off x="0" y="1914525"/>
            <a:ext cx="2259013" cy="1436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39" name="Freeform 9"/>
          <p:cNvSpPr>
            <a:spLocks noEditPoints="1"/>
          </p:cNvSpPr>
          <p:nvPr/>
        </p:nvSpPr>
        <p:spPr bwMode="auto">
          <a:xfrm>
            <a:off x="827088" y="2095500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0" name="文本框 11"/>
          <p:cNvSpPr txBox="1">
            <a:spLocks noChangeArrowheads="1"/>
          </p:cNvSpPr>
          <p:nvPr/>
        </p:nvSpPr>
        <p:spPr bwMode="auto">
          <a:xfrm>
            <a:off x="509588" y="2774950"/>
            <a:ext cx="1211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18441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42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18444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45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18446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矩形 2"/>
          <p:cNvSpPr>
            <a:spLocks noChangeArrowheads="1"/>
          </p:cNvSpPr>
          <p:nvPr/>
        </p:nvSpPr>
        <p:spPr bwMode="auto">
          <a:xfrm>
            <a:off x="7237413" y="2179638"/>
            <a:ext cx="4722812" cy="2546350"/>
          </a:xfrm>
          <a:prstGeom prst="rect">
            <a:avLst/>
          </a:prstGeom>
          <a:solidFill>
            <a:srgbClr val="0D0D0D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48" name="文本框 7"/>
          <p:cNvSpPr txBox="1">
            <a:spLocks noChangeArrowheads="1"/>
          </p:cNvSpPr>
          <p:nvPr/>
        </p:nvSpPr>
        <p:spPr bwMode="auto">
          <a:xfrm>
            <a:off x="7504113" y="2703513"/>
            <a:ext cx="30575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2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国内外发展现状</a:t>
            </a:r>
          </a:p>
        </p:txBody>
      </p:sp>
      <p:sp>
        <p:nvSpPr>
          <p:cNvPr id="18449" name="文本框 56"/>
          <p:cNvSpPr txBox="1">
            <a:spLocks noChangeArrowheads="1"/>
          </p:cNvSpPr>
          <p:nvPr/>
        </p:nvSpPr>
        <p:spPr bwMode="auto">
          <a:xfrm>
            <a:off x="7539038" y="3373438"/>
            <a:ext cx="43021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18450" name="矩形 22"/>
          <p:cNvSpPr>
            <a:spLocks noChangeArrowheads="1"/>
          </p:cNvSpPr>
          <p:nvPr/>
        </p:nvSpPr>
        <p:spPr bwMode="auto">
          <a:xfrm>
            <a:off x="2520950" y="2179638"/>
            <a:ext cx="4721225" cy="25463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5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19461" name="矩形 18"/>
          <p:cNvSpPr>
            <a:spLocks noChangeArrowheads="1"/>
          </p:cNvSpPr>
          <p:nvPr/>
        </p:nvSpPr>
        <p:spPr bwMode="auto">
          <a:xfrm>
            <a:off x="0" y="1754188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2" name="任意多边形 20"/>
          <p:cNvSpPr>
            <a:spLocks/>
          </p:cNvSpPr>
          <p:nvPr/>
        </p:nvSpPr>
        <p:spPr bwMode="auto">
          <a:xfrm>
            <a:off x="0" y="1833563"/>
            <a:ext cx="2259013" cy="1436687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507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60057 h 1678488"/>
              <a:gd name="T12" fmla="*/ 0 w 2641255"/>
              <a:gd name="T13" fmla="*/ 660057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3" name="Freeform 9"/>
          <p:cNvSpPr>
            <a:spLocks noEditPoints="1"/>
          </p:cNvSpPr>
          <p:nvPr/>
        </p:nvSpPr>
        <p:spPr bwMode="auto">
          <a:xfrm>
            <a:off x="827088" y="2014538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文本框 11"/>
          <p:cNvSpPr txBox="1">
            <a:spLocks noChangeArrowheads="1"/>
          </p:cNvSpPr>
          <p:nvPr/>
        </p:nvSpPr>
        <p:spPr bwMode="auto">
          <a:xfrm>
            <a:off x="509588" y="26939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19465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6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19468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9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19470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1" name="圆角矩形 1"/>
          <p:cNvSpPr>
            <a:spLocks noChangeArrowheads="1"/>
          </p:cNvSpPr>
          <p:nvPr/>
        </p:nvSpPr>
        <p:spPr bwMode="auto">
          <a:xfrm>
            <a:off x="3086100" y="3278188"/>
            <a:ext cx="1719263" cy="215900"/>
          </a:xfrm>
          <a:prstGeom prst="roundRect">
            <a:avLst>
              <a:gd name="adj" fmla="val 16667"/>
            </a:avLst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9472" name="等腰三角形 2"/>
          <p:cNvSpPr>
            <a:spLocks noChangeArrowheads="1"/>
          </p:cNvSpPr>
          <p:nvPr/>
        </p:nvSpPr>
        <p:spPr bwMode="auto">
          <a:xfrm>
            <a:off x="4191000" y="1931988"/>
            <a:ext cx="417513" cy="360362"/>
          </a:xfrm>
          <a:prstGeom prst="triangle">
            <a:avLst>
              <a:gd name="adj" fmla="val 50000"/>
            </a:avLst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19473" name="直接连接符 3"/>
          <p:cNvCxnSpPr>
            <a:cxnSpLocks noChangeShapeType="1"/>
            <a:stCxn id="19472" idx="3"/>
          </p:cNvCxnSpPr>
          <p:nvPr/>
        </p:nvCxnSpPr>
        <p:spPr bwMode="auto">
          <a:xfrm>
            <a:off x="4400550" y="2292350"/>
            <a:ext cx="0" cy="985838"/>
          </a:xfrm>
          <a:prstGeom prst="line">
            <a:avLst/>
          </a:prstGeom>
          <a:noFill/>
          <a:ln w="25400">
            <a:solidFill>
              <a:srgbClr val="EF4C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4" name="矩形 6"/>
          <p:cNvSpPr>
            <a:spLocks noChangeArrowheads="1"/>
          </p:cNvSpPr>
          <p:nvPr/>
        </p:nvSpPr>
        <p:spPr bwMode="auto">
          <a:xfrm>
            <a:off x="3805238" y="1190625"/>
            <a:ext cx="1223962" cy="596900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zh-CN" sz="2400">
                <a:solidFill>
                  <a:schemeClr val="bg1"/>
                </a:solidFill>
                <a:latin typeface="方正粗谭黑简体" charset="-122"/>
                <a:ea typeface="方正粗谭黑简体" charset="-122"/>
              </a:rPr>
              <a:t>TEXT</a:t>
            </a:r>
            <a:endParaRPr lang="zh-CN" altLang="en-US" sz="2400">
              <a:solidFill>
                <a:schemeClr val="bg1"/>
              </a:solidFill>
              <a:latin typeface="方正粗谭黑简体" charset="-122"/>
              <a:ea typeface="方正粗谭黑简体" charset="-122"/>
            </a:endParaRPr>
          </a:p>
        </p:txBody>
      </p:sp>
      <p:sp>
        <p:nvSpPr>
          <p:cNvPr id="19475" name="等腰三角形 7"/>
          <p:cNvSpPr>
            <a:spLocks noChangeArrowheads="1"/>
          </p:cNvSpPr>
          <p:nvPr/>
        </p:nvSpPr>
        <p:spPr bwMode="auto">
          <a:xfrm>
            <a:off x="8340725" y="1931988"/>
            <a:ext cx="419100" cy="360362"/>
          </a:xfrm>
          <a:prstGeom prst="triangle">
            <a:avLst>
              <a:gd name="adj" fmla="val 50000"/>
            </a:avLst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9476" name="圆角矩形 8"/>
          <p:cNvSpPr>
            <a:spLocks noChangeArrowheads="1"/>
          </p:cNvSpPr>
          <p:nvPr/>
        </p:nvSpPr>
        <p:spPr bwMode="auto">
          <a:xfrm>
            <a:off x="6791325" y="3278188"/>
            <a:ext cx="2538413" cy="215900"/>
          </a:xfrm>
          <a:prstGeom prst="roundRect">
            <a:avLst>
              <a:gd name="adj" fmla="val 16667"/>
            </a:avLst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19477" name="直接连接符 9"/>
          <p:cNvCxnSpPr>
            <a:cxnSpLocks noChangeShapeType="1"/>
            <a:stCxn id="19475" idx="3"/>
          </p:cNvCxnSpPr>
          <p:nvPr/>
        </p:nvCxnSpPr>
        <p:spPr bwMode="auto">
          <a:xfrm>
            <a:off x="8550275" y="2292350"/>
            <a:ext cx="0" cy="985838"/>
          </a:xfrm>
          <a:prstGeom prst="line">
            <a:avLst/>
          </a:prstGeom>
          <a:noFill/>
          <a:ln w="25400">
            <a:solidFill>
              <a:srgbClr val="EF4C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8" name="矩形 12"/>
          <p:cNvSpPr>
            <a:spLocks noChangeArrowheads="1"/>
          </p:cNvSpPr>
          <p:nvPr/>
        </p:nvSpPr>
        <p:spPr bwMode="auto">
          <a:xfrm>
            <a:off x="7937500" y="1190625"/>
            <a:ext cx="1225550" cy="596900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zh-CN" sz="2400">
                <a:solidFill>
                  <a:schemeClr val="bg1"/>
                </a:solidFill>
                <a:latin typeface="方正粗谭黑简体" charset="-122"/>
                <a:ea typeface="方正粗谭黑简体" charset="-122"/>
              </a:rPr>
              <a:t>TEXT</a:t>
            </a:r>
            <a:endParaRPr lang="zh-CN" altLang="en-US" sz="2400">
              <a:solidFill>
                <a:schemeClr val="bg1"/>
              </a:solidFill>
              <a:latin typeface="方正粗谭黑简体" charset="-122"/>
              <a:ea typeface="方正粗谭黑简体" charset="-122"/>
            </a:endParaRPr>
          </a:p>
        </p:txBody>
      </p:sp>
      <p:sp>
        <p:nvSpPr>
          <p:cNvPr id="19479" name="等腰三角形 13"/>
          <p:cNvSpPr>
            <a:spLocks noChangeArrowheads="1"/>
          </p:cNvSpPr>
          <p:nvPr/>
        </p:nvSpPr>
        <p:spPr bwMode="auto">
          <a:xfrm flipV="1">
            <a:off x="6035675" y="4773613"/>
            <a:ext cx="417513" cy="304800"/>
          </a:xfrm>
          <a:prstGeom prst="triangle">
            <a:avLst>
              <a:gd name="adj" fmla="val 50000"/>
            </a:avLst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9480" name="圆角矩形 14"/>
          <p:cNvSpPr>
            <a:spLocks noChangeArrowheads="1"/>
          </p:cNvSpPr>
          <p:nvPr/>
        </p:nvSpPr>
        <p:spPr bwMode="auto">
          <a:xfrm>
            <a:off x="4746625" y="3278188"/>
            <a:ext cx="2505075" cy="215900"/>
          </a:xfrm>
          <a:prstGeom prst="roundRect">
            <a:avLst>
              <a:gd name="adj" fmla="val 16667"/>
            </a:avLst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19481" name="直接连接符 15"/>
          <p:cNvCxnSpPr>
            <a:cxnSpLocks noChangeShapeType="1"/>
            <a:endCxn id="19479" idx="3"/>
          </p:cNvCxnSpPr>
          <p:nvPr/>
        </p:nvCxnSpPr>
        <p:spPr bwMode="auto">
          <a:xfrm flipH="1">
            <a:off x="6245225" y="3494088"/>
            <a:ext cx="0" cy="1279525"/>
          </a:xfrm>
          <a:prstGeom prst="line">
            <a:avLst/>
          </a:prstGeom>
          <a:noFill/>
          <a:ln w="25400">
            <a:solidFill>
              <a:srgbClr val="444A7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2" name="矩形 18"/>
          <p:cNvSpPr>
            <a:spLocks noChangeArrowheads="1"/>
          </p:cNvSpPr>
          <p:nvPr/>
        </p:nvSpPr>
        <p:spPr bwMode="auto">
          <a:xfrm>
            <a:off x="5703888" y="5151438"/>
            <a:ext cx="1223962" cy="596900"/>
          </a:xfrm>
          <a:prstGeom prst="rect">
            <a:avLst/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zh-CN" sz="2400">
                <a:solidFill>
                  <a:schemeClr val="bg1"/>
                </a:solidFill>
                <a:latin typeface="方正粗谭黑简体" charset="-122"/>
                <a:ea typeface="方正粗谭黑简体" charset="-122"/>
              </a:rPr>
              <a:t>TEXT</a:t>
            </a:r>
            <a:endParaRPr lang="zh-CN" altLang="en-US" sz="2400">
              <a:solidFill>
                <a:schemeClr val="bg1"/>
              </a:solidFill>
              <a:latin typeface="方正粗谭黑简体" charset="-122"/>
              <a:ea typeface="方正粗谭黑简体" charset="-122"/>
            </a:endParaRPr>
          </a:p>
        </p:txBody>
      </p:sp>
      <p:sp>
        <p:nvSpPr>
          <p:cNvPr id="19483" name="等腰三角形 19"/>
          <p:cNvSpPr>
            <a:spLocks noChangeArrowheads="1"/>
          </p:cNvSpPr>
          <p:nvPr/>
        </p:nvSpPr>
        <p:spPr bwMode="auto">
          <a:xfrm flipV="1">
            <a:off x="10569575" y="4681538"/>
            <a:ext cx="417513" cy="396875"/>
          </a:xfrm>
          <a:prstGeom prst="triangle">
            <a:avLst>
              <a:gd name="adj" fmla="val 50000"/>
            </a:avLst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cxnSp>
        <p:nvCxnSpPr>
          <p:cNvPr id="19484" name="直接连接符 20"/>
          <p:cNvCxnSpPr>
            <a:cxnSpLocks noChangeShapeType="1"/>
            <a:stCxn id="19483" idx="3"/>
          </p:cNvCxnSpPr>
          <p:nvPr/>
        </p:nvCxnSpPr>
        <p:spPr bwMode="auto">
          <a:xfrm flipV="1">
            <a:off x="10779125" y="3494088"/>
            <a:ext cx="0" cy="1187450"/>
          </a:xfrm>
          <a:prstGeom prst="line">
            <a:avLst/>
          </a:prstGeom>
          <a:noFill/>
          <a:ln w="25400">
            <a:solidFill>
              <a:srgbClr val="444A7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5" name="圆角矩形 21"/>
          <p:cNvSpPr>
            <a:spLocks noChangeArrowheads="1"/>
          </p:cNvSpPr>
          <p:nvPr/>
        </p:nvSpPr>
        <p:spPr bwMode="auto">
          <a:xfrm>
            <a:off x="8907463" y="3265488"/>
            <a:ext cx="2509837" cy="228600"/>
          </a:xfrm>
          <a:prstGeom prst="roundRect">
            <a:avLst>
              <a:gd name="adj" fmla="val 16667"/>
            </a:avLst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9486" name="矩形 24"/>
          <p:cNvSpPr>
            <a:spLocks noChangeArrowheads="1"/>
          </p:cNvSpPr>
          <p:nvPr/>
        </p:nvSpPr>
        <p:spPr bwMode="auto">
          <a:xfrm>
            <a:off x="10166350" y="5151438"/>
            <a:ext cx="1223963" cy="596900"/>
          </a:xfrm>
          <a:prstGeom prst="rect">
            <a:avLst/>
          </a:prstGeom>
          <a:solidFill>
            <a:srgbClr val="444A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zh-CN" sz="2400">
                <a:solidFill>
                  <a:schemeClr val="bg1"/>
                </a:solidFill>
                <a:latin typeface="方正粗谭黑简体" charset="-122"/>
                <a:ea typeface="方正粗谭黑简体" charset="-122"/>
              </a:rPr>
              <a:t>TEXT</a:t>
            </a:r>
            <a:endParaRPr lang="zh-CN" altLang="en-US" sz="2400">
              <a:solidFill>
                <a:schemeClr val="bg1"/>
              </a:solidFill>
              <a:latin typeface="方正粗谭黑简体" charset="-122"/>
              <a:ea typeface="方正粗谭黑简体" charset="-122"/>
            </a:endParaRPr>
          </a:p>
        </p:txBody>
      </p:sp>
      <p:sp>
        <p:nvSpPr>
          <p:cNvPr id="19487" name="文本框 56"/>
          <p:cNvSpPr txBox="1">
            <a:spLocks noChangeArrowheads="1"/>
          </p:cNvSpPr>
          <p:nvPr/>
        </p:nvSpPr>
        <p:spPr bwMode="auto">
          <a:xfrm>
            <a:off x="3227388" y="4338638"/>
            <a:ext cx="20129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19488" name="文本框 56"/>
          <p:cNvSpPr txBox="1">
            <a:spLocks noChangeArrowheads="1"/>
          </p:cNvSpPr>
          <p:nvPr/>
        </p:nvSpPr>
        <p:spPr bwMode="auto">
          <a:xfrm>
            <a:off x="7773988" y="4338638"/>
            <a:ext cx="20129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19489" name="文本框 56"/>
          <p:cNvSpPr txBox="1">
            <a:spLocks noChangeArrowheads="1"/>
          </p:cNvSpPr>
          <p:nvPr/>
        </p:nvSpPr>
        <p:spPr bwMode="auto">
          <a:xfrm>
            <a:off x="5238750" y="1062038"/>
            <a:ext cx="20129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19490" name="文本框 56"/>
          <p:cNvSpPr txBox="1">
            <a:spLocks noChangeArrowheads="1"/>
          </p:cNvSpPr>
          <p:nvPr/>
        </p:nvSpPr>
        <p:spPr bwMode="auto">
          <a:xfrm>
            <a:off x="9372600" y="1049338"/>
            <a:ext cx="20129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</p:spTree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5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83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20485" name="矩形 18"/>
          <p:cNvSpPr>
            <a:spLocks noChangeArrowheads="1"/>
          </p:cNvSpPr>
          <p:nvPr/>
        </p:nvSpPr>
        <p:spPr bwMode="auto">
          <a:xfrm>
            <a:off x="0" y="1754188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86" name="任意多边形 20"/>
          <p:cNvSpPr>
            <a:spLocks/>
          </p:cNvSpPr>
          <p:nvPr/>
        </p:nvSpPr>
        <p:spPr bwMode="auto">
          <a:xfrm>
            <a:off x="0" y="1833563"/>
            <a:ext cx="2259013" cy="1436687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507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60057 h 1678488"/>
              <a:gd name="T12" fmla="*/ 0 w 2641255"/>
              <a:gd name="T13" fmla="*/ 660057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87" name="Freeform 9"/>
          <p:cNvSpPr>
            <a:spLocks noEditPoints="1"/>
          </p:cNvSpPr>
          <p:nvPr/>
        </p:nvSpPr>
        <p:spPr bwMode="auto">
          <a:xfrm>
            <a:off x="827088" y="2014538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文本框 11"/>
          <p:cNvSpPr txBox="1">
            <a:spLocks noChangeArrowheads="1"/>
          </p:cNvSpPr>
          <p:nvPr/>
        </p:nvSpPr>
        <p:spPr bwMode="auto">
          <a:xfrm>
            <a:off x="509588" y="26939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0489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0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20492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3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20494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0495" name="直接连接符 3"/>
          <p:cNvCxnSpPr>
            <a:cxnSpLocks noChangeShapeType="1"/>
            <a:stCxn id="20510" idx="4"/>
          </p:cNvCxnSpPr>
          <p:nvPr/>
        </p:nvCxnSpPr>
        <p:spPr bwMode="auto">
          <a:xfrm>
            <a:off x="3530600" y="1677988"/>
            <a:ext cx="0" cy="758825"/>
          </a:xfrm>
          <a:prstGeom prst="line">
            <a:avLst/>
          </a:prstGeom>
          <a:noFill/>
          <a:ln w="6350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496" name="组合 4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888" y="3986213"/>
            <a:ext cx="738187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7" name="组合 1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5480050"/>
            <a:ext cx="68262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8" name="组合 6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3" y="2408238"/>
            <a:ext cx="646112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9" name="组合 90"/>
          <p:cNvGrpSpPr>
            <a:grpSpLocks/>
          </p:cNvGrpSpPr>
          <p:nvPr/>
        </p:nvGrpSpPr>
        <p:grpSpPr bwMode="auto">
          <a:xfrm>
            <a:off x="3040063" y="698500"/>
            <a:ext cx="981075" cy="979488"/>
            <a:chOff x="0" y="0"/>
            <a:chExt cx="980400" cy="980400"/>
          </a:xfrm>
        </p:grpSpPr>
        <p:sp>
          <p:nvSpPr>
            <p:cNvPr id="20510" name="椭圆 4"/>
            <p:cNvSpPr>
              <a:spLocks noChangeArrowheads="1"/>
            </p:cNvSpPr>
            <p:nvPr/>
          </p:nvSpPr>
          <p:spPr bwMode="auto">
            <a:xfrm>
              <a:off x="0" y="0"/>
              <a:ext cx="980400" cy="980400"/>
            </a:xfrm>
            <a:prstGeom prst="ellipse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pic>
          <p:nvPicPr>
            <p:cNvPr id="20511" name="组合 70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248" y="241058"/>
              <a:ext cx="499872" cy="493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0500" name="直接连接符 72"/>
          <p:cNvCxnSpPr>
            <a:cxnSpLocks noChangeShapeType="1"/>
          </p:cNvCxnSpPr>
          <p:nvPr/>
        </p:nvCxnSpPr>
        <p:spPr bwMode="auto">
          <a:xfrm>
            <a:off x="3530600" y="3386138"/>
            <a:ext cx="0" cy="436562"/>
          </a:xfrm>
          <a:prstGeom prst="line">
            <a:avLst/>
          </a:prstGeom>
          <a:noFill/>
          <a:ln w="6350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1" name="直接连接符 75"/>
          <p:cNvCxnSpPr>
            <a:cxnSpLocks noChangeShapeType="1"/>
          </p:cNvCxnSpPr>
          <p:nvPr/>
        </p:nvCxnSpPr>
        <p:spPr bwMode="auto">
          <a:xfrm>
            <a:off x="3530600" y="4884738"/>
            <a:ext cx="0" cy="436562"/>
          </a:xfrm>
          <a:prstGeom prst="line">
            <a:avLst/>
          </a:prstGeom>
          <a:noFill/>
          <a:ln w="6350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2" name="文本框 56"/>
          <p:cNvSpPr txBox="1">
            <a:spLocks noChangeArrowheads="1"/>
          </p:cNvSpPr>
          <p:nvPr/>
        </p:nvSpPr>
        <p:spPr bwMode="auto">
          <a:xfrm>
            <a:off x="4173538" y="2652713"/>
            <a:ext cx="7446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0503" name="文本框 78"/>
          <p:cNvSpPr txBox="1">
            <a:spLocks noChangeArrowheads="1"/>
          </p:cNvSpPr>
          <p:nvPr/>
        </p:nvSpPr>
        <p:spPr bwMode="auto">
          <a:xfrm>
            <a:off x="4173538" y="2284413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0504" name="文本框 56"/>
          <p:cNvSpPr txBox="1">
            <a:spLocks noChangeArrowheads="1"/>
          </p:cNvSpPr>
          <p:nvPr/>
        </p:nvSpPr>
        <p:spPr bwMode="auto">
          <a:xfrm>
            <a:off x="4173538" y="1120775"/>
            <a:ext cx="744696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0505" name="文本框 80"/>
          <p:cNvSpPr txBox="1">
            <a:spLocks noChangeArrowheads="1"/>
          </p:cNvSpPr>
          <p:nvPr/>
        </p:nvSpPr>
        <p:spPr bwMode="auto">
          <a:xfrm>
            <a:off x="4173538" y="750888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0506" name="文本框 56"/>
          <p:cNvSpPr txBox="1">
            <a:spLocks noChangeArrowheads="1"/>
          </p:cNvSpPr>
          <p:nvPr/>
        </p:nvSpPr>
        <p:spPr bwMode="auto">
          <a:xfrm>
            <a:off x="4173538" y="4186238"/>
            <a:ext cx="7446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0507" name="文本框 82"/>
          <p:cNvSpPr txBox="1">
            <a:spLocks noChangeArrowheads="1"/>
          </p:cNvSpPr>
          <p:nvPr/>
        </p:nvSpPr>
        <p:spPr bwMode="auto">
          <a:xfrm>
            <a:off x="4173538" y="381635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0508" name="文本框 56"/>
          <p:cNvSpPr txBox="1">
            <a:spLocks noChangeArrowheads="1"/>
          </p:cNvSpPr>
          <p:nvPr/>
        </p:nvSpPr>
        <p:spPr bwMode="auto">
          <a:xfrm>
            <a:off x="4173538" y="5718175"/>
            <a:ext cx="744696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0509" name="文本框 84"/>
          <p:cNvSpPr txBox="1">
            <a:spLocks noChangeArrowheads="1"/>
          </p:cNvSpPr>
          <p:nvPr/>
        </p:nvSpPr>
        <p:spPr bwMode="auto">
          <a:xfrm>
            <a:off x="4173538" y="5348288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</p:spTree>
  </p:cSld>
  <p:clrMapOvr>
    <a:masterClrMapping/>
  </p:clrMapOvr>
  <p:transition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49"/>
          <p:cNvGrpSpPr>
            <a:grpSpLocks/>
          </p:cNvGrpSpPr>
          <p:nvPr/>
        </p:nvGrpSpPr>
        <p:grpSpPr bwMode="auto">
          <a:xfrm>
            <a:off x="3187700" y="482600"/>
            <a:ext cx="4246563" cy="6867525"/>
            <a:chOff x="0" y="0"/>
            <a:chExt cx="4246376" cy="6867950"/>
          </a:xfrm>
        </p:grpSpPr>
        <p:pic>
          <p:nvPicPr>
            <p:cNvPr id="21528" name="组合 11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246376" cy="6867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9" name="图片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93" y="169973"/>
              <a:ext cx="3962400" cy="2292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530" name="任意多边形 22"/>
            <p:cNvGrpSpPr>
              <a:grpSpLocks/>
            </p:cNvGrpSpPr>
            <p:nvPr/>
          </p:nvGrpSpPr>
          <p:grpSpPr bwMode="auto">
            <a:xfrm>
              <a:off x="2469173" y="-715"/>
              <a:ext cx="1767840" cy="2645664"/>
              <a:chOff x="0" y="0"/>
              <a:chExt cx="1767840" cy="2645664"/>
            </a:xfrm>
          </p:grpSpPr>
          <p:pic>
            <p:nvPicPr>
              <p:cNvPr id="21531" name="任意多边形 22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767840" cy="2645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32" name="Text Box 7"/>
              <p:cNvSpPr txBox="1">
                <a:spLocks noChangeArrowheads="1"/>
              </p:cNvSpPr>
              <p:nvPr/>
            </p:nvSpPr>
            <p:spPr bwMode="auto">
              <a:xfrm rot="-5400000">
                <a:off x="-437494" y="439066"/>
                <a:ext cx="2642724" cy="1766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</p:grpSp>
      <p:sp>
        <p:nvSpPr>
          <p:cNvPr id="21507" name="矩形 5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08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21510" name="矩形 18"/>
          <p:cNvSpPr>
            <a:spLocks noChangeArrowheads="1"/>
          </p:cNvSpPr>
          <p:nvPr/>
        </p:nvSpPr>
        <p:spPr bwMode="auto">
          <a:xfrm>
            <a:off x="0" y="1754188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11" name="任意多边形 20"/>
          <p:cNvSpPr>
            <a:spLocks/>
          </p:cNvSpPr>
          <p:nvPr/>
        </p:nvSpPr>
        <p:spPr bwMode="auto">
          <a:xfrm>
            <a:off x="0" y="1833563"/>
            <a:ext cx="2259013" cy="1436687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507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60057 h 1678488"/>
              <a:gd name="T12" fmla="*/ 0 w 2641255"/>
              <a:gd name="T13" fmla="*/ 660057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1512" name="Freeform 9"/>
          <p:cNvSpPr>
            <a:spLocks noEditPoints="1"/>
          </p:cNvSpPr>
          <p:nvPr/>
        </p:nvSpPr>
        <p:spPr bwMode="auto">
          <a:xfrm>
            <a:off x="827088" y="2014538"/>
            <a:ext cx="576262" cy="61277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文本框 11"/>
          <p:cNvSpPr txBox="1">
            <a:spLocks noChangeArrowheads="1"/>
          </p:cNvSpPr>
          <p:nvPr/>
        </p:nvSpPr>
        <p:spPr bwMode="auto">
          <a:xfrm>
            <a:off x="509588" y="269398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1514" name="矩形 6"/>
          <p:cNvSpPr>
            <a:spLocks noChangeArrowheads="1"/>
          </p:cNvSpPr>
          <p:nvPr/>
        </p:nvSpPr>
        <p:spPr bwMode="auto">
          <a:xfrm>
            <a:off x="0" y="3668713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15" name="Freeform 61"/>
          <p:cNvSpPr>
            <a:spLocks noEditPoints="1"/>
          </p:cNvSpPr>
          <p:nvPr/>
        </p:nvSpPr>
        <p:spPr bwMode="auto">
          <a:xfrm>
            <a:off x="882650" y="39163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文本框 15"/>
          <p:cNvSpPr txBox="1">
            <a:spLocks noChangeArrowheads="1"/>
          </p:cNvSpPr>
          <p:nvPr/>
        </p:nvSpPr>
        <p:spPr bwMode="auto">
          <a:xfrm>
            <a:off x="523875" y="4529138"/>
            <a:ext cx="12112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21517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18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21519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直角三角形 2"/>
          <p:cNvSpPr>
            <a:spLocks noChangeArrowheads="1"/>
          </p:cNvSpPr>
          <p:nvPr/>
        </p:nvSpPr>
        <p:spPr bwMode="auto">
          <a:xfrm flipH="1">
            <a:off x="9218613" y="3668713"/>
            <a:ext cx="2973387" cy="3200400"/>
          </a:xfrm>
          <a:prstGeom prst="rtTriangl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21" name="文本框 4"/>
          <p:cNvSpPr txBox="1">
            <a:spLocks noChangeArrowheads="1"/>
          </p:cNvSpPr>
          <p:nvPr/>
        </p:nvSpPr>
        <p:spPr bwMode="auto">
          <a:xfrm>
            <a:off x="3105150" y="5103813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8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研究方案</a:t>
            </a:r>
          </a:p>
        </p:txBody>
      </p:sp>
      <p:sp>
        <p:nvSpPr>
          <p:cNvPr id="21522" name="文本框 56"/>
          <p:cNvSpPr txBox="1">
            <a:spLocks noChangeArrowheads="1"/>
          </p:cNvSpPr>
          <p:nvPr/>
        </p:nvSpPr>
        <p:spPr bwMode="auto">
          <a:xfrm>
            <a:off x="3113088" y="5648325"/>
            <a:ext cx="47815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grpSp>
        <p:nvGrpSpPr>
          <p:cNvPr id="21523" name="组合 13"/>
          <p:cNvGrpSpPr>
            <a:grpSpLocks noChangeAspect="1"/>
          </p:cNvGrpSpPr>
          <p:nvPr/>
        </p:nvGrpSpPr>
        <p:grpSpPr bwMode="auto">
          <a:xfrm>
            <a:off x="7567613" y="1139825"/>
            <a:ext cx="4152900" cy="5291138"/>
            <a:chOff x="0" y="0"/>
            <a:chExt cx="4153383" cy="5291544"/>
          </a:xfrm>
        </p:grpSpPr>
        <p:pic>
          <p:nvPicPr>
            <p:cNvPr id="21526" name="图片 2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53383" cy="529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7" name="图片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907" y="366454"/>
              <a:ext cx="2828544" cy="1816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24" name="Freeform 45"/>
          <p:cNvSpPr>
            <a:spLocks noEditPoints="1"/>
          </p:cNvSpPr>
          <p:nvPr/>
        </p:nvSpPr>
        <p:spPr bwMode="auto">
          <a:xfrm>
            <a:off x="9218613" y="2066925"/>
            <a:ext cx="814387" cy="663575"/>
          </a:xfrm>
          <a:custGeom>
            <a:avLst/>
            <a:gdLst>
              <a:gd name="T0" fmla="*/ 2147483647 w 470"/>
              <a:gd name="T1" fmla="*/ 0 h 383"/>
              <a:gd name="T2" fmla="*/ 2147483647 w 470"/>
              <a:gd name="T3" fmla="*/ 2147483647 h 383"/>
              <a:gd name="T4" fmla="*/ 2147483647 w 470"/>
              <a:gd name="T5" fmla="*/ 0 h 383"/>
              <a:gd name="T6" fmla="*/ 2147483647 w 470"/>
              <a:gd name="T7" fmla="*/ 0 h 383"/>
              <a:gd name="T8" fmla="*/ 2147483647 w 470"/>
              <a:gd name="T9" fmla="*/ 2147483647 h 383"/>
              <a:gd name="T10" fmla="*/ 2147483647 w 470"/>
              <a:gd name="T11" fmla="*/ 2147483647 h 383"/>
              <a:gd name="T12" fmla="*/ 2147483647 w 470"/>
              <a:gd name="T13" fmla="*/ 2147483647 h 383"/>
              <a:gd name="T14" fmla="*/ 2147483647 w 470"/>
              <a:gd name="T15" fmla="*/ 2147483647 h 383"/>
              <a:gd name="T16" fmla="*/ 2147483647 w 470"/>
              <a:gd name="T17" fmla="*/ 2147483647 h 383"/>
              <a:gd name="T18" fmla="*/ 2147483647 w 470"/>
              <a:gd name="T19" fmla="*/ 2147483647 h 383"/>
              <a:gd name="T20" fmla="*/ 2147483647 w 470"/>
              <a:gd name="T21" fmla="*/ 2147483647 h 383"/>
              <a:gd name="T22" fmla="*/ 2147483647 w 470"/>
              <a:gd name="T23" fmla="*/ 2147483647 h 383"/>
              <a:gd name="T24" fmla="*/ 2147483647 w 470"/>
              <a:gd name="T25" fmla="*/ 2147483647 h 383"/>
              <a:gd name="T26" fmla="*/ 2147483647 w 470"/>
              <a:gd name="T27" fmla="*/ 0 h 383"/>
              <a:gd name="T28" fmla="*/ 2147483647 w 470"/>
              <a:gd name="T29" fmla="*/ 0 h 383"/>
              <a:gd name="T30" fmla="*/ 2147483647 w 470"/>
              <a:gd name="T31" fmla="*/ 2147483647 h 383"/>
              <a:gd name="T32" fmla="*/ 2147483647 w 470"/>
              <a:gd name="T33" fmla="*/ 2147483647 h 383"/>
              <a:gd name="T34" fmla="*/ 2147483647 w 470"/>
              <a:gd name="T35" fmla="*/ 2147483647 h 383"/>
              <a:gd name="T36" fmla="*/ 0 w 470"/>
              <a:gd name="T37" fmla="*/ 2147483647 h 383"/>
              <a:gd name="T38" fmla="*/ 2147483647 w 470"/>
              <a:gd name="T39" fmla="*/ 2147483647 h 383"/>
              <a:gd name="T40" fmla="*/ 0 w 470"/>
              <a:gd name="T41" fmla="*/ 2147483647 h 383"/>
              <a:gd name="T42" fmla="*/ 2147483647 w 470"/>
              <a:gd name="T43" fmla="*/ 2147483647 h 383"/>
              <a:gd name="T44" fmla="*/ 2147483647 w 470"/>
              <a:gd name="T45" fmla="*/ 2147483647 h 383"/>
              <a:gd name="T46" fmla="*/ 0 w 470"/>
              <a:gd name="T47" fmla="*/ 2147483647 h 383"/>
              <a:gd name="T48" fmla="*/ 2147483647 w 470"/>
              <a:gd name="T49" fmla="*/ 2147483647 h 383"/>
              <a:gd name="T50" fmla="*/ 2147483647 w 470"/>
              <a:gd name="T51" fmla="*/ 2147483647 h 383"/>
              <a:gd name="T52" fmla="*/ 2147483647 w 470"/>
              <a:gd name="T53" fmla="*/ 2147483647 h 383"/>
              <a:gd name="T54" fmla="*/ 2147483647 w 470"/>
              <a:gd name="T55" fmla="*/ 2147483647 h 383"/>
              <a:gd name="T56" fmla="*/ 2147483647 w 470"/>
              <a:gd name="T57" fmla="*/ 2147483647 h 383"/>
              <a:gd name="T58" fmla="*/ 2147483647 w 470"/>
              <a:gd name="T59" fmla="*/ 2147483647 h 383"/>
              <a:gd name="T60" fmla="*/ 2147483647 w 470"/>
              <a:gd name="T61" fmla="*/ 2147483647 h 383"/>
              <a:gd name="T62" fmla="*/ 2147483647 w 470"/>
              <a:gd name="T63" fmla="*/ 2147483647 h 38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70" h="383">
                <a:moveTo>
                  <a:pt x="376" y="0"/>
                </a:moveTo>
                <a:lnTo>
                  <a:pt x="314" y="93"/>
                </a:lnTo>
                <a:lnTo>
                  <a:pt x="249" y="0"/>
                </a:lnTo>
                <a:lnTo>
                  <a:pt x="376" y="0"/>
                </a:lnTo>
                <a:close/>
                <a:moveTo>
                  <a:pt x="304" y="115"/>
                </a:moveTo>
                <a:lnTo>
                  <a:pt x="168" y="115"/>
                </a:lnTo>
                <a:lnTo>
                  <a:pt x="235" y="378"/>
                </a:lnTo>
                <a:lnTo>
                  <a:pt x="304" y="115"/>
                </a:lnTo>
                <a:close/>
                <a:moveTo>
                  <a:pt x="170" y="101"/>
                </a:moveTo>
                <a:lnTo>
                  <a:pt x="300" y="101"/>
                </a:lnTo>
                <a:lnTo>
                  <a:pt x="235" y="4"/>
                </a:lnTo>
                <a:lnTo>
                  <a:pt x="170" y="101"/>
                </a:lnTo>
                <a:close/>
                <a:moveTo>
                  <a:pt x="156" y="93"/>
                </a:moveTo>
                <a:lnTo>
                  <a:pt x="220" y="0"/>
                </a:lnTo>
                <a:lnTo>
                  <a:pt x="96" y="0"/>
                </a:lnTo>
                <a:lnTo>
                  <a:pt x="156" y="93"/>
                </a:lnTo>
                <a:close/>
                <a:moveTo>
                  <a:pt x="220" y="383"/>
                </a:moveTo>
                <a:lnTo>
                  <a:pt x="151" y="115"/>
                </a:lnTo>
                <a:lnTo>
                  <a:pt x="0" y="115"/>
                </a:lnTo>
                <a:lnTo>
                  <a:pt x="220" y="383"/>
                </a:lnTo>
                <a:close/>
                <a:moveTo>
                  <a:pt x="0" y="101"/>
                </a:moveTo>
                <a:lnTo>
                  <a:pt x="141" y="101"/>
                </a:lnTo>
                <a:lnTo>
                  <a:pt x="81" y="7"/>
                </a:lnTo>
                <a:lnTo>
                  <a:pt x="0" y="101"/>
                </a:lnTo>
                <a:close/>
                <a:moveTo>
                  <a:pt x="391" y="7"/>
                </a:moveTo>
                <a:lnTo>
                  <a:pt x="328" y="101"/>
                </a:lnTo>
                <a:lnTo>
                  <a:pt x="470" y="101"/>
                </a:lnTo>
                <a:lnTo>
                  <a:pt x="391" y="7"/>
                </a:lnTo>
                <a:close/>
                <a:moveTo>
                  <a:pt x="319" y="115"/>
                </a:moveTo>
                <a:lnTo>
                  <a:pt x="249" y="383"/>
                </a:lnTo>
                <a:lnTo>
                  <a:pt x="470" y="115"/>
                </a:lnTo>
                <a:lnTo>
                  <a:pt x="319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Freeform 37"/>
          <p:cNvSpPr>
            <a:spLocks/>
          </p:cNvSpPr>
          <p:nvPr/>
        </p:nvSpPr>
        <p:spPr bwMode="auto">
          <a:xfrm>
            <a:off x="4487863" y="1139825"/>
            <a:ext cx="1646237" cy="1458913"/>
          </a:xfrm>
          <a:custGeom>
            <a:avLst/>
            <a:gdLst>
              <a:gd name="T0" fmla="*/ 2147483647 w 261"/>
              <a:gd name="T1" fmla="*/ 2147483647 h 231"/>
              <a:gd name="T2" fmla="*/ 2147483647 w 261"/>
              <a:gd name="T3" fmla="*/ 2147483647 h 231"/>
              <a:gd name="T4" fmla="*/ 2147483647 w 261"/>
              <a:gd name="T5" fmla="*/ 0 h 231"/>
              <a:gd name="T6" fmla="*/ 2147483647 w 261"/>
              <a:gd name="T7" fmla="*/ 2147483647 h 231"/>
              <a:gd name="T8" fmla="*/ 2147483647 w 261"/>
              <a:gd name="T9" fmla="*/ 2147483647 h 231"/>
              <a:gd name="T10" fmla="*/ 0 w 261"/>
              <a:gd name="T11" fmla="*/ 2147483647 h 231"/>
              <a:gd name="T12" fmla="*/ 2147483647 w 261"/>
              <a:gd name="T13" fmla="*/ 2147483647 h 231"/>
              <a:gd name="T14" fmla="*/ 2147483647 w 261"/>
              <a:gd name="T15" fmla="*/ 2147483647 h 231"/>
              <a:gd name="T16" fmla="*/ 2147483647 w 261"/>
              <a:gd name="T17" fmla="*/ 2147483647 h 231"/>
              <a:gd name="T18" fmla="*/ 2147483647 w 261"/>
              <a:gd name="T19" fmla="*/ 2147483647 h 231"/>
              <a:gd name="T20" fmla="*/ 2147483647 w 261"/>
              <a:gd name="T21" fmla="*/ 2147483647 h 231"/>
              <a:gd name="T22" fmla="*/ 2147483647 w 261"/>
              <a:gd name="T23" fmla="*/ 2147483647 h 231"/>
              <a:gd name="T24" fmla="*/ 2147483647 w 261"/>
              <a:gd name="T25" fmla="*/ 2147483647 h 231"/>
              <a:gd name="T26" fmla="*/ 2147483647 w 261"/>
              <a:gd name="T27" fmla="*/ 2147483647 h 231"/>
              <a:gd name="T28" fmla="*/ 2147483647 w 261"/>
              <a:gd name="T29" fmla="*/ 2147483647 h 231"/>
              <a:gd name="T30" fmla="*/ 2147483647 w 261"/>
              <a:gd name="T31" fmla="*/ 2147483647 h 231"/>
              <a:gd name="T32" fmla="*/ 2147483647 w 261"/>
              <a:gd name="T33" fmla="*/ 2147483647 h 231"/>
              <a:gd name="T34" fmla="*/ 2147483647 w 261"/>
              <a:gd name="T35" fmla="*/ 2147483647 h 231"/>
              <a:gd name="T36" fmla="*/ 2147483647 w 261"/>
              <a:gd name="T37" fmla="*/ 2147483647 h 231"/>
              <a:gd name="T38" fmla="*/ 2147483647 w 261"/>
              <a:gd name="T39" fmla="*/ 2147483647 h 231"/>
              <a:gd name="T40" fmla="*/ 2147483647 w 261"/>
              <a:gd name="T41" fmla="*/ 2147483647 h 231"/>
              <a:gd name="T42" fmla="*/ 2147483647 w 261"/>
              <a:gd name="T43" fmla="*/ 2147483647 h 231"/>
              <a:gd name="T44" fmla="*/ 2147483647 w 261"/>
              <a:gd name="T45" fmla="*/ 2147483647 h 231"/>
              <a:gd name="T46" fmla="*/ 2147483647 w 261"/>
              <a:gd name="T47" fmla="*/ 2147483647 h 231"/>
              <a:gd name="T48" fmla="*/ 2147483647 w 261"/>
              <a:gd name="T49" fmla="*/ 2147483647 h 23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61" h="231">
                <a:moveTo>
                  <a:pt x="138" y="14"/>
                </a:moveTo>
                <a:cubicBezTo>
                  <a:pt x="138" y="8"/>
                  <a:pt x="138" y="8"/>
                  <a:pt x="138" y="8"/>
                </a:cubicBezTo>
                <a:cubicBezTo>
                  <a:pt x="138" y="3"/>
                  <a:pt x="135" y="0"/>
                  <a:pt x="131" y="0"/>
                </a:cubicBezTo>
                <a:cubicBezTo>
                  <a:pt x="126" y="0"/>
                  <a:pt x="123" y="3"/>
                  <a:pt x="123" y="8"/>
                </a:cubicBezTo>
                <a:cubicBezTo>
                  <a:pt x="123" y="14"/>
                  <a:pt x="123" y="14"/>
                  <a:pt x="123" y="14"/>
                </a:cubicBezTo>
                <a:cubicBezTo>
                  <a:pt x="58" y="17"/>
                  <a:pt x="5" y="61"/>
                  <a:pt x="0" y="117"/>
                </a:cubicBezTo>
                <a:cubicBezTo>
                  <a:pt x="6" y="112"/>
                  <a:pt x="16" y="109"/>
                  <a:pt x="27" y="109"/>
                </a:cubicBezTo>
                <a:cubicBezTo>
                  <a:pt x="44" y="109"/>
                  <a:pt x="58" y="117"/>
                  <a:pt x="61" y="126"/>
                </a:cubicBezTo>
                <a:cubicBezTo>
                  <a:pt x="62" y="126"/>
                  <a:pt x="62" y="126"/>
                  <a:pt x="62" y="126"/>
                </a:cubicBezTo>
                <a:cubicBezTo>
                  <a:pt x="65" y="117"/>
                  <a:pt x="79" y="110"/>
                  <a:pt x="96" y="110"/>
                </a:cubicBezTo>
                <a:cubicBezTo>
                  <a:pt x="107" y="110"/>
                  <a:pt x="116" y="113"/>
                  <a:pt x="123" y="117"/>
                </a:cubicBezTo>
                <a:cubicBezTo>
                  <a:pt x="123" y="196"/>
                  <a:pt x="123" y="196"/>
                  <a:pt x="123" y="196"/>
                </a:cubicBezTo>
                <a:cubicBezTo>
                  <a:pt x="123" y="206"/>
                  <a:pt x="114" y="215"/>
                  <a:pt x="103" y="215"/>
                </a:cubicBezTo>
                <a:cubicBezTo>
                  <a:pt x="92" y="215"/>
                  <a:pt x="83" y="206"/>
                  <a:pt x="83" y="196"/>
                </a:cubicBezTo>
                <a:cubicBezTo>
                  <a:pt x="83" y="191"/>
                  <a:pt x="80" y="188"/>
                  <a:pt x="75" y="188"/>
                </a:cubicBezTo>
                <a:cubicBezTo>
                  <a:pt x="71" y="188"/>
                  <a:pt x="68" y="191"/>
                  <a:pt x="68" y="196"/>
                </a:cubicBezTo>
                <a:cubicBezTo>
                  <a:pt x="68" y="215"/>
                  <a:pt x="83" y="231"/>
                  <a:pt x="103" y="231"/>
                </a:cubicBezTo>
                <a:cubicBezTo>
                  <a:pt x="123" y="231"/>
                  <a:pt x="138" y="215"/>
                  <a:pt x="138" y="196"/>
                </a:cubicBezTo>
                <a:cubicBezTo>
                  <a:pt x="138" y="117"/>
                  <a:pt x="138" y="117"/>
                  <a:pt x="138" y="117"/>
                </a:cubicBezTo>
                <a:cubicBezTo>
                  <a:pt x="145" y="112"/>
                  <a:pt x="154" y="109"/>
                  <a:pt x="165" y="109"/>
                </a:cubicBezTo>
                <a:cubicBezTo>
                  <a:pt x="182" y="109"/>
                  <a:pt x="196" y="117"/>
                  <a:pt x="199" y="126"/>
                </a:cubicBezTo>
                <a:cubicBezTo>
                  <a:pt x="201" y="126"/>
                  <a:pt x="201" y="126"/>
                  <a:pt x="201" y="126"/>
                </a:cubicBezTo>
                <a:cubicBezTo>
                  <a:pt x="204" y="117"/>
                  <a:pt x="218" y="110"/>
                  <a:pt x="234" y="110"/>
                </a:cubicBezTo>
                <a:cubicBezTo>
                  <a:pt x="245" y="110"/>
                  <a:pt x="255" y="113"/>
                  <a:pt x="261" y="117"/>
                </a:cubicBezTo>
                <a:cubicBezTo>
                  <a:pt x="256" y="61"/>
                  <a:pt x="204" y="17"/>
                  <a:pt x="138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1"/>
          <p:cNvSpPr>
            <a:spLocks noChangeArrowheads="1"/>
          </p:cNvSpPr>
          <p:nvPr/>
        </p:nvSpPr>
        <p:spPr bwMode="auto">
          <a:xfrm>
            <a:off x="8793163" y="2241550"/>
            <a:ext cx="3106737" cy="195421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1" name="矩形 23"/>
          <p:cNvSpPr>
            <a:spLocks noChangeArrowheads="1"/>
          </p:cNvSpPr>
          <p:nvPr/>
        </p:nvSpPr>
        <p:spPr bwMode="auto">
          <a:xfrm>
            <a:off x="8797925" y="2241550"/>
            <a:ext cx="3105150" cy="1952625"/>
          </a:xfrm>
          <a:prstGeom prst="rect">
            <a:avLst/>
          </a:prstGeom>
          <a:solidFill>
            <a:srgbClr val="59595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2" name="矩形 2"/>
          <p:cNvSpPr>
            <a:spLocks noChangeArrowheads="1"/>
          </p:cNvSpPr>
          <p:nvPr/>
        </p:nvSpPr>
        <p:spPr bwMode="auto">
          <a:xfrm>
            <a:off x="2582863" y="2241550"/>
            <a:ext cx="3106737" cy="195421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3" name="矩形 22"/>
          <p:cNvSpPr>
            <a:spLocks noChangeArrowheads="1"/>
          </p:cNvSpPr>
          <p:nvPr/>
        </p:nvSpPr>
        <p:spPr bwMode="auto">
          <a:xfrm>
            <a:off x="2582863" y="2241550"/>
            <a:ext cx="3106737" cy="1952625"/>
          </a:xfrm>
          <a:prstGeom prst="rect">
            <a:avLst/>
          </a:prstGeom>
          <a:solidFill>
            <a:srgbClr val="59595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4" name="矩形 19"/>
          <p:cNvSpPr>
            <a:spLocks noChangeArrowheads="1"/>
          </p:cNvSpPr>
          <p:nvPr/>
        </p:nvSpPr>
        <p:spPr bwMode="auto">
          <a:xfrm>
            <a:off x="5249863" y="1966913"/>
            <a:ext cx="3983037" cy="2505075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5" name="矩形 5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6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22538" name="矩形 6"/>
          <p:cNvSpPr>
            <a:spLocks noChangeArrowheads="1"/>
          </p:cNvSpPr>
          <p:nvPr/>
        </p:nvSpPr>
        <p:spPr bwMode="auto">
          <a:xfrm>
            <a:off x="0" y="1754188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9" name="Freeform 9"/>
          <p:cNvSpPr>
            <a:spLocks noEditPoints="1"/>
          </p:cNvSpPr>
          <p:nvPr/>
        </p:nvSpPr>
        <p:spPr bwMode="auto">
          <a:xfrm>
            <a:off x="827088" y="1933575"/>
            <a:ext cx="576262" cy="614363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文本框 11"/>
          <p:cNvSpPr txBox="1">
            <a:spLocks noChangeArrowheads="1"/>
          </p:cNvSpPr>
          <p:nvPr/>
        </p:nvSpPr>
        <p:spPr bwMode="auto">
          <a:xfrm>
            <a:off x="509588" y="2614613"/>
            <a:ext cx="1211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2541" name="矩形 18"/>
          <p:cNvSpPr>
            <a:spLocks noChangeArrowheads="1"/>
          </p:cNvSpPr>
          <p:nvPr/>
        </p:nvSpPr>
        <p:spPr bwMode="auto">
          <a:xfrm>
            <a:off x="0" y="3506788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42" name="任意多边形 20"/>
          <p:cNvSpPr>
            <a:spLocks/>
          </p:cNvSpPr>
          <p:nvPr/>
        </p:nvSpPr>
        <p:spPr bwMode="auto">
          <a:xfrm>
            <a:off x="0" y="3587750"/>
            <a:ext cx="2259013" cy="1436688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50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60060 h 1678488"/>
              <a:gd name="T12" fmla="*/ 0 w 2641255"/>
              <a:gd name="T13" fmla="*/ 660060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2543" name="Freeform 61"/>
          <p:cNvSpPr>
            <a:spLocks noEditPoints="1"/>
          </p:cNvSpPr>
          <p:nvPr/>
        </p:nvSpPr>
        <p:spPr bwMode="auto">
          <a:xfrm>
            <a:off x="882650" y="3836988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文本框 15"/>
          <p:cNvSpPr txBox="1">
            <a:spLocks noChangeArrowheads="1"/>
          </p:cNvSpPr>
          <p:nvPr/>
        </p:nvSpPr>
        <p:spPr bwMode="auto">
          <a:xfrm>
            <a:off x="523875" y="44481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22545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46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22547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文本框 3"/>
          <p:cNvSpPr txBox="1">
            <a:spLocks noChangeArrowheads="1"/>
          </p:cNvSpPr>
          <p:nvPr/>
        </p:nvSpPr>
        <p:spPr bwMode="auto">
          <a:xfrm>
            <a:off x="6635750" y="4622800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0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航天飞机</a:t>
            </a:r>
          </a:p>
        </p:txBody>
      </p:sp>
      <p:sp>
        <p:nvSpPr>
          <p:cNvPr id="22549" name="文本框 24"/>
          <p:cNvSpPr txBox="1">
            <a:spLocks noChangeArrowheads="1"/>
          </p:cNvSpPr>
          <p:nvPr/>
        </p:nvSpPr>
        <p:spPr bwMode="auto">
          <a:xfrm>
            <a:off x="3633788" y="4294188"/>
            <a:ext cx="10048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1600" b="1">
                <a:solidFill>
                  <a:srgbClr val="BFBFBF"/>
                </a:solidFill>
                <a:latin typeface="微软雅黑" pitchFamily="34" charset="-122"/>
                <a:ea typeface="微软雅黑" pitchFamily="34" charset="-122"/>
              </a:rPr>
              <a:t>航天飞机</a:t>
            </a:r>
          </a:p>
        </p:txBody>
      </p:sp>
      <p:sp>
        <p:nvSpPr>
          <p:cNvPr id="22550" name="文本框 25"/>
          <p:cNvSpPr txBox="1">
            <a:spLocks noChangeArrowheads="1"/>
          </p:cNvSpPr>
          <p:nvPr/>
        </p:nvSpPr>
        <p:spPr bwMode="auto">
          <a:xfrm>
            <a:off x="9666288" y="4294188"/>
            <a:ext cx="10048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1600" b="1">
                <a:solidFill>
                  <a:srgbClr val="BFBFBF"/>
                </a:solidFill>
                <a:latin typeface="微软雅黑" pitchFamily="34" charset="-122"/>
                <a:ea typeface="微软雅黑" pitchFamily="34" charset="-122"/>
              </a:rPr>
              <a:t>航天飞机</a:t>
            </a:r>
          </a:p>
        </p:txBody>
      </p:sp>
    </p:spTree>
  </p:cSld>
  <p:clrMapOvr>
    <a:masterClrMapping/>
  </p:clrMapOvr>
  <p:transition spd="slow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5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55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23557" name="矩形 6"/>
          <p:cNvSpPr>
            <a:spLocks noChangeArrowheads="1"/>
          </p:cNvSpPr>
          <p:nvPr/>
        </p:nvSpPr>
        <p:spPr bwMode="auto">
          <a:xfrm>
            <a:off x="0" y="1754188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58" name="Freeform 9"/>
          <p:cNvSpPr>
            <a:spLocks noEditPoints="1"/>
          </p:cNvSpPr>
          <p:nvPr/>
        </p:nvSpPr>
        <p:spPr bwMode="auto">
          <a:xfrm>
            <a:off x="827088" y="1933575"/>
            <a:ext cx="576262" cy="614363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9" name="文本框 11"/>
          <p:cNvSpPr txBox="1">
            <a:spLocks noChangeArrowheads="1"/>
          </p:cNvSpPr>
          <p:nvPr/>
        </p:nvSpPr>
        <p:spPr bwMode="auto">
          <a:xfrm>
            <a:off x="509588" y="2614613"/>
            <a:ext cx="1211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3560" name="矩形 18"/>
          <p:cNvSpPr>
            <a:spLocks noChangeArrowheads="1"/>
          </p:cNvSpPr>
          <p:nvPr/>
        </p:nvSpPr>
        <p:spPr bwMode="auto">
          <a:xfrm>
            <a:off x="0" y="3506788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61" name="任意多边形 20"/>
          <p:cNvSpPr>
            <a:spLocks/>
          </p:cNvSpPr>
          <p:nvPr/>
        </p:nvSpPr>
        <p:spPr bwMode="auto">
          <a:xfrm>
            <a:off x="0" y="3587750"/>
            <a:ext cx="2259013" cy="1436688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50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60060 h 1678488"/>
              <a:gd name="T12" fmla="*/ 0 w 2641255"/>
              <a:gd name="T13" fmla="*/ 660060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3562" name="Freeform 61"/>
          <p:cNvSpPr>
            <a:spLocks noEditPoints="1"/>
          </p:cNvSpPr>
          <p:nvPr/>
        </p:nvSpPr>
        <p:spPr bwMode="auto">
          <a:xfrm>
            <a:off x="882650" y="3836988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文本框 15"/>
          <p:cNvSpPr txBox="1">
            <a:spLocks noChangeArrowheads="1"/>
          </p:cNvSpPr>
          <p:nvPr/>
        </p:nvSpPr>
        <p:spPr bwMode="auto">
          <a:xfrm>
            <a:off x="523875" y="44481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23564" name="矩形 8"/>
          <p:cNvSpPr>
            <a:spLocks noChangeArrowheads="1"/>
          </p:cNvSpPr>
          <p:nvPr/>
        </p:nvSpPr>
        <p:spPr bwMode="auto">
          <a:xfrm>
            <a:off x="0" y="542290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65" name="文本框 16"/>
          <p:cNvSpPr txBox="1">
            <a:spLocks noChangeArrowheads="1"/>
          </p:cNvSpPr>
          <p:nvPr/>
        </p:nvSpPr>
        <p:spPr bwMode="auto">
          <a:xfrm>
            <a:off x="523875" y="6283325"/>
            <a:ext cx="1211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23566" name="Freeform 89"/>
          <p:cNvSpPr>
            <a:spLocks noEditPoints="1"/>
          </p:cNvSpPr>
          <p:nvPr/>
        </p:nvSpPr>
        <p:spPr bwMode="auto">
          <a:xfrm>
            <a:off x="831850" y="5734050"/>
            <a:ext cx="595313" cy="454025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矩形 4"/>
          <p:cNvSpPr>
            <a:spLocks noChangeArrowheads="1"/>
          </p:cNvSpPr>
          <p:nvPr/>
        </p:nvSpPr>
        <p:spPr bwMode="auto">
          <a:xfrm>
            <a:off x="2767013" y="1328738"/>
            <a:ext cx="4202112" cy="42005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3568" name="组合 30"/>
          <p:cNvGrpSpPr>
            <a:grpSpLocks/>
          </p:cNvGrpSpPr>
          <p:nvPr/>
        </p:nvGrpSpPr>
        <p:grpSpPr bwMode="auto">
          <a:xfrm>
            <a:off x="7272338" y="1303338"/>
            <a:ext cx="3759200" cy="4221162"/>
            <a:chOff x="0" y="0"/>
            <a:chExt cx="3759200" cy="4221699"/>
          </a:xfrm>
        </p:grpSpPr>
        <p:sp>
          <p:nvSpPr>
            <p:cNvPr id="23571" name="L 形 7"/>
            <p:cNvSpPr>
              <a:spLocks/>
            </p:cNvSpPr>
            <p:nvPr/>
          </p:nvSpPr>
          <p:spPr bwMode="auto">
            <a:xfrm>
              <a:off x="0" y="3220213"/>
              <a:ext cx="1001486" cy="1001486"/>
            </a:xfrm>
            <a:custGeom>
              <a:avLst/>
              <a:gdLst>
                <a:gd name="T0" fmla="*/ 0 w 1001486"/>
                <a:gd name="T1" fmla="*/ 0 h 1001486"/>
                <a:gd name="T2" fmla="*/ 136483 w 1001486"/>
                <a:gd name="T3" fmla="*/ 0 h 1001486"/>
                <a:gd name="T4" fmla="*/ 136483 w 1001486"/>
                <a:gd name="T5" fmla="*/ 874728 h 1001486"/>
                <a:gd name="T6" fmla="*/ 1001486 w 1001486"/>
                <a:gd name="T7" fmla="*/ 874728 h 1001486"/>
                <a:gd name="T8" fmla="*/ 1001486 w 1001486"/>
                <a:gd name="T9" fmla="*/ 1001486 h 1001486"/>
                <a:gd name="T10" fmla="*/ 0 w 1001486"/>
                <a:gd name="T11" fmla="*/ 1001486 h 1001486"/>
                <a:gd name="T12" fmla="*/ 0 w 1001486"/>
                <a:gd name="T13" fmla="*/ 0 h 1001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1486" h="1001486">
                  <a:moveTo>
                    <a:pt x="0" y="0"/>
                  </a:moveTo>
                  <a:lnTo>
                    <a:pt x="136483" y="0"/>
                  </a:lnTo>
                  <a:lnTo>
                    <a:pt x="136483" y="874728"/>
                  </a:lnTo>
                  <a:lnTo>
                    <a:pt x="1001486" y="874728"/>
                  </a:lnTo>
                  <a:lnTo>
                    <a:pt x="1001486" y="1001486"/>
                  </a:lnTo>
                  <a:lnTo>
                    <a:pt x="0" y="1001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3572" name="L 形 26"/>
            <p:cNvSpPr>
              <a:spLocks/>
            </p:cNvSpPr>
            <p:nvPr/>
          </p:nvSpPr>
          <p:spPr bwMode="auto">
            <a:xfrm flipH="1">
              <a:off x="2757714" y="3220213"/>
              <a:ext cx="1001486" cy="1001486"/>
            </a:xfrm>
            <a:custGeom>
              <a:avLst/>
              <a:gdLst>
                <a:gd name="T0" fmla="*/ 0 w 1001486"/>
                <a:gd name="T1" fmla="*/ 0 h 1001486"/>
                <a:gd name="T2" fmla="*/ 136483 w 1001486"/>
                <a:gd name="T3" fmla="*/ 0 h 1001486"/>
                <a:gd name="T4" fmla="*/ 136483 w 1001486"/>
                <a:gd name="T5" fmla="*/ 889249 h 1001486"/>
                <a:gd name="T6" fmla="*/ 1001486 w 1001486"/>
                <a:gd name="T7" fmla="*/ 889249 h 1001486"/>
                <a:gd name="T8" fmla="*/ 1001486 w 1001486"/>
                <a:gd name="T9" fmla="*/ 1001486 h 1001486"/>
                <a:gd name="T10" fmla="*/ 0 w 1001486"/>
                <a:gd name="T11" fmla="*/ 1001486 h 1001486"/>
                <a:gd name="T12" fmla="*/ 0 w 1001486"/>
                <a:gd name="T13" fmla="*/ 0 h 1001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1486" h="1001486">
                  <a:moveTo>
                    <a:pt x="0" y="0"/>
                  </a:moveTo>
                  <a:lnTo>
                    <a:pt x="136483" y="0"/>
                  </a:lnTo>
                  <a:lnTo>
                    <a:pt x="136483" y="889249"/>
                  </a:lnTo>
                  <a:lnTo>
                    <a:pt x="1001486" y="889249"/>
                  </a:lnTo>
                  <a:lnTo>
                    <a:pt x="1001486" y="1001486"/>
                  </a:lnTo>
                  <a:lnTo>
                    <a:pt x="0" y="1001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3573" name="L 形 28"/>
            <p:cNvSpPr>
              <a:spLocks/>
            </p:cNvSpPr>
            <p:nvPr/>
          </p:nvSpPr>
          <p:spPr bwMode="auto">
            <a:xfrm flipH="1" flipV="1">
              <a:off x="2757714" y="0"/>
              <a:ext cx="1001486" cy="1001486"/>
            </a:xfrm>
            <a:custGeom>
              <a:avLst/>
              <a:gdLst>
                <a:gd name="T0" fmla="*/ 0 w 1001486"/>
                <a:gd name="T1" fmla="*/ 0 h 1001486"/>
                <a:gd name="T2" fmla="*/ 121961 w 1001486"/>
                <a:gd name="T3" fmla="*/ 0 h 1001486"/>
                <a:gd name="T4" fmla="*/ 121961 w 1001486"/>
                <a:gd name="T5" fmla="*/ 874728 h 1001486"/>
                <a:gd name="T6" fmla="*/ 1001486 w 1001486"/>
                <a:gd name="T7" fmla="*/ 874728 h 1001486"/>
                <a:gd name="T8" fmla="*/ 1001486 w 1001486"/>
                <a:gd name="T9" fmla="*/ 1001486 h 1001486"/>
                <a:gd name="T10" fmla="*/ 0 w 1001486"/>
                <a:gd name="T11" fmla="*/ 1001486 h 1001486"/>
                <a:gd name="T12" fmla="*/ 0 w 1001486"/>
                <a:gd name="T13" fmla="*/ 0 h 1001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1486" h="1001486">
                  <a:moveTo>
                    <a:pt x="0" y="0"/>
                  </a:moveTo>
                  <a:lnTo>
                    <a:pt x="121961" y="0"/>
                  </a:lnTo>
                  <a:lnTo>
                    <a:pt x="121961" y="874728"/>
                  </a:lnTo>
                  <a:lnTo>
                    <a:pt x="1001486" y="874728"/>
                  </a:lnTo>
                  <a:lnTo>
                    <a:pt x="1001486" y="1001486"/>
                  </a:lnTo>
                  <a:lnTo>
                    <a:pt x="0" y="1001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3574" name="L 形 29"/>
            <p:cNvSpPr>
              <a:spLocks/>
            </p:cNvSpPr>
            <p:nvPr/>
          </p:nvSpPr>
          <p:spPr bwMode="auto">
            <a:xfrm flipV="1">
              <a:off x="0" y="0"/>
              <a:ext cx="1001486" cy="1001486"/>
            </a:xfrm>
            <a:custGeom>
              <a:avLst/>
              <a:gdLst>
                <a:gd name="T0" fmla="*/ 0 w 1001486"/>
                <a:gd name="T1" fmla="*/ 0 h 1001486"/>
                <a:gd name="T2" fmla="*/ 150994 w 1001486"/>
                <a:gd name="T3" fmla="*/ 0 h 1001486"/>
                <a:gd name="T4" fmla="*/ 150994 w 1001486"/>
                <a:gd name="T5" fmla="*/ 874728 h 1001486"/>
                <a:gd name="T6" fmla="*/ 1001486 w 1001486"/>
                <a:gd name="T7" fmla="*/ 874728 h 1001486"/>
                <a:gd name="T8" fmla="*/ 1001486 w 1001486"/>
                <a:gd name="T9" fmla="*/ 1001486 h 1001486"/>
                <a:gd name="T10" fmla="*/ 0 w 1001486"/>
                <a:gd name="T11" fmla="*/ 1001486 h 1001486"/>
                <a:gd name="T12" fmla="*/ 0 w 1001486"/>
                <a:gd name="T13" fmla="*/ 0 h 1001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1486" h="1001486">
                  <a:moveTo>
                    <a:pt x="0" y="0"/>
                  </a:moveTo>
                  <a:lnTo>
                    <a:pt x="150994" y="0"/>
                  </a:lnTo>
                  <a:lnTo>
                    <a:pt x="150994" y="874728"/>
                  </a:lnTo>
                  <a:lnTo>
                    <a:pt x="1001486" y="874728"/>
                  </a:lnTo>
                  <a:lnTo>
                    <a:pt x="1001486" y="1001486"/>
                  </a:lnTo>
                  <a:lnTo>
                    <a:pt x="0" y="1001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3569" name="文本框 13"/>
          <p:cNvSpPr txBox="1">
            <a:spLocks noChangeArrowheads="1"/>
          </p:cNvSpPr>
          <p:nvPr/>
        </p:nvSpPr>
        <p:spPr bwMode="auto">
          <a:xfrm>
            <a:off x="7688263" y="2678113"/>
            <a:ext cx="38779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600" b="1" dirty="0" smtClean="0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夏雨家素材馆产</a:t>
            </a:r>
            <a:r>
              <a:rPr lang="zh-CN" altLang="en-US" sz="3600" b="1" dirty="0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品</a:t>
            </a:r>
          </a:p>
        </p:txBody>
      </p:sp>
      <p:sp>
        <p:nvSpPr>
          <p:cNvPr id="23570" name="文本框 56"/>
          <p:cNvSpPr txBox="1">
            <a:spLocks noChangeArrowheads="1"/>
          </p:cNvSpPr>
          <p:nvPr/>
        </p:nvSpPr>
        <p:spPr bwMode="auto">
          <a:xfrm>
            <a:off x="7723188" y="3495675"/>
            <a:ext cx="2935287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张海山锐谐体" charset="-122"/>
              </a:rPr>
              <a:t>搜索引擎</a:t>
            </a: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作为</a:t>
            </a: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张海山锐谐体" charset="-122"/>
              </a:rPr>
              <a:t>互联网发展中至关重要的一种应</a:t>
            </a:r>
          </a:p>
        </p:txBody>
      </p:sp>
    </p:spTree>
  </p:cSld>
  <p:clrMapOvr>
    <a:masterClrMapping/>
  </p:clrMapOvr>
  <p:transition spd="slow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6"/>
          <p:cNvSpPr>
            <a:spLocks noChangeArrowheads="1"/>
          </p:cNvSpPr>
          <p:nvPr/>
        </p:nvSpPr>
        <p:spPr bwMode="auto">
          <a:xfrm>
            <a:off x="0" y="0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79" name="Freeform 29"/>
          <p:cNvSpPr>
            <a:spLocks noEditPoints="1"/>
          </p:cNvSpPr>
          <p:nvPr/>
        </p:nvSpPr>
        <p:spPr bwMode="auto">
          <a:xfrm>
            <a:off x="846138" y="200025"/>
            <a:ext cx="566737" cy="565150"/>
          </a:xfrm>
          <a:custGeom>
            <a:avLst/>
            <a:gdLst>
              <a:gd name="T0" fmla="*/ 2147483647 w 216"/>
              <a:gd name="T1" fmla="*/ 2147483647 h 216"/>
              <a:gd name="T2" fmla="*/ 2147483647 w 216"/>
              <a:gd name="T3" fmla="*/ 2147483647 h 216"/>
              <a:gd name="T4" fmla="*/ 2147483647 w 216"/>
              <a:gd name="T5" fmla="*/ 2147483647 h 216"/>
              <a:gd name="T6" fmla="*/ 2147483647 w 216"/>
              <a:gd name="T7" fmla="*/ 2147483647 h 216"/>
              <a:gd name="T8" fmla="*/ 2147483647 w 216"/>
              <a:gd name="T9" fmla="*/ 2147483647 h 216"/>
              <a:gd name="T10" fmla="*/ 2147483647 w 216"/>
              <a:gd name="T11" fmla="*/ 2147483647 h 216"/>
              <a:gd name="T12" fmla="*/ 2147483647 w 216"/>
              <a:gd name="T13" fmla="*/ 2147483647 h 216"/>
              <a:gd name="T14" fmla="*/ 2147483647 w 216"/>
              <a:gd name="T15" fmla="*/ 2147483647 h 216"/>
              <a:gd name="T16" fmla="*/ 2147483647 w 216"/>
              <a:gd name="T17" fmla="*/ 2147483647 h 216"/>
              <a:gd name="T18" fmla="*/ 2147483647 w 216"/>
              <a:gd name="T19" fmla="*/ 2147483647 h 216"/>
              <a:gd name="T20" fmla="*/ 2147483647 w 216"/>
              <a:gd name="T21" fmla="*/ 2147483647 h 216"/>
              <a:gd name="T22" fmla="*/ 2147483647 w 216"/>
              <a:gd name="T23" fmla="*/ 2147483647 h 216"/>
              <a:gd name="T24" fmla="*/ 2147483647 w 216"/>
              <a:gd name="T25" fmla="*/ 2147483647 h 216"/>
              <a:gd name="T26" fmla="*/ 2147483647 w 216"/>
              <a:gd name="T27" fmla="*/ 2147483647 h 216"/>
              <a:gd name="T28" fmla="*/ 2147483647 w 216"/>
              <a:gd name="T29" fmla="*/ 2147483647 h 216"/>
              <a:gd name="T30" fmla="*/ 2147483647 w 216"/>
              <a:gd name="T31" fmla="*/ 2147483647 h 216"/>
              <a:gd name="T32" fmla="*/ 2147483647 w 216"/>
              <a:gd name="T33" fmla="*/ 2147483647 h 216"/>
              <a:gd name="T34" fmla="*/ 2147483647 w 216"/>
              <a:gd name="T35" fmla="*/ 2147483647 h 216"/>
              <a:gd name="T36" fmla="*/ 2147483647 w 216"/>
              <a:gd name="T37" fmla="*/ 2147483647 h 216"/>
              <a:gd name="T38" fmla="*/ 2147483647 w 216"/>
              <a:gd name="T39" fmla="*/ 2147483647 h 216"/>
              <a:gd name="T40" fmla="*/ 2147483647 w 216"/>
              <a:gd name="T41" fmla="*/ 2147483647 h 216"/>
              <a:gd name="T42" fmla="*/ 2147483647 w 216"/>
              <a:gd name="T43" fmla="*/ 2147483647 h 216"/>
              <a:gd name="T44" fmla="*/ 2147483647 w 216"/>
              <a:gd name="T45" fmla="*/ 2147483647 h 216"/>
              <a:gd name="T46" fmla="*/ 2147483647 w 216"/>
              <a:gd name="T47" fmla="*/ 2147483647 h 216"/>
              <a:gd name="T48" fmla="*/ 2147483647 w 216"/>
              <a:gd name="T49" fmla="*/ 2147483647 h 216"/>
              <a:gd name="T50" fmla="*/ 2147483647 w 216"/>
              <a:gd name="T51" fmla="*/ 2147483647 h 216"/>
              <a:gd name="T52" fmla="*/ 2147483647 w 216"/>
              <a:gd name="T53" fmla="*/ 2147483647 h 216"/>
              <a:gd name="T54" fmla="*/ 2147483647 w 216"/>
              <a:gd name="T55" fmla="*/ 2147483647 h 216"/>
              <a:gd name="T56" fmla="*/ 2147483647 w 216"/>
              <a:gd name="T57" fmla="*/ 2147483647 h 216"/>
              <a:gd name="T58" fmla="*/ 2147483647 w 216"/>
              <a:gd name="T59" fmla="*/ 2147483647 h 216"/>
              <a:gd name="T60" fmla="*/ 2147483647 w 216"/>
              <a:gd name="T61" fmla="*/ 2147483647 h 216"/>
              <a:gd name="T62" fmla="*/ 2147483647 w 216"/>
              <a:gd name="T63" fmla="*/ 2147483647 h 216"/>
              <a:gd name="T64" fmla="*/ 2147483647 w 216"/>
              <a:gd name="T65" fmla="*/ 2147483647 h 216"/>
              <a:gd name="T66" fmla="*/ 0 w 216"/>
              <a:gd name="T67" fmla="*/ 2147483647 h 216"/>
              <a:gd name="T68" fmla="*/ 2147483647 w 216"/>
              <a:gd name="T69" fmla="*/ 2147483647 h 216"/>
              <a:gd name="T70" fmla="*/ 2147483647 w 216"/>
              <a:gd name="T71" fmla="*/ 2147483647 h 216"/>
              <a:gd name="T72" fmla="*/ 2147483647 w 216"/>
              <a:gd name="T73" fmla="*/ 2147483647 h 216"/>
              <a:gd name="T74" fmla="*/ 2147483647 w 216"/>
              <a:gd name="T75" fmla="*/ 2147483647 h 216"/>
              <a:gd name="T76" fmla="*/ 2147483647 w 216"/>
              <a:gd name="T77" fmla="*/ 2147483647 h 216"/>
              <a:gd name="T78" fmla="*/ 2147483647 w 216"/>
              <a:gd name="T79" fmla="*/ 2147483647 h 216"/>
              <a:gd name="T80" fmla="*/ 2147483647 w 216"/>
              <a:gd name="T81" fmla="*/ 2147483647 h 216"/>
              <a:gd name="T82" fmla="*/ 2147483647 w 216"/>
              <a:gd name="T83" fmla="*/ 2147483647 h 216"/>
              <a:gd name="T84" fmla="*/ 2147483647 w 216"/>
              <a:gd name="T85" fmla="*/ 2147483647 h 216"/>
              <a:gd name="T86" fmla="*/ 2147483647 w 216"/>
              <a:gd name="T87" fmla="*/ 2147483647 h 216"/>
              <a:gd name="T88" fmla="*/ 2147483647 w 216"/>
              <a:gd name="T89" fmla="*/ 0 h 216"/>
              <a:gd name="T90" fmla="*/ 2147483647 w 216"/>
              <a:gd name="T91" fmla="*/ 2147483647 h 216"/>
              <a:gd name="T92" fmla="*/ 2147483647 w 216"/>
              <a:gd name="T93" fmla="*/ 2147483647 h 216"/>
              <a:gd name="T94" fmla="*/ 2147483647 w 216"/>
              <a:gd name="T95" fmla="*/ 2147483647 h 21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16" h="216">
                <a:moveTo>
                  <a:pt x="165" y="74"/>
                </a:moveTo>
                <a:cubicBezTo>
                  <a:pt x="155" y="84"/>
                  <a:pt x="155" y="84"/>
                  <a:pt x="155" y="84"/>
                </a:cubicBezTo>
                <a:cubicBezTo>
                  <a:pt x="160" y="92"/>
                  <a:pt x="162" y="101"/>
                  <a:pt x="162" y="111"/>
                </a:cubicBezTo>
                <a:cubicBezTo>
                  <a:pt x="162" y="142"/>
                  <a:pt x="137" y="167"/>
                  <a:pt x="106" y="167"/>
                </a:cubicBezTo>
                <a:cubicBezTo>
                  <a:pt x="74" y="167"/>
                  <a:pt x="49" y="142"/>
                  <a:pt x="49" y="111"/>
                </a:cubicBezTo>
                <a:cubicBezTo>
                  <a:pt x="49" y="79"/>
                  <a:pt x="74" y="54"/>
                  <a:pt x="106" y="54"/>
                </a:cubicBezTo>
                <a:cubicBezTo>
                  <a:pt x="115" y="54"/>
                  <a:pt x="125" y="57"/>
                  <a:pt x="133" y="61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31" y="45"/>
                  <a:pt x="119" y="41"/>
                  <a:pt x="106" y="41"/>
                </a:cubicBezTo>
                <a:cubicBezTo>
                  <a:pt x="67" y="41"/>
                  <a:pt x="36" y="72"/>
                  <a:pt x="36" y="111"/>
                </a:cubicBezTo>
                <a:cubicBezTo>
                  <a:pt x="36" y="149"/>
                  <a:pt x="67" y="180"/>
                  <a:pt x="106" y="180"/>
                </a:cubicBezTo>
                <a:cubicBezTo>
                  <a:pt x="144" y="180"/>
                  <a:pt x="175" y="149"/>
                  <a:pt x="175" y="111"/>
                </a:cubicBezTo>
                <a:cubicBezTo>
                  <a:pt x="175" y="97"/>
                  <a:pt x="171" y="85"/>
                  <a:pt x="165" y="74"/>
                </a:cubicBezTo>
                <a:close/>
                <a:moveTo>
                  <a:pt x="139" y="100"/>
                </a:moveTo>
                <a:cubicBezTo>
                  <a:pt x="127" y="111"/>
                  <a:pt x="127" y="111"/>
                  <a:pt x="127" y="111"/>
                </a:cubicBezTo>
                <a:cubicBezTo>
                  <a:pt x="127" y="123"/>
                  <a:pt x="117" y="132"/>
                  <a:pt x="106" y="132"/>
                </a:cubicBezTo>
                <a:cubicBezTo>
                  <a:pt x="94" y="132"/>
                  <a:pt x="84" y="123"/>
                  <a:pt x="84" y="111"/>
                </a:cubicBezTo>
                <a:cubicBezTo>
                  <a:pt x="84" y="99"/>
                  <a:pt x="93" y="89"/>
                  <a:pt x="105" y="89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3" y="77"/>
                  <a:pt x="109" y="76"/>
                  <a:pt x="106" y="76"/>
                </a:cubicBezTo>
                <a:cubicBezTo>
                  <a:pt x="87" y="76"/>
                  <a:pt x="71" y="91"/>
                  <a:pt x="71" y="111"/>
                </a:cubicBezTo>
                <a:cubicBezTo>
                  <a:pt x="71" y="130"/>
                  <a:pt x="87" y="145"/>
                  <a:pt x="106" y="145"/>
                </a:cubicBezTo>
                <a:cubicBezTo>
                  <a:pt x="125" y="145"/>
                  <a:pt x="140" y="130"/>
                  <a:pt x="140" y="111"/>
                </a:cubicBezTo>
                <a:cubicBezTo>
                  <a:pt x="140" y="107"/>
                  <a:pt x="140" y="103"/>
                  <a:pt x="139" y="100"/>
                </a:cubicBezTo>
                <a:close/>
                <a:moveTo>
                  <a:pt x="196" y="56"/>
                </a:moveTo>
                <a:cubicBezTo>
                  <a:pt x="187" y="66"/>
                  <a:pt x="187" y="66"/>
                  <a:pt x="187" y="66"/>
                </a:cubicBezTo>
                <a:cubicBezTo>
                  <a:pt x="194" y="79"/>
                  <a:pt x="198" y="94"/>
                  <a:pt x="198" y="111"/>
                </a:cubicBezTo>
                <a:cubicBezTo>
                  <a:pt x="198" y="162"/>
                  <a:pt x="157" y="203"/>
                  <a:pt x="106" y="203"/>
                </a:cubicBezTo>
                <a:cubicBezTo>
                  <a:pt x="54" y="203"/>
                  <a:pt x="13" y="162"/>
                  <a:pt x="13" y="111"/>
                </a:cubicBezTo>
                <a:cubicBezTo>
                  <a:pt x="13" y="59"/>
                  <a:pt x="54" y="18"/>
                  <a:pt x="106" y="18"/>
                </a:cubicBezTo>
                <a:cubicBezTo>
                  <a:pt x="122" y="18"/>
                  <a:pt x="137" y="22"/>
                  <a:pt x="151" y="29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44" y="10"/>
                  <a:pt x="125" y="5"/>
                  <a:pt x="106" y="5"/>
                </a:cubicBezTo>
                <a:cubicBezTo>
                  <a:pt x="47" y="5"/>
                  <a:pt x="0" y="52"/>
                  <a:pt x="0" y="111"/>
                </a:cubicBezTo>
                <a:cubicBezTo>
                  <a:pt x="0" y="169"/>
                  <a:pt x="47" y="216"/>
                  <a:pt x="106" y="216"/>
                </a:cubicBezTo>
                <a:cubicBezTo>
                  <a:pt x="164" y="216"/>
                  <a:pt x="211" y="169"/>
                  <a:pt x="211" y="111"/>
                </a:cubicBezTo>
                <a:cubicBezTo>
                  <a:pt x="211" y="91"/>
                  <a:pt x="206" y="72"/>
                  <a:pt x="196" y="56"/>
                </a:cubicBezTo>
                <a:close/>
                <a:moveTo>
                  <a:pt x="182" y="57"/>
                </a:moveTo>
                <a:cubicBezTo>
                  <a:pt x="170" y="55"/>
                  <a:pt x="170" y="55"/>
                  <a:pt x="170" y="55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07" y="118"/>
                  <a:pt x="103" y="118"/>
                  <a:pt x="101" y="115"/>
                </a:cubicBezTo>
                <a:cubicBezTo>
                  <a:pt x="98" y="113"/>
                  <a:pt x="98" y="109"/>
                  <a:pt x="101" y="106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0" y="34"/>
                  <a:pt x="160" y="34"/>
                  <a:pt x="160" y="34"/>
                </a:cubicBezTo>
                <a:cubicBezTo>
                  <a:pt x="194" y="0"/>
                  <a:pt x="194" y="0"/>
                  <a:pt x="194" y="0"/>
                </a:cubicBezTo>
                <a:cubicBezTo>
                  <a:pt x="198" y="18"/>
                  <a:pt x="198" y="18"/>
                  <a:pt x="198" y="18"/>
                </a:cubicBezTo>
                <a:cubicBezTo>
                  <a:pt x="216" y="23"/>
                  <a:pt x="216" y="23"/>
                  <a:pt x="216" y="23"/>
                </a:cubicBezTo>
                <a:lnTo>
                  <a:pt x="182" y="5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文本框 1"/>
          <p:cNvSpPr txBox="1">
            <a:spLocks noChangeArrowheads="1"/>
          </p:cNvSpPr>
          <p:nvPr/>
        </p:nvSpPr>
        <p:spPr bwMode="auto">
          <a:xfrm>
            <a:off x="523875" y="8413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选题目的</a:t>
            </a:r>
          </a:p>
        </p:txBody>
      </p:sp>
      <p:sp>
        <p:nvSpPr>
          <p:cNvPr id="24581" name="矩形 5"/>
          <p:cNvSpPr>
            <a:spLocks noChangeArrowheads="1"/>
          </p:cNvSpPr>
          <p:nvPr/>
        </p:nvSpPr>
        <p:spPr bwMode="auto">
          <a:xfrm>
            <a:off x="0" y="1754188"/>
            <a:ext cx="2259013" cy="1435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2" name="Freeform 9"/>
          <p:cNvSpPr>
            <a:spLocks noEditPoints="1"/>
          </p:cNvSpPr>
          <p:nvPr/>
        </p:nvSpPr>
        <p:spPr bwMode="auto">
          <a:xfrm>
            <a:off x="827088" y="1933575"/>
            <a:ext cx="576262" cy="614363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文本框 11"/>
          <p:cNvSpPr txBox="1">
            <a:spLocks noChangeArrowheads="1"/>
          </p:cNvSpPr>
          <p:nvPr/>
        </p:nvSpPr>
        <p:spPr bwMode="auto">
          <a:xfrm>
            <a:off x="509588" y="2614613"/>
            <a:ext cx="1211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</a:p>
        </p:txBody>
      </p:sp>
      <p:sp>
        <p:nvSpPr>
          <p:cNvPr id="24584" name="矩形 8"/>
          <p:cNvSpPr>
            <a:spLocks noChangeArrowheads="1"/>
          </p:cNvSpPr>
          <p:nvPr/>
        </p:nvSpPr>
        <p:spPr bwMode="auto">
          <a:xfrm>
            <a:off x="0" y="3506788"/>
            <a:ext cx="2259013" cy="1436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5" name="Freeform 61"/>
          <p:cNvSpPr>
            <a:spLocks noEditPoints="1"/>
          </p:cNvSpPr>
          <p:nvPr/>
        </p:nvSpPr>
        <p:spPr bwMode="auto">
          <a:xfrm>
            <a:off x="882650" y="3687763"/>
            <a:ext cx="493713" cy="498475"/>
          </a:xfrm>
          <a:custGeom>
            <a:avLst/>
            <a:gdLst>
              <a:gd name="T0" fmla="*/ 0 w 192"/>
              <a:gd name="T1" fmla="*/ 2147483647 h 194"/>
              <a:gd name="T2" fmla="*/ 2147483647 w 192"/>
              <a:gd name="T3" fmla="*/ 2147483647 h 194"/>
              <a:gd name="T4" fmla="*/ 2147483647 w 192"/>
              <a:gd name="T5" fmla="*/ 2147483647 h 194"/>
              <a:gd name="T6" fmla="*/ 2147483647 w 192"/>
              <a:gd name="T7" fmla="*/ 2147483647 h 194"/>
              <a:gd name="T8" fmla="*/ 2147483647 w 192"/>
              <a:gd name="T9" fmla="*/ 2147483647 h 194"/>
              <a:gd name="T10" fmla="*/ 2147483647 w 192"/>
              <a:gd name="T11" fmla="*/ 2147483647 h 194"/>
              <a:gd name="T12" fmla="*/ 2147483647 w 192"/>
              <a:gd name="T13" fmla="*/ 2147483647 h 194"/>
              <a:gd name="T14" fmla="*/ 2147483647 w 192"/>
              <a:gd name="T15" fmla="*/ 2147483647 h 194"/>
              <a:gd name="T16" fmla="*/ 2147483647 w 192"/>
              <a:gd name="T17" fmla="*/ 2147483647 h 194"/>
              <a:gd name="T18" fmla="*/ 2147483647 w 192"/>
              <a:gd name="T19" fmla="*/ 2147483647 h 194"/>
              <a:gd name="T20" fmla="*/ 2147483647 w 192"/>
              <a:gd name="T21" fmla="*/ 2147483647 h 194"/>
              <a:gd name="T22" fmla="*/ 2147483647 w 192"/>
              <a:gd name="T23" fmla="*/ 2147483647 h 194"/>
              <a:gd name="T24" fmla="*/ 2147483647 w 192"/>
              <a:gd name="T25" fmla="*/ 2147483647 h 194"/>
              <a:gd name="T26" fmla="*/ 2147483647 w 192"/>
              <a:gd name="T27" fmla="*/ 2147483647 h 194"/>
              <a:gd name="T28" fmla="*/ 2147483647 w 192"/>
              <a:gd name="T29" fmla="*/ 2147483647 h 194"/>
              <a:gd name="T30" fmla="*/ 2147483647 w 192"/>
              <a:gd name="T31" fmla="*/ 2147483647 h 194"/>
              <a:gd name="T32" fmla="*/ 2147483647 w 192"/>
              <a:gd name="T33" fmla="*/ 2147483647 h 194"/>
              <a:gd name="T34" fmla="*/ 2147483647 w 192"/>
              <a:gd name="T35" fmla="*/ 2147483647 h 194"/>
              <a:gd name="T36" fmla="*/ 2147483647 w 192"/>
              <a:gd name="T37" fmla="*/ 2147483647 h 194"/>
              <a:gd name="T38" fmla="*/ 2147483647 w 192"/>
              <a:gd name="T39" fmla="*/ 2147483647 h 194"/>
              <a:gd name="T40" fmla="*/ 2147483647 w 192"/>
              <a:gd name="T41" fmla="*/ 2147483647 h 194"/>
              <a:gd name="T42" fmla="*/ 2147483647 w 192"/>
              <a:gd name="T43" fmla="*/ 2147483647 h 194"/>
              <a:gd name="T44" fmla="*/ 2147483647 w 192"/>
              <a:gd name="T45" fmla="*/ 2147483647 h 194"/>
              <a:gd name="T46" fmla="*/ 2147483647 w 192"/>
              <a:gd name="T47" fmla="*/ 2147483647 h 194"/>
              <a:gd name="T48" fmla="*/ 2147483647 w 192"/>
              <a:gd name="T49" fmla="*/ 2147483647 h 194"/>
              <a:gd name="T50" fmla="*/ 2147483647 w 192"/>
              <a:gd name="T51" fmla="*/ 2147483647 h 194"/>
              <a:gd name="T52" fmla="*/ 2147483647 w 192"/>
              <a:gd name="T53" fmla="*/ 2147483647 h 194"/>
              <a:gd name="T54" fmla="*/ 2147483647 w 192"/>
              <a:gd name="T55" fmla="*/ 0 h 194"/>
              <a:gd name="T56" fmla="*/ 2147483647 w 192"/>
              <a:gd name="T57" fmla="*/ 0 h 194"/>
              <a:gd name="T58" fmla="*/ 2147483647 w 192"/>
              <a:gd name="T59" fmla="*/ 2147483647 h 194"/>
              <a:gd name="T60" fmla="*/ 2147483647 w 192"/>
              <a:gd name="T61" fmla="*/ 2147483647 h 194"/>
              <a:gd name="T62" fmla="*/ 2147483647 w 192"/>
              <a:gd name="T63" fmla="*/ 2147483647 h 194"/>
              <a:gd name="T64" fmla="*/ 2147483647 w 192"/>
              <a:gd name="T65" fmla="*/ 2147483647 h 194"/>
              <a:gd name="T66" fmla="*/ 2147483647 w 192"/>
              <a:gd name="T67" fmla="*/ 2147483647 h 194"/>
              <a:gd name="T68" fmla="*/ 2147483647 w 192"/>
              <a:gd name="T69" fmla="*/ 2147483647 h 194"/>
              <a:gd name="T70" fmla="*/ 0 w 192"/>
              <a:gd name="T71" fmla="*/ 2147483647 h 194"/>
              <a:gd name="T72" fmla="*/ 2147483647 w 192"/>
              <a:gd name="T73" fmla="*/ 2147483647 h 194"/>
              <a:gd name="T74" fmla="*/ 2147483647 w 192"/>
              <a:gd name="T75" fmla="*/ 2147483647 h 194"/>
              <a:gd name="T76" fmla="*/ 2147483647 w 192"/>
              <a:gd name="T77" fmla="*/ 2147483647 h 194"/>
              <a:gd name="T78" fmla="*/ 2147483647 w 192"/>
              <a:gd name="T79" fmla="*/ 2147483647 h 194"/>
              <a:gd name="T80" fmla="*/ 0 w 192"/>
              <a:gd name="T81" fmla="*/ 2147483647 h 194"/>
              <a:gd name="T82" fmla="*/ 2147483647 w 192"/>
              <a:gd name="T83" fmla="*/ 2147483647 h 194"/>
              <a:gd name="T84" fmla="*/ 2147483647 w 192"/>
              <a:gd name="T85" fmla="*/ 2147483647 h 194"/>
              <a:gd name="T86" fmla="*/ 2147483647 w 192"/>
              <a:gd name="T87" fmla="*/ 2147483647 h 194"/>
              <a:gd name="T88" fmla="*/ 2147483647 w 192"/>
              <a:gd name="T89" fmla="*/ 2147483647 h 194"/>
              <a:gd name="T90" fmla="*/ 2147483647 w 192"/>
              <a:gd name="T91" fmla="*/ 2147483647 h 194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2" h="194">
                <a:moveTo>
                  <a:pt x="0" y="164"/>
                </a:moveTo>
                <a:cubicBezTo>
                  <a:pt x="0" y="179"/>
                  <a:pt x="13" y="192"/>
                  <a:pt x="28" y="192"/>
                </a:cubicBezTo>
                <a:cubicBezTo>
                  <a:pt x="36" y="192"/>
                  <a:pt x="43" y="189"/>
                  <a:pt x="48" y="184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113" y="147"/>
                  <a:pt x="113" y="147"/>
                  <a:pt x="113" y="147"/>
                </a:cubicBezTo>
                <a:cubicBezTo>
                  <a:pt x="111" y="153"/>
                  <a:pt x="113" y="161"/>
                  <a:pt x="118" y="166"/>
                </a:cubicBezTo>
                <a:cubicBezTo>
                  <a:pt x="138" y="186"/>
                  <a:pt x="138" y="186"/>
                  <a:pt x="138" y="186"/>
                </a:cubicBezTo>
                <a:cubicBezTo>
                  <a:pt x="146" y="194"/>
                  <a:pt x="158" y="194"/>
                  <a:pt x="166" y="186"/>
                </a:cubicBezTo>
                <a:cubicBezTo>
                  <a:pt x="174" y="178"/>
                  <a:pt x="174" y="166"/>
                  <a:pt x="166" y="158"/>
                </a:cubicBezTo>
                <a:cubicBezTo>
                  <a:pt x="146" y="138"/>
                  <a:pt x="146" y="138"/>
                  <a:pt x="146" y="138"/>
                </a:cubicBezTo>
                <a:cubicBezTo>
                  <a:pt x="141" y="133"/>
                  <a:pt x="133" y="131"/>
                  <a:pt x="127" y="133"/>
                </a:cubicBezTo>
                <a:cubicBezTo>
                  <a:pt x="113" y="119"/>
                  <a:pt x="113" y="119"/>
                  <a:pt x="113" y="119"/>
                </a:cubicBezTo>
                <a:cubicBezTo>
                  <a:pt x="122" y="110"/>
                  <a:pt x="122" y="110"/>
                  <a:pt x="122" y="110"/>
                </a:cubicBezTo>
                <a:cubicBezTo>
                  <a:pt x="140" y="115"/>
                  <a:pt x="161" y="110"/>
                  <a:pt x="176" y="96"/>
                </a:cubicBezTo>
                <a:cubicBezTo>
                  <a:pt x="186" y="86"/>
                  <a:pt x="191" y="73"/>
                  <a:pt x="192" y="61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92" y="56"/>
                  <a:pt x="188" y="52"/>
                  <a:pt x="184" y="52"/>
                </a:cubicBezTo>
                <a:cubicBezTo>
                  <a:pt x="182" y="52"/>
                  <a:pt x="180" y="53"/>
                  <a:pt x="178" y="54"/>
                </a:cubicBezTo>
                <a:cubicBezTo>
                  <a:pt x="176" y="57"/>
                  <a:pt x="176" y="57"/>
                  <a:pt x="176" y="57"/>
                </a:cubicBezTo>
                <a:cubicBezTo>
                  <a:pt x="168" y="65"/>
                  <a:pt x="168" y="65"/>
                  <a:pt x="168" y="65"/>
                </a:cubicBezTo>
                <a:cubicBezTo>
                  <a:pt x="163" y="69"/>
                  <a:pt x="156" y="72"/>
                  <a:pt x="148" y="72"/>
                </a:cubicBezTo>
                <a:cubicBezTo>
                  <a:pt x="140" y="72"/>
                  <a:pt x="133" y="69"/>
                  <a:pt x="128" y="64"/>
                </a:cubicBezTo>
                <a:cubicBezTo>
                  <a:pt x="123" y="59"/>
                  <a:pt x="120" y="52"/>
                  <a:pt x="120" y="44"/>
                </a:cubicBezTo>
                <a:cubicBezTo>
                  <a:pt x="120" y="36"/>
                  <a:pt x="123" y="29"/>
                  <a:pt x="127" y="24"/>
                </a:cubicBezTo>
                <a:cubicBezTo>
                  <a:pt x="135" y="16"/>
                  <a:pt x="135" y="16"/>
                  <a:pt x="135" y="16"/>
                </a:cubicBezTo>
                <a:cubicBezTo>
                  <a:pt x="138" y="14"/>
                  <a:pt x="138" y="14"/>
                  <a:pt x="138" y="14"/>
                </a:cubicBezTo>
                <a:cubicBezTo>
                  <a:pt x="139" y="12"/>
                  <a:pt x="140" y="10"/>
                  <a:pt x="140" y="8"/>
                </a:cubicBezTo>
                <a:cubicBezTo>
                  <a:pt x="140" y="4"/>
                  <a:pt x="136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19" y="1"/>
                  <a:pt x="106" y="6"/>
                  <a:pt x="96" y="16"/>
                </a:cubicBezTo>
                <a:cubicBezTo>
                  <a:pt x="82" y="31"/>
                  <a:pt x="77" y="52"/>
                  <a:pt x="82" y="70"/>
                </a:cubicBezTo>
                <a:cubicBezTo>
                  <a:pt x="73" y="79"/>
                  <a:pt x="73" y="79"/>
                  <a:pt x="73" y="79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2"/>
                  <a:pt x="36" y="32"/>
                  <a:pt x="36" y="32"/>
                </a:cubicBezTo>
                <a:cubicBezTo>
                  <a:pt x="12" y="20"/>
                  <a:pt x="12" y="20"/>
                  <a:pt x="12" y="20"/>
                </a:cubicBezTo>
                <a:cubicBezTo>
                  <a:pt x="0" y="32"/>
                  <a:pt x="0" y="32"/>
                  <a:pt x="0" y="32"/>
                </a:cubicBezTo>
                <a:cubicBezTo>
                  <a:pt x="12" y="56"/>
                  <a:pt x="12" y="56"/>
                  <a:pt x="12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59" y="93"/>
                  <a:pt x="59" y="93"/>
                  <a:pt x="59" y="93"/>
                </a:cubicBezTo>
                <a:cubicBezTo>
                  <a:pt x="8" y="144"/>
                  <a:pt x="8" y="144"/>
                  <a:pt x="8" y="144"/>
                </a:cubicBezTo>
                <a:cubicBezTo>
                  <a:pt x="3" y="149"/>
                  <a:pt x="0" y="156"/>
                  <a:pt x="0" y="164"/>
                </a:cubicBezTo>
                <a:close/>
                <a:moveTo>
                  <a:pt x="20" y="162"/>
                </a:moveTo>
                <a:cubicBezTo>
                  <a:pt x="20" y="156"/>
                  <a:pt x="24" y="152"/>
                  <a:pt x="30" y="152"/>
                </a:cubicBezTo>
                <a:cubicBezTo>
                  <a:pt x="36" y="152"/>
                  <a:pt x="40" y="156"/>
                  <a:pt x="40" y="162"/>
                </a:cubicBezTo>
                <a:cubicBezTo>
                  <a:pt x="40" y="168"/>
                  <a:pt x="36" y="172"/>
                  <a:pt x="30" y="172"/>
                </a:cubicBezTo>
                <a:cubicBezTo>
                  <a:pt x="24" y="172"/>
                  <a:pt x="20" y="168"/>
                  <a:pt x="20" y="16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文本框 15"/>
          <p:cNvSpPr txBox="1">
            <a:spLocks noChangeArrowheads="1"/>
          </p:cNvSpPr>
          <p:nvPr/>
        </p:nvSpPr>
        <p:spPr bwMode="auto">
          <a:xfrm>
            <a:off x="523875" y="4300538"/>
            <a:ext cx="1416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实践应用</a:t>
            </a:r>
          </a:p>
        </p:txBody>
      </p:sp>
      <p:sp>
        <p:nvSpPr>
          <p:cNvPr id="24587" name="矩形 18"/>
          <p:cNvSpPr>
            <a:spLocks noChangeArrowheads="1"/>
          </p:cNvSpPr>
          <p:nvPr/>
        </p:nvSpPr>
        <p:spPr bwMode="auto">
          <a:xfrm>
            <a:off x="0" y="5260975"/>
            <a:ext cx="2259013" cy="159702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8" name="任意多边形 20"/>
          <p:cNvSpPr>
            <a:spLocks/>
          </p:cNvSpPr>
          <p:nvPr/>
        </p:nvSpPr>
        <p:spPr bwMode="auto">
          <a:xfrm>
            <a:off x="0" y="5341938"/>
            <a:ext cx="2259013" cy="1435100"/>
          </a:xfrm>
          <a:custGeom>
            <a:avLst/>
            <a:gdLst>
              <a:gd name="T0" fmla="*/ 0 w 2641255"/>
              <a:gd name="T1" fmla="*/ 0 h 1678488"/>
              <a:gd name="T2" fmla="*/ 476801 w 2641255"/>
              <a:gd name="T3" fmla="*/ 0 h 1678488"/>
              <a:gd name="T4" fmla="*/ 516929 w 2641255"/>
              <a:gd name="T5" fmla="*/ 69048 h 1678488"/>
              <a:gd name="T6" fmla="*/ 557057 w 2641255"/>
              <a:gd name="T7" fmla="*/ 0 h 1678488"/>
              <a:gd name="T8" fmla="*/ 1033858 w 2641255"/>
              <a:gd name="T9" fmla="*/ 0 h 1678488"/>
              <a:gd name="T10" fmla="*/ 1033858 w 2641255"/>
              <a:gd name="T11" fmla="*/ 655694 h 1678488"/>
              <a:gd name="T12" fmla="*/ 0 w 2641255"/>
              <a:gd name="T13" fmla="*/ 655694 h 1678488"/>
              <a:gd name="T14" fmla="*/ 0 w 2641255"/>
              <a:gd name="T15" fmla="*/ 0 h 1678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641255" h="1678488">
                <a:moveTo>
                  <a:pt x="0" y="0"/>
                </a:moveTo>
                <a:lnTo>
                  <a:pt x="1218111" y="0"/>
                </a:lnTo>
                <a:lnTo>
                  <a:pt x="1320627" y="176752"/>
                </a:lnTo>
                <a:lnTo>
                  <a:pt x="1423143" y="0"/>
                </a:lnTo>
                <a:lnTo>
                  <a:pt x="2641255" y="0"/>
                </a:lnTo>
                <a:lnTo>
                  <a:pt x="2641255" y="1678488"/>
                </a:lnTo>
                <a:lnTo>
                  <a:pt x="0" y="167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4589" name="文本框 16"/>
          <p:cNvSpPr txBox="1">
            <a:spLocks noChangeArrowheads="1"/>
          </p:cNvSpPr>
          <p:nvPr/>
        </p:nvSpPr>
        <p:spPr bwMode="auto">
          <a:xfrm>
            <a:off x="523875" y="61785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总结展望</a:t>
            </a:r>
          </a:p>
        </p:txBody>
      </p:sp>
      <p:sp>
        <p:nvSpPr>
          <p:cNvPr id="24590" name="Freeform 89"/>
          <p:cNvSpPr>
            <a:spLocks noEditPoints="1"/>
          </p:cNvSpPr>
          <p:nvPr/>
        </p:nvSpPr>
        <p:spPr bwMode="auto">
          <a:xfrm>
            <a:off x="831850" y="5630863"/>
            <a:ext cx="595313" cy="452437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91" name="矩形 3"/>
          <p:cNvGrpSpPr>
            <a:grpSpLocks/>
          </p:cNvGrpSpPr>
          <p:nvPr/>
        </p:nvGrpSpPr>
        <p:grpSpPr bwMode="auto">
          <a:xfrm>
            <a:off x="2749550" y="1017588"/>
            <a:ext cx="7296150" cy="5011737"/>
            <a:chOff x="0" y="0"/>
            <a:chExt cx="4596" cy="3157"/>
          </a:xfrm>
        </p:grpSpPr>
        <p:pic>
          <p:nvPicPr>
            <p:cNvPr id="24597" name="矩形 3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596" cy="3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98" name="Text Box 17"/>
            <p:cNvSpPr txBox="1">
              <a:spLocks noChangeArrowheads="1"/>
            </p:cNvSpPr>
            <p:nvPr/>
          </p:nvSpPr>
          <p:spPr bwMode="auto">
            <a:xfrm>
              <a:off x="-1" y="-1"/>
              <a:ext cx="4596" cy="3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4592" name="矩形 4"/>
          <p:cNvSpPr>
            <a:spLocks noChangeArrowheads="1"/>
          </p:cNvSpPr>
          <p:nvPr/>
        </p:nvSpPr>
        <p:spPr bwMode="auto">
          <a:xfrm>
            <a:off x="5514975" y="1754188"/>
            <a:ext cx="6183313" cy="3533775"/>
          </a:xfrm>
          <a:prstGeom prst="rect">
            <a:avLst/>
          </a:prstGeom>
          <a:solidFill>
            <a:srgbClr val="262626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93" name="文本框 19"/>
          <p:cNvSpPr txBox="1">
            <a:spLocks noChangeArrowheads="1"/>
          </p:cNvSpPr>
          <p:nvPr/>
        </p:nvSpPr>
        <p:spPr bwMode="auto">
          <a:xfrm>
            <a:off x="5656263" y="1973263"/>
            <a:ext cx="3878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项目总结与</a:t>
            </a:r>
            <a:r>
              <a:rPr lang="zh-CN" altLang="en-US" sz="3200" b="1">
                <a:solidFill>
                  <a:srgbClr val="EF4C4D"/>
                </a:solidFill>
                <a:latin typeface="微软雅黑" pitchFamily="34" charset="-122"/>
                <a:ea typeface="微软雅黑" pitchFamily="34" charset="-122"/>
              </a:rPr>
              <a:t>未来展望</a:t>
            </a:r>
          </a:p>
        </p:txBody>
      </p:sp>
      <p:sp>
        <p:nvSpPr>
          <p:cNvPr id="24594" name="文本框 56"/>
          <p:cNvSpPr txBox="1">
            <a:spLocks noChangeArrowheads="1"/>
          </p:cNvSpPr>
          <p:nvPr/>
        </p:nvSpPr>
        <p:spPr bwMode="auto">
          <a:xfrm>
            <a:off x="5670550" y="2713038"/>
            <a:ext cx="5080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4595" name="文本框 56"/>
          <p:cNvSpPr txBox="1">
            <a:spLocks noChangeArrowheads="1"/>
          </p:cNvSpPr>
          <p:nvPr/>
        </p:nvSpPr>
        <p:spPr bwMode="auto">
          <a:xfrm>
            <a:off x="5670550" y="3540125"/>
            <a:ext cx="50800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  <p:sp>
        <p:nvSpPr>
          <p:cNvPr id="24596" name="文本框 56"/>
          <p:cNvSpPr txBox="1">
            <a:spLocks noChangeArrowheads="1"/>
          </p:cNvSpPr>
          <p:nvPr/>
        </p:nvSpPr>
        <p:spPr bwMode="auto">
          <a:xfrm>
            <a:off x="5670550" y="4338638"/>
            <a:ext cx="5080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charset="0"/>
              <a:buNone/>
            </a:pPr>
            <a:r>
              <a:rPr lang="zh-CN" altLang="zh-CN" sz="1400">
                <a:solidFill>
                  <a:srgbClr val="F2F2F2"/>
                </a:solidFill>
                <a:latin typeface="张海山锐谐体" charset="-122"/>
                <a:ea typeface="微软雅黑" pitchFamily="34" charset="-122"/>
              </a:rPr>
              <a:t>搜索引擎作为互联网发展中至关重要的一种应用，已经成为互联网各个领域的制高点其重要性不言而喻。搜索引擎</a:t>
            </a:r>
          </a:p>
        </p:txBody>
      </p:sp>
    </p:spTree>
  </p:cSld>
  <p:clrMapOvr>
    <a:masterClrMapping/>
  </p:clrMapOvr>
  <p:transition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8"/>
          <p:cNvSpPr>
            <a:spLocks noChangeArrowheads="1"/>
          </p:cNvSpPr>
          <p:nvPr/>
        </p:nvSpPr>
        <p:spPr bwMode="auto">
          <a:xfrm>
            <a:off x="0" y="4864100"/>
            <a:ext cx="12192000" cy="1993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03" name="矩形 9"/>
          <p:cNvSpPr>
            <a:spLocks noChangeArrowheads="1"/>
          </p:cNvSpPr>
          <p:nvPr/>
        </p:nvSpPr>
        <p:spPr bwMode="auto">
          <a:xfrm>
            <a:off x="5110163" y="3744913"/>
            <a:ext cx="5524500" cy="2263775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04" name="文本框 10"/>
          <p:cNvSpPr txBox="1">
            <a:spLocks noChangeArrowheads="1"/>
          </p:cNvSpPr>
          <p:nvPr/>
        </p:nvSpPr>
        <p:spPr bwMode="auto">
          <a:xfrm>
            <a:off x="4933950" y="1498600"/>
            <a:ext cx="66008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8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 YOU</a:t>
            </a:r>
            <a:endParaRPr lang="zh-CN" altLang="en-US" sz="8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5605" name="组合 123"/>
          <p:cNvGrpSpPr>
            <a:grpSpLocks/>
          </p:cNvGrpSpPr>
          <p:nvPr/>
        </p:nvGrpSpPr>
        <p:grpSpPr bwMode="auto">
          <a:xfrm>
            <a:off x="298450" y="1641475"/>
            <a:ext cx="3962400" cy="3222625"/>
            <a:chOff x="0" y="0"/>
            <a:chExt cx="3962399" cy="3222625"/>
          </a:xfrm>
        </p:grpSpPr>
        <p:sp>
          <p:nvSpPr>
            <p:cNvPr id="25612" name="Freeform 5"/>
            <p:cNvSpPr>
              <a:spLocks/>
            </p:cNvSpPr>
            <p:nvPr/>
          </p:nvSpPr>
          <p:spPr bwMode="auto">
            <a:xfrm>
              <a:off x="1595437" y="2886075"/>
              <a:ext cx="766762" cy="334963"/>
            </a:xfrm>
            <a:custGeom>
              <a:avLst/>
              <a:gdLst>
                <a:gd name="T0" fmla="*/ 2147483647 w 483"/>
                <a:gd name="T1" fmla="*/ 0 h 211"/>
                <a:gd name="T2" fmla="*/ 2147483647 w 483"/>
                <a:gd name="T3" fmla="*/ 0 h 211"/>
                <a:gd name="T4" fmla="*/ 2147483647 w 483"/>
                <a:gd name="T5" fmla="*/ 2147483647 h 211"/>
                <a:gd name="T6" fmla="*/ 0 w 483"/>
                <a:gd name="T7" fmla="*/ 2147483647 h 211"/>
                <a:gd name="T8" fmla="*/ 2147483647 w 483"/>
                <a:gd name="T9" fmla="*/ 0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3" h="211">
                  <a:moveTo>
                    <a:pt x="117" y="0"/>
                  </a:moveTo>
                  <a:lnTo>
                    <a:pt x="366" y="0"/>
                  </a:lnTo>
                  <a:lnTo>
                    <a:pt x="483" y="211"/>
                  </a:lnTo>
                  <a:lnTo>
                    <a:pt x="0" y="211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4E5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Freeform 6"/>
            <p:cNvSpPr>
              <a:spLocks/>
            </p:cNvSpPr>
            <p:nvPr/>
          </p:nvSpPr>
          <p:spPr bwMode="auto">
            <a:xfrm>
              <a:off x="949325" y="1763712"/>
              <a:ext cx="2060575" cy="1208088"/>
            </a:xfrm>
            <a:custGeom>
              <a:avLst/>
              <a:gdLst>
                <a:gd name="T0" fmla="*/ 2147483647 w 1663"/>
                <a:gd name="T1" fmla="*/ 0 h 975"/>
                <a:gd name="T2" fmla="*/ 2147483647 w 1663"/>
                <a:gd name="T3" fmla="*/ 0 h 975"/>
                <a:gd name="T4" fmla="*/ 2147483647 w 1663"/>
                <a:gd name="T5" fmla="*/ 2147483647 h 975"/>
                <a:gd name="T6" fmla="*/ 2147483647 w 1663"/>
                <a:gd name="T7" fmla="*/ 2147483647 h 975"/>
                <a:gd name="T8" fmla="*/ 2147483647 w 1663"/>
                <a:gd name="T9" fmla="*/ 2147483647 h 975"/>
                <a:gd name="T10" fmla="*/ 2147483647 w 1663"/>
                <a:gd name="T11" fmla="*/ 2147483647 h 975"/>
                <a:gd name="T12" fmla="*/ 0 w 1663"/>
                <a:gd name="T13" fmla="*/ 2147483647 h 975"/>
                <a:gd name="T14" fmla="*/ 0 w 1663"/>
                <a:gd name="T15" fmla="*/ 2147483647 h 975"/>
                <a:gd name="T16" fmla="*/ 2147483647 w 1663"/>
                <a:gd name="T17" fmla="*/ 0 h 9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63" h="975">
                  <a:moveTo>
                    <a:pt x="77" y="0"/>
                  </a:moveTo>
                  <a:cubicBezTo>
                    <a:pt x="1586" y="0"/>
                    <a:pt x="1586" y="0"/>
                    <a:pt x="1586" y="0"/>
                  </a:cubicBezTo>
                  <a:cubicBezTo>
                    <a:pt x="1628" y="0"/>
                    <a:pt x="1663" y="34"/>
                    <a:pt x="1663" y="77"/>
                  </a:cubicBezTo>
                  <a:cubicBezTo>
                    <a:pt x="1663" y="897"/>
                    <a:pt x="1663" y="897"/>
                    <a:pt x="1663" y="897"/>
                  </a:cubicBezTo>
                  <a:cubicBezTo>
                    <a:pt x="1663" y="940"/>
                    <a:pt x="1628" y="975"/>
                    <a:pt x="1586" y="975"/>
                  </a:cubicBezTo>
                  <a:cubicBezTo>
                    <a:pt x="77" y="975"/>
                    <a:pt x="77" y="975"/>
                    <a:pt x="77" y="975"/>
                  </a:cubicBezTo>
                  <a:cubicBezTo>
                    <a:pt x="35" y="975"/>
                    <a:pt x="0" y="940"/>
                    <a:pt x="0" y="89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</a:path>
              </a:pathLst>
            </a:custGeom>
            <a:solidFill>
              <a:srgbClr val="1D2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Freeform 7"/>
            <p:cNvSpPr>
              <a:spLocks/>
            </p:cNvSpPr>
            <p:nvPr/>
          </p:nvSpPr>
          <p:spPr bwMode="auto">
            <a:xfrm>
              <a:off x="1506537" y="1806575"/>
              <a:ext cx="1503362" cy="1165225"/>
            </a:xfrm>
            <a:custGeom>
              <a:avLst/>
              <a:gdLst>
                <a:gd name="T0" fmla="*/ 2147483647 w 1213"/>
                <a:gd name="T1" fmla="*/ 2147483647 h 941"/>
                <a:gd name="T2" fmla="*/ 2147483647 w 1213"/>
                <a:gd name="T3" fmla="*/ 2147483647 h 941"/>
                <a:gd name="T4" fmla="*/ 2147483647 w 1213"/>
                <a:gd name="T5" fmla="*/ 2147483647 h 941"/>
                <a:gd name="T6" fmla="*/ 2147483647 w 1213"/>
                <a:gd name="T7" fmla="*/ 2147483647 h 941"/>
                <a:gd name="T8" fmla="*/ 0 w 1213"/>
                <a:gd name="T9" fmla="*/ 2147483647 h 941"/>
                <a:gd name="T10" fmla="*/ 2147483647 w 1213"/>
                <a:gd name="T11" fmla="*/ 2147483647 h 941"/>
                <a:gd name="T12" fmla="*/ 2147483647 w 1213"/>
                <a:gd name="T13" fmla="*/ 0 h 941"/>
                <a:gd name="T14" fmla="*/ 2147483647 w 1213"/>
                <a:gd name="T15" fmla="*/ 2147483647 h 9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13" h="941">
                  <a:moveTo>
                    <a:pt x="1213" y="429"/>
                  </a:moveTo>
                  <a:cubicBezTo>
                    <a:pt x="1213" y="863"/>
                    <a:pt x="1213" y="863"/>
                    <a:pt x="1213" y="863"/>
                  </a:cubicBezTo>
                  <a:cubicBezTo>
                    <a:pt x="1213" y="906"/>
                    <a:pt x="1178" y="941"/>
                    <a:pt x="1136" y="941"/>
                  </a:cubicBezTo>
                  <a:cubicBezTo>
                    <a:pt x="81" y="941"/>
                    <a:pt x="81" y="941"/>
                    <a:pt x="81" y="941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36" y="0"/>
                    <a:pt x="336" y="0"/>
                    <a:pt x="336" y="0"/>
                  </a:cubicBezTo>
                  <a:lnTo>
                    <a:pt x="1213" y="429"/>
                  </a:lnTo>
                  <a:close/>
                </a:path>
              </a:pathLst>
            </a:custGeom>
            <a:solidFill>
              <a:srgbClr val="2E33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Rectangle 8"/>
            <p:cNvSpPr>
              <a:spLocks noChangeArrowheads="1"/>
            </p:cNvSpPr>
            <p:nvPr/>
          </p:nvSpPr>
          <p:spPr bwMode="auto">
            <a:xfrm>
              <a:off x="1012825" y="1819275"/>
              <a:ext cx="1931987" cy="981075"/>
            </a:xfrm>
            <a:prstGeom prst="rect">
              <a:avLst/>
            </a:prstGeom>
            <a:solidFill>
              <a:srgbClr val="234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16" name="Oval 9"/>
            <p:cNvSpPr>
              <a:spLocks noChangeArrowheads="1"/>
            </p:cNvSpPr>
            <p:nvPr/>
          </p:nvSpPr>
          <p:spPr bwMode="auto">
            <a:xfrm>
              <a:off x="2879725" y="2873375"/>
              <a:ext cx="25400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17" name="Oval 10"/>
            <p:cNvSpPr>
              <a:spLocks noChangeArrowheads="1"/>
            </p:cNvSpPr>
            <p:nvPr/>
          </p:nvSpPr>
          <p:spPr bwMode="auto">
            <a:xfrm>
              <a:off x="2832100" y="2873375"/>
              <a:ext cx="25400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18" name="Oval 11"/>
            <p:cNvSpPr>
              <a:spLocks noChangeArrowheads="1"/>
            </p:cNvSpPr>
            <p:nvPr/>
          </p:nvSpPr>
          <p:spPr bwMode="auto">
            <a:xfrm>
              <a:off x="2784475" y="2873375"/>
              <a:ext cx="23812" cy="25400"/>
            </a:xfrm>
            <a:prstGeom prst="ellipse">
              <a:avLst/>
            </a:pr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19" name="Freeform 12"/>
            <p:cNvSpPr>
              <a:spLocks/>
            </p:cNvSpPr>
            <p:nvPr/>
          </p:nvSpPr>
          <p:spPr bwMode="auto">
            <a:xfrm>
              <a:off x="788987" y="3119437"/>
              <a:ext cx="2381250" cy="101600"/>
            </a:xfrm>
            <a:custGeom>
              <a:avLst/>
              <a:gdLst>
                <a:gd name="T0" fmla="*/ 2147483647 w 1923"/>
                <a:gd name="T1" fmla="*/ 0 h 82"/>
                <a:gd name="T2" fmla="*/ 2147483647 w 1923"/>
                <a:gd name="T3" fmla="*/ 0 h 82"/>
                <a:gd name="T4" fmla="*/ 2147483647 w 1923"/>
                <a:gd name="T5" fmla="*/ 2147483647 h 82"/>
                <a:gd name="T6" fmla="*/ 2147483647 w 1923"/>
                <a:gd name="T7" fmla="*/ 2147483647 h 82"/>
                <a:gd name="T8" fmla="*/ 2147483647 w 1923"/>
                <a:gd name="T9" fmla="*/ 2147483647 h 82"/>
                <a:gd name="T10" fmla="*/ 2147483647 w 1923"/>
                <a:gd name="T11" fmla="*/ 2147483647 h 82"/>
                <a:gd name="T12" fmla="*/ 0 w 1923"/>
                <a:gd name="T13" fmla="*/ 2147483647 h 82"/>
                <a:gd name="T14" fmla="*/ 0 w 1923"/>
                <a:gd name="T15" fmla="*/ 2147483647 h 82"/>
                <a:gd name="T16" fmla="*/ 2147483647 w 1923"/>
                <a:gd name="T17" fmla="*/ 0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23" h="82">
                  <a:moveTo>
                    <a:pt x="41" y="0"/>
                  </a:moveTo>
                  <a:cubicBezTo>
                    <a:pt x="1882" y="0"/>
                    <a:pt x="1882" y="0"/>
                    <a:pt x="1882" y="0"/>
                  </a:cubicBezTo>
                  <a:cubicBezTo>
                    <a:pt x="1904" y="0"/>
                    <a:pt x="1923" y="19"/>
                    <a:pt x="1923" y="41"/>
                  </a:cubicBezTo>
                  <a:cubicBezTo>
                    <a:pt x="1923" y="41"/>
                    <a:pt x="1923" y="41"/>
                    <a:pt x="1923" y="41"/>
                  </a:cubicBezTo>
                  <a:cubicBezTo>
                    <a:pt x="1923" y="64"/>
                    <a:pt x="1904" y="82"/>
                    <a:pt x="1882" y="82"/>
                  </a:cubicBezTo>
                  <a:cubicBezTo>
                    <a:pt x="41" y="82"/>
                    <a:pt x="41" y="82"/>
                    <a:pt x="41" y="82"/>
                  </a:cubicBezTo>
                  <a:cubicBezTo>
                    <a:pt x="19" y="82"/>
                    <a:pt x="0" y="64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9"/>
                    <a:pt x="19" y="0"/>
                    <a:pt x="41" y="0"/>
                  </a:cubicBezTo>
                </a:path>
              </a:pathLst>
            </a:custGeom>
            <a:solidFill>
              <a:srgbClr val="808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Freeform 13"/>
            <p:cNvSpPr>
              <a:spLocks/>
            </p:cNvSpPr>
            <p:nvPr/>
          </p:nvSpPr>
          <p:spPr bwMode="auto">
            <a:xfrm>
              <a:off x="788987" y="3170237"/>
              <a:ext cx="2381250" cy="50800"/>
            </a:xfrm>
            <a:custGeom>
              <a:avLst/>
              <a:gdLst>
                <a:gd name="T0" fmla="*/ 2147483647 w 1923"/>
                <a:gd name="T1" fmla="*/ 0 h 41"/>
                <a:gd name="T2" fmla="*/ 2147483647 w 1923"/>
                <a:gd name="T3" fmla="*/ 2147483647 h 41"/>
                <a:gd name="T4" fmla="*/ 2147483647 w 1923"/>
                <a:gd name="T5" fmla="*/ 2147483647 h 41"/>
                <a:gd name="T6" fmla="*/ 0 w 1923"/>
                <a:gd name="T7" fmla="*/ 0 h 41"/>
                <a:gd name="T8" fmla="*/ 2147483647 w 19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3" h="41">
                  <a:moveTo>
                    <a:pt x="1923" y="0"/>
                  </a:moveTo>
                  <a:cubicBezTo>
                    <a:pt x="1923" y="23"/>
                    <a:pt x="1904" y="41"/>
                    <a:pt x="188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19" y="41"/>
                    <a:pt x="0" y="23"/>
                    <a:pt x="0" y="0"/>
                  </a:cubicBezTo>
                  <a:lnTo>
                    <a:pt x="1923" y="0"/>
                  </a:lnTo>
                  <a:close/>
                </a:path>
              </a:pathLst>
            </a:custGeom>
            <a:solidFill>
              <a:srgbClr val="1D2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Freeform 14"/>
            <p:cNvSpPr>
              <a:spLocks/>
            </p:cNvSpPr>
            <p:nvPr/>
          </p:nvSpPr>
          <p:spPr bwMode="auto">
            <a:xfrm>
              <a:off x="1624012" y="3119437"/>
              <a:ext cx="1546225" cy="101600"/>
            </a:xfrm>
            <a:custGeom>
              <a:avLst/>
              <a:gdLst>
                <a:gd name="T0" fmla="*/ 0 w 1249"/>
                <a:gd name="T1" fmla="*/ 0 h 82"/>
                <a:gd name="T2" fmla="*/ 2147483647 w 1249"/>
                <a:gd name="T3" fmla="*/ 0 h 82"/>
                <a:gd name="T4" fmla="*/ 2147483647 w 1249"/>
                <a:gd name="T5" fmla="*/ 2147483647 h 82"/>
                <a:gd name="T6" fmla="*/ 2147483647 w 1249"/>
                <a:gd name="T7" fmla="*/ 2147483647 h 82"/>
                <a:gd name="T8" fmla="*/ 2147483647 w 1249"/>
                <a:gd name="T9" fmla="*/ 2147483647 h 82"/>
                <a:gd name="T10" fmla="*/ 0 w 1249"/>
                <a:gd name="T11" fmla="*/ 0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9" h="82">
                  <a:moveTo>
                    <a:pt x="0" y="0"/>
                  </a:moveTo>
                  <a:cubicBezTo>
                    <a:pt x="1208" y="0"/>
                    <a:pt x="1208" y="0"/>
                    <a:pt x="1208" y="0"/>
                  </a:cubicBezTo>
                  <a:cubicBezTo>
                    <a:pt x="1230" y="0"/>
                    <a:pt x="1249" y="19"/>
                    <a:pt x="1249" y="41"/>
                  </a:cubicBezTo>
                  <a:cubicBezTo>
                    <a:pt x="1249" y="64"/>
                    <a:pt x="1230" y="82"/>
                    <a:pt x="1208" y="82"/>
                  </a:cubicBezTo>
                  <a:cubicBezTo>
                    <a:pt x="9" y="82"/>
                    <a:pt x="9" y="82"/>
                    <a:pt x="9" y="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Freeform 15"/>
            <p:cNvSpPr>
              <a:spLocks/>
            </p:cNvSpPr>
            <p:nvPr/>
          </p:nvSpPr>
          <p:spPr bwMode="auto">
            <a:xfrm>
              <a:off x="1628775" y="3170237"/>
              <a:ext cx="1541462" cy="50800"/>
            </a:xfrm>
            <a:custGeom>
              <a:avLst/>
              <a:gdLst>
                <a:gd name="T0" fmla="*/ 2147483647 w 1245"/>
                <a:gd name="T1" fmla="*/ 0 h 41"/>
                <a:gd name="T2" fmla="*/ 2147483647 w 1245"/>
                <a:gd name="T3" fmla="*/ 2147483647 h 41"/>
                <a:gd name="T4" fmla="*/ 2147483647 w 1245"/>
                <a:gd name="T5" fmla="*/ 2147483647 h 41"/>
                <a:gd name="T6" fmla="*/ 0 w 1245"/>
                <a:gd name="T7" fmla="*/ 0 h 41"/>
                <a:gd name="T8" fmla="*/ 2147483647 w 1245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5" h="41">
                  <a:moveTo>
                    <a:pt x="1245" y="0"/>
                  </a:moveTo>
                  <a:cubicBezTo>
                    <a:pt x="1245" y="23"/>
                    <a:pt x="1226" y="41"/>
                    <a:pt x="1204" y="41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245" y="0"/>
                  </a:lnTo>
                  <a:close/>
                </a:path>
              </a:pathLst>
            </a:custGeom>
            <a:solidFill>
              <a:srgbClr val="09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Rectangle 16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2032000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24" name="Rectangle 17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1993900"/>
            </a:xfrm>
            <a:prstGeom prst="rect">
              <a:avLst/>
            </a:pr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25" name="Freeform 18"/>
            <p:cNvSpPr>
              <a:spLocks noEditPoints="1"/>
            </p:cNvSpPr>
            <p:nvPr/>
          </p:nvSpPr>
          <p:spPr bwMode="auto">
            <a:xfrm>
              <a:off x="2878137" y="603250"/>
              <a:ext cx="1084262" cy="1327150"/>
            </a:xfrm>
            <a:custGeom>
              <a:avLst/>
              <a:gdLst>
                <a:gd name="T0" fmla="*/ 2147483647 w 876"/>
                <a:gd name="T1" fmla="*/ 2147483647 h 1072"/>
                <a:gd name="T2" fmla="*/ 2147483647 w 876"/>
                <a:gd name="T3" fmla="*/ 2147483647 h 1072"/>
                <a:gd name="T4" fmla="*/ 2147483647 w 876"/>
                <a:gd name="T5" fmla="*/ 2147483647 h 1072"/>
                <a:gd name="T6" fmla="*/ 2147483647 w 876"/>
                <a:gd name="T7" fmla="*/ 2147483647 h 1072"/>
                <a:gd name="T8" fmla="*/ 2147483647 w 876"/>
                <a:gd name="T9" fmla="*/ 2147483647 h 1072"/>
                <a:gd name="T10" fmla="*/ 2147483647 w 876"/>
                <a:gd name="T11" fmla="*/ 2147483647 h 1072"/>
                <a:gd name="T12" fmla="*/ 2147483647 w 876"/>
                <a:gd name="T13" fmla="*/ 2147483647 h 1072"/>
                <a:gd name="T14" fmla="*/ 2147483647 w 876"/>
                <a:gd name="T15" fmla="*/ 2147483647 h 1072"/>
                <a:gd name="T16" fmla="*/ 2147483647 w 876"/>
                <a:gd name="T17" fmla="*/ 2147483647 h 1072"/>
                <a:gd name="T18" fmla="*/ 2147483647 w 876"/>
                <a:gd name="T19" fmla="*/ 2147483647 h 1072"/>
                <a:gd name="T20" fmla="*/ 2147483647 w 876"/>
                <a:gd name="T21" fmla="*/ 2147483647 h 1072"/>
                <a:gd name="T22" fmla="*/ 2147483647 w 876"/>
                <a:gd name="T23" fmla="*/ 2147483647 h 1072"/>
                <a:gd name="T24" fmla="*/ 2147483647 w 876"/>
                <a:gd name="T25" fmla="*/ 2147483647 h 1072"/>
                <a:gd name="T26" fmla="*/ 2147483647 w 876"/>
                <a:gd name="T27" fmla="*/ 2147483647 h 1072"/>
                <a:gd name="T28" fmla="*/ 2147483647 w 876"/>
                <a:gd name="T29" fmla="*/ 2147483647 h 1072"/>
                <a:gd name="T30" fmla="*/ 2147483647 w 876"/>
                <a:gd name="T31" fmla="*/ 2147483647 h 1072"/>
                <a:gd name="T32" fmla="*/ 2147483647 w 876"/>
                <a:gd name="T33" fmla="*/ 2147483647 h 1072"/>
                <a:gd name="T34" fmla="*/ 2147483647 w 876"/>
                <a:gd name="T35" fmla="*/ 2147483647 h 1072"/>
                <a:gd name="T36" fmla="*/ 2147483647 w 876"/>
                <a:gd name="T37" fmla="*/ 2147483647 h 1072"/>
                <a:gd name="T38" fmla="*/ 2147483647 w 876"/>
                <a:gd name="T39" fmla="*/ 2147483647 h 1072"/>
                <a:gd name="T40" fmla="*/ 2147483647 w 876"/>
                <a:gd name="T41" fmla="*/ 2147483647 h 1072"/>
                <a:gd name="T42" fmla="*/ 2147483647 w 876"/>
                <a:gd name="T43" fmla="*/ 2147483647 h 1072"/>
                <a:gd name="T44" fmla="*/ 2147483647 w 876"/>
                <a:gd name="T45" fmla="*/ 2147483647 h 1072"/>
                <a:gd name="T46" fmla="*/ 2147483647 w 876"/>
                <a:gd name="T47" fmla="*/ 2147483647 h 1072"/>
                <a:gd name="T48" fmla="*/ 2147483647 w 876"/>
                <a:gd name="T49" fmla="*/ 2147483647 h 1072"/>
                <a:gd name="T50" fmla="*/ 2147483647 w 876"/>
                <a:gd name="T51" fmla="*/ 2147483647 h 1072"/>
                <a:gd name="T52" fmla="*/ 2147483647 w 876"/>
                <a:gd name="T53" fmla="*/ 2147483647 h 1072"/>
                <a:gd name="T54" fmla="*/ 2147483647 w 876"/>
                <a:gd name="T55" fmla="*/ 2147483647 h 1072"/>
                <a:gd name="T56" fmla="*/ 2147483647 w 876"/>
                <a:gd name="T57" fmla="*/ 2147483647 h 1072"/>
                <a:gd name="T58" fmla="*/ 2147483647 w 876"/>
                <a:gd name="T59" fmla="*/ 2147483647 h 1072"/>
                <a:gd name="T60" fmla="*/ 2147483647 w 876"/>
                <a:gd name="T61" fmla="*/ 2147483647 h 1072"/>
                <a:gd name="T62" fmla="*/ 2147483647 w 876"/>
                <a:gd name="T63" fmla="*/ 2147483647 h 1072"/>
                <a:gd name="T64" fmla="*/ 2147483647 w 876"/>
                <a:gd name="T65" fmla="*/ 2147483647 h 1072"/>
                <a:gd name="T66" fmla="*/ 2147483647 w 876"/>
                <a:gd name="T67" fmla="*/ 2147483647 h 1072"/>
                <a:gd name="T68" fmla="*/ 2147483647 w 876"/>
                <a:gd name="T69" fmla="*/ 2147483647 h 1072"/>
                <a:gd name="T70" fmla="*/ 2147483647 w 876"/>
                <a:gd name="T71" fmla="*/ 2147483647 h 1072"/>
                <a:gd name="T72" fmla="*/ 2147483647 w 876"/>
                <a:gd name="T73" fmla="*/ 2147483647 h 1072"/>
                <a:gd name="T74" fmla="*/ 2147483647 w 876"/>
                <a:gd name="T75" fmla="*/ 2147483647 h 1072"/>
                <a:gd name="T76" fmla="*/ 2147483647 w 876"/>
                <a:gd name="T77" fmla="*/ 2147483647 h 1072"/>
                <a:gd name="T78" fmla="*/ 2147483647 w 876"/>
                <a:gd name="T79" fmla="*/ 2147483647 h 1072"/>
                <a:gd name="T80" fmla="*/ 2147483647 w 876"/>
                <a:gd name="T81" fmla="*/ 2147483647 h 1072"/>
                <a:gd name="T82" fmla="*/ 2147483647 w 876"/>
                <a:gd name="T83" fmla="*/ 2147483647 h 1072"/>
                <a:gd name="T84" fmla="*/ 2147483647 w 876"/>
                <a:gd name="T85" fmla="*/ 2147483647 h 1072"/>
                <a:gd name="T86" fmla="*/ 2147483647 w 876"/>
                <a:gd name="T87" fmla="*/ 2147483647 h 1072"/>
                <a:gd name="T88" fmla="*/ 2147483647 w 876"/>
                <a:gd name="T89" fmla="*/ 2147483647 h 1072"/>
                <a:gd name="T90" fmla="*/ 2147483647 w 876"/>
                <a:gd name="T91" fmla="*/ 2147483647 h 1072"/>
                <a:gd name="T92" fmla="*/ 2147483647 w 876"/>
                <a:gd name="T93" fmla="*/ 2147483647 h 1072"/>
                <a:gd name="T94" fmla="*/ 2147483647 w 876"/>
                <a:gd name="T95" fmla="*/ 2147483647 h 1072"/>
                <a:gd name="T96" fmla="*/ 2147483647 w 876"/>
                <a:gd name="T97" fmla="*/ 2147483647 h 1072"/>
                <a:gd name="T98" fmla="*/ 2147483647 w 876"/>
                <a:gd name="T99" fmla="*/ 2147483647 h 1072"/>
                <a:gd name="T100" fmla="*/ 2147483647 w 876"/>
                <a:gd name="T101" fmla="*/ 2147483647 h 1072"/>
                <a:gd name="T102" fmla="*/ 2147483647 w 876"/>
                <a:gd name="T103" fmla="*/ 2147483647 h 1072"/>
                <a:gd name="T104" fmla="*/ 2147483647 w 876"/>
                <a:gd name="T105" fmla="*/ 2147483647 h 1072"/>
                <a:gd name="T106" fmla="*/ 2147483647 w 876"/>
                <a:gd name="T107" fmla="*/ 2147483647 h 1072"/>
                <a:gd name="T108" fmla="*/ 2147483647 w 876"/>
                <a:gd name="T109" fmla="*/ 2147483647 h 1072"/>
                <a:gd name="T110" fmla="*/ 2147483647 w 876"/>
                <a:gd name="T111" fmla="*/ 2147483647 h 1072"/>
                <a:gd name="T112" fmla="*/ 2147483647 w 876"/>
                <a:gd name="T113" fmla="*/ 2147483647 h 1072"/>
                <a:gd name="T114" fmla="*/ 2147483647 w 876"/>
                <a:gd name="T115" fmla="*/ 2147483647 h 1072"/>
                <a:gd name="T116" fmla="*/ 2147483647 w 876"/>
                <a:gd name="T117" fmla="*/ 2147483647 h 1072"/>
                <a:gd name="T118" fmla="*/ 2147483647 w 876"/>
                <a:gd name="T119" fmla="*/ 2147483647 h 1072"/>
                <a:gd name="T120" fmla="*/ 2147483647 w 876"/>
                <a:gd name="T121" fmla="*/ 2147483647 h 1072"/>
                <a:gd name="T122" fmla="*/ 2147483647 w 876"/>
                <a:gd name="T123" fmla="*/ 2147483647 h 10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76" h="1072">
                  <a:moveTo>
                    <a:pt x="876" y="41"/>
                  </a:moveTo>
                  <a:cubicBezTo>
                    <a:pt x="796" y="41"/>
                    <a:pt x="796" y="41"/>
                    <a:pt x="796" y="41"/>
                  </a:cubicBezTo>
                  <a:cubicBezTo>
                    <a:pt x="796" y="84"/>
                    <a:pt x="796" y="84"/>
                    <a:pt x="796" y="84"/>
                  </a:cubicBezTo>
                  <a:cubicBezTo>
                    <a:pt x="811" y="84"/>
                    <a:pt x="811" y="84"/>
                    <a:pt x="811" y="84"/>
                  </a:cubicBezTo>
                  <a:cubicBezTo>
                    <a:pt x="811" y="159"/>
                    <a:pt x="811" y="159"/>
                    <a:pt x="811" y="159"/>
                  </a:cubicBezTo>
                  <a:cubicBezTo>
                    <a:pt x="796" y="159"/>
                    <a:pt x="796" y="159"/>
                    <a:pt x="796" y="159"/>
                  </a:cubicBezTo>
                  <a:cubicBezTo>
                    <a:pt x="796" y="192"/>
                    <a:pt x="796" y="192"/>
                    <a:pt x="796" y="192"/>
                  </a:cubicBezTo>
                  <a:cubicBezTo>
                    <a:pt x="876" y="192"/>
                    <a:pt x="876" y="192"/>
                    <a:pt x="876" y="192"/>
                  </a:cubicBezTo>
                  <a:lnTo>
                    <a:pt x="876" y="41"/>
                  </a:lnTo>
                  <a:close/>
                  <a:moveTo>
                    <a:pt x="796" y="1072"/>
                  </a:moveTo>
                  <a:cubicBezTo>
                    <a:pt x="876" y="1072"/>
                    <a:pt x="876" y="1072"/>
                    <a:pt x="876" y="1072"/>
                  </a:cubicBezTo>
                  <a:cubicBezTo>
                    <a:pt x="876" y="1025"/>
                    <a:pt x="876" y="1025"/>
                    <a:pt x="876" y="1025"/>
                  </a:cubicBezTo>
                  <a:cubicBezTo>
                    <a:pt x="796" y="1025"/>
                    <a:pt x="796" y="1025"/>
                    <a:pt x="796" y="1025"/>
                  </a:cubicBezTo>
                  <a:lnTo>
                    <a:pt x="796" y="1072"/>
                  </a:lnTo>
                  <a:close/>
                  <a:moveTo>
                    <a:pt x="796" y="949"/>
                  </a:moveTo>
                  <a:cubicBezTo>
                    <a:pt x="876" y="949"/>
                    <a:pt x="876" y="949"/>
                    <a:pt x="876" y="949"/>
                  </a:cubicBezTo>
                  <a:cubicBezTo>
                    <a:pt x="876" y="917"/>
                    <a:pt x="876" y="917"/>
                    <a:pt x="876" y="917"/>
                  </a:cubicBezTo>
                  <a:cubicBezTo>
                    <a:pt x="796" y="917"/>
                    <a:pt x="796" y="917"/>
                    <a:pt x="796" y="917"/>
                  </a:cubicBezTo>
                  <a:lnTo>
                    <a:pt x="796" y="949"/>
                  </a:lnTo>
                  <a:close/>
                  <a:moveTo>
                    <a:pt x="796" y="841"/>
                  </a:moveTo>
                  <a:cubicBezTo>
                    <a:pt x="876" y="841"/>
                    <a:pt x="876" y="841"/>
                    <a:pt x="876" y="841"/>
                  </a:cubicBezTo>
                  <a:cubicBezTo>
                    <a:pt x="876" y="808"/>
                    <a:pt x="876" y="808"/>
                    <a:pt x="876" y="808"/>
                  </a:cubicBezTo>
                  <a:cubicBezTo>
                    <a:pt x="849" y="808"/>
                    <a:pt x="849" y="808"/>
                    <a:pt x="849" y="808"/>
                  </a:cubicBezTo>
                  <a:cubicBezTo>
                    <a:pt x="849" y="733"/>
                    <a:pt x="849" y="733"/>
                    <a:pt x="849" y="733"/>
                  </a:cubicBezTo>
                  <a:cubicBezTo>
                    <a:pt x="876" y="733"/>
                    <a:pt x="876" y="733"/>
                    <a:pt x="876" y="733"/>
                  </a:cubicBezTo>
                  <a:cubicBezTo>
                    <a:pt x="876" y="700"/>
                    <a:pt x="876" y="700"/>
                    <a:pt x="876" y="700"/>
                  </a:cubicBezTo>
                  <a:cubicBezTo>
                    <a:pt x="796" y="700"/>
                    <a:pt x="796" y="700"/>
                    <a:pt x="796" y="700"/>
                  </a:cubicBezTo>
                  <a:lnTo>
                    <a:pt x="796" y="841"/>
                  </a:lnTo>
                  <a:close/>
                  <a:moveTo>
                    <a:pt x="796" y="625"/>
                  </a:moveTo>
                  <a:cubicBezTo>
                    <a:pt x="876" y="625"/>
                    <a:pt x="876" y="625"/>
                    <a:pt x="876" y="625"/>
                  </a:cubicBezTo>
                  <a:cubicBezTo>
                    <a:pt x="876" y="484"/>
                    <a:pt x="876" y="484"/>
                    <a:pt x="876" y="484"/>
                  </a:cubicBezTo>
                  <a:cubicBezTo>
                    <a:pt x="796" y="484"/>
                    <a:pt x="796" y="484"/>
                    <a:pt x="796" y="484"/>
                  </a:cubicBezTo>
                  <a:cubicBezTo>
                    <a:pt x="796" y="516"/>
                    <a:pt x="796" y="516"/>
                    <a:pt x="796" y="516"/>
                  </a:cubicBezTo>
                  <a:cubicBezTo>
                    <a:pt x="811" y="516"/>
                    <a:pt x="811" y="516"/>
                    <a:pt x="811" y="516"/>
                  </a:cubicBezTo>
                  <a:cubicBezTo>
                    <a:pt x="811" y="592"/>
                    <a:pt x="811" y="592"/>
                    <a:pt x="811" y="592"/>
                  </a:cubicBezTo>
                  <a:cubicBezTo>
                    <a:pt x="796" y="592"/>
                    <a:pt x="796" y="592"/>
                    <a:pt x="796" y="592"/>
                  </a:cubicBezTo>
                  <a:lnTo>
                    <a:pt x="796" y="625"/>
                  </a:lnTo>
                  <a:close/>
                  <a:moveTo>
                    <a:pt x="796" y="408"/>
                  </a:moveTo>
                  <a:cubicBezTo>
                    <a:pt x="796" y="375"/>
                    <a:pt x="796" y="375"/>
                    <a:pt x="796" y="375"/>
                  </a:cubicBezTo>
                  <a:cubicBezTo>
                    <a:pt x="811" y="375"/>
                    <a:pt x="811" y="375"/>
                    <a:pt x="811" y="375"/>
                  </a:cubicBezTo>
                  <a:cubicBezTo>
                    <a:pt x="811" y="300"/>
                    <a:pt x="811" y="300"/>
                    <a:pt x="811" y="300"/>
                  </a:cubicBezTo>
                  <a:cubicBezTo>
                    <a:pt x="796" y="300"/>
                    <a:pt x="796" y="300"/>
                    <a:pt x="796" y="300"/>
                  </a:cubicBezTo>
                  <a:cubicBezTo>
                    <a:pt x="796" y="267"/>
                    <a:pt x="796" y="267"/>
                    <a:pt x="796" y="267"/>
                  </a:cubicBezTo>
                  <a:cubicBezTo>
                    <a:pt x="876" y="267"/>
                    <a:pt x="876" y="267"/>
                    <a:pt x="876" y="267"/>
                  </a:cubicBezTo>
                  <a:cubicBezTo>
                    <a:pt x="876" y="192"/>
                    <a:pt x="876" y="192"/>
                    <a:pt x="876" y="192"/>
                  </a:cubicBezTo>
                  <a:cubicBezTo>
                    <a:pt x="849" y="192"/>
                    <a:pt x="849" y="192"/>
                    <a:pt x="849" y="192"/>
                  </a:cubicBezTo>
                  <a:cubicBezTo>
                    <a:pt x="849" y="267"/>
                    <a:pt x="849" y="267"/>
                    <a:pt x="849" y="267"/>
                  </a:cubicBezTo>
                  <a:cubicBezTo>
                    <a:pt x="876" y="267"/>
                    <a:pt x="876" y="267"/>
                    <a:pt x="876" y="267"/>
                  </a:cubicBezTo>
                  <a:cubicBezTo>
                    <a:pt x="876" y="408"/>
                    <a:pt x="876" y="408"/>
                    <a:pt x="876" y="408"/>
                  </a:cubicBezTo>
                  <a:lnTo>
                    <a:pt x="796" y="408"/>
                  </a:lnTo>
                  <a:close/>
                  <a:moveTo>
                    <a:pt x="796" y="41"/>
                  </a:moveTo>
                  <a:cubicBezTo>
                    <a:pt x="659" y="41"/>
                    <a:pt x="659" y="41"/>
                    <a:pt x="659" y="41"/>
                  </a:cubicBezTo>
                  <a:cubicBezTo>
                    <a:pt x="659" y="84"/>
                    <a:pt x="659" y="84"/>
                    <a:pt x="659" y="84"/>
                  </a:cubicBezTo>
                  <a:cubicBezTo>
                    <a:pt x="796" y="84"/>
                    <a:pt x="796" y="84"/>
                    <a:pt x="796" y="84"/>
                  </a:cubicBezTo>
                  <a:lnTo>
                    <a:pt x="796" y="41"/>
                  </a:lnTo>
                  <a:close/>
                  <a:moveTo>
                    <a:pt x="659" y="1072"/>
                  </a:moveTo>
                  <a:cubicBezTo>
                    <a:pt x="796" y="1072"/>
                    <a:pt x="796" y="1072"/>
                    <a:pt x="796" y="1072"/>
                  </a:cubicBezTo>
                  <a:cubicBezTo>
                    <a:pt x="796" y="1025"/>
                    <a:pt x="796" y="1025"/>
                    <a:pt x="796" y="1025"/>
                  </a:cubicBezTo>
                  <a:cubicBezTo>
                    <a:pt x="659" y="1025"/>
                    <a:pt x="659" y="1025"/>
                    <a:pt x="659" y="1025"/>
                  </a:cubicBezTo>
                  <a:lnTo>
                    <a:pt x="659" y="1072"/>
                  </a:lnTo>
                  <a:close/>
                  <a:moveTo>
                    <a:pt x="659" y="949"/>
                  </a:moveTo>
                  <a:cubicBezTo>
                    <a:pt x="796" y="949"/>
                    <a:pt x="796" y="949"/>
                    <a:pt x="796" y="949"/>
                  </a:cubicBezTo>
                  <a:cubicBezTo>
                    <a:pt x="796" y="917"/>
                    <a:pt x="796" y="917"/>
                    <a:pt x="796" y="917"/>
                  </a:cubicBezTo>
                  <a:cubicBezTo>
                    <a:pt x="780" y="917"/>
                    <a:pt x="780" y="917"/>
                    <a:pt x="780" y="917"/>
                  </a:cubicBezTo>
                  <a:cubicBezTo>
                    <a:pt x="780" y="841"/>
                    <a:pt x="780" y="841"/>
                    <a:pt x="780" y="841"/>
                  </a:cubicBezTo>
                  <a:cubicBezTo>
                    <a:pt x="796" y="841"/>
                    <a:pt x="796" y="841"/>
                    <a:pt x="796" y="841"/>
                  </a:cubicBezTo>
                  <a:cubicBezTo>
                    <a:pt x="796" y="700"/>
                    <a:pt x="796" y="700"/>
                    <a:pt x="796" y="700"/>
                  </a:cubicBezTo>
                  <a:cubicBezTo>
                    <a:pt x="712" y="700"/>
                    <a:pt x="712" y="700"/>
                    <a:pt x="712" y="700"/>
                  </a:cubicBezTo>
                  <a:cubicBezTo>
                    <a:pt x="712" y="625"/>
                    <a:pt x="712" y="625"/>
                    <a:pt x="712" y="625"/>
                  </a:cubicBezTo>
                  <a:cubicBezTo>
                    <a:pt x="796" y="625"/>
                    <a:pt x="796" y="625"/>
                    <a:pt x="796" y="625"/>
                  </a:cubicBezTo>
                  <a:cubicBezTo>
                    <a:pt x="796" y="592"/>
                    <a:pt x="796" y="592"/>
                    <a:pt x="796" y="592"/>
                  </a:cubicBezTo>
                  <a:cubicBezTo>
                    <a:pt x="659" y="592"/>
                    <a:pt x="659" y="592"/>
                    <a:pt x="659" y="592"/>
                  </a:cubicBezTo>
                  <a:cubicBezTo>
                    <a:pt x="659" y="733"/>
                    <a:pt x="659" y="733"/>
                    <a:pt x="659" y="733"/>
                  </a:cubicBezTo>
                  <a:cubicBezTo>
                    <a:pt x="743" y="733"/>
                    <a:pt x="743" y="733"/>
                    <a:pt x="743" y="733"/>
                  </a:cubicBezTo>
                  <a:cubicBezTo>
                    <a:pt x="743" y="808"/>
                    <a:pt x="743" y="808"/>
                    <a:pt x="743" y="808"/>
                  </a:cubicBezTo>
                  <a:cubicBezTo>
                    <a:pt x="659" y="808"/>
                    <a:pt x="659" y="808"/>
                    <a:pt x="659" y="808"/>
                  </a:cubicBezTo>
                  <a:cubicBezTo>
                    <a:pt x="659" y="841"/>
                    <a:pt x="659" y="841"/>
                    <a:pt x="659" y="841"/>
                  </a:cubicBezTo>
                  <a:cubicBezTo>
                    <a:pt x="674" y="841"/>
                    <a:pt x="674" y="841"/>
                    <a:pt x="674" y="841"/>
                  </a:cubicBezTo>
                  <a:cubicBezTo>
                    <a:pt x="674" y="917"/>
                    <a:pt x="674" y="917"/>
                    <a:pt x="674" y="917"/>
                  </a:cubicBezTo>
                  <a:cubicBezTo>
                    <a:pt x="659" y="917"/>
                    <a:pt x="659" y="917"/>
                    <a:pt x="659" y="917"/>
                  </a:cubicBezTo>
                  <a:lnTo>
                    <a:pt x="659" y="949"/>
                  </a:lnTo>
                  <a:close/>
                  <a:moveTo>
                    <a:pt x="796" y="484"/>
                  </a:moveTo>
                  <a:cubicBezTo>
                    <a:pt x="712" y="484"/>
                    <a:pt x="712" y="484"/>
                    <a:pt x="712" y="484"/>
                  </a:cubicBezTo>
                  <a:cubicBezTo>
                    <a:pt x="712" y="408"/>
                    <a:pt x="712" y="408"/>
                    <a:pt x="712" y="408"/>
                  </a:cubicBezTo>
                  <a:cubicBezTo>
                    <a:pt x="796" y="408"/>
                    <a:pt x="796" y="408"/>
                    <a:pt x="796" y="408"/>
                  </a:cubicBezTo>
                  <a:cubicBezTo>
                    <a:pt x="796" y="375"/>
                    <a:pt x="796" y="375"/>
                    <a:pt x="796" y="375"/>
                  </a:cubicBezTo>
                  <a:cubicBezTo>
                    <a:pt x="780" y="375"/>
                    <a:pt x="780" y="375"/>
                    <a:pt x="780" y="375"/>
                  </a:cubicBezTo>
                  <a:cubicBezTo>
                    <a:pt x="780" y="300"/>
                    <a:pt x="780" y="300"/>
                    <a:pt x="780" y="300"/>
                  </a:cubicBezTo>
                  <a:cubicBezTo>
                    <a:pt x="796" y="300"/>
                    <a:pt x="796" y="300"/>
                    <a:pt x="796" y="300"/>
                  </a:cubicBezTo>
                  <a:cubicBezTo>
                    <a:pt x="796" y="267"/>
                    <a:pt x="796" y="267"/>
                    <a:pt x="796" y="267"/>
                  </a:cubicBezTo>
                  <a:cubicBezTo>
                    <a:pt x="712" y="267"/>
                    <a:pt x="712" y="267"/>
                    <a:pt x="712" y="267"/>
                  </a:cubicBezTo>
                  <a:cubicBezTo>
                    <a:pt x="712" y="192"/>
                    <a:pt x="712" y="192"/>
                    <a:pt x="712" y="192"/>
                  </a:cubicBezTo>
                  <a:cubicBezTo>
                    <a:pt x="796" y="192"/>
                    <a:pt x="796" y="192"/>
                    <a:pt x="796" y="192"/>
                  </a:cubicBezTo>
                  <a:cubicBezTo>
                    <a:pt x="796" y="159"/>
                    <a:pt x="796" y="159"/>
                    <a:pt x="796" y="159"/>
                  </a:cubicBezTo>
                  <a:cubicBezTo>
                    <a:pt x="659" y="159"/>
                    <a:pt x="659" y="159"/>
                    <a:pt x="659" y="159"/>
                  </a:cubicBezTo>
                  <a:cubicBezTo>
                    <a:pt x="659" y="192"/>
                    <a:pt x="659" y="192"/>
                    <a:pt x="659" y="192"/>
                  </a:cubicBezTo>
                  <a:cubicBezTo>
                    <a:pt x="674" y="192"/>
                    <a:pt x="674" y="192"/>
                    <a:pt x="674" y="192"/>
                  </a:cubicBezTo>
                  <a:cubicBezTo>
                    <a:pt x="674" y="267"/>
                    <a:pt x="674" y="267"/>
                    <a:pt x="674" y="267"/>
                  </a:cubicBezTo>
                  <a:cubicBezTo>
                    <a:pt x="659" y="267"/>
                    <a:pt x="659" y="267"/>
                    <a:pt x="659" y="267"/>
                  </a:cubicBezTo>
                  <a:cubicBezTo>
                    <a:pt x="659" y="300"/>
                    <a:pt x="659" y="300"/>
                    <a:pt x="659" y="300"/>
                  </a:cubicBezTo>
                  <a:cubicBezTo>
                    <a:pt x="743" y="300"/>
                    <a:pt x="743" y="300"/>
                    <a:pt x="743" y="300"/>
                  </a:cubicBezTo>
                  <a:cubicBezTo>
                    <a:pt x="743" y="375"/>
                    <a:pt x="743" y="375"/>
                    <a:pt x="743" y="375"/>
                  </a:cubicBezTo>
                  <a:cubicBezTo>
                    <a:pt x="659" y="375"/>
                    <a:pt x="659" y="375"/>
                    <a:pt x="659" y="375"/>
                  </a:cubicBezTo>
                  <a:cubicBezTo>
                    <a:pt x="659" y="408"/>
                    <a:pt x="659" y="408"/>
                    <a:pt x="659" y="408"/>
                  </a:cubicBezTo>
                  <a:cubicBezTo>
                    <a:pt x="674" y="408"/>
                    <a:pt x="674" y="408"/>
                    <a:pt x="674" y="408"/>
                  </a:cubicBezTo>
                  <a:cubicBezTo>
                    <a:pt x="674" y="484"/>
                    <a:pt x="674" y="484"/>
                    <a:pt x="674" y="484"/>
                  </a:cubicBezTo>
                  <a:cubicBezTo>
                    <a:pt x="659" y="484"/>
                    <a:pt x="659" y="484"/>
                    <a:pt x="659" y="484"/>
                  </a:cubicBezTo>
                  <a:cubicBezTo>
                    <a:pt x="659" y="516"/>
                    <a:pt x="659" y="516"/>
                    <a:pt x="659" y="516"/>
                  </a:cubicBezTo>
                  <a:cubicBezTo>
                    <a:pt x="796" y="516"/>
                    <a:pt x="796" y="516"/>
                    <a:pt x="796" y="516"/>
                  </a:cubicBezTo>
                  <a:lnTo>
                    <a:pt x="796" y="484"/>
                  </a:lnTo>
                  <a:close/>
                  <a:moveTo>
                    <a:pt x="659" y="41"/>
                  </a:moveTo>
                  <a:cubicBezTo>
                    <a:pt x="601" y="41"/>
                    <a:pt x="601" y="41"/>
                    <a:pt x="601" y="41"/>
                  </a:cubicBezTo>
                  <a:cubicBezTo>
                    <a:pt x="601" y="369"/>
                    <a:pt x="601" y="369"/>
                    <a:pt x="601" y="369"/>
                  </a:cubicBezTo>
                  <a:cubicBezTo>
                    <a:pt x="561" y="345"/>
                    <a:pt x="561" y="345"/>
                    <a:pt x="561" y="345"/>
                  </a:cubicBezTo>
                  <a:cubicBezTo>
                    <a:pt x="561" y="386"/>
                    <a:pt x="561" y="386"/>
                    <a:pt x="561" y="386"/>
                  </a:cubicBezTo>
                  <a:cubicBezTo>
                    <a:pt x="572" y="392"/>
                    <a:pt x="572" y="392"/>
                    <a:pt x="572" y="392"/>
                  </a:cubicBezTo>
                  <a:cubicBezTo>
                    <a:pt x="572" y="469"/>
                    <a:pt x="572" y="469"/>
                    <a:pt x="572" y="469"/>
                  </a:cubicBezTo>
                  <a:cubicBezTo>
                    <a:pt x="568" y="467"/>
                    <a:pt x="565" y="465"/>
                    <a:pt x="561" y="464"/>
                  </a:cubicBezTo>
                  <a:cubicBezTo>
                    <a:pt x="561" y="497"/>
                    <a:pt x="561" y="497"/>
                    <a:pt x="561" y="497"/>
                  </a:cubicBezTo>
                  <a:cubicBezTo>
                    <a:pt x="572" y="503"/>
                    <a:pt x="572" y="503"/>
                    <a:pt x="572" y="503"/>
                  </a:cubicBezTo>
                  <a:cubicBezTo>
                    <a:pt x="572" y="580"/>
                    <a:pt x="572" y="580"/>
                    <a:pt x="572" y="580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61" y="609"/>
                    <a:pt x="561" y="609"/>
                    <a:pt x="561" y="609"/>
                  </a:cubicBezTo>
                  <a:cubicBezTo>
                    <a:pt x="565" y="611"/>
                    <a:pt x="568" y="612"/>
                    <a:pt x="572" y="614"/>
                  </a:cubicBezTo>
                  <a:cubicBezTo>
                    <a:pt x="572" y="691"/>
                    <a:pt x="572" y="691"/>
                    <a:pt x="572" y="691"/>
                  </a:cubicBezTo>
                  <a:cubicBezTo>
                    <a:pt x="561" y="687"/>
                    <a:pt x="561" y="687"/>
                    <a:pt x="561" y="687"/>
                  </a:cubicBezTo>
                  <a:cubicBezTo>
                    <a:pt x="561" y="833"/>
                    <a:pt x="561" y="833"/>
                    <a:pt x="561" y="833"/>
                  </a:cubicBezTo>
                  <a:cubicBezTo>
                    <a:pt x="565" y="834"/>
                    <a:pt x="568" y="835"/>
                    <a:pt x="572" y="835"/>
                  </a:cubicBezTo>
                  <a:cubicBezTo>
                    <a:pt x="572" y="913"/>
                    <a:pt x="572" y="913"/>
                    <a:pt x="572" y="913"/>
                  </a:cubicBezTo>
                  <a:cubicBezTo>
                    <a:pt x="561" y="911"/>
                    <a:pt x="561" y="911"/>
                    <a:pt x="561" y="911"/>
                  </a:cubicBezTo>
                  <a:cubicBezTo>
                    <a:pt x="561" y="1072"/>
                    <a:pt x="561" y="1072"/>
                    <a:pt x="561" y="1072"/>
                  </a:cubicBezTo>
                  <a:cubicBezTo>
                    <a:pt x="659" y="1072"/>
                    <a:pt x="659" y="1072"/>
                    <a:pt x="659" y="1072"/>
                  </a:cubicBezTo>
                  <a:cubicBezTo>
                    <a:pt x="659" y="1025"/>
                    <a:pt x="659" y="1025"/>
                    <a:pt x="659" y="1025"/>
                  </a:cubicBezTo>
                  <a:cubicBezTo>
                    <a:pt x="643" y="1025"/>
                    <a:pt x="643" y="1025"/>
                    <a:pt x="643" y="1025"/>
                  </a:cubicBezTo>
                  <a:cubicBezTo>
                    <a:pt x="643" y="949"/>
                    <a:pt x="643" y="949"/>
                    <a:pt x="643" y="949"/>
                  </a:cubicBezTo>
                  <a:cubicBezTo>
                    <a:pt x="659" y="949"/>
                    <a:pt x="659" y="949"/>
                    <a:pt x="659" y="949"/>
                  </a:cubicBezTo>
                  <a:cubicBezTo>
                    <a:pt x="659" y="917"/>
                    <a:pt x="659" y="917"/>
                    <a:pt x="659" y="917"/>
                  </a:cubicBezTo>
                  <a:cubicBezTo>
                    <a:pt x="643" y="917"/>
                    <a:pt x="643" y="917"/>
                    <a:pt x="643" y="917"/>
                  </a:cubicBezTo>
                  <a:cubicBezTo>
                    <a:pt x="643" y="841"/>
                    <a:pt x="643" y="841"/>
                    <a:pt x="643" y="841"/>
                  </a:cubicBezTo>
                  <a:cubicBezTo>
                    <a:pt x="659" y="841"/>
                    <a:pt x="659" y="841"/>
                    <a:pt x="659" y="841"/>
                  </a:cubicBezTo>
                  <a:cubicBezTo>
                    <a:pt x="659" y="808"/>
                    <a:pt x="659" y="808"/>
                    <a:pt x="659" y="808"/>
                  </a:cubicBezTo>
                  <a:cubicBezTo>
                    <a:pt x="643" y="808"/>
                    <a:pt x="643" y="808"/>
                    <a:pt x="643" y="808"/>
                  </a:cubicBezTo>
                  <a:cubicBezTo>
                    <a:pt x="643" y="733"/>
                    <a:pt x="643" y="733"/>
                    <a:pt x="643" y="733"/>
                  </a:cubicBezTo>
                  <a:cubicBezTo>
                    <a:pt x="659" y="733"/>
                    <a:pt x="659" y="733"/>
                    <a:pt x="659" y="733"/>
                  </a:cubicBezTo>
                  <a:cubicBezTo>
                    <a:pt x="659" y="592"/>
                    <a:pt x="659" y="592"/>
                    <a:pt x="659" y="592"/>
                  </a:cubicBezTo>
                  <a:cubicBezTo>
                    <a:pt x="643" y="592"/>
                    <a:pt x="643" y="592"/>
                    <a:pt x="643" y="592"/>
                  </a:cubicBezTo>
                  <a:cubicBezTo>
                    <a:pt x="643" y="516"/>
                    <a:pt x="643" y="516"/>
                    <a:pt x="643" y="516"/>
                  </a:cubicBezTo>
                  <a:cubicBezTo>
                    <a:pt x="659" y="516"/>
                    <a:pt x="659" y="516"/>
                    <a:pt x="659" y="516"/>
                  </a:cubicBezTo>
                  <a:cubicBezTo>
                    <a:pt x="659" y="484"/>
                    <a:pt x="659" y="484"/>
                    <a:pt x="659" y="484"/>
                  </a:cubicBezTo>
                  <a:cubicBezTo>
                    <a:pt x="643" y="484"/>
                    <a:pt x="643" y="484"/>
                    <a:pt x="643" y="484"/>
                  </a:cubicBezTo>
                  <a:cubicBezTo>
                    <a:pt x="643" y="408"/>
                    <a:pt x="643" y="408"/>
                    <a:pt x="643" y="408"/>
                  </a:cubicBezTo>
                  <a:cubicBezTo>
                    <a:pt x="659" y="408"/>
                    <a:pt x="659" y="408"/>
                    <a:pt x="659" y="408"/>
                  </a:cubicBezTo>
                  <a:cubicBezTo>
                    <a:pt x="659" y="375"/>
                    <a:pt x="659" y="375"/>
                    <a:pt x="659" y="375"/>
                  </a:cubicBezTo>
                  <a:cubicBezTo>
                    <a:pt x="643" y="375"/>
                    <a:pt x="643" y="375"/>
                    <a:pt x="643" y="375"/>
                  </a:cubicBezTo>
                  <a:cubicBezTo>
                    <a:pt x="643" y="300"/>
                    <a:pt x="643" y="300"/>
                    <a:pt x="643" y="300"/>
                  </a:cubicBezTo>
                  <a:cubicBezTo>
                    <a:pt x="659" y="300"/>
                    <a:pt x="659" y="300"/>
                    <a:pt x="659" y="300"/>
                  </a:cubicBezTo>
                  <a:cubicBezTo>
                    <a:pt x="659" y="267"/>
                    <a:pt x="659" y="267"/>
                    <a:pt x="659" y="267"/>
                  </a:cubicBezTo>
                  <a:cubicBezTo>
                    <a:pt x="643" y="267"/>
                    <a:pt x="643" y="267"/>
                    <a:pt x="643" y="267"/>
                  </a:cubicBezTo>
                  <a:cubicBezTo>
                    <a:pt x="643" y="192"/>
                    <a:pt x="643" y="192"/>
                    <a:pt x="643" y="192"/>
                  </a:cubicBezTo>
                  <a:cubicBezTo>
                    <a:pt x="659" y="192"/>
                    <a:pt x="659" y="192"/>
                    <a:pt x="659" y="192"/>
                  </a:cubicBezTo>
                  <a:cubicBezTo>
                    <a:pt x="659" y="159"/>
                    <a:pt x="659" y="159"/>
                    <a:pt x="659" y="159"/>
                  </a:cubicBezTo>
                  <a:cubicBezTo>
                    <a:pt x="643" y="159"/>
                    <a:pt x="643" y="159"/>
                    <a:pt x="643" y="159"/>
                  </a:cubicBezTo>
                  <a:cubicBezTo>
                    <a:pt x="643" y="84"/>
                    <a:pt x="643" y="84"/>
                    <a:pt x="643" y="84"/>
                  </a:cubicBezTo>
                  <a:cubicBezTo>
                    <a:pt x="659" y="84"/>
                    <a:pt x="659" y="84"/>
                    <a:pt x="659" y="84"/>
                  </a:cubicBezTo>
                  <a:lnTo>
                    <a:pt x="659" y="41"/>
                  </a:lnTo>
                  <a:close/>
                  <a:moveTo>
                    <a:pt x="561" y="345"/>
                  </a:moveTo>
                  <a:cubicBezTo>
                    <a:pt x="515" y="316"/>
                    <a:pt x="515" y="316"/>
                    <a:pt x="515" y="316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9" y="709"/>
                    <a:pt x="522" y="710"/>
                    <a:pt x="526" y="711"/>
                  </a:cubicBezTo>
                  <a:cubicBezTo>
                    <a:pt x="526" y="791"/>
                    <a:pt x="526" y="791"/>
                    <a:pt x="526" y="791"/>
                  </a:cubicBezTo>
                  <a:cubicBezTo>
                    <a:pt x="522" y="790"/>
                    <a:pt x="519" y="790"/>
                    <a:pt x="515" y="789"/>
                  </a:cubicBezTo>
                  <a:cubicBezTo>
                    <a:pt x="515" y="824"/>
                    <a:pt x="515" y="824"/>
                    <a:pt x="515" y="824"/>
                  </a:cubicBezTo>
                  <a:cubicBezTo>
                    <a:pt x="519" y="825"/>
                    <a:pt x="522" y="825"/>
                    <a:pt x="526" y="826"/>
                  </a:cubicBezTo>
                  <a:cubicBezTo>
                    <a:pt x="526" y="906"/>
                    <a:pt x="526" y="906"/>
                    <a:pt x="526" y="906"/>
                  </a:cubicBezTo>
                  <a:cubicBezTo>
                    <a:pt x="515" y="905"/>
                    <a:pt x="515" y="905"/>
                    <a:pt x="515" y="905"/>
                  </a:cubicBezTo>
                  <a:cubicBezTo>
                    <a:pt x="515" y="940"/>
                    <a:pt x="515" y="940"/>
                    <a:pt x="515" y="940"/>
                  </a:cubicBezTo>
                  <a:cubicBezTo>
                    <a:pt x="519" y="941"/>
                    <a:pt x="522" y="941"/>
                    <a:pt x="526" y="941"/>
                  </a:cubicBezTo>
                  <a:cubicBezTo>
                    <a:pt x="526" y="1022"/>
                    <a:pt x="526" y="1022"/>
                    <a:pt x="526" y="1022"/>
                  </a:cubicBezTo>
                  <a:cubicBezTo>
                    <a:pt x="522" y="1022"/>
                    <a:pt x="519" y="1021"/>
                    <a:pt x="515" y="1021"/>
                  </a:cubicBezTo>
                  <a:cubicBezTo>
                    <a:pt x="515" y="1072"/>
                    <a:pt x="515" y="1072"/>
                    <a:pt x="515" y="1072"/>
                  </a:cubicBezTo>
                  <a:cubicBezTo>
                    <a:pt x="561" y="1072"/>
                    <a:pt x="561" y="1072"/>
                    <a:pt x="561" y="1072"/>
                  </a:cubicBezTo>
                  <a:cubicBezTo>
                    <a:pt x="561" y="911"/>
                    <a:pt x="561" y="911"/>
                    <a:pt x="561" y="911"/>
                  </a:cubicBezTo>
                  <a:cubicBezTo>
                    <a:pt x="551" y="910"/>
                    <a:pt x="551" y="910"/>
                    <a:pt x="551" y="910"/>
                  </a:cubicBezTo>
                  <a:cubicBezTo>
                    <a:pt x="551" y="831"/>
                    <a:pt x="551" y="831"/>
                    <a:pt x="551" y="831"/>
                  </a:cubicBezTo>
                  <a:cubicBezTo>
                    <a:pt x="554" y="832"/>
                    <a:pt x="558" y="833"/>
                    <a:pt x="561" y="833"/>
                  </a:cubicBezTo>
                  <a:cubicBezTo>
                    <a:pt x="561" y="687"/>
                    <a:pt x="561" y="687"/>
                    <a:pt x="561" y="687"/>
                  </a:cubicBezTo>
                  <a:cubicBezTo>
                    <a:pt x="551" y="684"/>
                    <a:pt x="551" y="684"/>
                    <a:pt x="551" y="684"/>
                  </a:cubicBezTo>
                  <a:cubicBezTo>
                    <a:pt x="551" y="605"/>
                    <a:pt x="551" y="605"/>
                    <a:pt x="551" y="605"/>
                  </a:cubicBezTo>
                  <a:cubicBezTo>
                    <a:pt x="554" y="607"/>
                    <a:pt x="558" y="608"/>
                    <a:pt x="561" y="609"/>
                  </a:cubicBezTo>
                  <a:cubicBezTo>
                    <a:pt x="561" y="576"/>
                    <a:pt x="561" y="576"/>
                    <a:pt x="561" y="576"/>
                  </a:cubicBezTo>
                  <a:cubicBezTo>
                    <a:pt x="551" y="571"/>
                    <a:pt x="551" y="571"/>
                    <a:pt x="551" y="571"/>
                  </a:cubicBezTo>
                  <a:cubicBezTo>
                    <a:pt x="551" y="492"/>
                    <a:pt x="551" y="492"/>
                    <a:pt x="551" y="492"/>
                  </a:cubicBezTo>
                  <a:cubicBezTo>
                    <a:pt x="561" y="497"/>
                    <a:pt x="561" y="497"/>
                    <a:pt x="561" y="497"/>
                  </a:cubicBezTo>
                  <a:cubicBezTo>
                    <a:pt x="561" y="464"/>
                    <a:pt x="561" y="464"/>
                    <a:pt x="561" y="464"/>
                  </a:cubicBezTo>
                  <a:cubicBezTo>
                    <a:pt x="558" y="462"/>
                    <a:pt x="554" y="460"/>
                    <a:pt x="551" y="458"/>
                  </a:cubicBezTo>
                  <a:cubicBezTo>
                    <a:pt x="551" y="379"/>
                    <a:pt x="551" y="379"/>
                    <a:pt x="551" y="379"/>
                  </a:cubicBezTo>
                  <a:cubicBezTo>
                    <a:pt x="561" y="386"/>
                    <a:pt x="561" y="386"/>
                    <a:pt x="561" y="386"/>
                  </a:cubicBezTo>
                  <a:lnTo>
                    <a:pt x="561" y="345"/>
                  </a:lnTo>
                  <a:close/>
                  <a:moveTo>
                    <a:pt x="515" y="316"/>
                  </a:moveTo>
                  <a:cubicBezTo>
                    <a:pt x="469" y="288"/>
                    <a:pt x="469" y="288"/>
                    <a:pt x="469" y="288"/>
                  </a:cubicBezTo>
                  <a:cubicBezTo>
                    <a:pt x="469" y="332"/>
                    <a:pt x="469" y="332"/>
                    <a:pt x="469" y="332"/>
                  </a:cubicBezTo>
                  <a:cubicBezTo>
                    <a:pt x="472" y="334"/>
                    <a:pt x="476" y="336"/>
                    <a:pt x="479" y="338"/>
                  </a:cubicBezTo>
                  <a:cubicBezTo>
                    <a:pt x="479" y="421"/>
                    <a:pt x="479" y="421"/>
                    <a:pt x="479" y="421"/>
                  </a:cubicBezTo>
                  <a:cubicBezTo>
                    <a:pt x="469" y="416"/>
                    <a:pt x="469" y="416"/>
                    <a:pt x="469" y="416"/>
                  </a:cubicBezTo>
                  <a:cubicBezTo>
                    <a:pt x="469" y="573"/>
                    <a:pt x="469" y="573"/>
                    <a:pt x="469" y="573"/>
                  </a:cubicBezTo>
                  <a:cubicBezTo>
                    <a:pt x="472" y="575"/>
                    <a:pt x="476" y="576"/>
                    <a:pt x="479" y="577"/>
                  </a:cubicBezTo>
                  <a:cubicBezTo>
                    <a:pt x="479" y="661"/>
                    <a:pt x="479" y="661"/>
                    <a:pt x="479" y="661"/>
                  </a:cubicBezTo>
                  <a:cubicBezTo>
                    <a:pt x="476" y="660"/>
                    <a:pt x="472" y="658"/>
                    <a:pt x="469" y="657"/>
                  </a:cubicBezTo>
                  <a:cubicBezTo>
                    <a:pt x="469" y="694"/>
                    <a:pt x="469" y="694"/>
                    <a:pt x="469" y="694"/>
                  </a:cubicBezTo>
                  <a:cubicBezTo>
                    <a:pt x="479" y="697"/>
                    <a:pt x="479" y="697"/>
                    <a:pt x="479" y="697"/>
                  </a:cubicBezTo>
                  <a:cubicBezTo>
                    <a:pt x="479" y="780"/>
                    <a:pt x="479" y="780"/>
                    <a:pt x="479" y="780"/>
                  </a:cubicBezTo>
                  <a:cubicBezTo>
                    <a:pt x="476" y="780"/>
                    <a:pt x="472" y="779"/>
                    <a:pt x="469" y="778"/>
                  </a:cubicBezTo>
                  <a:cubicBezTo>
                    <a:pt x="469" y="1072"/>
                    <a:pt x="469" y="1072"/>
                    <a:pt x="469" y="1072"/>
                  </a:cubicBezTo>
                  <a:cubicBezTo>
                    <a:pt x="515" y="1072"/>
                    <a:pt x="515" y="1072"/>
                    <a:pt x="515" y="1072"/>
                  </a:cubicBezTo>
                  <a:cubicBezTo>
                    <a:pt x="515" y="1021"/>
                    <a:pt x="515" y="1021"/>
                    <a:pt x="515" y="1021"/>
                  </a:cubicBezTo>
                  <a:cubicBezTo>
                    <a:pt x="512" y="1021"/>
                    <a:pt x="508" y="1021"/>
                    <a:pt x="505" y="1021"/>
                  </a:cubicBezTo>
                  <a:cubicBezTo>
                    <a:pt x="505" y="939"/>
                    <a:pt x="505" y="939"/>
                    <a:pt x="505" y="939"/>
                  </a:cubicBezTo>
                  <a:cubicBezTo>
                    <a:pt x="508" y="939"/>
                    <a:pt x="512" y="940"/>
                    <a:pt x="515" y="940"/>
                  </a:cubicBezTo>
                  <a:cubicBezTo>
                    <a:pt x="515" y="905"/>
                    <a:pt x="515" y="905"/>
                    <a:pt x="515" y="905"/>
                  </a:cubicBezTo>
                  <a:cubicBezTo>
                    <a:pt x="505" y="904"/>
                    <a:pt x="505" y="904"/>
                    <a:pt x="505" y="904"/>
                  </a:cubicBezTo>
                  <a:cubicBezTo>
                    <a:pt x="505" y="822"/>
                    <a:pt x="505" y="822"/>
                    <a:pt x="505" y="822"/>
                  </a:cubicBezTo>
                  <a:cubicBezTo>
                    <a:pt x="508" y="823"/>
                    <a:pt x="512" y="823"/>
                    <a:pt x="515" y="824"/>
                  </a:cubicBezTo>
                  <a:cubicBezTo>
                    <a:pt x="515" y="789"/>
                    <a:pt x="515" y="789"/>
                    <a:pt x="515" y="789"/>
                  </a:cubicBezTo>
                  <a:cubicBezTo>
                    <a:pt x="512" y="788"/>
                    <a:pt x="508" y="787"/>
                    <a:pt x="505" y="786"/>
                  </a:cubicBezTo>
                  <a:cubicBezTo>
                    <a:pt x="505" y="705"/>
                    <a:pt x="505" y="705"/>
                    <a:pt x="505" y="705"/>
                  </a:cubicBezTo>
                  <a:cubicBezTo>
                    <a:pt x="508" y="706"/>
                    <a:pt x="512" y="707"/>
                    <a:pt x="515" y="708"/>
                  </a:cubicBezTo>
                  <a:lnTo>
                    <a:pt x="515" y="316"/>
                  </a:lnTo>
                  <a:close/>
                  <a:moveTo>
                    <a:pt x="469" y="288"/>
                  </a:moveTo>
                  <a:cubicBezTo>
                    <a:pt x="423" y="259"/>
                    <a:pt x="423" y="259"/>
                    <a:pt x="423" y="259"/>
                  </a:cubicBezTo>
                  <a:cubicBezTo>
                    <a:pt x="423" y="430"/>
                    <a:pt x="423" y="430"/>
                    <a:pt x="423" y="430"/>
                  </a:cubicBezTo>
                  <a:cubicBezTo>
                    <a:pt x="426" y="432"/>
                    <a:pt x="430" y="433"/>
                    <a:pt x="433" y="435"/>
                  </a:cubicBezTo>
                  <a:cubicBezTo>
                    <a:pt x="433" y="522"/>
                    <a:pt x="433" y="522"/>
                    <a:pt x="433" y="522"/>
                  </a:cubicBezTo>
                  <a:cubicBezTo>
                    <a:pt x="430" y="520"/>
                    <a:pt x="426" y="519"/>
                    <a:pt x="423" y="517"/>
                  </a:cubicBezTo>
                  <a:cubicBezTo>
                    <a:pt x="423" y="680"/>
                    <a:pt x="423" y="680"/>
                    <a:pt x="423" y="680"/>
                  </a:cubicBezTo>
                  <a:cubicBezTo>
                    <a:pt x="426" y="681"/>
                    <a:pt x="430" y="682"/>
                    <a:pt x="433" y="683"/>
                  </a:cubicBezTo>
                  <a:cubicBezTo>
                    <a:pt x="433" y="770"/>
                    <a:pt x="433" y="770"/>
                    <a:pt x="433" y="770"/>
                  </a:cubicBezTo>
                  <a:cubicBezTo>
                    <a:pt x="430" y="769"/>
                    <a:pt x="426" y="768"/>
                    <a:pt x="423" y="767"/>
                  </a:cubicBezTo>
                  <a:cubicBezTo>
                    <a:pt x="423" y="805"/>
                    <a:pt x="423" y="805"/>
                    <a:pt x="423" y="805"/>
                  </a:cubicBezTo>
                  <a:cubicBezTo>
                    <a:pt x="433" y="807"/>
                    <a:pt x="433" y="807"/>
                    <a:pt x="433" y="807"/>
                  </a:cubicBezTo>
                  <a:cubicBezTo>
                    <a:pt x="433" y="894"/>
                    <a:pt x="433" y="894"/>
                    <a:pt x="433" y="894"/>
                  </a:cubicBezTo>
                  <a:cubicBezTo>
                    <a:pt x="423" y="892"/>
                    <a:pt x="423" y="892"/>
                    <a:pt x="423" y="892"/>
                  </a:cubicBezTo>
                  <a:cubicBezTo>
                    <a:pt x="423" y="930"/>
                    <a:pt x="423" y="930"/>
                    <a:pt x="423" y="930"/>
                  </a:cubicBezTo>
                  <a:cubicBezTo>
                    <a:pt x="426" y="931"/>
                    <a:pt x="430" y="931"/>
                    <a:pt x="433" y="931"/>
                  </a:cubicBezTo>
                  <a:cubicBezTo>
                    <a:pt x="433" y="1018"/>
                    <a:pt x="433" y="1018"/>
                    <a:pt x="433" y="1018"/>
                  </a:cubicBezTo>
                  <a:cubicBezTo>
                    <a:pt x="430" y="1018"/>
                    <a:pt x="426" y="1018"/>
                    <a:pt x="423" y="1017"/>
                  </a:cubicBezTo>
                  <a:cubicBezTo>
                    <a:pt x="423" y="1072"/>
                    <a:pt x="423" y="1072"/>
                    <a:pt x="423" y="1072"/>
                  </a:cubicBezTo>
                  <a:cubicBezTo>
                    <a:pt x="469" y="1072"/>
                    <a:pt x="469" y="1072"/>
                    <a:pt x="469" y="1072"/>
                  </a:cubicBezTo>
                  <a:cubicBezTo>
                    <a:pt x="469" y="778"/>
                    <a:pt x="469" y="778"/>
                    <a:pt x="469" y="778"/>
                  </a:cubicBezTo>
                  <a:cubicBezTo>
                    <a:pt x="465" y="777"/>
                    <a:pt x="462" y="776"/>
                    <a:pt x="458" y="776"/>
                  </a:cubicBezTo>
                  <a:cubicBezTo>
                    <a:pt x="458" y="691"/>
                    <a:pt x="458" y="691"/>
                    <a:pt x="458" y="691"/>
                  </a:cubicBezTo>
                  <a:cubicBezTo>
                    <a:pt x="469" y="694"/>
                    <a:pt x="469" y="694"/>
                    <a:pt x="469" y="694"/>
                  </a:cubicBezTo>
                  <a:cubicBezTo>
                    <a:pt x="469" y="657"/>
                    <a:pt x="469" y="657"/>
                    <a:pt x="469" y="657"/>
                  </a:cubicBezTo>
                  <a:cubicBezTo>
                    <a:pt x="465" y="656"/>
                    <a:pt x="462" y="655"/>
                    <a:pt x="458" y="654"/>
                  </a:cubicBezTo>
                  <a:cubicBezTo>
                    <a:pt x="458" y="569"/>
                    <a:pt x="458" y="569"/>
                    <a:pt x="458" y="569"/>
                  </a:cubicBezTo>
                  <a:cubicBezTo>
                    <a:pt x="462" y="571"/>
                    <a:pt x="465" y="572"/>
                    <a:pt x="469" y="573"/>
                  </a:cubicBezTo>
                  <a:cubicBezTo>
                    <a:pt x="469" y="416"/>
                    <a:pt x="469" y="416"/>
                    <a:pt x="469" y="416"/>
                  </a:cubicBezTo>
                  <a:cubicBezTo>
                    <a:pt x="458" y="411"/>
                    <a:pt x="458" y="411"/>
                    <a:pt x="458" y="411"/>
                  </a:cubicBezTo>
                  <a:cubicBezTo>
                    <a:pt x="458" y="326"/>
                    <a:pt x="458" y="326"/>
                    <a:pt x="458" y="326"/>
                  </a:cubicBezTo>
                  <a:cubicBezTo>
                    <a:pt x="462" y="328"/>
                    <a:pt x="465" y="330"/>
                    <a:pt x="469" y="332"/>
                  </a:cubicBezTo>
                  <a:lnTo>
                    <a:pt x="469" y="288"/>
                  </a:lnTo>
                  <a:close/>
                  <a:moveTo>
                    <a:pt x="423" y="259"/>
                  </a:moveTo>
                  <a:cubicBezTo>
                    <a:pt x="376" y="231"/>
                    <a:pt x="376" y="231"/>
                    <a:pt x="376" y="231"/>
                  </a:cubicBezTo>
                  <a:cubicBezTo>
                    <a:pt x="376" y="278"/>
                    <a:pt x="376" y="278"/>
                    <a:pt x="376" y="278"/>
                  </a:cubicBezTo>
                  <a:cubicBezTo>
                    <a:pt x="380" y="280"/>
                    <a:pt x="383" y="282"/>
                    <a:pt x="387" y="284"/>
                  </a:cubicBezTo>
                  <a:cubicBezTo>
                    <a:pt x="387" y="374"/>
                    <a:pt x="387" y="374"/>
                    <a:pt x="387" y="374"/>
                  </a:cubicBezTo>
                  <a:cubicBezTo>
                    <a:pt x="383" y="372"/>
                    <a:pt x="380" y="370"/>
                    <a:pt x="376" y="368"/>
                  </a:cubicBezTo>
                  <a:cubicBezTo>
                    <a:pt x="376" y="408"/>
                    <a:pt x="376" y="408"/>
                    <a:pt x="376" y="408"/>
                  </a:cubicBezTo>
                  <a:cubicBezTo>
                    <a:pt x="387" y="413"/>
                    <a:pt x="387" y="413"/>
                    <a:pt x="387" y="413"/>
                  </a:cubicBezTo>
                  <a:cubicBezTo>
                    <a:pt x="387" y="502"/>
                    <a:pt x="387" y="502"/>
                    <a:pt x="387" y="502"/>
                  </a:cubicBezTo>
                  <a:cubicBezTo>
                    <a:pt x="383" y="501"/>
                    <a:pt x="380" y="499"/>
                    <a:pt x="376" y="498"/>
                  </a:cubicBezTo>
                  <a:cubicBezTo>
                    <a:pt x="376" y="537"/>
                    <a:pt x="376" y="537"/>
                    <a:pt x="376" y="537"/>
                  </a:cubicBezTo>
                  <a:cubicBezTo>
                    <a:pt x="380" y="538"/>
                    <a:pt x="383" y="540"/>
                    <a:pt x="387" y="541"/>
                  </a:cubicBezTo>
                  <a:cubicBezTo>
                    <a:pt x="387" y="631"/>
                    <a:pt x="387" y="631"/>
                    <a:pt x="387" y="631"/>
                  </a:cubicBezTo>
                  <a:cubicBezTo>
                    <a:pt x="383" y="630"/>
                    <a:pt x="380" y="628"/>
                    <a:pt x="376" y="627"/>
                  </a:cubicBezTo>
                  <a:cubicBezTo>
                    <a:pt x="376" y="667"/>
                    <a:pt x="376" y="667"/>
                    <a:pt x="376" y="667"/>
                  </a:cubicBezTo>
                  <a:cubicBezTo>
                    <a:pt x="387" y="670"/>
                    <a:pt x="387" y="670"/>
                    <a:pt x="387" y="670"/>
                  </a:cubicBezTo>
                  <a:cubicBezTo>
                    <a:pt x="387" y="759"/>
                    <a:pt x="387" y="759"/>
                    <a:pt x="387" y="759"/>
                  </a:cubicBezTo>
                  <a:cubicBezTo>
                    <a:pt x="383" y="758"/>
                    <a:pt x="380" y="758"/>
                    <a:pt x="376" y="757"/>
                  </a:cubicBezTo>
                  <a:cubicBezTo>
                    <a:pt x="376" y="796"/>
                    <a:pt x="376" y="796"/>
                    <a:pt x="376" y="796"/>
                  </a:cubicBezTo>
                  <a:cubicBezTo>
                    <a:pt x="387" y="798"/>
                    <a:pt x="387" y="798"/>
                    <a:pt x="387" y="798"/>
                  </a:cubicBezTo>
                  <a:cubicBezTo>
                    <a:pt x="387" y="888"/>
                    <a:pt x="387" y="888"/>
                    <a:pt x="387" y="888"/>
                  </a:cubicBezTo>
                  <a:cubicBezTo>
                    <a:pt x="376" y="886"/>
                    <a:pt x="376" y="886"/>
                    <a:pt x="376" y="886"/>
                  </a:cubicBezTo>
                  <a:cubicBezTo>
                    <a:pt x="376" y="925"/>
                    <a:pt x="376" y="925"/>
                    <a:pt x="376" y="925"/>
                  </a:cubicBezTo>
                  <a:cubicBezTo>
                    <a:pt x="380" y="926"/>
                    <a:pt x="383" y="926"/>
                    <a:pt x="387" y="926"/>
                  </a:cubicBezTo>
                  <a:cubicBezTo>
                    <a:pt x="387" y="1016"/>
                    <a:pt x="387" y="1016"/>
                    <a:pt x="387" y="1016"/>
                  </a:cubicBezTo>
                  <a:cubicBezTo>
                    <a:pt x="383" y="1016"/>
                    <a:pt x="380" y="1016"/>
                    <a:pt x="376" y="1016"/>
                  </a:cubicBezTo>
                  <a:cubicBezTo>
                    <a:pt x="376" y="1072"/>
                    <a:pt x="376" y="1072"/>
                    <a:pt x="376" y="1072"/>
                  </a:cubicBezTo>
                  <a:cubicBezTo>
                    <a:pt x="423" y="1072"/>
                    <a:pt x="423" y="1072"/>
                    <a:pt x="423" y="1072"/>
                  </a:cubicBezTo>
                  <a:cubicBezTo>
                    <a:pt x="423" y="1017"/>
                    <a:pt x="423" y="1017"/>
                    <a:pt x="423" y="1017"/>
                  </a:cubicBezTo>
                  <a:cubicBezTo>
                    <a:pt x="419" y="1017"/>
                    <a:pt x="416" y="1017"/>
                    <a:pt x="412" y="1017"/>
                  </a:cubicBezTo>
                  <a:cubicBezTo>
                    <a:pt x="412" y="929"/>
                    <a:pt x="412" y="929"/>
                    <a:pt x="412" y="929"/>
                  </a:cubicBezTo>
                  <a:cubicBezTo>
                    <a:pt x="416" y="930"/>
                    <a:pt x="419" y="930"/>
                    <a:pt x="423" y="930"/>
                  </a:cubicBezTo>
                  <a:cubicBezTo>
                    <a:pt x="423" y="892"/>
                    <a:pt x="423" y="892"/>
                    <a:pt x="423" y="892"/>
                  </a:cubicBezTo>
                  <a:cubicBezTo>
                    <a:pt x="412" y="891"/>
                    <a:pt x="412" y="891"/>
                    <a:pt x="412" y="891"/>
                  </a:cubicBezTo>
                  <a:cubicBezTo>
                    <a:pt x="412" y="803"/>
                    <a:pt x="412" y="803"/>
                    <a:pt x="412" y="803"/>
                  </a:cubicBezTo>
                  <a:cubicBezTo>
                    <a:pt x="423" y="805"/>
                    <a:pt x="423" y="805"/>
                    <a:pt x="423" y="805"/>
                  </a:cubicBezTo>
                  <a:cubicBezTo>
                    <a:pt x="423" y="767"/>
                    <a:pt x="423" y="767"/>
                    <a:pt x="423" y="767"/>
                  </a:cubicBezTo>
                  <a:cubicBezTo>
                    <a:pt x="419" y="767"/>
                    <a:pt x="416" y="766"/>
                    <a:pt x="412" y="765"/>
                  </a:cubicBezTo>
                  <a:cubicBezTo>
                    <a:pt x="412" y="677"/>
                    <a:pt x="412" y="677"/>
                    <a:pt x="412" y="677"/>
                  </a:cubicBezTo>
                  <a:cubicBezTo>
                    <a:pt x="416" y="678"/>
                    <a:pt x="419" y="679"/>
                    <a:pt x="423" y="680"/>
                  </a:cubicBezTo>
                  <a:cubicBezTo>
                    <a:pt x="423" y="517"/>
                    <a:pt x="423" y="517"/>
                    <a:pt x="423" y="517"/>
                  </a:cubicBezTo>
                  <a:cubicBezTo>
                    <a:pt x="419" y="516"/>
                    <a:pt x="416" y="514"/>
                    <a:pt x="412" y="513"/>
                  </a:cubicBezTo>
                  <a:cubicBezTo>
                    <a:pt x="412" y="425"/>
                    <a:pt x="412" y="425"/>
                    <a:pt x="412" y="425"/>
                  </a:cubicBezTo>
                  <a:cubicBezTo>
                    <a:pt x="416" y="427"/>
                    <a:pt x="419" y="428"/>
                    <a:pt x="423" y="430"/>
                  </a:cubicBezTo>
                  <a:lnTo>
                    <a:pt x="423" y="259"/>
                  </a:lnTo>
                  <a:close/>
                  <a:moveTo>
                    <a:pt x="376" y="231"/>
                  </a:moveTo>
                  <a:cubicBezTo>
                    <a:pt x="337" y="207"/>
                    <a:pt x="337" y="207"/>
                    <a:pt x="337" y="207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149"/>
                    <a:pt x="152" y="149"/>
                    <a:pt x="152" y="149"/>
                  </a:cubicBezTo>
                  <a:cubicBezTo>
                    <a:pt x="166" y="157"/>
                    <a:pt x="166" y="157"/>
                    <a:pt x="166" y="157"/>
                  </a:cubicBezTo>
                  <a:cubicBezTo>
                    <a:pt x="166" y="261"/>
                    <a:pt x="166" y="261"/>
                    <a:pt x="166" y="261"/>
                  </a:cubicBezTo>
                  <a:cubicBezTo>
                    <a:pt x="162" y="258"/>
                    <a:pt x="157" y="256"/>
                    <a:pt x="152" y="253"/>
                  </a:cubicBezTo>
                  <a:cubicBezTo>
                    <a:pt x="152" y="299"/>
                    <a:pt x="152" y="299"/>
                    <a:pt x="152" y="299"/>
                  </a:cubicBezTo>
                  <a:cubicBezTo>
                    <a:pt x="166" y="306"/>
                    <a:pt x="166" y="306"/>
                    <a:pt x="166" y="306"/>
                  </a:cubicBezTo>
                  <a:cubicBezTo>
                    <a:pt x="166" y="410"/>
                    <a:pt x="166" y="410"/>
                    <a:pt x="166" y="410"/>
                  </a:cubicBezTo>
                  <a:cubicBezTo>
                    <a:pt x="152" y="404"/>
                    <a:pt x="152" y="404"/>
                    <a:pt x="152" y="404"/>
                  </a:cubicBezTo>
                  <a:cubicBezTo>
                    <a:pt x="152" y="450"/>
                    <a:pt x="152" y="450"/>
                    <a:pt x="152" y="450"/>
                  </a:cubicBezTo>
                  <a:cubicBezTo>
                    <a:pt x="157" y="452"/>
                    <a:pt x="162" y="453"/>
                    <a:pt x="166" y="455"/>
                  </a:cubicBezTo>
                  <a:cubicBezTo>
                    <a:pt x="166" y="559"/>
                    <a:pt x="166" y="559"/>
                    <a:pt x="166" y="559"/>
                  </a:cubicBezTo>
                  <a:cubicBezTo>
                    <a:pt x="152" y="555"/>
                    <a:pt x="152" y="555"/>
                    <a:pt x="152" y="555"/>
                  </a:cubicBezTo>
                  <a:cubicBezTo>
                    <a:pt x="152" y="600"/>
                    <a:pt x="152" y="600"/>
                    <a:pt x="152" y="600"/>
                  </a:cubicBezTo>
                  <a:cubicBezTo>
                    <a:pt x="157" y="602"/>
                    <a:pt x="162" y="603"/>
                    <a:pt x="166" y="604"/>
                  </a:cubicBezTo>
                  <a:cubicBezTo>
                    <a:pt x="166" y="708"/>
                    <a:pt x="166" y="708"/>
                    <a:pt x="166" y="708"/>
                  </a:cubicBezTo>
                  <a:cubicBezTo>
                    <a:pt x="162" y="707"/>
                    <a:pt x="157" y="706"/>
                    <a:pt x="152" y="705"/>
                  </a:cubicBezTo>
                  <a:cubicBezTo>
                    <a:pt x="152" y="751"/>
                    <a:pt x="152" y="751"/>
                    <a:pt x="152" y="751"/>
                  </a:cubicBezTo>
                  <a:cubicBezTo>
                    <a:pt x="157" y="752"/>
                    <a:pt x="162" y="753"/>
                    <a:pt x="166" y="754"/>
                  </a:cubicBezTo>
                  <a:cubicBezTo>
                    <a:pt x="166" y="858"/>
                    <a:pt x="166" y="858"/>
                    <a:pt x="166" y="858"/>
                  </a:cubicBezTo>
                  <a:cubicBezTo>
                    <a:pt x="152" y="856"/>
                    <a:pt x="152" y="856"/>
                    <a:pt x="152" y="856"/>
                  </a:cubicBezTo>
                  <a:cubicBezTo>
                    <a:pt x="152" y="901"/>
                    <a:pt x="152" y="901"/>
                    <a:pt x="152" y="901"/>
                  </a:cubicBezTo>
                  <a:cubicBezTo>
                    <a:pt x="157" y="902"/>
                    <a:pt x="162" y="902"/>
                    <a:pt x="166" y="903"/>
                  </a:cubicBezTo>
                  <a:cubicBezTo>
                    <a:pt x="166" y="1007"/>
                    <a:pt x="166" y="1007"/>
                    <a:pt x="166" y="1007"/>
                  </a:cubicBezTo>
                  <a:cubicBezTo>
                    <a:pt x="162" y="1007"/>
                    <a:pt x="157" y="1006"/>
                    <a:pt x="152" y="1006"/>
                  </a:cubicBezTo>
                  <a:cubicBezTo>
                    <a:pt x="152" y="1072"/>
                    <a:pt x="152" y="1072"/>
                    <a:pt x="152" y="1072"/>
                  </a:cubicBezTo>
                  <a:cubicBezTo>
                    <a:pt x="376" y="1072"/>
                    <a:pt x="376" y="1072"/>
                    <a:pt x="376" y="1072"/>
                  </a:cubicBezTo>
                  <a:cubicBezTo>
                    <a:pt x="376" y="1016"/>
                    <a:pt x="376" y="1016"/>
                    <a:pt x="376" y="1016"/>
                  </a:cubicBezTo>
                  <a:cubicBezTo>
                    <a:pt x="373" y="1015"/>
                    <a:pt x="369" y="1015"/>
                    <a:pt x="366" y="1015"/>
                  </a:cubicBezTo>
                  <a:cubicBezTo>
                    <a:pt x="366" y="924"/>
                    <a:pt x="366" y="924"/>
                    <a:pt x="366" y="924"/>
                  </a:cubicBezTo>
                  <a:cubicBezTo>
                    <a:pt x="369" y="925"/>
                    <a:pt x="373" y="925"/>
                    <a:pt x="376" y="925"/>
                  </a:cubicBezTo>
                  <a:cubicBezTo>
                    <a:pt x="376" y="886"/>
                    <a:pt x="376" y="886"/>
                    <a:pt x="376" y="886"/>
                  </a:cubicBezTo>
                  <a:cubicBezTo>
                    <a:pt x="366" y="885"/>
                    <a:pt x="366" y="885"/>
                    <a:pt x="366" y="885"/>
                  </a:cubicBezTo>
                  <a:cubicBezTo>
                    <a:pt x="366" y="794"/>
                    <a:pt x="366" y="794"/>
                    <a:pt x="366" y="794"/>
                  </a:cubicBezTo>
                  <a:cubicBezTo>
                    <a:pt x="376" y="796"/>
                    <a:pt x="376" y="796"/>
                    <a:pt x="376" y="796"/>
                  </a:cubicBezTo>
                  <a:cubicBezTo>
                    <a:pt x="376" y="757"/>
                    <a:pt x="376" y="757"/>
                    <a:pt x="376" y="757"/>
                  </a:cubicBezTo>
                  <a:cubicBezTo>
                    <a:pt x="373" y="756"/>
                    <a:pt x="369" y="755"/>
                    <a:pt x="366" y="754"/>
                  </a:cubicBezTo>
                  <a:cubicBezTo>
                    <a:pt x="366" y="663"/>
                    <a:pt x="366" y="663"/>
                    <a:pt x="366" y="663"/>
                  </a:cubicBezTo>
                  <a:cubicBezTo>
                    <a:pt x="376" y="667"/>
                    <a:pt x="376" y="667"/>
                    <a:pt x="376" y="667"/>
                  </a:cubicBezTo>
                  <a:cubicBezTo>
                    <a:pt x="376" y="627"/>
                    <a:pt x="376" y="627"/>
                    <a:pt x="376" y="627"/>
                  </a:cubicBezTo>
                  <a:cubicBezTo>
                    <a:pt x="373" y="626"/>
                    <a:pt x="369" y="625"/>
                    <a:pt x="366" y="624"/>
                  </a:cubicBezTo>
                  <a:cubicBezTo>
                    <a:pt x="366" y="533"/>
                    <a:pt x="366" y="533"/>
                    <a:pt x="366" y="533"/>
                  </a:cubicBezTo>
                  <a:cubicBezTo>
                    <a:pt x="369" y="534"/>
                    <a:pt x="373" y="536"/>
                    <a:pt x="376" y="537"/>
                  </a:cubicBezTo>
                  <a:cubicBezTo>
                    <a:pt x="376" y="498"/>
                    <a:pt x="376" y="498"/>
                    <a:pt x="376" y="498"/>
                  </a:cubicBezTo>
                  <a:cubicBezTo>
                    <a:pt x="373" y="496"/>
                    <a:pt x="369" y="495"/>
                    <a:pt x="366" y="493"/>
                  </a:cubicBezTo>
                  <a:cubicBezTo>
                    <a:pt x="366" y="403"/>
                    <a:pt x="366" y="403"/>
                    <a:pt x="366" y="403"/>
                  </a:cubicBezTo>
                  <a:cubicBezTo>
                    <a:pt x="376" y="408"/>
                    <a:pt x="376" y="408"/>
                    <a:pt x="376" y="408"/>
                  </a:cubicBezTo>
                  <a:cubicBezTo>
                    <a:pt x="376" y="368"/>
                    <a:pt x="376" y="368"/>
                    <a:pt x="376" y="368"/>
                  </a:cubicBezTo>
                  <a:cubicBezTo>
                    <a:pt x="373" y="367"/>
                    <a:pt x="369" y="365"/>
                    <a:pt x="366" y="363"/>
                  </a:cubicBezTo>
                  <a:cubicBezTo>
                    <a:pt x="366" y="272"/>
                    <a:pt x="366" y="272"/>
                    <a:pt x="366" y="272"/>
                  </a:cubicBezTo>
                  <a:cubicBezTo>
                    <a:pt x="369" y="274"/>
                    <a:pt x="373" y="276"/>
                    <a:pt x="376" y="278"/>
                  </a:cubicBezTo>
                  <a:lnTo>
                    <a:pt x="376" y="231"/>
                  </a:lnTo>
                  <a:close/>
                  <a:moveTo>
                    <a:pt x="152" y="94"/>
                  </a:moveTo>
                  <a:cubicBezTo>
                    <a:pt x="90" y="55"/>
                    <a:pt x="90" y="55"/>
                    <a:pt x="90" y="55"/>
                  </a:cubicBezTo>
                  <a:cubicBezTo>
                    <a:pt x="90" y="425"/>
                    <a:pt x="90" y="425"/>
                    <a:pt x="90" y="425"/>
                  </a:cubicBezTo>
                  <a:cubicBezTo>
                    <a:pt x="95" y="427"/>
                    <a:pt x="100" y="429"/>
                    <a:pt x="104" y="431"/>
                  </a:cubicBezTo>
                  <a:cubicBezTo>
                    <a:pt x="104" y="539"/>
                    <a:pt x="104" y="539"/>
                    <a:pt x="104" y="539"/>
                  </a:cubicBezTo>
                  <a:cubicBezTo>
                    <a:pt x="100" y="537"/>
                    <a:pt x="95" y="536"/>
                    <a:pt x="90" y="534"/>
                  </a:cubicBezTo>
                  <a:cubicBezTo>
                    <a:pt x="90" y="738"/>
                    <a:pt x="90" y="738"/>
                    <a:pt x="90" y="738"/>
                  </a:cubicBezTo>
                  <a:cubicBezTo>
                    <a:pt x="95" y="739"/>
                    <a:pt x="100" y="740"/>
                    <a:pt x="104" y="741"/>
                  </a:cubicBezTo>
                  <a:cubicBezTo>
                    <a:pt x="104" y="849"/>
                    <a:pt x="104" y="849"/>
                    <a:pt x="104" y="849"/>
                  </a:cubicBezTo>
                  <a:cubicBezTo>
                    <a:pt x="90" y="847"/>
                    <a:pt x="90" y="847"/>
                    <a:pt x="90" y="847"/>
                  </a:cubicBezTo>
                  <a:cubicBezTo>
                    <a:pt x="90" y="1072"/>
                    <a:pt x="90" y="1072"/>
                    <a:pt x="90" y="1072"/>
                  </a:cubicBezTo>
                  <a:cubicBezTo>
                    <a:pt x="152" y="1072"/>
                    <a:pt x="152" y="1072"/>
                    <a:pt x="152" y="1072"/>
                  </a:cubicBezTo>
                  <a:cubicBezTo>
                    <a:pt x="152" y="1006"/>
                    <a:pt x="152" y="1006"/>
                    <a:pt x="152" y="1006"/>
                  </a:cubicBezTo>
                  <a:cubicBezTo>
                    <a:pt x="148" y="1006"/>
                    <a:pt x="143" y="1006"/>
                    <a:pt x="138" y="1006"/>
                  </a:cubicBezTo>
                  <a:cubicBezTo>
                    <a:pt x="138" y="900"/>
                    <a:pt x="138" y="900"/>
                    <a:pt x="138" y="900"/>
                  </a:cubicBezTo>
                  <a:cubicBezTo>
                    <a:pt x="143" y="900"/>
                    <a:pt x="148" y="901"/>
                    <a:pt x="152" y="901"/>
                  </a:cubicBezTo>
                  <a:cubicBezTo>
                    <a:pt x="152" y="856"/>
                    <a:pt x="152" y="856"/>
                    <a:pt x="152" y="856"/>
                  </a:cubicBezTo>
                  <a:cubicBezTo>
                    <a:pt x="138" y="854"/>
                    <a:pt x="138" y="854"/>
                    <a:pt x="138" y="854"/>
                  </a:cubicBezTo>
                  <a:cubicBezTo>
                    <a:pt x="138" y="748"/>
                    <a:pt x="138" y="748"/>
                    <a:pt x="138" y="748"/>
                  </a:cubicBezTo>
                  <a:cubicBezTo>
                    <a:pt x="143" y="749"/>
                    <a:pt x="148" y="750"/>
                    <a:pt x="152" y="751"/>
                  </a:cubicBezTo>
                  <a:cubicBezTo>
                    <a:pt x="152" y="705"/>
                    <a:pt x="152" y="705"/>
                    <a:pt x="152" y="705"/>
                  </a:cubicBezTo>
                  <a:cubicBezTo>
                    <a:pt x="148" y="704"/>
                    <a:pt x="143" y="703"/>
                    <a:pt x="138" y="702"/>
                  </a:cubicBezTo>
                  <a:cubicBezTo>
                    <a:pt x="138" y="596"/>
                    <a:pt x="138" y="596"/>
                    <a:pt x="138" y="596"/>
                  </a:cubicBezTo>
                  <a:cubicBezTo>
                    <a:pt x="143" y="598"/>
                    <a:pt x="148" y="599"/>
                    <a:pt x="152" y="600"/>
                  </a:cubicBezTo>
                  <a:cubicBezTo>
                    <a:pt x="152" y="555"/>
                    <a:pt x="152" y="555"/>
                    <a:pt x="152" y="555"/>
                  </a:cubicBezTo>
                  <a:cubicBezTo>
                    <a:pt x="138" y="550"/>
                    <a:pt x="138" y="550"/>
                    <a:pt x="138" y="550"/>
                  </a:cubicBezTo>
                  <a:cubicBezTo>
                    <a:pt x="138" y="444"/>
                    <a:pt x="138" y="444"/>
                    <a:pt x="138" y="444"/>
                  </a:cubicBezTo>
                  <a:cubicBezTo>
                    <a:pt x="143" y="446"/>
                    <a:pt x="148" y="448"/>
                    <a:pt x="152" y="450"/>
                  </a:cubicBezTo>
                  <a:cubicBezTo>
                    <a:pt x="152" y="404"/>
                    <a:pt x="152" y="404"/>
                    <a:pt x="152" y="404"/>
                  </a:cubicBezTo>
                  <a:cubicBezTo>
                    <a:pt x="138" y="398"/>
                    <a:pt x="138" y="398"/>
                    <a:pt x="138" y="398"/>
                  </a:cubicBezTo>
                  <a:cubicBezTo>
                    <a:pt x="138" y="292"/>
                    <a:pt x="138" y="292"/>
                    <a:pt x="138" y="292"/>
                  </a:cubicBezTo>
                  <a:cubicBezTo>
                    <a:pt x="152" y="299"/>
                    <a:pt x="152" y="299"/>
                    <a:pt x="152" y="299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48" y="251"/>
                    <a:pt x="143" y="249"/>
                    <a:pt x="138" y="246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52" y="149"/>
                    <a:pt x="152" y="149"/>
                    <a:pt x="152" y="149"/>
                  </a:cubicBezTo>
                  <a:lnTo>
                    <a:pt x="152" y="94"/>
                  </a:lnTo>
                  <a:close/>
                  <a:moveTo>
                    <a:pt x="90" y="55"/>
                  </a:moveTo>
                  <a:cubicBezTo>
                    <a:pt x="28" y="17"/>
                    <a:pt x="28" y="17"/>
                    <a:pt x="28" y="1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3" y="79"/>
                    <a:pt x="37" y="82"/>
                    <a:pt x="42" y="85"/>
                  </a:cubicBezTo>
                  <a:cubicBezTo>
                    <a:pt x="42" y="197"/>
                    <a:pt x="42" y="197"/>
                    <a:pt x="42" y="197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42" y="246"/>
                    <a:pt x="42" y="246"/>
                    <a:pt x="42" y="246"/>
                  </a:cubicBezTo>
                  <a:cubicBezTo>
                    <a:pt x="42" y="358"/>
                    <a:pt x="42" y="358"/>
                    <a:pt x="42" y="358"/>
                  </a:cubicBezTo>
                  <a:cubicBezTo>
                    <a:pt x="37" y="356"/>
                    <a:pt x="33" y="354"/>
                    <a:pt x="28" y="352"/>
                  </a:cubicBezTo>
                  <a:cubicBezTo>
                    <a:pt x="28" y="888"/>
                    <a:pt x="28" y="888"/>
                    <a:pt x="28" y="888"/>
                  </a:cubicBezTo>
                  <a:cubicBezTo>
                    <a:pt x="33" y="888"/>
                    <a:pt x="37" y="889"/>
                    <a:pt x="42" y="890"/>
                  </a:cubicBezTo>
                  <a:cubicBezTo>
                    <a:pt x="42" y="1002"/>
                    <a:pt x="42" y="1002"/>
                    <a:pt x="42" y="1002"/>
                  </a:cubicBezTo>
                  <a:cubicBezTo>
                    <a:pt x="37" y="1001"/>
                    <a:pt x="33" y="1001"/>
                    <a:pt x="28" y="1001"/>
                  </a:cubicBezTo>
                  <a:cubicBezTo>
                    <a:pt x="28" y="1072"/>
                    <a:pt x="28" y="1072"/>
                    <a:pt x="28" y="1072"/>
                  </a:cubicBezTo>
                  <a:cubicBezTo>
                    <a:pt x="90" y="1072"/>
                    <a:pt x="90" y="1072"/>
                    <a:pt x="90" y="1072"/>
                  </a:cubicBezTo>
                  <a:cubicBezTo>
                    <a:pt x="90" y="847"/>
                    <a:pt x="90" y="847"/>
                    <a:pt x="90" y="847"/>
                  </a:cubicBezTo>
                  <a:cubicBezTo>
                    <a:pt x="76" y="845"/>
                    <a:pt x="76" y="845"/>
                    <a:pt x="76" y="845"/>
                  </a:cubicBezTo>
                  <a:cubicBezTo>
                    <a:pt x="76" y="735"/>
                    <a:pt x="76" y="735"/>
                    <a:pt x="76" y="735"/>
                  </a:cubicBezTo>
                  <a:cubicBezTo>
                    <a:pt x="81" y="736"/>
                    <a:pt x="85" y="737"/>
                    <a:pt x="90" y="738"/>
                  </a:cubicBezTo>
                  <a:cubicBezTo>
                    <a:pt x="90" y="534"/>
                    <a:pt x="90" y="534"/>
                    <a:pt x="90" y="534"/>
                  </a:cubicBezTo>
                  <a:cubicBezTo>
                    <a:pt x="85" y="533"/>
                    <a:pt x="81" y="531"/>
                    <a:pt x="76" y="530"/>
                  </a:cubicBezTo>
                  <a:cubicBezTo>
                    <a:pt x="76" y="420"/>
                    <a:pt x="76" y="420"/>
                    <a:pt x="76" y="420"/>
                  </a:cubicBezTo>
                  <a:cubicBezTo>
                    <a:pt x="81" y="422"/>
                    <a:pt x="85" y="424"/>
                    <a:pt x="90" y="425"/>
                  </a:cubicBezTo>
                  <a:lnTo>
                    <a:pt x="90" y="55"/>
                  </a:lnTo>
                  <a:close/>
                  <a:moveTo>
                    <a:pt x="28" y="1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72"/>
                    <a:pt x="0" y="1072"/>
                    <a:pt x="0" y="1072"/>
                  </a:cubicBezTo>
                  <a:cubicBezTo>
                    <a:pt x="28" y="1072"/>
                    <a:pt x="28" y="1072"/>
                    <a:pt x="28" y="1072"/>
                  </a:cubicBezTo>
                  <a:cubicBezTo>
                    <a:pt x="28" y="1001"/>
                    <a:pt x="28" y="1001"/>
                    <a:pt x="28" y="1001"/>
                  </a:cubicBezTo>
                  <a:cubicBezTo>
                    <a:pt x="23" y="1001"/>
                    <a:pt x="19" y="1001"/>
                    <a:pt x="14" y="1001"/>
                  </a:cubicBezTo>
                  <a:cubicBezTo>
                    <a:pt x="14" y="886"/>
                    <a:pt x="14" y="886"/>
                    <a:pt x="14" y="886"/>
                  </a:cubicBezTo>
                  <a:cubicBezTo>
                    <a:pt x="19" y="887"/>
                    <a:pt x="23" y="887"/>
                    <a:pt x="28" y="888"/>
                  </a:cubicBezTo>
                  <a:cubicBezTo>
                    <a:pt x="28" y="352"/>
                    <a:pt x="28" y="352"/>
                    <a:pt x="28" y="352"/>
                  </a:cubicBezTo>
                  <a:cubicBezTo>
                    <a:pt x="23" y="350"/>
                    <a:pt x="19" y="348"/>
                    <a:pt x="14" y="346"/>
                  </a:cubicBezTo>
                  <a:cubicBezTo>
                    <a:pt x="14" y="232"/>
                    <a:pt x="14" y="232"/>
                    <a:pt x="14" y="232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14" y="182"/>
                    <a:pt x="14" y="182"/>
                    <a:pt x="14" y="182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9" y="71"/>
                    <a:pt x="23" y="74"/>
                    <a:pt x="28" y="76"/>
                  </a:cubicBezTo>
                  <a:lnTo>
                    <a:pt x="28" y="17"/>
                  </a:lnTo>
                  <a:close/>
                </a:path>
              </a:pathLst>
            </a:custGeom>
            <a:solidFill>
              <a:srgbClr val="AED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Freeform 19"/>
            <p:cNvSpPr>
              <a:spLocks/>
            </p:cNvSpPr>
            <p:nvPr/>
          </p:nvSpPr>
          <p:spPr bwMode="auto">
            <a:xfrm>
              <a:off x="3135312" y="1514475"/>
              <a:ext cx="827087" cy="476250"/>
            </a:xfrm>
            <a:custGeom>
              <a:avLst/>
              <a:gdLst>
                <a:gd name="T0" fmla="*/ 2147483647 w 521"/>
                <a:gd name="T1" fmla="*/ 2147483647 h 300"/>
                <a:gd name="T2" fmla="*/ 2147483647 w 521"/>
                <a:gd name="T3" fmla="*/ 2147483647 h 300"/>
                <a:gd name="T4" fmla="*/ 0 w 521"/>
                <a:gd name="T5" fmla="*/ 2147483647 h 300"/>
                <a:gd name="T6" fmla="*/ 2147483647 w 521"/>
                <a:gd name="T7" fmla="*/ 0 h 300"/>
                <a:gd name="T8" fmla="*/ 2147483647 w 521"/>
                <a:gd name="T9" fmla="*/ 2147483647 h 3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1" h="300">
                  <a:moveTo>
                    <a:pt x="521" y="32"/>
                  </a:moveTo>
                  <a:lnTo>
                    <a:pt x="56" y="300"/>
                  </a:lnTo>
                  <a:lnTo>
                    <a:pt x="0" y="300"/>
                  </a:lnTo>
                  <a:lnTo>
                    <a:pt x="521" y="0"/>
                  </a:lnTo>
                  <a:lnTo>
                    <a:pt x="521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Freeform 20"/>
            <p:cNvSpPr>
              <a:spLocks/>
            </p:cNvSpPr>
            <p:nvPr/>
          </p:nvSpPr>
          <p:spPr bwMode="auto">
            <a:xfrm>
              <a:off x="2878137" y="1322387"/>
              <a:ext cx="1084262" cy="668338"/>
            </a:xfrm>
            <a:custGeom>
              <a:avLst/>
              <a:gdLst>
                <a:gd name="T0" fmla="*/ 2147483647 w 683"/>
                <a:gd name="T1" fmla="*/ 2147483647 h 421"/>
                <a:gd name="T2" fmla="*/ 2147483647 w 683"/>
                <a:gd name="T3" fmla="*/ 2147483647 h 421"/>
                <a:gd name="T4" fmla="*/ 0 w 683"/>
                <a:gd name="T5" fmla="*/ 2147483647 h 421"/>
                <a:gd name="T6" fmla="*/ 0 w 683"/>
                <a:gd name="T7" fmla="*/ 2147483647 h 421"/>
                <a:gd name="T8" fmla="*/ 2147483647 w 683"/>
                <a:gd name="T9" fmla="*/ 0 h 421"/>
                <a:gd name="T10" fmla="*/ 2147483647 w 683"/>
                <a:gd name="T11" fmla="*/ 2147483647 h 4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3" h="421">
                  <a:moveTo>
                    <a:pt x="683" y="71"/>
                  </a:moveTo>
                  <a:lnTo>
                    <a:pt x="77" y="421"/>
                  </a:lnTo>
                  <a:lnTo>
                    <a:pt x="0" y="421"/>
                  </a:lnTo>
                  <a:lnTo>
                    <a:pt x="0" y="394"/>
                  </a:lnTo>
                  <a:lnTo>
                    <a:pt x="683" y="0"/>
                  </a:lnTo>
                  <a:lnTo>
                    <a:pt x="683" y="71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Freeform 21"/>
            <p:cNvSpPr>
              <a:spLocks/>
            </p:cNvSpPr>
            <p:nvPr/>
          </p:nvSpPr>
          <p:spPr bwMode="auto">
            <a:xfrm>
              <a:off x="2878137" y="1147762"/>
              <a:ext cx="1084262" cy="677863"/>
            </a:xfrm>
            <a:custGeom>
              <a:avLst/>
              <a:gdLst>
                <a:gd name="T0" fmla="*/ 2147483647 w 683"/>
                <a:gd name="T1" fmla="*/ 2147483647 h 427"/>
                <a:gd name="T2" fmla="*/ 0 w 683"/>
                <a:gd name="T3" fmla="*/ 2147483647 h 427"/>
                <a:gd name="T4" fmla="*/ 0 w 683"/>
                <a:gd name="T5" fmla="*/ 2147483647 h 427"/>
                <a:gd name="T6" fmla="*/ 2147483647 w 683"/>
                <a:gd name="T7" fmla="*/ 0 h 427"/>
                <a:gd name="T8" fmla="*/ 2147483647 w 683"/>
                <a:gd name="T9" fmla="*/ 2147483647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7">
                  <a:moveTo>
                    <a:pt x="683" y="33"/>
                  </a:moveTo>
                  <a:lnTo>
                    <a:pt x="0" y="427"/>
                  </a:lnTo>
                  <a:lnTo>
                    <a:pt x="0" y="395"/>
                  </a:lnTo>
                  <a:lnTo>
                    <a:pt x="683" y="0"/>
                  </a:lnTo>
                  <a:lnTo>
                    <a:pt x="683" y="33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Freeform 22"/>
            <p:cNvSpPr>
              <a:spLocks/>
            </p:cNvSpPr>
            <p:nvPr/>
          </p:nvSpPr>
          <p:spPr bwMode="auto">
            <a:xfrm>
              <a:off x="2878137" y="730250"/>
              <a:ext cx="1084262" cy="676275"/>
            </a:xfrm>
            <a:custGeom>
              <a:avLst/>
              <a:gdLst>
                <a:gd name="T0" fmla="*/ 2147483647 w 683"/>
                <a:gd name="T1" fmla="*/ 2147483647 h 426"/>
                <a:gd name="T2" fmla="*/ 0 w 683"/>
                <a:gd name="T3" fmla="*/ 2147483647 h 426"/>
                <a:gd name="T4" fmla="*/ 0 w 683"/>
                <a:gd name="T5" fmla="*/ 2147483647 h 426"/>
                <a:gd name="T6" fmla="*/ 2147483647 w 683"/>
                <a:gd name="T7" fmla="*/ 0 h 426"/>
                <a:gd name="T8" fmla="*/ 2147483647 w 683"/>
                <a:gd name="T9" fmla="*/ 2147483647 h 4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6">
                  <a:moveTo>
                    <a:pt x="683" y="32"/>
                  </a:moveTo>
                  <a:lnTo>
                    <a:pt x="0" y="426"/>
                  </a:lnTo>
                  <a:lnTo>
                    <a:pt x="0" y="394"/>
                  </a:lnTo>
                  <a:lnTo>
                    <a:pt x="683" y="0"/>
                  </a:lnTo>
                  <a:lnTo>
                    <a:pt x="683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Freeform 23"/>
            <p:cNvSpPr>
              <a:spLocks/>
            </p:cNvSpPr>
            <p:nvPr/>
          </p:nvSpPr>
          <p:spPr bwMode="auto">
            <a:xfrm>
              <a:off x="2878137" y="600075"/>
              <a:ext cx="1084262" cy="677863"/>
            </a:xfrm>
            <a:custGeom>
              <a:avLst/>
              <a:gdLst>
                <a:gd name="T0" fmla="*/ 2147483647 w 683"/>
                <a:gd name="T1" fmla="*/ 2147483647 h 427"/>
                <a:gd name="T2" fmla="*/ 0 w 683"/>
                <a:gd name="T3" fmla="*/ 2147483647 h 427"/>
                <a:gd name="T4" fmla="*/ 0 w 683"/>
                <a:gd name="T5" fmla="*/ 2147483647 h 427"/>
                <a:gd name="T6" fmla="*/ 2147483647 w 683"/>
                <a:gd name="T7" fmla="*/ 0 h 427"/>
                <a:gd name="T8" fmla="*/ 2147483647 w 683"/>
                <a:gd name="T9" fmla="*/ 2147483647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427">
                  <a:moveTo>
                    <a:pt x="683" y="32"/>
                  </a:moveTo>
                  <a:lnTo>
                    <a:pt x="0" y="427"/>
                  </a:lnTo>
                  <a:lnTo>
                    <a:pt x="0" y="395"/>
                  </a:lnTo>
                  <a:lnTo>
                    <a:pt x="683" y="0"/>
                  </a:lnTo>
                  <a:lnTo>
                    <a:pt x="683" y="32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Freeform 24"/>
            <p:cNvSpPr>
              <a:spLocks/>
            </p:cNvSpPr>
            <p:nvPr/>
          </p:nvSpPr>
          <p:spPr bwMode="auto">
            <a:xfrm>
              <a:off x="2878137" y="0"/>
              <a:ext cx="835025" cy="482600"/>
            </a:xfrm>
            <a:custGeom>
              <a:avLst/>
              <a:gdLst>
                <a:gd name="T0" fmla="*/ 2147483647 w 526"/>
                <a:gd name="T1" fmla="*/ 0 h 304"/>
                <a:gd name="T2" fmla="*/ 0 w 526"/>
                <a:gd name="T3" fmla="*/ 2147483647 h 304"/>
                <a:gd name="T4" fmla="*/ 0 w 526"/>
                <a:gd name="T5" fmla="*/ 2147483647 h 304"/>
                <a:gd name="T6" fmla="*/ 2147483647 w 526"/>
                <a:gd name="T7" fmla="*/ 0 h 304"/>
                <a:gd name="T8" fmla="*/ 2147483647 w 526"/>
                <a:gd name="T9" fmla="*/ 0 h 3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6" h="304">
                  <a:moveTo>
                    <a:pt x="526" y="0"/>
                  </a:moveTo>
                  <a:lnTo>
                    <a:pt x="0" y="304"/>
                  </a:lnTo>
                  <a:lnTo>
                    <a:pt x="0" y="273"/>
                  </a:lnTo>
                  <a:lnTo>
                    <a:pt x="470" y="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Freeform 25"/>
            <p:cNvSpPr>
              <a:spLocks/>
            </p:cNvSpPr>
            <p:nvPr/>
          </p:nvSpPr>
          <p:spPr bwMode="auto">
            <a:xfrm>
              <a:off x="2878137" y="0"/>
              <a:ext cx="1084262" cy="706438"/>
            </a:xfrm>
            <a:custGeom>
              <a:avLst/>
              <a:gdLst>
                <a:gd name="T0" fmla="*/ 2147483647 w 683"/>
                <a:gd name="T1" fmla="*/ 2147483647 h 445"/>
                <a:gd name="T2" fmla="*/ 0 w 683"/>
                <a:gd name="T3" fmla="*/ 2147483647 h 445"/>
                <a:gd name="T4" fmla="*/ 0 w 683"/>
                <a:gd name="T5" fmla="*/ 2147483647 h 445"/>
                <a:gd name="T6" fmla="*/ 2147483647 w 683"/>
                <a:gd name="T7" fmla="*/ 0 h 445"/>
                <a:gd name="T8" fmla="*/ 2147483647 w 683"/>
                <a:gd name="T9" fmla="*/ 0 h 445"/>
                <a:gd name="T10" fmla="*/ 2147483647 w 683"/>
                <a:gd name="T11" fmla="*/ 2147483647 h 4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3" h="445">
                  <a:moveTo>
                    <a:pt x="683" y="50"/>
                  </a:moveTo>
                  <a:lnTo>
                    <a:pt x="0" y="445"/>
                  </a:lnTo>
                  <a:lnTo>
                    <a:pt x="0" y="374"/>
                  </a:lnTo>
                  <a:lnTo>
                    <a:pt x="646" y="0"/>
                  </a:lnTo>
                  <a:lnTo>
                    <a:pt x="683" y="0"/>
                  </a:lnTo>
                  <a:lnTo>
                    <a:pt x="683" y="50"/>
                  </a:lnTo>
                  <a:close/>
                </a:path>
              </a:pathLst>
            </a:custGeom>
            <a:solidFill>
              <a:srgbClr val="DE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Freeform 26"/>
            <p:cNvSpPr>
              <a:spLocks noEditPoints="1"/>
            </p:cNvSpPr>
            <p:nvPr/>
          </p:nvSpPr>
          <p:spPr bwMode="auto">
            <a:xfrm>
              <a:off x="3238500" y="1531937"/>
              <a:ext cx="690562" cy="398463"/>
            </a:xfrm>
            <a:custGeom>
              <a:avLst/>
              <a:gdLst>
                <a:gd name="T0" fmla="*/ 2147483647 w 558"/>
                <a:gd name="T1" fmla="*/ 2147483647 h 322"/>
                <a:gd name="T2" fmla="*/ 2147483647 w 558"/>
                <a:gd name="T3" fmla="*/ 2147483647 h 322"/>
                <a:gd name="T4" fmla="*/ 2147483647 w 558"/>
                <a:gd name="T5" fmla="*/ 2147483647 h 322"/>
                <a:gd name="T6" fmla="*/ 2147483647 w 558"/>
                <a:gd name="T7" fmla="*/ 0 h 322"/>
                <a:gd name="T8" fmla="*/ 2147483647 w 558"/>
                <a:gd name="T9" fmla="*/ 2147483647 h 322"/>
                <a:gd name="T10" fmla="*/ 2147483647 w 558"/>
                <a:gd name="T11" fmla="*/ 2147483647 h 322"/>
                <a:gd name="T12" fmla="*/ 2147483647 w 558"/>
                <a:gd name="T13" fmla="*/ 2147483647 h 322"/>
                <a:gd name="T14" fmla="*/ 2147483647 w 558"/>
                <a:gd name="T15" fmla="*/ 2147483647 h 322"/>
                <a:gd name="T16" fmla="*/ 2147483647 w 558"/>
                <a:gd name="T17" fmla="*/ 2147483647 h 322"/>
                <a:gd name="T18" fmla="*/ 2147483647 w 558"/>
                <a:gd name="T19" fmla="*/ 2147483647 h 322"/>
                <a:gd name="T20" fmla="*/ 2147483647 w 558"/>
                <a:gd name="T21" fmla="*/ 2147483647 h 322"/>
                <a:gd name="T22" fmla="*/ 2147483647 w 558"/>
                <a:gd name="T23" fmla="*/ 2147483647 h 322"/>
                <a:gd name="T24" fmla="*/ 2147483647 w 558"/>
                <a:gd name="T25" fmla="*/ 2147483647 h 322"/>
                <a:gd name="T26" fmla="*/ 2147483647 w 558"/>
                <a:gd name="T27" fmla="*/ 2147483647 h 322"/>
                <a:gd name="T28" fmla="*/ 2147483647 w 558"/>
                <a:gd name="T29" fmla="*/ 2147483647 h 322"/>
                <a:gd name="T30" fmla="*/ 2147483647 w 558"/>
                <a:gd name="T31" fmla="*/ 2147483647 h 322"/>
                <a:gd name="T32" fmla="*/ 0 w 558"/>
                <a:gd name="T33" fmla="*/ 2147483647 h 322"/>
                <a:gd name="T34" fmla="*/ 2147483647 w 558"/>
                <a:gd name="T35" fmla="*/ 2147483647 h 322"/>
                <a:gd name="T36" fmla="*/ 2147483647 w 558"/>
                <a:gd name="T37" fmla="*/ 2147483647 h 322"/>
                <a:gd name="T38" fmla="*/ 2147483647 w 558"/>
                <a:gd name="T39" fmla="*/ 2147483647 h 322"/>
                <a:gd name="T40" fmla="*/ 2147483647 w 558"/>
                <a:gd name="T41" fmla="*/ 2147483647 h 322"/>
                <a:gd name="T42" fmla="*/ 2147483647 w 558"/>
                <a:gd name="T43" fmla="*/ 2147483647 h 322"/>
                <a:gd name="T44" fmla="*/ 2147483647 w 558"/>
                <a:gd name="T45" fmla="*/ 2147483647 h 3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58" h="322">
                  <a:moveTo>
                    <a:pt x="558" y="42"/>
                  </a:moveTo>
                  <a:cubicBezTo>
                    <a:pt x="383" y="142"/>
                    <a:pt x="383" y="142"/>
                    <a:pt x="383" y="142"/>
                  </a:cubicBezTo>
                  <a:cubicBezTo>
                    <a:pt x="383" y="101"/>
                    <a:pt x="383" y="101"/>
                    <a:pt x="383" y="101"/>
                  </a:cubicBezTo>
                  <a:cubicBezTo>
                    <a:pt x="558" y="0"/>
                    <a:pt x="558" y="0"/>
                    <a:pt x="558" y="0"/>
                  </a:cubicBezTo>
                  <a:lnTo>
                    <a:pt x="558" y="42"/>
                  </a:lnTo>
                  <a:close/>
                  <a:moveTo>
                    <a:pt x="352" y="160"/>
                  </a:moveTo>
                  <a:cubicBezTo>
                    <a:pt x="235" y="228"/>
                    <a:pt x="235" y="228"/>
                    <a:pt x="235" y="228"/>
                  </a:cubicBezTo>
                  <a:cubicBezTo>
                    <a:pt x="235" y="191"/>
                    <a:pt x="235" y="191"/>
                    <a:pt x="235" y="191"/>
                  </a:cubicBezTo>
                  <a:cubicBezTo>
                    <a:pt x="232" y="191"/>
                    <a:pt x="230" y="191"/>
                    <a:pt x="228" y="191"/>
                  </a:cubicBezTo>
                  <a:cubicBezTo>
                    <a:pt x="277" y="162"/>
                    <a:pt x="277" y="162"/>
                    <a:pt x="277" y="162"/>
                  </a:cubicBezTo>
                  <a:cubicBezTo>
                    <a:pt x="281" y="163"/>
                    <a:pt x="281" y="163"/>
                    <a:pt x="281" y="163"/>
                  </a:cubicBezTo>
                  <a:cubicBezTo>
                    <a:pt x="281" y="160"/>
                    <a:pt x="281" y="160"/>
                    <a:pt x="281" y="160"/>
                  </a:cubicBezTo>
                  <a:cubicBezTo>
                    <a:pt x="352" y="119"/>
                    <a:pt x="352" y="119"/>
                    <a:pt x="352" y="119"/>
                  </a:cubicBezTo>
                  <a:lnTo>
                    <a:pt x="352" y="160"/>
                  </a:lnTo>
                  <a:close/>
                  <a:moveTo>
                    <a:pt x="214" y="240"/>
                  </a:moveTo>
                  <a:cubicBezTo>
                    <a:pt x="72" y="322"/>
                    <a:pt x="72" y="322"/>
                    <a:pt x="72" y="322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121" y="252"/>
                    <a:pt x="121" y="252"/>
                    <a:pt x="121" y="252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28" y="267"/>
                    <a:pt x="135" y="268"/>
                    <a:pt x="142" y="268"/>
                  </a:cubicBezTo>
                  <a:cubicBezTo>
                    <a:pt x="142" y="240"/>
                    <a:pt x="142" y="240"/>
                    <a:pt x="142" y="240"/>
                  </a:cubicBezTo>
                  <a:cubicBezTo>
                    <a:pt x="214" y="199"/>
                    <a:pt x="214" y="199"/>
                    <a:pt x="214" y="199"/>
                  </a:cubicBezTo>
                  <a:lnTo>
                    <a:pt x="214" y="240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Freeform 27"/>
            <p:cNvSpPr>
              <a:spLocks noEditPoints="1"/>
            </p:cNvSpPr>
            <p:nvPr/>
          </p:nvSpPr>
          <p:spPr bwMode="auto">
            <a:xfrm>
              <a:off x="2906712" y="1322387"/>
              <a:ext cx="1055687" cy="608013"/>
            </a:xfrm>
            <a:custGeom>
              <a:avLst/>
              <a:gdLst>
                <a:gd name="T0" fmla="*/ 2147483647 w 853"/>
                <a:gd name="T1" fmla="*/ 2147483647 h 492"/>
                <a:gd name="T2" fmla="*/ 2147483647 w 853"/>
                <a:gd name="T3" fmla="*/ 2147483647 h 492"/>
                <a:gd name="T4" fmla="*/ 2147483647 w 853"/>
                <a:gd name="T5" fmla="*/ 2147483647 h 492"/>
                <a:gd name="T6" fmla="*/ 2147483647 w 853"/>
                <a:gd name="T7" fmla="*/ 2147483647 h 492"/>
                <a:gd name="T8" fmla="*/ 2147483647 w 853"/>
                <a:gd name="T9" fmla="*/ 2147483647 h 492"/>
                <a:gd name="T10" fmla="*/ 2147483647 w 853"/>
                <a:gd name="T11" fmla="*/ 2147483647 h 492"/>
                <a:gd name="T12" fmla="*/ 2147483647 w 853"/>
                <a:gd name="T13" fmla="*/ 2147483647 h 492"/>
                <a:gd name="T14" fmla="*/ 2147483647 w 853"/>
                <a:gd name="T15" fmla="*/ 2147483647 h 492"/>
                <a:gd name="T16" fmla="*/ 2147483647 w 853"/>
                <a:gd name="T17" fmla="*/ 2147483647 h 492"/>
                <a:gd name="T18" fmla="*/ 2147483647 w 853"/>
                <a:gd name="T19" fmla="*/ 2147483647 h 492"/>
                <a:gd name="T20" fmla="*/ 2147483647 w 853"/>
                <a:gd name="T21" fmla="*/ 2147483647 h 492"/>
                <a:gd name="T22" fmla="*/ 2147483647 w 853"/>
                <a:gd name="T23" fmla="*/ 2147483647 h 492"/>
                <a:gd name="T24" fmla="*/ 2147483647 w 853"/>
                <a:gd name="T25" fmla="*/ 2147483647 h 492"/>
                <a:gd name="T26" fmla="*/ 2147483647 w 853"/>
                <a:gd name="T27" fmla="*/ 2147483647 h 492"/>
                <a:gd name="T28" fmla="*/ 2147483647 w 853"/>
                <a:gd name="T29" fmla="*/ 2147483647 h 492"/>
                <a:gd name="T30" fmla="*/ 2147483647 w 853"/>
                <a:gd name="T31" fmla="*/ 2147483647 h 492"/>
                <a:gd name="T32" fmla="*/ 2147483647 w 853"/>
                <a:gd name="T33" fmla="*/ 2147483647 h 492"/>
                <a:gd name="T34" fmla="*/ 2147483647 w 853"/>
                <a:gd name="T35" fmla="*/ 2147483647 h 492"/>
                <a:gd name="T36" fmla="*/ 2147483647 w 853"/>
                <a:gd name="T37" fmla="*/ 2147483647 h 492"/>
                <a:gd name="T38" fmla="*/ 2147483647 w 853"/>
                <a:gd name="T39" fmla="*/ 2147483647 h 492"/>
                <a:gd name="T40" fmla="*/ 2147483647 w 853"/>
                <a:gd name="T41" fmla="*/ 2147483647 h 492"/>
                <a:gd name="T42" fmla="*/ 0 w 853"/>
                <a:gd name="T43" fmla="*/ 2147483647 h 492"/>
                <a:gd name="T44" fmla="*/ 2147483647 w 853"/>
                <a:gd name="T45" fmla="*/ 2147483647 h 492"/>
                <a:gd name="T46" fmla="*/ 2147483647 w 853"/>
                <a:gd name="T47" fmla="*/ 2147483647 h 492"/>
                <a:gd name="T48" fmla="*/ 2147483647 w 853"/>
                <a:gd name="T49" fmla="*/ 2147483647 h 492"/>
                <a:gd name="T50" fmla="*/ 2147483647 w 853"/>
                <a:gd name="T51" fmla="*/ 2147483647 h 492"/>
                <a:gd name="T52" fmla="*/ 2147483647 w 853"/>
                <a:gd name="T53" fmla="*/ 2147483647 h 492"/>
                <a:gd name="T54" fmla="*/ 2147483647 w 853"/>
                <a:gd name="T55" fmla="*/ 2147483647 h 492"/>
                <a:gd name="T56" fmla="*/ 2147483647 w 853"/>
                <a:gd name="T57" fmla="*/ 2147483647 h 492"/>
                <a:gd name="T58" fmla="*/ 2147483647 w 853"/>
                <a:gd name="T59" fmla="*/ 2147483647 h 492"/>
                <a:gd name="T60" fmla="*/ 2147483647 w 853"/>
                <a:gd name="T61" fmla="*/ 2147483647 h 492"/>
                <a:gd name="T62" fmla="*/ 2147483647 w 853"/>
                <a:gd name="T63" fmla="*/ 2147483647 h 492"/>
                <a:gd name="T64" fmla="*/ 2147483647 w 853"/>
                <a:gd name="T65" fmla="*/ 2147483647 h 492"/>
                <a:gd name="T66" fmla="*/ 2147483647 w 853"/>
                <a:gd name="T67" fmla="*/ 2147483647 h 492"/>
                <a:gd name="T68" fmla="*/ 2147483647 w 853"/>
                <a:gd name="T69" fmla="*/ 2147483647 h 492"/>
                <a:gd name="T70" fmla="*/ 2147483647 w 853"/>
                <a:gd name="T71" fmla="*/ 2147483647 h 492"/>
                <a:gd name="T72" fmla="*/ 2147483647 w 853"/>
                <a:gd name="T73" fmla="*/ 2147483647 h 492"/>
                <a:gd name="T74" fmla="*/ 2147483647 w 853"/>
                <a:gd name="T75" fmla="*/ 2147483647 h 492"/>
                <a:gd name="T76" fmla="*/ 2147483647 w 853"/>
                <a:gd name="T77" fmla="*/ 2147483647 h 492"/>
                <a:gd name="T78" fmla="*/ 2147483647 w 853"/>
                <a:gd name="T79" fmla="*/ 2147483647 h 492"/>
                <a:gd name="T80" fmla="*/ 2147483647 w 853"/>
                <a:gd name="T81" fmla="*/ 0 h 492"/>
                <a:gd name="T82" fmla="*/ 2147483647 w 853"/>
                <a:gd name="T83" fmla="*/ 2147483647 h 492"/>
                <a:gd name="T84" fmla="*/ 2147483647 w 853"/>
                <a:gd name="T85" fmla="*/ 2147483647 h 4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53" h="492">
                  <a:moveTo>
                    <a:pt x="803" y="120"/>
                  </a:moveTo>
                  <a:cubicBezTo>
                    <a:pt x="720" y="168"/>
                    <a:pt x="720" y="168"/>
                    <a:pt x="720" y="168"/>
                  </a:cubicBezTo>
                  <a:cubicBezTo>
                    <a:pt x="720" y="153"/>
                    <a:pt x="720" y="153"/>
                    <a:pt x="720" y="153"/>
                  </a:cubicBezTo>
                  <a:cubicBezTo>
                    <a:pt x="620" y="153"/>
                    <a:pt x="620" y="153"/>
                    <a:pt x="620" y="153"/>
                  </a:cubicBezTo>
                  <a:cubicBezTo>
                    <a:pt x="620" y="226"/>
                    <a:pt x="620" y="226"/>
                    <a:pt x="620" y="226"/>
                  </a:cubicBezTo>
                  <a:cubicBezTo>
                    <a:pt x="549" y="267"/>
                    <a:pt x="549" y="267"/>
                    <a:pt x="549" y="267"/>
                  </a:cubicBezTo>
                  <a:cubicBezTo>
                    <a:pt x="549" y="255"/>
                    <a:pt x="549" y="255"/>
                    <a:pt x="549" y="255"/>
                  </a:cubicBezTo>
                  <a:cubicBezTo>
                    <a:pt x="542" y="254"/>
                    <a:pt x="535" y="253"/>
                    <a:pt x="528" y="251"/>
                  </a:cubicBezTo>
                  <a:cubicBezTo>
                    <a:pt x="528" y="279"/>
                    <a:pt x="528" y="279"/>
                    <a:pt x="528" y="279"/>
                  </a:cubicBezTo>
                  <a:cubicBezTo>
                    <a:pt x="503" y="294"/>
                    <a:pt x="503" y="294"/>
                    <a:pt x="503" y="294"/>
                  </a:cubicBezTo>
                  <a:cubicBezTo>
                    <a:pt x="503" y="246"/>
                    <a:pt x="503" y="246"/>
                    <a:pt x="503" y="246"/>
                  </a:cubicBezTo>
                  <a:cubicBezTo>
                    <a:pt x="496" y="245"/>
                    <a:pt x="489" y="243"/>
                    <a:pt x="482" y="242"/>
                  </a:cubicBezTo>
                  <a:cubicBezTo>
                    <a:pt x="482" y="306"/>
                    <a:pt x="482" y="306"/>
                    <a:pt x="482" y="306"/>
                  </a:cubicBezTo>
                  <a:cubicBezTo>
                    <a:pt x="404" y="351"/>
                    <a:pt x="404" y="351"/>
                    <a:pt x="404" y="351"/>
                  </a:cubicBezTo>
                  <a:cubicBezTo>
                    <a:pt x="399" y="350"/>
                    <a:pt x="394" y="350"/>
                    <a:pt x="389" y="349"/>
                  </a:cubicBezTo>
                  <a:cubicBezTo>
                    <a:pt x="389" y="359"/>
                    <a:pt x="389" y="359"/>
                    <a:pt x="389" y="359"/>
                  </a:cubicBezTo>
                  <a:cubicBezTo>
                    <a:pt x="364" y="374"/>
                    <a:pt x="364" y="374"/>
                    <a:pt x="364" y="374"/>
                  </a:cubicBezTo>
                  <a:cubicBezTo>
                    <a:pt x="364" y="346"/>
                    <a:pt x="364" y="346"/>
                    <a:pt x="364" y="346"/>
                  </a:cubicBezTo>
                  <a:cubicBezTo>
                    <a:pt x="357" y="346"/>
                    <a:pt x="350" y="345"/>
                    <a:pt x="343" y="344"/>
                  </a:cubicBezTo>
                  <a:cubicBezTo>
                    <a:pt x="343" y="386"/>
                    <a:pt x="343" y="386"/>
                    <a:pt x="343" y="386"/>
                  </a:cubicBezTo>
                  <a:cubicBezTo>
                    <a:pt x="159" y="492"/>
                    <a:pt x="159" y="492"/>
                    <a:pt x="159" y="492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116" y="426"/>
                    <a:pt x="116" y="426"/>
                    <a:pt x="116" y="426"/>
                  </a:cubicBezTo>
                  <a:cubicBezTo>
                    <a:pt x="125" y="426"/>
                    <a:pt x="134" y="426"/>
                    <a:pt x="143" y="427"/>
                  </a:cubicBezTo>
                  <a:cubicBezTo>
                    <a:pt x="143" y="410"/>
                    <a:pt x="143" y="410"/>
                    <a:pt x="143" y="410"/>
                  </a:cubicBezTo>
                  <a:cubicBezTo>
                    <a:pt x="343" y="295"/>
                    <a:pt x="343" y="295"/>
                    <a:pt x="343" y="295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50" y="306"/>
                    <a:pt x="357" y="307"/>
                    <a:pt x="364" y="308"/>
                  </a:cubicBezTo>
                  <a:cubicBezTo>
                    <a:pt x="364" y="282"/>
                    <a:pt x="364" y="282"/>
                    <a:pt x="364" y="282"/>
                  </a:cubicBezTo>
                  <a:cubicBezTo>
                    <a:pt x="389" y="268"/>
                    <a:pt x="389" y="268"/>
                    <a:pt x="389" y="268"/>
                  </a:cubicBezTo>
                  <a:cubicBezTo>
                    <a:pt x="389" y="311"/>
                    <a:pt x="389" y="311"/>
                    <a:pt x="389" y="311"/>
                  </a:cubicBezTo>
                  <a:cubicBezTo>
                    <a:pt x="396" y="312"/>
                    <a:pt x="403" y="313"/>
                    <a:pt x="410" y="314"/>
                  </a:cubicBezTo>
                  <a:cubicBezTo>
                    <a:pt x="410" y="256"/>
                    <a:pt x="410" y="256"/>
                    <a:pt x="410" y="256"/>
                  </a:cubicBezTo>
                  <a:cubicBezTo>
                    <a:pt x="492" y="209"/>
                    <a:pt x="492" y="209"/>
                    <a:pt x="492" y="209"/>
                  </a:cubicBezTo>
                  <a:cubicBezTo>
                    <a:pt x="495" y="209"/>
                    <a:pt x="499" y="210"/>
                    <a:pt x="503" y="211"/>
                  </a:cubicBezTo>
                  <a:cubicBezTo>
                    <a:pt x="503" y="202"/>
                    <a:pt x="503" y="202"/>
                    <a:pt x="503" y="202"/>
                  </a:cubicBezTo>
                  <a:cubicBezTo>
                    <a:pt x="689" y="95"/>
                    <a:pt x="689" y="95"/>
                    <a:pt x="689" y="95"/>
                  </a:cubicBezTo>
                  <a:cubicBezTo>
                    <a:pt x="689" y="120"/>
                    <a:pt x="689" y="120"/>
                    <a:pt x="689" y="120"/>
                  </a:cubicBezTo>
                  <a:lnTo>
                    <a:pt x="803" y="120"/>
                  </a:lnTo>
                  <a:close/>
                  <a:moveTo>
                    <a:pt x="776" y="45"/>
                  </a:moveTo>
                  <a:cubicBezTo>
                    <a:pt x="853" y="0"/>
                    <a:pt x="853" y="0"/>
                    <a:pt x="853" y="0"/>
                  </a:cubicBezTo>
                  <a:cubicBezTo>
                    <a:pt x="853" y="45"/>
                    <a:pt x="853" y="45"/>
                    <a:pt x="853" y="45"/>
                  </a:cubicBezTo>
                  <a:lnTo>
                    <a:pt x="776" y="4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Freeform 28"/>
            <p:cNvSpPr>
              <a:spLocks noEditPoints="1"/>
            </p:cNvSpPr>
            <p:nvPr/>
          </p:nvSpPr>
          <p:spPr bwMode="auto">
            <a:xfrm>
              <a:off x="2878137" y="1203325"/>
              <a:ext cx="1079500" cy="622300"/>
            </a:xfrm>
            <a:custGeom>
              <a:avLst/>
              <a:gdLst>
                <a:gd name="T0" fmla="*/ 2147483647 w 872"/>
                <a:gd name="T1" fmla="*/ 0 h 503"/>
                <a:gd name="T2" fmla="*/ 2147483647 w 872"/>
                <a:gd name="T3" fmla="*/ 2147483647 h 503"/>
                <a:gd name="T4" fmla="*/ 2147483647 w 872"/>
                <a:gd name="T5" fmla="*/ 2147483647 h 503"/>
                <a:gd name="T6" fmla="*/ 2147483647 w 872"/>
                <a:gd name="T7" fmla="*/ 2147483647 h 503"/>
                <a:gd name="T8" fmla="*/ 2147483647 w 872"/>
                <a:gd name="T9" fmla="*/ 0 h 503"/>
                <a:gd name="T10" fmla="*/ 2147483647 w 872"/>
                <a:gd name="T11" fmla="*/ 0 h 503"/>
                <a:gd name="T12" fmla="*/ 2147483647 w 872"/>
                <a:gd name="T13" fmla="*/ 2147483647 h 503"/>
                <a:gd name="T14" fmla="*/ 2147483647 w 872"/>
                <a:gd name="T15" fmla="*/ 2147483647 h 503"/>
                <a:gd name="T16" fmla="*/ 2147483647 w 872"/>
                <a:gd name="T17" fmla="*/ 2147483647 h 503"/>
                <a:gd name="T18" fmla="*/ 2147483647 w 872"/>
                <a:gd name="T19" fmla="*/ 2147483647 h 503"/>
                <a:gd name="T20" fmla="*/ 2147483647 w 872"/>
                <a:gd name="T21" fmla="*/ 2147483647 h 503"/>
                <a:gd name="T22" fmla="*/ 2147483647 w 872"/>
                <a:gd name="T23" fmla="*/ 2147483647 h 503"/>
                <a:gd name="T24" fmla="*/ 2147483647 w 872"/>
                <a:gd name="T25" fmla="*/ 2147483647 h 503"/>
                <a:gd name="T26" fmla="*/ 2147483647 w 872"/>
                <a:gd name="T27" fmla="*/ 2147483647 h 503"/>
                <a:gd name="T28" fmla="*/ 2147483647 w 872"/>
                <a:gd name="T29" fmla="*/ 2147483647 h 503"/>
                <a:gd name="T30" fmla="*/ 2147483647 w 872"/>
                <a:gd name="T31" fmla="*/ 2147483647 h 503"/>
                <a:gd name="T32" fmla="*/ 2147483647 w 872"/>
                <a:gd name="T33" fmla="*/ 2147483647 h 503"/>
                <a:gd name="T34" fmla="*/ 2147483647 w 872"/>
                <a:gd name="T35" fmla="*/ 2147483647 h 503"/>
                <a:gd name="T36" fmla="*/ 2147483647 w 872"/>
                <a:gd name="T37" fmla="*/ 2147483647 h 503"/>
                <a:gd name="T38" fmla="*/ 2147483647 w 872"/>
                <a:gd name="T39" fmla="*/ 2147483647 h 503"/>
                <a:gd name="T40" fmla="*/ 2147483647 w 872"/>
                <a:gd name="T41" fmla="*/ 2147483647 h 503"/>
                <a:gd name="T42" fmla="*/ 2147483647 w 872"/>
                <a:gd name="T43" fmla="*/ 2147483647 h 503"/>
                <a:gd name="T44" fmla="*/ 2147483647 w 872"/>
                <a:gd name="T45" fmla="*/ 2147483647 h 503"/>
                <a:gd name="T46" fmla="*/ 2147483647 w 872"/>
                <a:gd name="T47" fmla="*/ 2147483647 h 503"/>
                <a:gd name="T48" fmla="*/ 2147483647 w 872"/>
                <a:gd name="T49" fmla="*/ 2147483647 h 503"/>
                <a:gd name="T50" fmla="*/ 2147483647 w 872"/>
                <a:gd name="T51" fmla="*/ 2147483647 h 503"/>
                <a:gd name="T52" fmla="*/ 2147483647 w 872"/>
                <a:gd name="T53" fmla="*/ 2147483647 h 503"/>
                <a:gd name="T54" fmla="*/ 2147483647 w 872"/>
                <a:gd name="T55" fmla="*/ 2147483647 h 503"/>
                <a:gd name="T56" fmla="*/ 2147483647 w 872"/>
                <a:gd name="T57" fmla="*/ 2147483647 h 503"/>
                <a:gd name="T58" fmla="*/ 2147483647 w 872"/>
                <a:gd name="T59" fmla="*/ 2147483647 h 503"/>
                <a:gd name="T60" fmla="*/ 2147483647 w 872"/>
                <a:gd name="T61" fmla="*/ 2147483647 h 503"/>
                <a:gd name="T62" fmla="*/ 2147483647 w 872"/>
                <a:gd name="T63" fmla="*/ 2147483647 h 503"/>
                <a:gd name="T64" fmla="*/ 2147483647 w 872"/>
                <a:gd name="T65" fmla="*/ 2147483647 h 503"/>
                <a:gd name="T66" fmla="*/ 2147483647 w 872"/>
                <a:gd name="T67" fmla="*/ 2147483647 h 503"/>
                <a:gd name="T68" fmla="*/ 2147483647 w 872"/>
                <a:gd name="T69" fmla="*/ 2147483647 h 503"/>
                <a:gd name="T70" fmla="*/ 2147483647 w 872"/>
                <a:gd name="T71" fmla="*/ 2147483647 h 503"/>
                <a:gd name="T72" fmla="*/ 2147483647 w 872"/>
                <a:gd name="T73" fmla="*/ 2147483647 h 503"/>
                <a:gd name="T74" fmla="*/ 0 w 872"/>
                <a:gd name="T75" fmla="*/ 2147483647 h 503"/>
                <a:gd name="T76" fmla="*/ 0 w 872"/>
                <a:gd name="T77" fmla="*/ 2147483647 h 503"/>
                <a:gd name="T78" fmla="*/ 2147483647 w 872"/>
                <a:gd name="T79" fmla="*/ 2147483647 h 503"/>
                <a:gd name="T80" fmla="*/ 2147483647 w 872"/>
                <a:gd name="T81" fmla="*/ 2147483647 h 50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872" h="503">
                  <a:moveTo>
                    <a:pt x="872" y="0"/>
                  </a:moveTo>
                  <a:cubicBezTo>
                    <a:pt x="811" y="35"/>
                    <a:pt x="811" y="35"/>
                    <a:pt x="811" y="35"/>
                  </a:cubicBezTo>
                  <a:cubicBezTo>
                    <a:pt x="811" y="32"/>
                    <a:pt x="811" y="32"/>
                    <a:pt x="811" y="32"/>
                  </a:cubicBezTo>
                  <a:cubicBezTo>
                    <a:pt x="744" y="32"/>
                    <a:pt x="744" y="32"/>
                    <a:pt x="744" y="32"/>
                  </a:cubicBezTo>
                  <a:cubicBezTo>
                    <a:pt x="800" y="0"/>
                    <a:pt x="800" y="0"/>
                    <a:pt x="800" y="0"/>
                  </a:cubicBezTo>
                  <a:lnTo>
                    <a:pt x="872" y="0"/>
                  </a:lnTo>
                  <a:close/>
                  <a:moveTo>
                    <a:pt x="685" y="108"/>
                  </a:moveTo>
                  <a:cubicBezTo>
                    <a:pt x="572" y="173"/>
                    <a:pt x="572" y="173"/>
                    <a:pt x="572" y="173"/>
                  </a:cubicBezTo>
                  <a:cubicBezTo>
                    <a:pt x="572" y="132"/>
                    <a:pt x="572" y="132"/>
                    <a:pt x="572" y="132"/>
                  </a:cubicBezTo>
                  <a:cubicBezTo>
                    <a:pt x="643" y="90"/>
                    <a:pt x="643" y="90"/>
                    <a:pt x="643" y="90"/>
                  </a:cubicBezTo>
                  <a:cubicBezTo>
                    <a:pt x="643" y="108"/>
                    <a:pt x="643" y="108"/>
                    <a:pt x="643" y="108"/>
                  </a:cubicBezTo>
                  <a:lnTo>
                    <a:pt x="685" y="108"/>
                  </a:lnTo>
                  <a:close/>
                  <a:moveTo>
                    <a:pt x="551" y="185"/>
                  </a:moveTo>
                  <a:cubicBezTo>
                    <a:pt x="479" y="227"/>
                    <a:pt x="479" y="227"/>
                    <a:pt x="479" y="227"/>
                  </a:cubicBezTo>
                  <a:cubicBezTo>
                    <a:pt x="479" y="213"/>
                    <a:pt x="479" y="213"/>
                    <a:pt x="479" y="213"/>
                  </a:cubicBezTo>
                  <a:cubicBezTo>
                    <a:pt x="472" y="211"/>
                    <a:pt x="465" y="209"/>
                    <a:pt x="458" y="207"/>
                  </a:cubicBezTo>
                  <a:cubicBezTo>
                    <a:pt x="458" y="239"/>
                    <a:pt x="458" y="239"/>
                    <a:pt x="458" y="239"/>
                  </a:cubicBezTo>
                  <a:cubicBezTo>
                    <a:pt x="433" y="253"/>
                    <a:pt x="433" y="253"/>
                    <a:pt x="433" y="253"/>
                  </a:cubicBezTo>
                  <a:cubicBezTo>
                    <a:pt x="433" y="212"/>
                    <a:pt x="433" y="212"/>
                    <a:pt x="433" y="212"/>
                  </a:cubicBezTo>
                  <a:cubicBezTo>
                    <a:pt x="551" y="144"/>
                    <a:pt x="551" y="144"/>
                    <a:pt x="551" y="144"/>
                  </a:cubicBezTo>
                  <a:lnTo>
                    <a:pt x="551" y="185"/>
                  </a:lnTo>
                  <a:close/>
                  <a:moveTo>
                    <a:pt x="412" y="265"/>
                  </a:moveTo>
                  <a:cubicBezTo>
                    <a:pt x="150" y="417"/>
                    <a:pt x="150" y="417"/>
                    <a:pt x="150" y="417"/>
                  </a:cubicBezTo>
                  <a:cubicBezTo>
                    <a:pt x="146" y="417"/>
                    <a:pt x="142" y="416"/>
                    <a:pt x="138" y="416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42" y="479"/>
                    <a:pt x="42" y="479"/>
                    <a:pt x="42" y="479"/>
                  </a:cubicBezTo>
                  <a:cubicBezTo>
                    <a:pt x="42" y="438"/>
                    <a:pt x="42" y="438"/>
                    <a:pt x="42" y="438"/>
                  </a:cubicBezTo>
                  <a:cubicBezTo>
                    <a:pt x="155" y="372"/>
                    <a:pt x="155" y="372"/>
                    <a:pt x="155" y="372"/>
                  </a:cubicBezTo>
                  <a:cubicBezTo>
                    <a:pt x="166" y="374"/>
                    <a:pt x="166" y="374"/>
                    <a:pt x="166" y="374"/>
                  </a:cubicBezTo>
                  <a:cubicBezTo>
                    <a:pt x="166" y="366"/>
                    <a:pt x="166" y="366"/>
                    <a:pt x="166" y="366"/>
                  </a:cubicBezTo>
                  <a:cubicBezTo>
                    <a:pt x="366" y="251"/>
                    <a:pt x="366" y="251"/>
                    <a:pt x="366" y="251"/>
                  </a:cubicBezTo>
                  <a:cubicBezTo>
                    <a:pt x="366" y="270"/>
                    <a:pt x="366" y="270"/>
                    <a:pt x="366" y="270"/>
                  </a:cubicBezTo>
                  <a:cubicBezTo>
                    <a:pt x="373" y="272"/>
                    <a:pt x="380" y="274"/>
                    <a:pt x="387" y="275"/>
                  </a:cubicBezTo>
                  <a:cubicBezTo>
                    <a:pt x="387" y="239"/>
                    <a:pt x="387" y="239"/>
                    <a:pt x="387" y="239"/>
                  </a:cubicBezTo>
                  <a:cubicBezTo>
                    <a:pt x="412" y="224"/>
                    <a:pt x="412" y="224"/>
                    <a:pt x="412" y="224"/>
                  </a:cubicBezTo>
                  <a:lnTo>
                    <a:pt x="412" y="265"/>
                  </a:lnTo>
                  <a:close/>
                  <a:moveTo>
                    <a:pt x="14" y="495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462"/>
                    <a:pt x="0" y="462"/>
                    <a:pt x="0" y="462"/>
                  </a:cubicBezTo>
                  <a:cubicBezTo>
                    <a:pt x="14" y="454"/>
                    <a:pt x="14" y="454"/>
                    <a:pt x="14" y="454"/>
                  </a:cubicBezTo>
                  <a:lnTo>
                    <a:pt x="14" y="49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Freeform 29"/>
            <p:cNvSpPr>
              <a:spLocks noEditPoints="1"/>
            </p:cNvSpPr>
            <p:nvPr/>
          </p:nvSpPr>
          <p:spPr bwMode="auto">
            <a:xfrm>
              <a:off x="2878137" y="730250"/>
              <a:ext cx="1084262" cy="676275"/>
            </a:xfrm>
            <a:custGeom>
              <a:avLst/>
              <a:gdLst>
                <a:gd name="T0" fmla="*/ 2147483647 w 876"/>
                <a:gd name="T1" fmla="*/ 2147483647 h 547"/>
                <a:gd name="T2" fmla="*/ 2147483647 w 876"/>
                <a:gd name="T3" fmla="*/ 2147483647 h 547"/>
                <a:gd name="T4" fmla="*/ 2147483647 w 876"/>
                <a:gd name="T5" fmla="*/ 2147483647 h 547"/>
                <a:gd name="T6" fmla="*/ 2147483647 w 876"/>
                <a:gd name="T7" fmla="*/ 2147483647 h 547"/>
                <a:gd name="T8" fmla="*/ 2147483647 w 876"/>
                <a:gd name="T9" fmla="*/ 2147483647 h 547"/>
                <a:gd name="T10" fmla="*/ 2147483647 w 876"/>
                <a:gd name="T11" fmla="*/ 2147483647 h 547"/>
                <a:gd name="T12" fmla="*/ 2147483647 w 876"/>
                <a:gd name="T13" fmla="*/ 0 h 547"/>
                <a:gd name="T14" fmla="*/ 2147483647 w 876"/>
                <a:gd name="T15" fmla="*/ 2147483647 h 547"/>
                <a:gd name="T16" fmla="*/ 2147483647 w 876"/>
                <a:gd name="T17" fmla="*/ 2147483647 h 547"/>
                <a:gd name="T18" fmla="*/ 2147483647 w 876"/>
                <a:gd name="T19" fmla="*/ 2147483647 h 547"/>
                <a:gd name="T20" fmla="*/ 2147483647 w 876"/>
                <a:gd name="T21" fmla="*/ 2147483647 h 547"/>
                <a:gd name="T22" fmla="*/ 2147483647 w 876"/>
                <a:gd name="T23" fmla="*/ 2147483647 h 547"/>
                <a:gd name="T24" fmla="*/ 2147483647 w 876"/>
                <a:gd name="T25" fmla="*/ 2147483647 h 547"/>
                <a:gd name="T26" fmla="*/ 2147483647 w 876"/>
                <a:gd name="T27" fmla="*/ 2147483647 h 547"/>
                <a:gd name="T28" fmla="*/ 2147483647 w 876"/>
                <a:gd name="T29" fmla="*/ 2147483647 h 547"/>
                <a:gd name="T30" fmla="*/ 2147483647 w 876"/>
                <a:gd name="T31" fmla="*/ 2147483647 h 547"/>
                <a:gd name="T32" fmla="*/ 2147483647 w 876"/>
                <a:gd name="T33" fmla="*/ 2147483647 h 547"/>
                <a:gd name="T34" fmla="*/ 2147483647 w 876"/>
                <a:gd name="T35" fmla="*/ 2147483647 h 547"/>
                <a:gd name="T36" fmla="*/ 2147483647 w 876"/>
                <a:gd name="T37" fmla="*/ 2147483647 h 547"/>
                <a:gd name="T38" fmla="*/ 2147483647 w 876"/>
                <a:gd name="T39" fmla="*/ 2147483647 h 547"/>
                <a:gd name="T40" fmla="*/ 2147483647 w 876"/>
                <a:gd name="T41" fmla="*/ 2147483647 h 547"/>
                <a:gd name="T42" fmla="*/ 2147483647 w 876"/>
                <a:gd name="T43" fmla="*/ 2147483647 h 547"/>
                <a:gd name="T44" fmla="*/ 2147483647 w 876"/>
                <a:gd name="T45" fmla="*/ 2147483647 h 547"/>
                <a:gd name="T46" fmla="*/ 2147483647 w 876"/>
                <a:gd name="T47" fmla="*/ 2147483647 h 547"/>
                <a:gd name="T48" fmla="*/ 2147483647 w 876"/>
                <a:gd name="T49" fmla="*/ 2147483647 h 547"/>
                <a:gd name="T50" fmla="*/ 2147483647 w 876"/>
                <a:gd name="T51" fmla="*/ 2147483647 h 547"/>
                <a:gd name="T52" fmla="*/ 2147483647 w 876"/>
                <a:gd name="T53" fmla="*/ 2147483647 h 547"/>
                <a:gd name="T54" fmla="*/ 2147483647 w 876"/>
                <a:gd name="T55" fmla="*/ 2147483647 h 547"/>
                <a:gd name="T56" fmla="*/ 2147483647 w 876"/>
                <a:gd name="T57" fmla="*/ 2147483647 h 547"/>
                <a:gd name="T58" fmla="*/ 2147483647 w 876"/>
                <a:gd name="T59" fmla="*/ 2147483647 h 547"/>
                <a:gd name="T60" fmla="*/ 2147483647 w 876"/>
                <a:gd name="T61" fmla="*/ 2147483647 h 547"/>
                <a:gd name="T62" fmla="*/ 2147483647 w 876"/>
                <a:gd name="T63" fmla="*/ 2147483647 h 547"/>
                <a:gd name="T64" fmla="*/ 2147483647 w 876"/>
                <a:gd name="T65" fmla="*/ 2147483647 h 547"/>
                <a:gd name="T66" fmla="*/ 2147483647 w 876"/>
                <a:gd name="T67" fmla="*/ 2147483647 h 547"/>
                <a:gd name="T68" fmla="*/ 2147483647 w 876"/>
                <a:gd name="T69" fmla="*/ 2147483647 h 547"/>
                <a:gd name="T70" fmla="*/ 0 w 876"/>
                <a:gd name="T71" fmla="*/ 2147483647 h 547"/>
                <a:gd name="T72" fmla="*/ 0 w 876"/>
                <a:gd name="T73" fmla="*/ 2147483647 h 547"/>
                <a:gd name="T74" fmla="*/ 2147483647 w 876"/>
                <a:gd name="T75" fmla="*/ 2147483647 h 547"/>
                <a:gd name="T76" fmla="*/ 2147483647 w 876"/>
                <a:gd name="T77" fmla="*/ 2147483647 h 547"/>
                <a:gd name="T78" fmla="*/ 2147483647 w 876"/>
                <a:gd name="T79" fmla="*/ 2147483647 h 547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76" h="547">
                  <a:moveTo>
                    <a:pt x="876" y="41"/>
                  </a:moveTo>
                  <a:cubicBezTo>
                    <a:pt x="791" y="90"/>
                    <a:pt x="791" y="90"/>
                    <a:pt x="791" y="90"/>
                  </a:cubicBezTo>
                  <a:cubicBezTo>
                    <a:pt x="719" y="90"/>
                    <a:pt x="719" y="90"/>
                    <a:pt x="719" y="90"/>
                  </a:cubicBezTo>
                  <a:cubicBezTo>
                    <a:pt x="776" y="57"/>
                    <a:pt x="776" y="57"/>
                    <a:pt x="776" y="57"/>
                  </a:cubicBezTo>
                  <a:cubicBezTo>
                    <a:pt x="811" y="57"/>
                    <a:pt x="811" y="57"/>
                    <a:pt x="811" y="57"/>
                  </a:cubicBezTo>
                  <a:cubicBezTo>
                    <a:pt x="811" y="37"/>
                    <a:pt x="811" y="37"/>
                    <a:pt x="811" y="37"/>
                  </a:cubicBezTo>
                  <a:cubicBezTo>
                    <a:pt x="876" y="0"/>
                    <a:pt x="876" y="0"/>
                    <a:pt x="876" y="0"/>
                  </a:cubicBezTo>
                  <a:lnTo>
                    <a:pt x="876" y="41"/>
                  </a:lnTo>
                  <a:close/>
                  <a:moveTo>
                    <a:pt x="712" y="136"/>
                  </a:moveTo>
                  <a:cubicBezTo>
                    <a:pt x="674" y="157"/>
                    <a:pt x="674" y="157"/>
                    <a:pt x="674" y="157"/>
                  </a:cubicBezTo>
                  <a:cubicBezTo>
                    <a:pt x="674" y="116"/>
                    <a:pt x="674" y="116"/>
                    <a:pt x="674" y="116"/>
                  </a:cubicBezTo>
                  <a:cubicBezTo>
                    <a:pt x="712" y="94"/>
                    <a:pt x="712" y="94"/>
                    <a:pt x="712" y="94"/>
                  </a:cubicBezTo>
                  <a:lnTo>
                    <a:pt x="712" y="136"/>
                  </a:lnTo>
                  <a:close/>
                  <a:moveTo>
                    <a:pt x="661" y="165"/>
                  </a:moveTo>
                  <a:cubicBezTo>
                    <a:pt x="601" y="200"/>
                    <a:pt x="601" y="200"/>
                    <a:pt x="601" y="200"/>
                  </a:cubicBezTo>
                  <a:cubicBezTo>
                    <a:pt x="601" y="158"/>
                    <a:pt x="601" y="158"/>
                    <a:pt x="601" y="158"/>
                  </a:cubicBezTo>
                  <a:cubicBezTo>
                    <a:pt x="643" y="134"/>
                    <a:pt x="643" y="134"/>
                    <a:pt x="643" y="134"/>
                  </a:cubicBezTo>
                  <a:cubicBezTo>
                    <a:pt x="643" y="165"/>
                    <a:pt x="643" y="165"/>
                    <a:pt x="643" y="165"/>
                  </a:cubicBezTo>
                  <a:lnTo>
                    <a:pt x="661" y="165"/>
                  </a:lnTo>
                  <a:close/>
                  <a:moveTo>
                    <a:pt x="545" y="232"/>
                  </a:moveTo>
                  <a:cubicBezTo>
                    <a:pt x="479" y="270"/>
                    <a:pt x="479" y="270"/>
                    <a:pt x="479" y="270"/>
                  </a:cubicBezTo>
                  <a:cubicBezTo>
                    <a:pt x="479" y="236"/>
                    <a:pt x="479" y="236"/>
                    <a:pt x="479" y="236"/>
                  </a:cubicBezTo>
                  <a:cubicBezTo>
                    <a:pt x="473" y="232"/>
                    <a:pt x="473" y="232"/>
                    <a:pt x="473" y="232"/>
                  </a:cubicBezTo>
                  <a:cubicBezTo>
                    <a:pt x="510" y="211"/>
                    <a:pt x="510" y="211"/>
                    <a:pt x="510" y="211"/>
                  </a:cubicBezTo>
                  <a:lnTo>
                    <a:pt x="545" y="232"/>
                  </a:lnTo>
                  <a:close/>
                  <a:moveTo>
                    <a:pt x="458" y="282"/>
                  </a:moveTo>
                  <a:cubicBezTo>
                    <a:pt x="387" y="323"/>
                    <a:pt x="387" y="323"/>
                    <a:pt x="387" y="323"/>
                  </a:cubicBezTo>
                  <a:cubicBezTo>
                    <a:pt x="387" y="311"/>
                    <a:pt x="387" y="311"/>
                    <a:pt x="387" y="311"/>
                  </a:cubicBezTo>
                  <a:cubicBezTo>
                    <a:pt x="380" y="307"/>
                    <a:pt x="373" y="304"/>
                    <a:pt x="366" y="301"/>
                  </a:cubicBezTo>
                  <a:cubicBezTo>
                    <a:pt x="366" y="336"/>
                    <a:pt x="366" y="336"/>
                    <a:pt x="366" y="336"/>
                  </a:cubicBezTo>
                  <a:cubicBezTo>
                    <a:pt x="166" y="451"/>
                    <a:pt x="166" y="451"/>
                    <a:pt x="166" y="451"/>
                  </a:cubicBezTo>
                  <a:cubicBezTo>
                    <a:pt x="166" y="409"/>
                    <a:pt x="166" y="409"/>
                    <a:pt x="166" y="409"/>
                  </a:cubicBezTo>
                  <a:cubicBezTo>
                    <a:pt x="458" y="241"/>
                    <a:pt x="458" y="241"/>
                    <a:pt x="458" y="241"/>
                  </a:cubicBezTo>
                  <a:lnTo>
                    <a:pt x="458" y="282"/>
                  </a:lnTo>
                  <a:close/>
                  <a:moveTo>
                    <a:pt x="159" y="455"/>
                  </a:moveTo>
                  <a:cubicBezTo>
                    <a:pt x="0" y="547"/>
                    <a:pt x="0" y="547"/>
                    <a:pt x="0" y="547"/>
                  </a:cubicBezTo>
                  <a:cubicBezTo>
                    <a:pt x="0" y="505"/>
                    <a:pt x="0" y="505"/>
                    <a:pt x="0" y="505"/>
                  </a:cubicBezTo>
                  <a:cubicBezTo>
                    <a:pt x="138" y="425"/>
                    <a:pt x="138" y="425"/>
                    <a:pt x="138" y="425"/>
                  </a:cubicBezTo>
                  <a:cubicBezTo>
                    <a:pt x="138" y="448"/>
                    <a:pt x="138" y="448"/>
                    <a:pt x="138" y="448"/>
                  </a:cubicBezTo>
                  <a:lnTo>
                    <a:pt x="159" y="455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Freeform 30"/>
            <p:cNvSpPr>
              <a:spLocks noEditPoints="1"/>
            </p:cNvSpPr>
            <p:nvPr/>
          </p:nvSpPr>
          <p:spPr bwMode="auto">
            <a:xfrm>
              <a:off x="2878137" y="654050"/>
              <a:ext cx="1077912" cy="623888"/>
            </a:xfrm>
            <a:custGeom>
              <a:avLst/>
              <a:gdLst>
                <a:gd name="T0" fmla="*/ 2147483647 w 871"/>
                <a:gd name="T1" fmla="*/ 0 h 503"/>
                <a:gd name="T2" fmla="*/ 2147483647 w 871"/>
                <a:gd name="T3" fmla="*/ 2147483647 h 503"/>
                <a:gd name="T4" fmla="*/ 2147483647 w 871"/>
                <a:gd name="T5" fmla="*/ 2147483647 h 503"/>
                <a:gd name="T6" fmla="*/ 2147483647 w 871"/>
                <a:gd name="T7" fmla="*/ 0 h 503"/>
                <a:gd name="T8" fmla="*/ 2147483647 w 871"/>
                <a:gd name="T9" fmla="*/ 0 h 503"/>
                <a:gd name="T10" fmla="*/ 2147483647 w 871"/>
                <a:gd name="T11" fmla="*/ 2147483647 h 503"/>
                <a:gd name="T12" fmla="*/ 2147483647 w 871"/>
                <a:gd name="T13" fmla="*/ 2147483647 h 503"/>
                <a:gd name="T14" fmla="*/ 2147483647 w 871"/>
                <a:gd name="T15" fmla="*/ 2147483647 h 503"/>
                <a:gd name="T16" fmla="*/ 2147483647 w 871"/>
                <a:gd name="T17" fmla="*/ 2147483647 h 503"/>
                <a:gd name="T18" fmla="*/ 2147483647 w 871"/>
                <a:gd name="T19" fmla="*/ 2147483647 h 503"/>
                <a:gd name="T20" fmla="*/ 2147483647 w 871"/>
                <a:gd name="T21" fmla="*/ 2147483647 h 503"/>
                <a:gd name="T22" fmla="*/ 2147483647 w 871"/>
                <a:gd name="T23" fmla="*/ 2147483647 h 503"/>
                <a:gd name="T24" fmla="*/ 2147483647 w 871"/>
                <a:gd name="T25" fmla="*/ 2147483647 h 503"/>
                <a:gd name="T26" fmla="*/ 2147483647 w 871"/>
                <a:gd name="T27" fmla="*/ 2147483647 h 503"/>
                <a:gd name="T28" fmla="*/ 2147483647 w 871"/>
                <a:gd name="T29" fmla="*/ 2147483647 h 503"/>
                <a:gd name="T30" fmla="*/ 2147483647 w 871"/>
                <a:gd name="T31" fmla="*/ 2147483647 h 503"/>
                <a:gd name="T32" fmla="*/ 2147483647 w 871"/>
                <a:gd name="T33" fmla="*/ 2147483647 h 503"/>
                <a:gd name="T34" fmla="*/ 2147483647 w 871"/>
                <a:gd name="T35" fmla="*/ 2147483647 h 503"/>
                <a:gd name="T36" fmla="*/ 2147483647 w 871"/>
                <a:gd name="T37" fmla="*/ 2147483647 h 503"/>
                <a:gd name="T38" fmla="*/ 2147483647 w 871"/>
                <a:gd name="T39" fmla="*/ 2147483647 h 503"/>
                <a:gd name="T40" fmla="*/ 2147483647 w 871"/>
                <a:gd name="T41" fmla="*/ 2147483647 h 503"/>
                <a:gd name="T42" fmla="*/ 2147483647 w 871"/>
                <a:gd name="T43" fmla="*/ 2147483647 h 503"/>
                <a:gd name="T44" fmla="*/ 2147483647 w 871"/>
                <a:gd name="T45" fmla="*/ 2147483647 h 503"/>
                <a:gd name="T46" fmla="*/ 2147483647 w 871"/>
                <a:gd name="T47" fmla="*/ 2147483647 h 503"/>
                <a:gd name="T48" fmla="*/ 2147483647 w 871"/>
                <a:gd name="T49" fmla="*/ 2147483647 h 503"/>
                <a:gd name="T50" fmla="*/ 2147483647 w 871"/>
                <a:gd name="T51" fmla="*/ 2147483647 h 503"/>
                <a:gd name="T52" fmla="*/ 2147483647 w 871"/>
                <a:gd name="T53" fmla="*/ 2147483647 h 503"/>
                <a:gd name="T54" fmla="*/ 2147483647 w 871"/>
                <a:gd name="T55" fmla="*/ 2147483647 h 503"/>
                <a:gd name="T56" fmla="*/ 2147483647 w 871"/>
                <a:gd name="T57" fmla="*/ 2147483647 h 503"/>
                <a:gd name="T58" fmla="*/ 0 w 871"/>
                <a:gd name="T59" fmla="*/ 2147483647 h 503"/>
                <a:gd name="T60" fmla="*/ 0 w 871"/>
                <a:gd name="T61" fmla="*/ 2147483647 h 503"/>
                <a:gd name="T62" fmla="*/ 2147483647 w 871"/>
                <a:gd name="T63" fmla="*/ 2147483647 h 503"/>
                <a:gd name="T64" fmla="*/ 2147483647 w 871"/>
                <a:gd name="T65" fmla="*/ 2147483647 h 50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71" h="503">
                  <a:moveTo>
                    <a:pt x="871" y="0"/>
                  </a:moveTo>
                  <a:cubicBezTo>
                    <a:pt x="797" y="43"/>
                    <a:pt x="797" y="43"/>
                    <a:pt x="797" y="43"/>
                  </a:cubicBezTo>
                  <a:cubicBezTo>
                    <a:pt x="726" y="43"/>
                    <a:pt x="726" y="43"/>
                    <a:pt x="726" y="43"/>
                  </a:cubicBezTo>
                  <a:cubicBezTo>
                    <a:pt x="799" y="0"/>
                    <a:pt x="799" y="0"/>
                    <a:pt x="799" y="0"/>
                  </a:cubicBezTo>
                  <a:lnTo>
                    <a:pt x="871" y="0"/>
                  </a:lnTo>
                  <a:close/>
                  <a:moveTo>
                    <a:pt x="667" y="118"/>
                  </a:moveTo>
                  <a:cubicBezTo>
                    <a:pt x="601" y="156"/>
                    <a:pt x="601" y="156"/>
                    <a:pt x="601" y="156"/>
                  </a:cubicBezTo>
                  <a:cubicBezTo>
                    <a:pt x="601" y="115"/>
                    <a:pt x="601" y="115"/>
                    <a:pt x="601" y="115"/>
                  </a:cubicBezTo>
                  <a:cubicBezTo>
                    <a:pt x="643" y="90"/>
                    <a:pt x="643" y="90"/>
                    <a:pt x="643" y="90"/>
                  </a:cubicBezTo>
                  <a:cubicBezTo>
                    <a:pt x="643" y="118"/>
                    <a:pt x="643" y="118"/>
                    <a:pt x="643" y="118"/>
                  </a:cubicBezTo>
                  <a:lnTo>
                    <a:pt x="667" y="118"/>
                  </a:lnTo>
                  <a:close/>
                  <a:moveTo>
                    <a:pt x="457" y="239"/>
                  </a:moveTo>
                  <a:cubicBezTo>
                    <a:pt x="387" y="280"/>
                    <a:pt x="387" y="280"/>
                    <a:pt x="387" y="280"/>
                  </a:cubicBezTo>
                  <a:cubicBezTo>
                    <a:pt x="387" y="243"/>
                    <a:pt x="387" y="243"/>
                    <a:pt x="387" y="243"/>
                  </a:cubicBezTo>
                  <a:cubicBezTo>
                    <a:pt x="385" y="242"/>
                    <a:pt x="384" y="242"/>
                    <a:pt x="382" y="241"/>
                  </a:cubicBezTo>
                  <a:cubicBezTo>
                    <a:pt x="422" y="218"/>
                    <a:pt x="422" y="218"/>
                    <a:pt x="422" y="218"/>
                  </a:cubicBezTo>
                  <a:lnTo>
                    <a:pt x="457" y="239"/>
                  </a:lnTo>
                  <a:close/>
                  <a:moveTo>
                    <a:pt x="366" y="292"/>
                  </a:moveTo>
                  <a:cubicBezTo>
                    <a:pt x="159" y="411"/>
                    <a:pt x="159" y="411"/>
                    <a:pt x="159" y="411"/>
                  </a:cubicBezTo>
                  <a:cubicBezTo>
                    <a:pt x="152" y="409"/>
                    <a:pt x="145" y="406"/>
                    <a:pt x="138" y="403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104" y="443"/>
                    <a:pt x="104" y="443"/>
                    <a:pt x="104" y="443"/>
                  </a:cubicBezTo>
                  <a:cubicBezTo>
                    <a:pt x="104" y="401"/>
                    <a:pt x="104" y="401"/>
                    <a:pt x="104" y="401"/>
                  </a:cubicBezTo>
                  <a:cubicBezTo>
                    <a:pt x="163" y="367"/>
                    <a:pt x="163" y="367"/>
                    <a:pt x="163" y="367"/>
                  </a:cubicBezTo>
                  <a:cubicBezTo>
                    <a:pt x="166" y="369"/>
                    <a:pt x="166" y="369"/>
                    <a:pt x="166" y="369"/>
                  </a:cubicBezTo>
                  <a:cubicBezTo>
                    <a:pt x="166" y="365"/>
                    <a:pt x="166" y="365"/>
                    <a:pt x="166" y="365"/>
                  </a:cubicBezTo>
                  <a:cubicBezTo>
                    <a:pt x="366" y="250"/>
                    <a:pt x="366" y="250"/>
                    <a:pt x="366" y="250"/>
                  </a:cubicBezTo>
                  <a:lnTo>
                    <a:pt x="366" y="292"/>
                  </a:lnTo>
                  <a:close/>
                  <a:moveTo>
                    <a:pt x="76" y="459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462"/>
                    <a:pt x="0" y="462"/>
                    <a:pt x="0" y="462"/>
                  </a:cubicBezTo>
                  <a:cubicBezTo>
                    <a:pt x="76" y="418"/>
                    <a:pt x="76" y="418"/>
                    <a:pt x="76" y="418"/>
                  </a:cubicBezTo>
                  <a:lnTo>
                    <a:pt x="76" y="459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Freeform 31"/>
            <p:cNvSpPr>
              <a:spLocks/>
            </p:cNvSpPr>
            <p:nvPr/>
          </p:nvSpPr>
          <p:spPr bwMode="auto">
            <a:xfrm>
              <a:off x="2878137" y="603250"/>
              <a:ext cx="87312" cy="103188"/>
            </a:xfrm>
            <a:custGeom>
              <a:avLst/>
              <a:gdLst>
                <a:gd name="T0" fmla="*/ 2147483647 w 70"/>
                <a:gd name="T1" fmla="*/ 2147483647 h 83"/>
                <a:gd name="T2" fmla="*/ 2147483647 w 70"/>
                <a:gd name="T3" fmla="*/ 2147483647 h 83"/>
                <a:gd name="T4" fmla="*/ 2147483647 w 70"/>
                <a:gd name="T5" fmla="*/ 2147483647 h 83"/>
                <a:gd name="T6" fmla="*/ 2147483647 w 70"/>
                <a:gd name="T7" fmla="*/ 2147483647 h 83"/>
                <a:gd name="T8" fmla="*/ 0 w 70"/>
                <a:gd name="T9" fmla="*/ 2147483647 h 83"/>
                <a:gd name="T10" fmla="*/ 0 w 70"/>
                <a:gd name="T11" fmla="*/ 0 h 83"/>
                <a:gd name="T12" fmla="*/ 2147483647 w 70"/>
                <a:gd name="T13" fmla="*/ 214748364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83">
                  <a:moveTo>
                    <a:pt x="70" y="43"/>
                  </a:moveTo>
                  <a:cubicBezTo>
                    <a:pt x="20" y="72"/>
                    <a:pt x="20" y="72"/>
                    <a:pt x="20" y="72"/>
                  </a:cubicBezTo>
                  <a:cubicBezTo>
                    <a:pt x="18" y="71"/>
                    <a:pt x="16" y="69"/>
                    <a:pt x="14" y="68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0" y="43"/>
                  </a:lnTo>
                  <a:close/>
                </a:path>
              </a:pathLst>
            </a:custGeom>
            <a:solidFill>
              <a:srgbClr val="DB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Rectangle 32"/>
            <p:cNvSpPr>
              <a:spLocks noChangeArrowheads="1"/>
            </p:cNvSpPr>
            <p:nvPr/>
          </p:nvSpPr>
          <p:spPr bwMode="auto">
            <a:xfrm>
              <a:off x="2878137" y="0"/>
              <a:ext cx="82550" cy="1993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40" name="Rectangle 33"/>
            <p:cNvSpPr>
              <a:spLocks noChangeArrowheads="1"/>
            </p:cNvSpPr>
            <p:nvPr/>
          </p:nvSpPr>
          <p:spPr bwMode="auto">
            <a:xfrm>
              <a:off x="2878137" y="1911350"/>
              <a:ext cx="1084262" cy="82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41" name="Rectangle 34"/>
            <p:cNvSpPr>
              <a:spLocks noChangeArrowheads="1"/>
            </p:cNvSpPr>
            <p:nvPr/>
          </p:nvSpPr>
          <p:spPr bwMode="auto">
            <a:xfrm>
              <a:off x="2878137" y="0"/>
              <a:ext cx="1084262" cy="841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42" name="Freeform 36"/>
            <p:cNvSpPr>
              <a:spLocks/>
            </p:cNvSpPr>
            <p:nvPr/>
          </p:nvSpPr>
          <p:spPr bwMode="auto">
            <a:xfrm>
              <a:off x="1506537" y="1819275"/>
              <a:ext cx="1438275" cy="981075"/>
            </a:xfrm>
            <a:custGeom>
              <a:avLst/>
              <a:gdLst>
                <a:gd name="T0" fmla="*/ 2147483647 w 906"/>
                <a:gd name="T1" fmla="*/ 0 h 618"/>
                <a:gd name="T2" fmla="*/ 2147483647 w 906"/>
                <a:gd name="T3" fmla="*/ 0 h 618"/>
                <a:gd name="T4" fmla="*/ 2147483647 w 906"/>
                <a:gd name="T5" fmla="*/ 2147483647 h 618"/>
                <a:gd name="T6" fmla="*/ 2147483647 w 906"/>
                <a:gd name="T7" fmla="*/ 2147483647 h 618"/>
                <a:gd name="T8" fmla="*/ 2147483647 w 906"/>
                <a:gd name="T9" fmla="*/ 2147483647 h 618"/>
                <a:gd name="T10" fmla="*/ 0 w 906"/>
                <a:gd name="T11" fmla="*/ 2147483647 h 618"/>
                <a:gd name="T12" fmla="*/ 2147483647 w 906"/>
                <a:gd name="T13" fmla="*/ 0 h 6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6" h="618">
                  <a:moveTo>
                    <a:pt x="49" y="0"/>
                  </a:moveTo>
                  <a:lnTo>
                    <a:pt x="280" y="0"/>
                  </a:lnTo>
                  <a:lnTo>
                    <a:pt x="906" y="307"/>
                  </a:lnTo>
                  <a:lnTo>
                    <a:pt x="906" y="618"/>
                  </a:lnTo>
                  <a:lnTo>
                    <a:pt x="52" y="618"/>
                  </a:lnTo>
                  <a:lnTo>
                    <a:pt x="0" y="15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2D5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Freeform 37"/>
            <p:cNvSpPr>
              <a:spLocks noEditPoints="1"/>
            </p:cNvSpPr>
            <p:nvPr/>
          </p:nvSpPr>
          <p:spPr bwMode="auto">
            <a:xfrm>
              <a:off x="363537" y="2257425"/>
              <a:ext cx="261937" cy="933450"/>
            </a:xfrm>
            <a:custGeom>
              <a:avLst/>
              <a:gdLst>
                <a:gd name="T0" fmla="*/ 2147483647 w 165"/>
                <a:gd name="T1" fmla="*/ 2147483647 h 588"/>
                <a:gd name="T2" fmla="*/ 2147483647 w 165"/>
                <a:gd name="T3" fmla="*/ 2147483647 h 588"/>
                <a:gd name="T4" fmla="*/ 2147483647 w 165"/>
                <a:gd name="T5" fmla="*/ 0 h 588"/>
                <a:gd name="T6" fmla="*/ 2147483647 w 165"/>
                <a:gd name="T7" fmla="*/ 2147483647 h 588"/>
                <a:gd name="T8" fmla="*/ 2147483647 w 165"/>
                <a:gd name="T9" fmla="*/ 2147483647 h 588"/>
                <a:gd name="T10" fmla="*/ 2147483647 w 165"/>
                <a:gd name="T11" fmla="*/ 2147483647 h 588"/>
                <a:gd name="T12" fmla="*/ 2147483647 w 165"/>
                <a:gd name="T13" fmla="*/ 2147483647 h 588"/>
                <a:gd name="T14" fmla="*/ 2147483647 w 165"/>
                <a:gd name="T15" fmla="*/ 2147483647 h 588"/>
                <a:gd name="T16" fmla="*/ 2147483647 w 165"/>
                <a:gd name="T17" fmla="*/ 2147483647 h 588"/>
                <a:gd name="T18" fmla="*/ 0 w 165"/>
                <a:gd name="T19" fmla="*/ 2147483647 h 588"/>
                <a:gd name="T20" fmla="*/ 2147483647 w 165"/>
                <a:gd name="T21" fmla="*/ 2147483647 h 588"/>
                <a:gd name="T22" fmla="*/ 2147483647 w 165"/>
                <a:gd name="T23" fmla="*/ 2147483647 h 588"/>
                <a:gd name="T24" fmla="*/ 2147483647 w 165"/>
                <a:gd name="T25" fmla="*/ 2147483647 h 588"/>
                <a:gd name="T26" fmla="*/ 2147483647 w 165"/>
                <a:gd name="T27" fmla="*/ 2147483647 h 588"/>
                <a:gd name="T28" fmla="*/ 2147483647 w 165"/>
                <a:gd name="T29" fmla="*/ 2147483647 h 588"/>
                <a:gd name="T30" fmla="*/ 2147483647 w 165"/>
                <a:gd name="T31" fmla="*/ 2147483647 h 588"/>
                <a:gd name="T32" fmla="*/ 2147483647 w 165"/>
                <a:gd name="T33" fmla="*/ 2147483647 h 588"/>
                <a:gd name="T34" fmla="*/ 0 w 165"/>
                <a:gd name="T35" fmla="*/ 2147483647 h 5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5" h="588">
                  <a:moveTo>
                    <a:pt x="82" y="408"/>
                  </a:moveTo>
                  <a:lnTo>
                    <a:pt x="165" y="9"/>
                  </a:lnTo>
                  <a:lnTo>
                    <a:pt x="120" y="0"/>
                  </a:lnTo>
                  <a:lnTo>
                    <a:pt x="82" y="181"/>
                  </a:lnTo>
                  <a:lnTo>
                    <a:pt x="82" y="267"/>
                  </a:lnTo>
                  <a:lnTo>
                    <a:pt x="137" y="3"/>
                  </a:lnTo>
                  <a:lnTo>
                    <a:pt x="148" y="6"/>
                  </a:lnTo>
                  <a:lnTo>
                    <a:pt x="82" y="321"/>
                  </a:lnTo>
                  <a:lnTo>
                    <a:pt x="82" y="408"/>
                  </a:lnTo>
                  <a:close/>
                  <a:moveTo>
                    <a:pt x="0" y="578"/>
                  </a:moveTo>
                  <a:lnTo>
                    <a:pt x="46" y="588"/>
                  </a:lnTo>
                  <a:lnTo>
                    <a:pt x="82" y="408"/>
                  </a:lnTo>
                  <a:lnTo>
                    <a:pt x="82" y="321"/>
                  </a:lnTo>
                  <a:lnTo>
                    <a:pt x="28" y="585"/>
                  </a:lnTo>
                  <a:lnTo>
                    <a:pt x="18" y="582"/>
                  </a:lnTo>
                  <a:lnTo>
                    <a:pt x="82" y="267"/>
                  </a:lnTo>
                  <a:lnTo>
                    <a:pt x="82" y="181"/>
                  </a:lnTo>
                  <a:lnTo>
                    <a:pt x="0" y="578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4" name="Freeform 38"/>
            <p:cNvSpPr>
              <a:spLocks noEditPoints="1"/>
            </p:cNvSpPr>
            <p:nvPr/>
          </p:nvSpPr>
          <p:spPr bwMode="auto">
            <a:xfrm>
              <a:off x="647700" y="1771650"/>
              <a:ext cx="960437" cy="441325"/>
            </a:xfrm>
            <a:custGeom>
              <a:avLst/>
              <a:gdLst>
                <a:gd name="T0" fmla="*/ 2147483647 w 605"/>
                <a:gd name="T1" fmla="*/ 2147483647 h 278"/>
                <a:gd name="T2" fmla="*/ 2147483647 w 605"/>
                <a:gd name="T3" fmla="*/ 0 h 278"/>
                <a:gd name="T4" fmla="*/ 2147483647 w 605"/>
                <a:gd name="T5" fmla="*/ 2147483647 h 278"/>
                <a:gd name="T6" fmla="*/ 2147483647 w 605"/>
                <a:gd name="T7" fmla="*/ 2147483647 h 278"/>
                <a:gd name="T8" fmla="*/ 2147483647 w 605"/>
                <a:gd name="T9" fmla="*/ 2147483647 h 278"/>
                <a:gd name="T10" fmla="*/ 2147483647 w 605"/>
                <a:gd name="T11" fmla="*/ 2147483647 h 278"/>
                <a:gd name="T12" fmla="*/ 2147483647 w 605"/>
                <a:gd name="T13" fmla="*/ 2147483647 h 278"/>
                <a:gd name="T14" fmla="*/ 2147483647 w 605"/>
                <a:gd name="T15" fmla="*/ 2147483647 h 278"/>
                <a:gd name="T16" fmla="*/ 2147483647 w 605"/>
                <a:gd name="T17" fmla="*/ 2147483647 h 278"/>
                <a:gd name="T18" fmla="*/ 2147483647 w 605"/>
                <a:gd name="T19" fmla="*/ 2147483647 h 278"/>
                <a:gd name="T20" fmla="*/ 0 w 605"/>
                <a:gd name="T21" fmla="*/ 2147483647 h 278"/>
                <a:gd name="T22" fmla="*/ 2147483647 w 605"/>
                <a:gd name="T23" fmla="*/ 2147483647 h 278"/>
                <a:gd name="T24" fmla="*/ 2147483647 w 605"/>
                <a:gd name="T25" fmla="*/ 2147483647 h 278"/>
                <a:gd name="T26" fmla="*/ 2147483647 w 605"/>
                <a:gd name="T27" fmla="*/ 2147483647 h 278"/>
                <a:gd name="T28" fmla="*/ 2147483647 w 605"/>
                <a:gd name="T29" fmla="*/ 2147483647 h 278"/>
                <a:gd name="T30" fmla="*/ 2147483647 w 605"/>
                <a:gd name="T31" fmla="*/ 2147483647 h 278"/>
                <a:gd name="T32" fmla="*/ 2147483647 w 605"/>
                <a:gd name="T33" fmla="*/ 2147483647 h 278"/>
                <a:gd name="T34" fmla="*/ 2147483647 w 605"/>
                <a:gd name="T35" fmla="*/ 2147483647 h 27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05" h="278">
                  <a:moveTo>
                    <a:pt x="605" y="42"/>
                  </a:moveTo>
                  <a:lnTo>
                    <a:pt x="588" y="0"/>
                  </a:lnTo>
                  <a:lnTo>
                    <a:pt x="303" y="114"/>
                  </a:lnTo>
                  <a:lnTo>
                    <a:pt x="303" y="133"/>
                  </a:lnTo>
                  <a:lnTo>
                    <a:pt x="594" y="16"/>
                  </a:lnTo>
                  <a:lnTo>
                    <a:pt x="598" y="26"/>
                  </a:lnTo>
                  <a:lnTo>
                    <a:pt x="303" y="145"/>
                  </a:lnTo>
                  <a:lnTo>
                    <a:pt x="303" y="164"/>
                  </a:lnTo>
                  <a:lnTo>
                    <a:pt x="605" y="42"/>
                  </a:lnTo>
                  <a:close/>
                  <a:moveTo>
                    <a:pt x="303" y="114"/>
                  </a:moveTo>
                  <a:lnTo>
                    <a:pt x="0" y="235"/>
                  </a:lnTo>
                  <a:lnTo>
                    <a:pt x="17" y="278"/>
                  </a:lnTo>
                  <a:lnTo>
                    <a:pt x="303" y="164"/>
                  </a:lnTo>
                  <a:lnTo>
                    <a:pt x="303" y="145"/>
                  </a:lnTo>
                  <a:lnTo>
                    <a:pt x="11" y="262"/>
                  </a:lnTo>
                  <a:lnTo>
                    <a:pt x="6" y="252"/>
                  </a:lnTo>
                  <a:lnTo>
                    <a:pt x="303" y="133"/>
                  </a:lnTo>
                  <a:lnTo>
                    <a:pt x="303" y="114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5" name="Oval 39"/>
            <p:cNvSpPr>
              <a:spLocks noChangeArrowheads="1"/>
            </p:cNvSpPr>
            <p:nvPr/>
          </p:nvSpPr>
          <p:spPr bwMode="auto">
            <a:xfrm>
              <a:off x="1636712" y="1851025"/>
              <a:ext cx="144462" cy="144463"/>
            </a:xfrm>
            <a:prstGeom prst="ellipse">
              <a:avLst/>
            </a:prstGeom>
            <a:solidFill>
              <a:srgbClr val="FCB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46" name="Oval 40"/>
            <p:cNvSpPr>
              <a:spLocks noChangeArrowheads="1"/>
            </p:cNvSpPr>
            <p:nvPr/>
          </p:nvSpPr>
          <p:spPr bwMode="auto">
            <a:xfrm>
              <a:off x="1468437" y="1541462"/>
              <a:ext cx="46037" cy="46038"/>
            </a:xfrm>
            <a:prstGeom prst="ellipse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47" name="Freeform 41"/>
            <p:cNvSpPr>
              <a:spLocks/>
            </p:cNvSpPr>
            <p:nvPr/>
          </p:nvSpPr>
          <p:spPr bwMode="auto">
            <a:xfrm>
              <a:off x="1430337" y="1533525"/>
              <a:ext cx="492125" cy="523875"/>
            </a:xfrm>
            <a:custGeom>
              <a:avLst/>
              <a:gdLst>
                <a:gd name="T0" fmla="*/ 2147483647 w 397"/>
                <a:gd name="T1" fmla="*/ 2147483647 h 423"/>
                <a:gd name="T2" fmla="*/ 2147483647 w 397"/>
                <a:gd name="T3" fmla="*/ 0 h 423"/>
                <a:gd name="T4" fmla="*/ 2147483647 w 397"/>
                <a:gd name="T5" fmla="*/ 2147483647 h 423"/>
                <a:gd name="T6" fmla="*/ 2147483647 w 397"/>
                <a:gd name="T7" fmla="*/ 2147483647 h 423"/>
                <a:gd name="T8" fmla="*/ 2147483647 w 397"/>
                <a:gd name="T9" fmla="*/ 2147483647 h 423"/>
                <a:gd name="T10" fmla="*/ 2147483647 w 397"/>
                <a:gd name="T11" fmla="*/ 2147483647 h 423"/>
                <a:gd name="T12" fmla="*/ 2147483647 w 397"/>
                <a:gd name="T13" fmla="*/ 2147483647 h 423"/>
                <a:gd name="T14" fmla="*/ 0 w 397"/>
                <a:gd name="T15" fmla="*/ 2147483647 h 423"/>
                <a:gd name="T16" fmla="*/ 2147483647 w 397"/>
                <a:gd name="T17" fmla="*/ 2147483647 h 4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7" h="423">
                  <a:moveTo>
                    <a:pt x="50" y="25"/>
                  </a:moveTo>
                  <a:cubicBezTo>
                    <a:pt x="68" y="14"/>
                    <a:pt x="88" y="6"/>
                    <a:pt x="108" y="0"/>
                  </a:cubicBezTo>
                  <a:cubicBezTo>
                    <a:pt x="185" y="94"/>
                    <a:pt x="185" y="94"/>
                    <a:pt x="185" y="94"/>
                  </a:cubicBezTo>
                  <a:cubicBezTo>
                    <a:pt x="262" y="91"/>
                    <a:pt x="345" y="138"/>
                    <a:pt x="397" y="220"/>
                  </a:cubicBezTo>
                  <a:cubicBezTo>
                    <a:pt x="341" y="248"/>
                    <a:pt x="283" y="280"/>
                    <a:pt x="225" y="315"/>
                  </a:cubicBezTo>
                  <a:cubicBezTo>
                    <a:pt x="167" y="350"/>
                    <a:pt x="112" y="387"/>
                    <a:pt x="61" y="423"/>
                  </a:cubicBezTo>
                  <a:cubicBezTo>
                    <a:pt x="12" y="339"/>
                    <a:pt x="10" y="244"/>
                    <a:pt x="48" y="17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5" y="50"/>
                    <a:pt x="31" y="36"/>
                    <a:pt x="50" y="25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Freeform 42"/>
            <p:cNvSpPr>
              <a:spLocks/>
            </p:cNvSpPr>
            <p:nvPr/>
          </p:nvSpPr>
          <p:spPr bwMode="auto">
            <a:xfrm>
              <a:off x="517525" y="2117725"/>
              <a:ext cx="169862" cy="169863"/>
            </a:xfrm>
            <a:custGeom>
              <a:avLst/>
              <a:gdLst>
                <a:gd name="T0" fmla="*/ 2147483647 w 137"/>
                <a:gd name="T1" fmla="*/ 2147483647 h 137"/>
                <a:gd name="T2" fmla="*/ 2147483647 w 137"/>
                <a:gd name="T3" fmla="*/ 2147483647 h 137"/>
                <a:gd name="T4" fmla="*/ 2147483647 w 137"/>
                <a:gd name="T5" fmla="*/ 2147483647 h 137"/>
                <a:gd name="T6" fmla="*/ 2147483647 w 137"/>
                <a:gd name="T7" fmla="*/ 2147483647 h 137"/>
                <a:gd name="T8" fmla="*/ 2147483647 w 137"/>
                <a:gd name="T9" fmla="*/ 2147483647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137">
                  <a:moveTo>
                    <a:pt x="24" y="25"/>
                  </a:moveTo>
                  <a:cubicBezTo>
                    <a:pt x="48" y="1"/>
                    <a:pt x="88" y="0"/>
                    <a:pt x="112" y="24"/>
                  </a:cubicBezTo>
                  <a:cubicBezTo>
                    <a:pt x="137" y="48"/>
                    <a:pt x="137" y="88"/>
                    <a:pt x="113" y="112"/>
                  </a:cubicBezTo>
                  <a:cubicBezTo>
                    <a:pt x="89" y="137"/>
                    <a:pt x="50" y="137"/>
                    <a:pt x="25" y="113"/>
                  </a:cubicBezTo>
                  <a:cubicBezTo>
                    <a:pt x="1" y="89"/>
                    <a:pt x="0" y="50"/>
                    <a:pt x="24" y="25"/>
                  </a:cubicBezTo>
                </a:path>
              </a:pathLst>
            </a:custGeom>
            <a:solidFill>
              <a:srgbClr val="E31D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Freeform 43"/>
            <p:cNvSpPr>
              <a:spLocks/>
            </p:cNvSpPr>
            <p:nvPr/>
          </p:nvSpPr>
          <p:spPr bwMode="auto">
            <a:xfrm>
              <a:off x="1479550" y="1631950"/>
              <a:ext cx="179387" cy="120650"/>
            </a:xfrm>
            <a:custGeom>
              <a:avLst/>
              <a:gdLst>
                <a:gd name="T0" fmla="*/ 0 w 145"/>
                <a:gd name="T1" fmla="*/ 2147483647 h 98"/>
                <a:gd name="T2" fmla="*/ 2147483647 w 145"/>
                <a:gd name="T3" fmla="*/ 0 h 98"/>
                <a:gd name="T4" fmla="*/ 2147483647 w 145"/>
                <a:gd name="T5" fmla="*/ 2147483647 h 98"/>
                <a:gd name="T6" fmla="*/ 2147483647 w 145"/>
                <a:gd name="T7" fmla="*/ 2147483647 h 98"/>
                <a:gd name="T8" fmla="*/ 0 w 145"/>
                <a:gd name="T9" fmla="*/ 2147483647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5" h="98">
                  <a:moveTo>
                    <a:pt x="0" y="78"/>
                  </a:moveTo>
                  <a:cubicBezTo>
                    <a:pt x="24" y="42"/>
                    <a:pt x="88" y="6"/>
                    <a:pt x="132" y="0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02" y="18"/>
                    <a:pt x="25" y="61"/>
                    <a:pt x="8" y="98"/>
                  </a:cubicBezTo>
                  <a:lnTo>
                    <a:pt x="0" y="78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Oval 44"/>
            <p:cNvSpPr>
              <a:spLocks noChangeArrowheads="1"/>
            </p:cNvSpPr>
            <p:nvPr/>
          </p:nvSpPr>
          <p:spPr bwMode="auto">
            <a:xfrm>
              <a:off x="546100" y="2146300"/>
              <a:ext cx="112712" cy="112713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51" name="Freeform 45"/>
            <p:cNvSpPr>
              <a:spLocks/>
            </p:cNvSpPr>
            <p:nvPr/>
          </p:nvSpPr>
          <p:spPr bwMode="auto">
            <a:xfrm>
              <a:off x="236537" y="3040062"/>
              <a:ext cx="366712" cy="182563"/>
            </a:xfrm>
            <a:custGeom>
              <a:avLst/>
              <a:gdLst>
                <a:gd name="T0" fmla="*/ 2147483647 w 296"/>
                <a:gd name="T1" fmla="*/ 0 h 148"/>
                <a:gd name="T2" fmla="*/ 2147483647 w 296"/>
                <a:gd name="T3" fmla="*/ 2147483647 h 148"/>
                <a:gd name="T4" fmla="*/ 2147483647 w 296"/>
                <a:gd name="T5" fmla="*/ 2147483647 h 148"/>
                <a:gd name="T6" fmla="*/ 0 w 296"/>
                <a:gd name="T7" fmla="*/ 2147483647 h 148"/>
                <a:gd name="T8" fmla="*/ 0 w 296"/>
                <a:gd name="T9" fmla="*/ 2147483647 h 148"/>
                <a:gd name="T10" fmla="*/ 2147483647 w 296"/>
                <a:gd name="T11" fmla="*/ 0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148">
                  <a:moveTo>
                    <a:pt x="148" y="0"/>
                  </a:moveTo>
                  <a:cubicBezTo>
                    <a:pt x="230" y="0"/>
                    <a:pt x="296" y="66"/>
                    <a:pt x="296" y="148"/>
                  </a:cubicBezTo>
                  <a:cubicBezTo>
                    <a:pt x="296" y="148"/>
                    <a:pt x="296" y="148"/>
                    <a:pt x="296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66"/>
                    <a:pt x="67" y="0"/>
                    <a:pt x="148" y="0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Freeform 46"/>
            <p:cNvSpPr>
              <a:spLocks noEditPoints="1"/>
            </p:cNvSpPr>
            <p:nvPr/>
          </p:nvSpPr>
          <p:spPr bwMode="auto">
            <a:xfrm>
              <a:off x="1471612" y="2543175"/>
              <a:ext cx="950912" cy="200025"/>
            </a:xfrm>
            <a:custGeom>
              <a:avLst/>
              <a:gdLst>
                <a:gd name="T0" fmla="*/ 2147483647 w 768"/>
                <a:gd name="T1" fmla="*/ 2147483647 h 162"/>
                <a:gd name="T2" fmla="*/ 2147483647 w 768"/>
                <a:gd name="T3" fmla="*/ 2147483647 h 162"/>
                <a:gd name="T4" fmla="*/ 2147483647 w 768"/>
                <a:gd name="T5" fmla="*/ 2147483647 h 162"/>
                <a:gd name="T6" fmla="*/ 2147483647 w 768"/>
                <a:gd name="T7" fmla="*/ 2147483647 h 162"/>
                <a:gd name="T8" fmla="*/ 2147483647 w 768"/>
                <a:gd name="T9" fmla="*/ 2147483647 h 162"/>
                <a:gd name="T10" fmla="*/ 2147483647 w 768"/>
                <a:gd name="T11" fmla="*/ 2147483647 h 162"/>
                <a:gd name="T12" fmla="*/ 2147483647 w 768"/>
                <a:gd name="T13" fmla="*/ 2147483647 h 162"/>
                <a:gd name="T14" fmla="*/ 2147483647 w 768"/>
                <a:gd name="T15" fmla="*/ 2147483647 h 162"/>
                <a:gd name="T16" fmla="*/ 2147483647 w 768"/>
                <a:gd name="T17" fmla="*/ 2147483647 h 162"/>
                <a:gd name="T18" fmla="*/ 2147483647 w 768"/>
                <a:gd name="T19" fmla="*/ 2147483647 h 162"/>
                <a:gd name="T20" fmla="*/ 2147483647 w 768"/>
                <a:gd name="T21" fmla="*/ 2147483647 h 162"/>
                <a:gd name="T22" fmla="*/ 2147483647 w 768"/>
                <a:gd name="T23" fmla="*/ 2147483647 h 162"/>
                <a:gd name="T24" fmla="*/ 2147483647 w 768"/>
                <a:gd name="T25" fmla="*/ 2147483647 h 162"/>
                <a:gd name="T26" fmla="*/ 2147483647 w 768"/>
                <a:gd name="T27" fmla="*/ 2147483647 h 162"/>
                <a:gd name="T28" fmla="*/ 2147483647 w 768"/>
                <a:gd name="T29" fmla="*/ 2147483647 h 162"/>
                <a:gd name="T30" fmla="*/ 2147483647 w 768"/>
                <a:gd name="T31" fmla="*/ 2147483647 h 162"/>
                <a:gd name="T32" fmla="*/ 2147483647 w 768"/>
                <a:gd name="T33" fmla="*/ 2147483647 h 162"/>
                <a:gd name="T34" fmla="*/ 2147483647 w 768"/>
                <a:gd name="T35" fmla="*/ 2147483647 h 162"/>
                <a:gd name="T36" fmla="*/ 2147483647 w 768"/>
                <a:gd name="T37" fmla="*/ 2147483647 h 162"/>
                <a:gd name="T38" fmla="*/ 2147483647 w 768"/>
                <a:gd name="T39" fmla="*/ 2147483647 h 162"/>
                <a:gd name="T40" fmla="*/ 2147483647 w 768"/>
                <a:gd name="T41" fmla="*/ 2147483647 h 162"/>
                <a:gd name="T42" fmla="*/ 2147483647 w 768"/>
                <a:gd name="T43" fmla="*/ 2147483647 h 162"/>
                <a:gd name="T44" fmla="*/ 2147483647 w 768"/>
                <a:gd name="T45" fmla="*/ 2147483647 h 162"/>
                <a:gd name="T46" fmla="*/ 2147483647 w 768"/>
                <a:gd name="T47" fmla="*/ 2147483647 h 162"/>
                <a:gd name="T48" fmla="*/ 2147483647 w 768"/>
                <a:gd name="T49" fmla="*/ 2147483647 h 162"/>
                <a:gd name="T50" fmla="*/ 2147483647 w 768"/>
                <a:gd name="T51" fmla="*/ 2147483647 h 162"/>
                <a:gd name="T52" fmla="*/ 2147483647 w 768"/>
                <a:gd name="T53" fmla="*/ 2147483647 h 162"/>
                <a:gd name="T54" fmla="*/ 2147483647 w 768"/>
                <a:gd name="T55" fmla="*/ 2147483647 h 162"/>
                <a:gd name="T56" fmla="*/ 2147483647 w 768"/>
                <a:gd name="T57" fmla="*/ 2147483647 h 162"/>
                <a:gd name="T58" fmla="*/ 2147483647 w 768"/>
                <a:gd name="T59" fmla="*/ 2147483647 h 162"/>
                <a:gd name="T60" fmla="*/ 2147483647 w 768"/>
                <a:gd name="T61" fmla="*/ 2147483647 h 162"/>
                <a:gd name="T62" fmla="*/ 2147483647 w 768"/>
                <a:gd name="T63" fmla="*/ 2147483647 h 162"/>
                <a:gd name="T64" fmla="*/ 2147483647 w 768"/>
                <a:gd name="T65" fmla="*/ 2147483647 h 162"/>
                <a:gd name="T66" fmla="*/ 2147483647 w 768"/>
                <a:gd name="T67" fmla="*/ 2147483647 h 162"/>
                <a:gd name="T68" fmla="*/ 2147483647 w 768"/>
                <a:gd name="T69" fmla="*/ 2147483647 h 162"/>
                <a:gd name="T70" fmla="*/ 2147483647 w 768"/>
                <a:gd name="T71" fmla="*/ 2147483647 h 162"/>
                <a:gd name="T72" fmla="*/ 2147483647 w 768"/>
                <a:gd name="T73" fmla="*/ 2147483647 h 162"/>
                <a:gd name="T74" fmla="*/ 2147483647 w 768"/>
                <a:gd name="T75" fmla="*/ 2147483647 h 162"/>
                <a:gd name="T76" fmla="*/ 2147483647 w 768"/>
                <a:gd name="T77" fmla="*/ 2147483647 h 162"/>
                <a:gd name="T78" fmla="*/ 2147483647 w 768"/>
                <a:gd name="T79" fmla="*/ 2147483647 h 162"/>
                <a:gd name="T80" fmla="*/ 2147483647 w 768"/>
                <a:gd name="T81" fmla="*/ 2147483647 h 162"/>
                <a:gd name="T82" fmla="*/ 2147483647 w 768"/>
                <a:gd name="T83" fmla="*/ 2147483647 h 162"/>
                <a:gd name="T84" fmla="*/ 2147483647 w 768"/>
                <a:gd name="T85" fmla="*/ 2147483647 h 162"/>
                <a:gd name="T86" fmla="*/ 2147483647 w 768"/>
                <a:gd name="T87" fmla="*/ 2147483647 h 162"/>
                <a:gd name="T88" fmla="*/ 2147483647 w 768"/>
                <a:gd name="T89" fmla="*/ 2147483647 h 162"/>
                <a:gd name="T90" fmla="*/ 2147483647 w 768"/>
                <a:gd name="T91" fmla="*/ 2147483647 h 162"/>
                <a:gd name="T92" fmla="*/ 2147483647 w 768"/>
                <a:gd name="T93" fmla="*/ 2147483647 h 162"/>
                <a:gd name="T94" fmla="*/ 2147483647 w 768"/>
                <a:gd name="T95" fmla="*/ 2147483647 h 162"/>
                <a:gd name="T96" fmla="*/ 2147483647 w 768"/>
                <a:gd name="T97" fmla="*/ 2147483647 h 162"/>
                <a:gd name="T98" fmla="*/ 2147483647 w 768"/>
                <a:gd name="T99" fmla="*/ 2147483647 h 162"/>
                <a:gd name="T100" fmla="*/ 2147483647 w 768"/>
                <a:gd name="T101" fmla="*/ 2147483647 h 162"/>
                <a:gd name="T102" fmla="*/ 2147483647 w 768"/>
                <a:gd name="T103" fmla="*/ 2147483647 h 162"/>
                <a:gd name="T104" fmla="*/ 2147483647 w 768"/>
                <a:gd name="T105" fmla="*/ 2147483647 h 162"/>
                <a:gd name="T106" fmla="*/ 2147483647 w 768"/>
                <a:gd name="T107" fmla="*/ 2147483647 h 162"/>
                <a:gd name="T108" fmla="*/ 2147483647 w 768"/>
                <a:gd name="T109" fmla="*/ 2147483647 h 162"/>
                <a:gd name="T110" fmla="*/ 2147483647 w 768"/>
                <a:gd name="T111" fmla="*/ 2147483647 h 162"/>
                <a:gd name="T112" fmla="*/ 2147483647 w 768"/>
                <a:gd name="T113" fmla="*/ 2147483647 h 16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768" h="162">
                  <a:moveTo>
                    <a:pt x="521" y="130"/>
                  </a:moveTo>
                  <a:cubicBezTo>
                    <a:pt x="521" y="121"/>
                    <a:pt x="521" y="121"/>
                    <a:pt x="521" y="121"/>
                  </a:cubicBezTo>
                  <a:cubicBezTo>
                    <a:pt x="522" y="121"/>
                    <a:pt x="523" y="120"/>
                    <a:pt x="523" y="119"/>
                  </a:cubicBezTo>
                  <a:cubicBezTo>
                    <a:pt x="525" y="117"/>
                    <a:pt x="526" y="114"/>
                    <a:pt x="527" y="111"/>
                  </a:cubicBezTo>
                  <a:cubicBezTo>
                    <a:pt x="529" y="107"/>
                    <a:pt x="530" y="103"/>
                    <a:pt x="530" y="99"/>
                  </a:cubicBezTo>
                  <a:cubicBezTo>
                    <a:pt x="531" y="95"/>
                    <a:pt x="531" y="91"/>
                    <a:pt x="530" y="87"/>
                  </a:cubicBezTo>
                  <a:cubicBezTo>
                    <a:pt x="530" y="84"/>
                    <a:pt x="530" y="82"/>
                    <a:pt x="529" y="80"/>
                  </a:cubicBezTo>
                  <a:cubicBezTo>
                    <a:pt x="528" y="77"/>
                    <a:pt x="527" y="76"/>
                    <a:pt x="525" y="76"/>
                  </a:cubicBezTo>
                  <a:cubicBezTo>
                    <a:pt x="524" y="76"/>
                    <a:pt x="523" y="76"/>
                    <a:pt x="521" y="77"/>
                  </a:cubicBezTo>
                  <a:cubicBezTo>
                    <a:pt x="521" y="65"/>
                    <a:pt x="521" y="65"/>
                    <a:pt x="521" y="65"/>
                  </a:cubicBezTo>
                  <a:cubicBezTo>
                    <a:pt x="523" y="65"/>
                    <a:pt x="524" y="65"/>
                    <a:pt x="525" y="65"/>
                  </a:cubicBezTo>
                  <a:cubicBezTo>
                    <a:pt x="527" y="66"/>
                    <a:pt x="529" y="67"/>
                    <a:pt x="530" y="68"/>
                  </a:cubicBezTo>
                  <a:cubicBezTo>
                    <a:pt x="532" y="70"/>
                    <a:pt x="533" y="71"/>
                    <a:pt x="534" y="73"/>
                  </a:cubicBezTo>
                  <a:cubicBezTo>
                    <a:pt x="535" y="71"/>
                    <a:pt x="536" y="71"/>
                    <a:pt x="538" y="71"/>
                  </a:cubicBezTo>
                  <a:cubicBezTo>
                    <a:pt x="540" y="71"/>
                    <a:pt x="541" y="71"/>
                    <a:pt x="543" y="71"/>
                  </a:cubicBezTo>
                  <a:cubicBezTo>
                    <a:pt x="544" y="72"/>
                    <a:pt x="546" y="73"/>
                    <a:pt x="547" y="74"/>
                  </a:cubicBezTo>
                  <a:cubicBezTo>
                    <a:pt x="548" y="76"/>
                    <a:pt x="548" y="77"/>
                    <a:pt x="548" y="79"/>
                  </a:cubicBezTo>
                  <a:cubicBezTo>
                    <a:pt x="547" y="82"/>
                    <a:pt x="547" y="85"/>
                    <a:pt x="546" y="89"/>
                  </a:cubicBezTo>
                  <a:cubicBezTo>
                    <a:pt x="546" y="92"/>
                    <a:pt x="545" y="96"/>
                    <a:pt x="545" y="99"/>
                  </a:cubicBezTo>
                  <a:cubicBezTo>
                    <a:pt x="545" y="103"/>
                    <a:pt x="545" y="106"/>
                    <a:pt x="545" y="109"/>
                  </a:cubicBezTo>
                  <a:cubicBezTo>
                    <a:pt x="546" y="111"/>
                    <a:pt x="547" y="112"/>
                    <a:pt x="548" y="112"/>
                  </a:cubicBezTo>
                  <a:cubicBezTo>
                    <a:pt x="549" y="112"/>
                    <a:pt x="550" y="111"/>
                    <a:pt x="551" y="109"/>
                  </a:cubicBezTo>
                  <a:cubicBezTo>
                    <a:pt x="552" y="107"/>
                    <a:pt x="553" y="104"/>
                    <a:pt x="554" y="101"/>
                  </a:cubicBezTo>
                  <a:cubicBezTo>
                    <a:pt x="556" y="98"/>
                    <a:pt x="557" y="95"/>
                    <a:pt x="558" y="93"/>
                  </a:cubicBezTo>
                  <a:cubicBezTo>
                    <a:pt x="558" y="90"/>
                    <a:pt x="559" y="88"/>
                    <a:pt x="559" y="86"/>
                  </a:cubicBezTo>
                  <a:cubicBezTo>
                    <a:pt x="560" y="83"/>
                    <a:pt x="560" y="79"/>
                    <a:pt x="560" y="75"/>
                  </a:cubicBezTo>
                  <a:cubicBezTo>
                    <a:pt x="561" y="70"/>
                    <a:pt x="561" y="66"/>
                    <a:pt x="561" y="62"/>
                  </a:cubicBezTo>
                  <a:cubicBezTo>
                    <a:pt x="556" y="62"/>
                    <a:pt x="556" y="62"/>
                    <a:pt x="556" y="62"/>
                  </a:cubicBezTo>
                  <a:cubicBezTo>
                    <a:pt x="554" y="62"/>
                    <a:pt x="552" y="61"/>
                    <a:pt x="551" y="61"/>
                  </a:cubicBezTo>
                  <a:cubicBezTo>
                    <a:pt x="550" y="60"/>
                    <a:pt x="549" y="59"/>
                    <a:pt x="549" y="58"/>
                  </a:cubicBezTo>
                  <a:cubicBezTo>
                    <a:pt x="549" y="57"/>
                    <a:pt x="550" y="56"/>
                    <a:pt x="551" y="55"/>
                  </a:cubicBezTo>
                  <a:cubicBezTo>
                    <a:pt x="552" y="54"/>
                    <a:pt x="554" y="54"/>
                    <a:pt x="556" y="54"/>
                  </a:cubicBezTo>
                  <a:cubicBezTo>
                    <a:pt x="562" y="54"/>
                    <a:pt x="562" y="54"/>
                    <a:pt x="562" y="54"/>
                  </a:cubicBezTo>
                  <a:cubicBezTo>
                    <a:pt x="562" y="53"/>
                    <a:pt x="562" y="52"/>
                    <a:pt x="562" y="51"/>
                  </a:cubicBezTo>
                  <a:cubicBezTo>
                    <a:pt x="562" y="50"/>
                    <a:pt x="562" y="49"/>
                    <a:pt x="562" y="49"/>
                  </a:cubicBezTo>
                  <a:cubicBezTo>
                    <a:pt x="562" y="45"/>
                    <a:pt x="563" y="43"/>
                    <a:pt x="565" y="42"/>
                  </a:cubicBezTo>
                  <a:cubicBezTo>
                    <a:pt x="567" y="40"/>
                    <a:pt x="569" y="40"/>
                    <a:pt x="571" y="40"/>
                  </a:cubicBezTo>
                  <a:cubicBezTo>
                    <a:pt x="573" y="40"/>
                    <a:pt x="575" y="41"/>
                    <a:pt x="576" y="42"/>
                  </a:cubicBezTo>
                  <a:cubicBezTo>
                    <a:pt x="578" y="43"/>
                    <a:pt x="578" y="45"/>
                    <a:pt x="578" y="48"/>
                  </a:cubicBezTo>
                  <a:cubicBezTo>
                    <a:pt x="577" y="53"/>
                    <a:pt x="577" y="53"/>
                    <a:pt x="577" y="53"/>
                  </a:cubicBezTo>
                  <a:cubicBezTo>
                    <a:pt x="582" y="53"/>
                    <a:pt x="582" y="53"/>
                    <a:pt x="582" y="53"/>
                  </a:cubicBezTo>
                  <a:cubicBezTo>
                    <a:pt x="583" y="53"/>
                    <a:pt x="584" y="53"/>
                    <a:pt x="585" y="53"/>
                  </a:cubicBezTo>
                  <a:cubicBezTo>
                    <a:pt x="585" y="51"/>
                    <a:pt x="586" y="49"/>
                    <a:pt x="588" y="47"/>
                  </a:cubicBezTo>
                  <a:cubicBezTo>
                    <a:pt x="591" y="45"/>
                    <a:pt x="594" y="44"/>
                    <a:pt x="598" y="43"/>
                  </a:cubicBezTo>
                  <a:cubicBezTo>
                    <a:pt x="602" y="42"/>
                    <a:pt x="606" y="42"/>
                    <a:pt x="609" y="44"/>
                  </a:cubicBezTo>
                  <a:cubicBezTo>
                    <a:pt x="612" y="45"/>
                    <a:pt x="614" y="47"/>
                    <a:pt x="615" y="50"/>
                  </a:cubicBezTo>
                  <a:cubicBezTo>
                    <a:pt x="615" y="52"/>
                    <a:pt x="615" y="53"/>
                    <a:pt x="614" y="55"/>
                  </a:cubicBezTo>
                  <a:cubicBezTo>
                    <a:pt x="613" y="56"/>
                    <a:pt x="612" y="57"/>
                    <a:pt x="611" y="58"/>
                  </a:cubicBezTo>
                  <a:cubicBezTo>
                    <a:pt x="610" y="59"/>
                    <a:pt x="608" y="60"/>
                    <a:pt x="607" y="61"/>
                  </a:cubicBezTo>
                  <a:cubicBezTo>
                    <a:pt x="605" y="61"/>
                    <a:pt x="603" y="62"/>
                    <a:pt x="602" y="62"/>
                  </a:cubicBezTo>
                  <a:cubicBezTo>
                    <a:pt x="598" y="63"/>
                    <a:pt x="595" y="62"/>
                    <a:pt x="591" y="61"/>
                  </a:cubicBezTo>
                  <a:cubicBezTo>
                    <a:pt x="590" y="61"/>
                    <a:pt x="589" y="60"/>
                    <a:pt x="588" y="60"/>
                  </a:cubicBezTo>
                  <a:cubicBezTo>
                    <a:pt x="588" y="60"/>
                    <a:pt x="588" y="60"/>
                    <a:pt x="588" y="60"/>
                  </a:cubicBezTo>
                  <a:cubicBezTo>
                    <a:pt x="586" y="61"/>
                    <a:pt x="585" y="61"/>
                    <a:pt x="582" y="61"/>
                  </a:cubicBezTo>
                  <a:cubicBezTo>
                    <a:pt x="576" y="61"/>
                    <a:pt x="576" y="61"/>
                    <a:pt x="576" y="61"/>
                  </a:cubicBezTo>
                  <a:cubicBezTo>
                    <a:pt x="576" y="66"/>
                    <a:pt x="575" y="72"/>
                    <a:pt x="575" y="78"/>
                  </a:cubicBezTo>
                  <a:cubicBezTo>
                    <a:pt x="574" y="84"/>
                    <a:pt x="574" y="90"/>
                    <a:pt x="574" y="95"/>
                  </a:cubicBezTo>
                  <a:cubicBezTo>
                    <a:pt x="574" y="101"/>
                    <a:pt x="574" y="105"/>
                    <a:pt x="574" y="109"/>
                  </a:cubicBezTo>
                  <a:cubicBezTo>
                    <a:pt x="574" y="112"/>
                    <a:pt x="575" y="114"/>
                    <a:pt x="576" y="114"/>
                  </a:cubicBezTo>
                  <a:cubicBezTo>
                    <a:pt x="577" y="114"/>
                    <a:pt x="578" y="113"/>
                    <a:pt x="579" y="110"/>
                  </a:cubicBezTo>
                  <a:cubicBezTo>
                    <a:pt x="581" y="108"/>
                    <a:pt x="582" y="105"/>
                    <a:pt x="584" y="102"/>
                  </a:cubicBezTo>
                  <a:cubicBezTo>
                    <a:pt x="585" y="98"/>
                    <a:pt x="587" y="95"/>
                    <a:pt x="588" y="92"/>
                  </a:cubicBezTo>
                  <a:cubicBezTo>
                    <a:pt x="589" y="89"/>
                    <a:pt x="590" y="87"/>
                    <a:pt x="590" y="86"/>
                  </a:cubicBezTo>
                  <a:cubicBezTo>
                    <a:pt x="591" y="84"/>
                    <a:pt x="591" y="81"/>
                    <a:pt x="591" y="79"/>
                  </a:cubicBezTo>
                  <a:cubicBezTo>
                    <a:pt x="591" y="76"/>
                    <a:pt x="591" y="73"/>
                    <a:pt x="593" y="72"/>
                  </a:cubicBezTo>
                  <a:cubicBezTo>
                    <a:pt x="595" y="71"/>
                    <a:pt x="597" y="70"/>
                    <a:pt x="599" y="71"/>
                  </a:cubicBezTo>
                  <a:cubicBezTo>
                    <a:pt x="601" y="71"/>
                    <a:pt x="603" y="72"/>
                    <a:pt x="604" y="73"/>
                  </a:cubicBezTo>
                  <a:cubicBezTo>
                    <a:pt x="606" y="75"/>
                    <a:pt x="607" y="77"/>
                    <a:pt x="606" y="79"/>
                  </a:cubicBezTo>
                  <a:cubicBezTo>
                    <a:pt x="606" y="82"/>
                    <a:pt x="605" y="85"/>
                    <a:pt x="605" y="89"/>
                  </a:cubicBezTo>
                  <a:cubicBezTo>
                    <a:pt x="604" y="92"/>
                    <a:pt x="604" y="96"/>
                    <a:pt x="604" y="99"/>
                  </a:cubicBezTo>
                  <a:cubicBezTo>
                    <a:pt x="604" y="103"/>
                    <a:pt x="604" y="106"/>
                    <a:pt x="604" y="109"/>
                  </a:cubicBezTo>
                  <a:cubicBezTo>
                    <a:pt x="604" y="111"/>
                    <a:pt x="605" y="112"/>
                    <a:pt x="606" y="112"/>
                  </a:cubicBezTo>
                  <a:cubicBezTo>
                    <a:pt x="607" y="112"/>
                    <a:pt x="608" y="111"/>
                    <a:pt x="609" y="109"/>
                  </a:cubicBezTo>
                  <a:cubicBezTo>
                    <a:pt x="611" y="107"/>
                    <a:pt x="612" y="104"/>
                    <a:pt x="613" y="101"/>
                  </a:cubicBezTo>
                  <a:cubicBezTo>
                    <a:pt x="614" y="98"/>
                    <a:pt x="615" y="95"/>
                    <a:pt x="616" y="93"/>
                  </a:cubicBezTo>
                  <a:cubicBezTo>
                    <a:pt x="617" y="90"/>
                    <a:pt x="617" y="88"/>
                    <a:pt x="618" y="87"/>
                  </a:cubicBezTo>
                  <a:cubicBezTo>
                    <a:pt x="618" y="83"/>
                    <a:pt x="618" y="79"/>
                    <a:pt x="618" y="74"/>
                  </a:cubicBezTo>
                  <a:cubicBezTo>
                    <a:pt x="619" y="72"/>
                    <a:pt x="620" y="70"/>
                    <a:pt x="621" y="69"/>
                  </a:cubicBezTo>
                  <a:cubicBezTo>
                    <a:pt x="623" y="68"/>
                    <a:pt x="625" y="67"/>
                    <a:pt x="627" y="67"/>
                  </a:cubicBezTo>
                  <a:cubicBezTo>
                    <a:pt x="630" y="66"/>
                    <a:pt x="631" y="66"/>
                    <a:pt x="633" y="67"/>
                  </a:cubicBezTo>
                  <a:cubicBezTo>
                    <a:pt x="635" y="67"/>
                    <a:pt x="635" y="68"/>
                    <a:pt x="635" y="70"/>
                  </a:cubicBezTo>
                  <a:cubicBezTo>
                    <a:pt x="634" y="74"/>
                    <a:pt x="634" y="78"/>
                    <a:pt x="634" y="82"/>
                  </a:cubicBezTo>
                  <a:cubicBezTo>
                    <a:pt x="634" y="87"/>
                    <a:pt x="634" y="91"/>
                    <a:pt x="635" y="95"/>
                  </a:cubicBezTo>
                  <a:cubicBezTo>
                    <a:pt x="635" y="99"/>
                    <a:pt x="636" y="102"/>
                    <a:pt x="637" y="105"/>
                  </a:cubicBezTo>
                  <a:cubicBezTo>
                    <a:pt x="638" y="108"/>
                    <a:pt x="640" y="109"/>
                    <a:pt x="641" y="109"/>
                  </a:cubicBezTo>
                  <a:cubicBezTo>
                    <a:pt x="642" y="109"/>
                    <a:pt x="643" y="108"/>
                    <a:pt x="644" y="104"/>
                  </a:cubicBezTo>
                  <a:cubicBezTo>
                    <a:pt x="646" y="101"/>
                    <a:pt x="647" y="98"/>
                    <a:pt x="648" y="94"/>
                  </a:cubicBezTo>
                  <a:cubicBezTo>
                    <a:pt x="648" y="90"/>
                    <a:pt x="649" y="86"/>
                    <a:pt x="650" y="82"/>
                  </a:cubicBezTo>
                  <a:cubicBezTo>
                    <a:pt x="650" y="78"/>
                    <a:pt x="651" y="75"/>
                    <a:pt x="651" y="73"/>
                  </a:cubicBezTo>
                  <a:cubicBezTo>
                    <a:pt x="651" y="72"/>
                    <a:pt x="651" y="71"/>
                    <a:pt x="652" y="70"/>
                  </a:cubicBezTo>
                  <a:cubicBezTo>
                    <a:pt x="653" y="70"/>
                    <a:pt x="654" y="69"/>
                    <a:pt x="655" y="69"/>
                  </a:cubicBezTo>
                  <a:cubicBezTo>
                    <a:pt x="657" y="69"/>
                    <a:pt x="658" y="70"/>
                    <a:pt x="658" y="70"/>
                  </a:cubicBezTo>
                  <a:cubicBezTo>
                    <a:pt x="659" y="71"/>
                    <a:pt x="660" y="72"/>
                    <a:pt x="660" y="73"/>
                  </a:cubicBezTo>
                  <a:cubicBezTo>
                    <a:pt x="659" y="74"/>
                    <a:pt x="659" y="76"/>
                    <a:pt x="659" y="79"/>
                  </a:cubicBezTo>
                  <a:cubicBezTo>
                    <a:pt x="659" y="81"/>
                    <a:pt x="658" y="84"/>
                    <a:pt x="658" y="88"/>
                  </a:cubicBezTo>
                  <a:cubicBezTo>
                    <a:pt x="657" y="91"/>
                    <a:pt x="656" y="95"/>
                    <a:pt x="655" y="99"/>
                  </a:cubicBezTo>
                  <a:cubicBezTo>
                    <a:pt x="654" y="103"/>
                    <a:pt x="652" y="106"/>
                    <a:pt x="651" y="109"/>
                  </a:cubicBezTo>
                  <a:cubicBezTo>
                    <a:pt x="649" y="113"/>
                    <a:pt x="647" y="115"/>
                    <a:pt x="645" y="117"/>
                  </a:cubicBezTo>
                  <a:cubicBezTo>
                    <a:pt x="642" y="119"/>
                    <a:pt x="640" y="121"/>
                    <a:pt x="637" y="121"/>
                  </a:cubicBezTo>
                  <a:cubicBezTo>
                    <a:pt x="633" y="121"/>
                    <a:pt x="629" y="120"/>
                    <a:pt x="627" y="117"/>
                  </a:cubicBezTo>
                  <a:cubicBezTo>
                    <a:pt x="624" y="114"/>
                    <a:pt x="622" y="111"/>
                    <a:pt x="621" y="106"/>
                  </a:cubicBezTo>
                  <a:cubicBezTo>
                    <a:pt x="620" y="106"/>
                    <a:pt x="620" y="105"/>
                    <a:pt x="620" y="104"/>
                  </a:cubicBezTo>
                  <a:cubicBezTo>
                    <a:pt x="619" y="106"/>
                    <a:pt x="619" y="107"/>
                    <a:pt x="618" y="108"/>
                  </a:cubicBezTo>
                  <a:cubicBezTo>
                    <a:pt x="617" y="111"/>
                    <a:pt x="615" y="114"/>
                    <a:pt x="614" y="116"/>
                  </a:cubicBezTo>
                  <a:cubicBezTo>
                    <a:pt x="612" y="119"/>
                    <a:pt x="610" y="120"/>
                    <a:pt x="608" y="122"/>
                  </a:cubicBezTo>
                  <a:cubicBezTo>
                    <a:pt x="606" y="123"/>
                    <a:pt x="603" y="123"/>
                    <a:pt x="601" y="123"/>
                  </a:cubicBezTo>
                  <a:cubicBezTo>
                    <a:pt x="597" y="121"/>
                    <a:pt x="594" y="119"/>
                    <a:pt x="593" y="116"/>
                  </a:cubicBezTo>
                  <a:cubicBezTo>
                    <a:pt x="592" y="114"/>
                    <a:pt x="591" y="112"/>
                    <a:pt x="590" y="109"/>
                  </a:cubicBezTo>
                  <a:cubicBezTo>
                    <a:pt x="590" y="110"/>
                    <a:pt x="590" y="111"/>
                    <a:pt x="589" y="111"/>
                  </a:cubicBezTo>
                  <a:cubicBezTo>
                    <a:pt x="587" y="115"/>
                    <a:pt x="585" y="119"/>
                    <a:pt x="582" y="122"/>
                  </a:cubicBezTo>
                  <a:cubicBezTo>
                    <a:pt x="579" y="125"/>
                    <a:pt x="575" y="127"/>
                    <a:pt x="571" y="127"/>
                  </a:cubicBezTo>
                  <a:cubicBezTo>
                    <a:pt x="569" y="127"/>
                    <a:pt x="566" y="126"/>
                    <a:pt x="565" y="124"/>
                  </a:cubicBezTo>
                  <a:cubicBezTo>
                    <a:pt x="563" y="122"/>
                    <a:pt x="562" y="119"/>
                    <a:pt x="561" y="115"/>
                  </a:cubicBezTo>
                  <a:cubicBezTo>
                    <a:pt x="560" y="113"/>
                    <a:pt x="560" y="111"/>
                    <a:pt x="560" y="108"/>
                  </a:cubicBezTo>
                  <a:cubicBezTo>
                    <a:pt x="558" y="111"/>
                    <a:pt x="557" y="114"/>
                    <a:pt x="555" y="116"/>
                  </a:cubicBezTo>
                  <a:cubicBezTo>
                    <a:pt x="553" y="119"/>
                    <a:pt x="551" y="120"/>
                    <a:pt x="549" y="122"/>
                  </a:cubicBezTo>
                  <a:cubicBezTo>
                    <a:pt x="547" y="123"/>
                    <a:pt x="545" y="123"/>
                    <a:pt x="542" y="123"/>
                  </a:cubicBezTo>
                  <a:cubicBezTo>
                    <a:pt x="538" y="121"/>
                    <a:pt x="535" y="119"/>
                    <a:pt x="533" y="115"/>
                  </a:cubicBezTo>
                  <a:cubicBezTo>
                    <a:pt x="532" y="119"/>
                    <a:pt x="531" y="122"/>
                    <a:pt x="529" y="124"/>
                  </a:cubicBezTo>
                  <a:cubicBezTo>
                    <a:pt x="527" y="127"/>
                    <a:pt x="524" y="129"/>
                    <a:pt x="521" y="130"/>
                  </a:cubicBezTo>
                  <a:moveTo>
                    <a:pt x="765" y="148"/>
                  </a:moveTo>
                  <a:cubicBezTo>
                    <a:pt x="765" y="151"/>
                    <a:pt x="764" y="154"/>
                    <a:pt x="762" y="156"/>
                  </a:cubicBezTo>
                  <a:cubicBezTo>
                    <a:pt x="760" y="158"/>
                    <a:pt x="758" y="160"/>
                    <a:pt x="756" y="161"/>
                  </a:cubicBezTo>
                  <a:cubicBezTo>
                    <a:pt x="754" y="162"/>
                    <a:pt x="752" y="162"/>
                    <a:pt x="750" y="162"/>
                  </a:cubicBezTo>
                  <a:cubicBezTo>
                    <a:pt x="749" y="162"/>
                    <a:pt x="748" y="161"/>
                    <a:pt x="748" y="158"/>
                  </a:cubicBezTo>
                  <a:cubicBezTo>
                    <a:pt x="748" y="156"/>
                    <a:pt x="748" y="154"/>
                    <a:pt x="749" y="150"/>
                  </a:cubicBezTo>
                  <a:cubicBezTo>
                    <a:pt x="749" y="147"/>
                    <a:pt x="749" y="143"/>
                    <a:pt x="749" y="139"/>
                  </a:cubicBezTo>
                  <a:cubicBezTo>
                    <a:pt x="750" y="135"/>
                    <a:pt x="750" y="130"/>
                    <a:pt x="750" y="125"/>
                  </a:cubicBezTo>
                  <a:cubicBezTo>
                    <a:pt x="750" y="121"/>
                    <a:pt x="751" y="116"/>
                    <a:pt x="751" y="111"/>
                  </a:cubicBezTo>
                  <a:cubicBezTo>
                    <a:pt x="749" y="115"/>
                    <a:pt x="748" y="118"/>
                    <a:pt x="745" y="120"/>
                  </a:cubicBezTo>
                  <a:cubicBezTo>
                    <a:pt x="744" y="122"/>
                    <a:pt x="742" y="123"/>
                    <a:pt x="740" y="123"/>
                  </a:cubicBezTo>
                  <a:cubicBezTo>
                    <a:pt x="738" y="123"/>
                    <a:pt x="736" y="123"/>
                    <a:pt x="735" y="122"/>
                  </a:cubicBezTo>
                  <a:cubicBezTo>
                    <a:pt x="733" y="121"/>
                    <a:pt x="731" y="120"/>
                    <a:pt x="730" y="118"/>
                  </a:cubicBezTo>
                  <a:cubicBezTo>
                    <a:pt x="728" y="116"/>
                    <a:pt x="728" y="115"/>
                    <a:pt x="727" y="113"/>
                  </a:cubicBezTo>
                  <a:cubicBezTo>
                    <a:pt x="727" y="111"/>
                    <a:pt x="727" y="110"/>
                    <a:pt x="727" y="108"/>
                  </a:cubicBezTo>
                  <a:cubicBezTo>
                    <a:pt x="726" y="109"/>
                    <a:pt x="726" y="110"/>
                    <a:pt x="725" y="111"/>
                  </a:cubicBezTo>
                  <a:cubicBezTo>
                    <a:pt x="723" y="115"/>
                    <a:pt x="720" y="119"/>
                    <a:pt x="717" y="122"/>
                  </a:cubicBezTo>
                  <a:cubicBezTo>
                    <a:pt x="715" y="125"/>
                    <a:pt x="711" y="127"/>
                    <a:pt x="707" y="127"/>
                  </a:cubicBezTo>
                  <a:cubicBezTo>
                    <a:pt x="704" y="127"/>
                    <a:pt x="702" y="126"/>
                    <a:pt x="700" y="124"/>
                  </a:cubicBezTo>
                  <a:cubicBezTo>
                    <a:pt x="699" y="122"/>
                    <a:pt x="697" y="119"/>
                    <a:pt x="697" y="115"/>
                  </a:cubicBezTo>
                  <a:cubicBezTo>
                    <a:pt x="696" y="113"/>
                    <a:pt x="696" y="111"/>
                    <a:pt x="695" y="108"/>
                  </a:cubicBezTo>
                  <a:cubicBezTo>
                    <a:pt x="694" y="111"/>
                    <a:pt x="693" y="114"/>
                    <a:pt x="691" y="116"/>
                  </a:cubicBezTo>
                  <a:cubicBezTo>
                    <a:pt x="689" y="119"/>
                    <a:pt x="687" y="120"/>
                    <a:pt x="685" y="122"/>
                  </a:cubicBezTo>
                  <a:cubicBezTo>
                    <a:pt x="683" y="123"/>
                    <a:pt x="681" y="123"/>
                    <a:pt x="678" y="123"/>
                  </a:cubicBezTo>
                  <a:cubicBezTo>
                    <a:pt x="674" y="121"/>
                    <a:pt x="672" y="119"/>
                    <a:pt x="670" y="116"/>
                  </a:cubicBezTo>
                  <a:cubicBezTo>
                    <a:pt x="668" y="113"/>
                    <a:pt x="667" y="110"/>
                    <a:pt x="667" y="106"/>
                  </a:cubicBezTo>
                  <a:cubicBezTo>
                    <a:pt x="667" y="102"/>
                    <a:pt x="667" y="98"/>
                    <a:pt x="667" y="93"/>
                  </a:cubicBezTo>
                  <a:cubicBezTo>
                    <a:pt x="668" y="88"/>
                    <a:pt x="668" y="84"/>
                    <a:pt x="668" y="79"/>
                  </a:cubicBezTo>
                  <a:cubicBezTo>
                    <a:pt x="668" y="76"/>
                    <a:pt x="669" y="73"/>
                    <a:pt x="670" y="72"/>
                  </a:cubicBezTo>
                  <a:cubicBezTo>
                    <a:pt x="672" y="71"/>
                    <a:pt x="674" y="70"/>
                    <a:pt x="676" y="71"/>
                  </a:cubicBezTo>
                  <a:cubicBezTo>
                    <a:pt x="678" y="71"/>
                    <a:pt x="680" y="72"/>
                    <a:pt x="682" y="73"/>
                  </a:cubicBezTo>
                  <a:cubicBezTo>
                    <a:pt x="683" y="75"/>
                    <a:pt x="684" y="77"/>
                    <a:pt x="683" y="79"/>
                  </a:cubicBezTo>
                  <a:cubicBezTo>
                    <a:pt x="683" y="82"/>
                    <a:pt x="682" y="85"/>
                    <a:pt x="682" y="89"/>
                  </a:cubicBezTo>
                  <a:cubicBezTo>
                    <a:pt x="681" y="92"/>
                    <a:pt x="681" y="96"/>
                    <a:pt x="681" y="99"/>
                  </a:cubicBezTo>
                  <a:cubicBezTo>
                    <a:pt x="681" y="103"/>
                    <a:pt x="681" y="106"/>
                    <a:pt x="681" y="109"/>
                  </a:cubicBezTo>
                  <a:cubicBezTo>
                    <a:pt x="682" y="111"/>
                    <a:pt x="682" y="112"/>
                    <a:pt x="684" y="112"/>
                  </a:cubicBezTo>
                  <a:cubicBezTo>
                    <a:pt x="684" y="112"/>
                    <a:pt x="685" y="111"/>
                    <a:pt x="687" y="109"/>
                  </a:cubicBezTo>
                  <a:cubicBezTo>
                    <a:pt x="688" y="107"/>
                    <a:pt x="689" y="104"/>
                    <a:pt x="690" y="101"/>
                  </a:cubicBezTo>
                  <a:cubicBezTo>
                    <a:pt x="691" y="98"/>
                    <a:pt x="692" y="95"/>
                    <a:pt x="693" y="93"/>
                  </a:cubicBezTo>
                  <a:cubicBezTo>
                    <a:pt x="694" y="90"/>
                    <a:pt x="695" y="88"/>
                    <a:pt x="695" y="86"/>
                  </a:cubicBezTo>
                  <a:cubicBezTo>
                    <a:pt x="695" y="83"/>
                    <a:pt x="695" y="79"/>
                    <a:pt x="696" y="75"/>
                  </a:cubicBezTo>
                  <a:cubicBezTo>
                    <a:pt x="696" y="70"/>
                    <a:pt x="697" y="66"/>
                    <a:pt x="697" y="62"/>
                  </a:cubicBezTo>
                  <a:cubicBezTo>
                    <a:pt x="692" y="62"/>
                    <a:pt x="692" y="62"/>
                    <a:pt x="692" y="62"/>
                  </a:cubicBezTo>
                  <a:cubicBezTo>
                    <a:pt x="690" y="62"/>
                    <a:pt x="688" y="61"/>
                    <a:pt x="687" y="61"/>
                  </a:cubicBezTo>
                  <a:cubicBezTo>
                    <a:pt x="686" y="60"/>
                    <a:pt x="686" y="60"/>
                    <a:pt x="686" y="60"/>
                  </a:cubicBezTo>
                  <a:cubicBezTo>
                    <a:pt x="685" y="60"/>
                    <a:pt x="685" y="60"/>
                    <a:pt x="684" y="61"/>
                  </a:cubicBezTo>
                  <a:cubicBezTo>
                    <a:pt x="682" y="61"/>
                    <a:pt x="681" y="62"/>
                    <a:pt x="679" y="62"/>
                  </a:cubicBezTo>
                  <a:cubicBezTo>
                    <a:pt x="675" y="63"/>
                    <a:pt x="672" y="62"/>
                    <a:pt x="668" y="61"/>
                  </a:cubicBezTo>
                  <a:cubicBezTo>
                    <a:pt x="665" y="60"/>
                    <a:pt x="663" y="58"/>
                    <a:pt x="663" y="55"/>
                  </a:cubicBezTo>
                  <a:cubicBezTo>
                    <a:pt x="662" y="52"/>
                    <a:pt x="663" y="49"/>
                    <a:pt x="666" y="47"/>
                  </a:cubicBezTo>
                  <a:cubicBezTo>
                    <a:pt x="668" y="45"/>
                    <a:pt x="671" y="44"/>
                    <a:pt x="675" y="43"/>
                  </a:cubicBezTo>
                  <a:cubicBezTo>
                    <a:pt x="679" y="42"/>
                    <a:pt x="683" y="42"/>
                    <a:pt x="686" y="44"/>
                  </a:cubicBezTo>
                  <a:cubicBezTo>
                    <a:pt x="690" y="45"/>
                    <a:pt x="691" y="47"/>
                    <a:pt x="692" y="50"/>
                  </a:cubicBezTo>
                  <a:cubicBezTo>
                    <a:pt x="692" y="52"/>
                    <a:pt x="692" y="53"/>
                    <a:pt x="692" y="54"/>
                  </a:cubicBezTo>
                  <a:cubicBezTo>
                    <a:pt x="692" y="54"/>
                    <a:pt x="692" y="54"/>
                    <a:pt x="692" y="54"/>
                  </a:cubicBezTo>
                  <a:cubicBezTo>
                    <a:pt x="697" y="54"/>
                    <a:pt x="697" y="54"/>
                    <a:pt x="697" y="54"/>
                  </a:cubicBezTo>
                  <a:cubicBezTo>
                    <a:pt x="697" y="53"/>
                    <a:pt x="698" y="52"/>
                    <a:pt x="698" y="51"/>
                  </a:cubicBezTo>
                  <a:cubicBezTo>
                    <a:pt x="698" y="50"/>
                    <a:pt x="698" y="49"/>
                    <a:pt x="698" y="49"/>
                  </a:cubicBezTo>
                  <a:cubicBezTo>
                    <a:pt x="698" y="45"/>
                    <a:pt x="699" y="43"/>
                    <a:pt x="700" y="42"/>
                  </a:cubicBezTo>
                  <a:cubicBezTo>
                    <a:pt x="702" y="40"/>
                    <a:pt x="704" y="40"/>
                    <a:pt x="706" y="40"/>
                  </a:cubicBezTo>
                  <a:cubicBezTo>
                    <a:pt x="708" y="40"/>
                    <a:pt x="710" y="41"/>
                    <a:pt x="712" y="42"/>
                  </a:cubicBezTo>
                  <a:cubicBezTo>
                    <a:pt x="713" y="43"/>
                    <a:pt x="714" y="45"/>
                    <a:pt x="714" y="48"/>
                  </a:cubicBezTo>
                  <a:cubicBezTo>
                    <a:pt x="713" y="53"/>
                    <a:pt x="713" y="53"/>
                    <a:pt x="713" y="53"/>
                  </a:cubicBezTo>
                  <a:cubicBezTo>
                    <a:pt x="718" y="53"/>
                    <a:pt x="718" y="53"/>
                    <a:pt x="718" y="53"/>
                  </a:cubicBezTo>
                  <a:cubicBezTo>
                    <a:pt x="720" y="53"/>
                    <a:pt x="722" y="53"/>
                    <a:pt x="723" y="54"/>
                  </a:cubicBezTo>
                  <a:cubicBezTo>
                    <a:pt x="725" y="55"/>
                    <a:pt x="725" y="56"/>
                    <a:pt x="725" y="57"/>
                  </a:cubicBezTo>
                  <a:cubicBezTo>
                    <a:pt x="725" y="58"/>
                    <a:pt x="725" y="59"/>
                    <a:pt x="723" y="60"/>
                  </a:cubicBezTo>
                  <a:cubicBezTo>
                    <a:pt x="722" y="61"/>
                    <a:pt x="720" y="61"/>
                    <a:pt x="718" y="61"/>
                  </a:cubicBezTo>
                  <a:cubicBezTo>
                    <a:pt x="712" y="61"/>
                    <a:pt x="712" y="61"/>
                    <a:pt x="712" y="61"/>
                  </a:cubicBezTo>
                  <a:cubicBezTo>
                    <a:pt x="711" y="66"/>
                    <a:pt x="711" y="72"/>
                    <a:pt x="710" y="78"/>
                  </a:cubicBezTo>
                  <a:cubicBezTo>
                    <a:pt x="710" y="84"/>
                    <a:pt x="710" y="90"/>
                    <a:pt x="709" y="95"/>
                  </a:cubicBezTo>
                  <a:cubicBezTo>
                    <a:pt x="709" y="101"/>
                    <a:pt x="709" y="105"/>
                    <a:pt x="710" y="109"/>
                  </a:cubicBezTo>
                  <a:cubicBezTo>
                    <a:pt x="710" y="112"/>
                    <a:pt x="711" y="114"/>
                    <a:pt x="712" y="114"/>
                  </a:cubicBezTo>
                  <a:cubicBezTo>
                    <a:pt x="712" y="114"/>
                    <a:pt x="714" y="113"/>
                    <a:pt x="715" y="110"/>
                  </a:cubicBezTo>
                  <a:cubicBezTo>
                    <a:pt x="717" y="108"/>
                    <a:pt x="718" y="105"/>
                    <a:pt x="720" y="102"/>
                  </a:cubicBezTo>
                  <a:cubicBezTo>
                    <a:pt x="721" y="98"/>
                    <a:pt x="723" y="95"/>
                    <a:pt x="724" y="92"/>
                  </a:cubicBezTo>
                  <a:cubicBezTo>
                    <a:pt x="725" y="89"/>
                    <a:pt x="726" y="87"/>
                    <a:pt x="726" y="86"/>
                  </a:cubicBezTo>
                  <a:cubicBezTo>
                    <a:pt x="726" y="84"/>
                    <a:pt x="726" y="82"/>
                    <a:pt x="726" y="80"/>
                  </a:cubicBezTo>
                  <a:cubicBezTo>
                    <a:pt x="726" y="76"/>
                    <a:pt x="726" y="72"/>
                    <a:pt x="726" y="68"/>
                  </a:cubicBezTo>
                  <a:cubicBezTo>
                    <a:pt x="727" y="65"/>
                    <a:pt x="728" y="64"/>
                    <a:pt x="729" y="62"/>
                  </a:cubicBezTo>
                  <a:cubicBezTo>
                    <a:pt x="731" y="61"/>
                    <a:pt x="733" y="60"/>
                    <a:pt x="735" y="60"/>
                  </a:cubicBezTo>
                  <a:cubicBezTo>
                    <a:pt x="737" y="60"/>
                    <a:pt x="739" y="60"/>
                    <a:pt x="741" y="61"/>
                  </a:cubicBezTo>
                  <a:cubicBezTo>
                    <a:pt x="743" y="62"/>
                    <a:pt x="743" y="63"/>
                    <a:pt x="743" y="65"/>
                  </a:cubicBezTo>
                  <a:cubicBezTo>
                    <a:pt x="743" y="69"/>
                    <a:pt x="743" y="74"/>
                    <a:pt x="742" y="79"/>
                  </a:cubicBezTo>
                  <a:cubicBezTo>
                    <a:pt x="742" y="84"/>
                    <a:pt x="741" y="89"/>
                    <a:pt x="741" y="94"/>
                  </a:cubicBezTo>
                  <a:cubicBezTo>
                    <a:pt x="741" y="98"/>
                    <a:pt x="741" y="102"/>
                    <a:pt x="741" y="105"/>
                  </a:cubicBezTo>
                  <a:cubicBezTo>
                    <a:pt x="741" y="108"/>
                    <a:pt x="741" y="110"/>
                    <a:pt x="742" y="110"/>
                  </a:cubicBezTo>
                  <a:cubicBezTo>
                    <a:pt x="743" y="111"/>
                    <a:pt x="744" y="110"/>
                    <a:pt x="744" y="109"/>
                  </a:cubicBezTo>
                  <a:cubicBezTo>
                    <a:pt x="745" y="107"/>
                    <a:pt x="746" y="105"/>
                    <a:pt x="747" y="103"/>
                  </a:cubicBezTo>
                  <a:cubicBezTo>
                    <a:pt x="748" y="101"/>
                    <a:pt x="748" y="98"/>
                    <a:pt x="749" y="95"/>
                  </a:cubicBezTo>
                  <a:cubicBezTo>
                    <a:pt x="750" y="92"/>
                    <a:pt x="750" y="89"/>
                    <a:pt x="751" y="87"/>
                  </a:cubicBezTo>
                  <a:cubicBezTo>
                    <a:pt x="751" y="84"/>
                    <a:pt x="752" y="82"/>
                    <a:pt x="752" y="79"/>
                  </a:cubicBezTo>
                  <a:cubicBezTo>
                    <a:pt x="752" y="78"/>
                    <a:pt x="752" y="78"/>
                    <a:pt x="752" y="77"/>
                  </a:cubicBezTo>
                  <a:cubicBezTo>
                    <a:pt x="753" y="72"/>
                    <a:pt x="753" y="72"/>
                    <a:pt x="753" y="72"/>
                  </a:cubicBezTo>
                  <a:cubicBezTo>
                    <a:pt x="753" y="71"/>
                    <a:pt x="753" y="69"/>
                    <a:pt x="755" y="68"/>
                  </a:cubicBezTo>
                  <a:cubicBezTo>
                    <a:pt x="757" y="68"/>
                    <a:pt x="759" y="67"/>
                    <a:pt x="761" y="67"/>
                  </a:cubicBezTo>
                  <a:cubicBezTo>
                    <a:pt x="763" y="67"/>
                    <a:pt x="764" y="67"/>
                    <a:pt x="766" y="68"/>
                  </a:cubicBezTo>
                  <a:cubicBezTo>
                    <a:pt x="767" y="69"/>
                    <a:pt x="768" y="70"/>
                    <a:pt x="768" y="72"/>
                  </a:cubicBezTo>
                  <a:cubicBezTo>
                    <a:pt x="768" y="75"/>
                    <a:pt x="767" y="79"/>
                    <a:pt x="767" y="83"/>
                  </a:cubicBezTo>
                  <a:cubicBezTo>
                    <a:pt x="767" y="88"/>
                    <a:pt x="766" y="93"/>
                    <a:pt x="766" y="98"/>
                  </a:cubicBezTo>
                  <a:cubicBezTo>
                    <a:pt x="766" y="103"/>
                    <a:pt x="766" y="109"/>
                    <a:pt x="766" y="114"/>
                  </a:cubicBezTo>
                  <a:cubicBezTo>
                    <a:pt x="765" y="119"/>
                    <a:pt x="765" y="124"/>
                    <a:pt x="765" y="129"/>
                  </a:cubicBezTo>
                  <a:cubicBezTo>
                    <a:pt x="765" y="134"/>
                    <a:pt x="765" y="138"/>
                    <a:pt x="765" y="141"/>
                  </a:cubicBezTo>
                  <a:cubicBezTo>
                    <a:pt x="765" y="145"/>
                    <a:pt x="765" y="147"/>
                    <a:pt x="765" y="148"/>
                  </a:cubicBezTo>
                  <a:moveTo>
                    <a:pt x="521" y="65"/>
                  </a:moveTo>
                  <a:cubicBezTo>
                    <a:pt x="521" y="77"/>
                    <a:pt x="521" y="77"/>
                    <a:pt x="521" y="77"/>
                  </a:cubicBezTo>
                  <a:cubicBezTo>
                    <a:pt x="521" y="77"/>
                    <a:pt x="520" y="78"/>
                    <a:pt x="519" y="78"/>
                  </a:cubicBezTo>
                  <a:cubicBezTo>
                    <a:pt x="518" y="80"/>
                    <a:pt x="516" y="83"/>
                    <a:pt x="515" y="86"/>
                  </a:cubicBezTo>
                  <a:cubicBezTo>
                    <a:pt x="514" y="90"/>
                    <a:pt x="513" y="93"/>
                    <a:pt x="513" y="97"/>
                  </a:cubicBezTo>
                  <a:cubicBezTo>
                    <a:pt x="512" y="101"/>
                    <a:pt x="512" y="105"/>
                    <a:pt x="512" y="109"/>
                  </a:cubicBezTo>
                  <a:cubicBezTo>
                    <a:pt x="512" y="112"/>
                    <a:pt x="513" y="115"/>
                    <a:pt x="514" y="118"/>
                  </a:cubicBezTo>
                  <a:cubicBezTo>
                    <a:pt x="515" y="120"/>
                    <a:pt x="516" y="122"/>
                    <a:pt x="518" y="122"/>
                  </a:cubicBezTo>
                  <a:cubicBezTo>
                    <a:pt x="519" y="122"/>
                    <a:pt x="520" y="122"/>
                    <a:pt x="521" y="121"/>
                  </a:cubicBezTo>
                  <a:cubicBezTo>
                    <a:pt x="521" y="130"/>
                    <a:pt x="521" y="130"/>
                    <a:pt x="521" y="130"/>
                  </a:cubicBezTo>
                  <a:cubicBezTo>
                    <a:pt x="521" y="130"/>
                    <a:pt x="521" y="130"/>
                    <a:pt x="521" y="130"/>
                  </a:cubicBezTo>
                  <a:cubicBezTo>
                    <a:pt x="518" y="131"/>
                    <a:pt x="516" y="132"/>
                    <a:pt x="513" y="131"/>
                  </a:cubicBezTo>
                  <a:cubicBezTo>
                    <a:pt x="509" y="130"/>
                    <a:pt x="506" y="127"/>
                    <a:pt x="504" y="123"/>
                  </a:cubicBezTo>
                  <a:cubicBezTo>
                    <a:pt x="501" y="120"/>
                    <a:pt x="500" y="115"/>
                    <a:pt x="499" y="110"/>
                  </a:cubicBezTo>
                  <a:cubicBezTo>
                    <a:pt x="499" y="109"/>
                    <a:pt x="499" y="109"/>
                    <a:pt x="499" y="109"/>
                  </a:cubicBezTo>
                  <a:cubicBezTo>
                    <a:pt x="498" y="109"/>
                    <a:pt x="498" y="110"/>
                    <a:pt x="498" y="110"/>
                  </a:cubicBezTo>
                  <a:cubicBezTo>
                    <a:pt x="496" y="113"/>
                    <a:pt x="494" y="116"/>
                    <a:pt x="491" y="119"/>
                  </a:cubicBezTo>
                  <a:cubicBezTo>
                    <a:pt x="488" y="122"/>
                    <a:pt x="485" y="124"/>
                    <a:pt x="482" y="126"/>
                  </a:cubicBezTo>
                  <a:cubicBezTo>
                    <a:pt x="479" y="127"/>
                    <a:pt x="477" y="128"/>
                    <a:pt x="474" y="129"/>
                  </a:cubicBezTo>
                  <a:cubicBezTo>
                    <a:pt x="474" y="119"/>
                    <a:pt x="474" y="119"/>
                    <a:pt x="474" y="119"/>
                  </a:cubicBezTo>
                  <a:cubicBezTo>
                    <a:pt x="475" y="119"/>
                    <a:pt x="477" y="119"/>
                    <a:pt x="478" y="118"/>
                  </a:cubicBezTo>
                  <a:cubicBezTo>
                    <a:pt x="480" y="117"/>
                    <a:pt x="482" y="115"/>
                    <a:pt x="484" y="113"/>
                  </a:cubicBezTo>
                  <a:cubicBezTo>
                    <a:pt x="486" y="111"/>
                    <a:pt x="488" y="109"/>
                    <a:pt x="490" y="106"/>
                  </a:cubicBezTo>
                  <a:cubicBezTo>
                    <a:pt x="492" y="103"/>
                    <a:pt x="493" y="100"/>
                    <a:pt x="495" y="98"/>
                  </a:cubicBezTo>
                  <a:cubicBezTo>
                    <a:pt x="496" y="95"/>
                    <a:pt x="497" y="93"/>
                    <a:pt x="498" y="91"/>
                  </a:cubicBezTo>
                  <a:cubicBezTo>
                    <a:pt x="499" y="88"/>
                    <a:pt x="500" y="87"/>
                    <a:pt x="500" y="86"/>
                  </a:cubicBezTo>
                  <a:cubicBezTo>
                    <a:pt x="500" y="86"/>
                    <a:pt x="500" y="85"/>
                    <a:pt x="500" y="85"/>
                  </a:cubicBezTo>
                  <a:cubicBezTo>
                    <a:pt x="501" y="83"/>
                    <a:pt x="502" y="81"/>
                    <a:pt x="503" y="78"/>
                  </a:cubicBezTo>
                  <a:cubicBezTo>
                    <a:pt x="505" y="74"/>
                    <a:pt x="508" y="70"/>
                    <a:pt x="512" y="68"/>
                  </a:cubicBezTo>
                  <a:cubicBezTo>
                    <a:pt x="515" y="66"/>
                    <a:pt x="518" y="65"/>
                    <a:pt x="521" y="65"/>
                  </a:cubicBezTo>
                  <a:moveTo>
                    <a:pt x="474" y="93"/>
                  </a:moveTo>
                  <a:cubicBezTo>
                    <a:pt x="476" y="93"/>
                    <a:pt x="477" y="93"/>
                    <a:pt x="479" y="92"/>
                  </a:cubicBezTo>
                  <a:cubicBezTo>
                    <a:pt x="481" y="92"/>
                    <a:pt x="483" y="91"/>
                    <a:pt x="484" y="90"/>
                  </a:cubicBezTo>
                  <a:cubicBezTo>
                    <a:pt x="486" y="89"/>
                    <a:pt x="487" y="88"/>
                    <a:pt x="489" y="86"/>
                  </a:cubicBezTo>
                  <a:cubicBezTo>
                    <a:pt x="490" y="84"/>
                    <a:pt x="491" y="82"/>
                    <a:pt x="490" y="78"/>
                  </a:cubicBezTo>
                  <a:cubicBezTo>
                    <a:pt x="490" y="75"/>
                    <a:pt x="489" y="72"/>
                    <a:pt x="488" y="69"/>
                  </a:cubicBezTo>
                  <a:cubicBezTo>
                    <a:pt x="487" y="66"/>
                    <a:pt x="485" y="63"/>
                    <a:pt x="482" y="61"/>
                  </a:cubicBezTo>
                  <a:cubicBezTo>
                    <a:pt x="480" y="59"/>
                    <a:pt x="477" y="58"/>
                    <a:pt x="474" y="57"/>
                  </a:cubicBezTo>
                  <a:cubicBezTo>
                    <a:pt x="474" y="69"/>
                    <a:pt x="474" y="69"/>
                    <a:pt x="474" y="69"/>
                  </a:cubicBezTo>
                  <a:cubicBezTo>
                    <a:pt x="474" y="68"/>
                    <a:pt x="475" y="68"/>
                    <a:pt x="476" y="67"/>
                  </a:cubicBezTo>
                  <a:cubicBezTo>
                    <a:pt x="476" y="67"/>
                    <a:pt x="477" y="67"/>
                    <a:pt x="477" y="69"/>
                  </a:cubicBezTo>
                  <a:cubicBezTo>
                    <a:pt x="478" y="70"/>
                    <a:pt x="478" y="71"/>
                    <a:pt x="478" y="73"/>
                  </a:cubicBezTo>
                  <a:cubicBezTo>
                    <a:pt x="478" y="74"/>
                    <a:pt x="478" y="76"/>
                    <a:pt x="478" y="78"/>
                  </a:cubicBezTo>
                  <a:cubicBezTo>
                    <a:pt x="478" y="79"/>
                    <a:pt x="478" y="81"/>
                    <a:pt x="477" y="81"/>
                  </a:cubicBezTo>
                  <a:cubicBezTo>
                    <a:pt x="477" y="82"/>
                    <a:pt x="475" y="83"/>
                    <a:pt x="474" y="84"/>
                  </a:cubicBezTo>
                  <a:cubicBezTo>
                    <a:pt x="474" y="84"/>
                    <a:pt x="474" y="84"/>
                    <a:pt x="474" y="84"/>
                  </a:cubicBezTo>
                  <a:lnTo>
                    <a:pt x="474" y="93"/>
                  </a:lnTo>
                  <a:close/>
                  <a:moveTo>
                    <a:pt x="474" y="57"/>
                  </a:moveTo>
                  <a:cubicBezTo>
                    <a:pt x="474" y="69"/>
                    <a:pt x="474" y="69"/>
                    <a:pt x="474" y="69"/>
                  </a:cubicBezTo>
                  <a:cubicBezTo>
                    <a:pt x="473" y="70"/>
                    <a:pt x="473" y="71"/>
                    <a:pt x="472" y="73"/>
                  </a:cubicBezTo>
                  <a:cubicBezTo>
                    <a:pt x="471" y="76"/>
                    <a:pt x="470" y="80"/>
                    <a:pt x="469" y="84"/>
                  </a:cubicBezTo>
                  <a:cubicBezTo>
                    <a:pt x="471" y="84"/>
                    <a:pt x="472" y="84"/>
                    <a:pt x="474" y="84"/>
                  </a:cubicBezTo>
                  <a:cubicBezTo>
                    <a:pt x="474" y="93"/>
                    <a:pt x="474" y="93"/>
                    <a:pt x="474" y="93"/>
                  </a:cubicBezTo>
                  <a:cubicBezTo>
                    <a:pt x="474" y="93"/>
                    <a:pt x="473" y="94"/>
                    <a:pt x="473" y="94"/>
                  </a:cubicBezTo>
                  <a:cubicBezTo>
                    <a:pt x="471" y="94"/>
                    <a:pt x="469" y="94"/>
                    <a:pt x="468" y="94"/>
                  </a:cubicBezTo>
                  <a:cubicBezTo>
                    <a:pt x="467" y="97"/>
                    <a:pt x="467" y="100"/>
                    <a:pt x="467" y="103"/>
                  </a:cubicBezTo>
                  <a:cubicBezTo>
                    <a:pt x="467" y="106"/>
                    <a:pt x="467" y="108"/>
                    <a:pt x="467" y="110"/>
                  </a:cubicBezTo>
                  <a:cubicBezTo>
                    <a:pt x="468" y="113"/>
                    <a:pt x="468" y="115"/>
                    <a:pt x="469" y="116"/>
                  </a:cubicBezTo>
                  <a:cubicBezTo>
                    <a:pt x="470" y="118"/>
                    <a:pt x="471" y="119"/>
                    <a:pt x="472" y="119"/>
                  </a:cubicBezTo>
                  <a:cubicBezTo>
                    <a:pt x="473" y="119"/>
                    <a:pt x="473" y="119"/>
                    <a:pt x="474" y="119"/>
                  </a:cubicBezTo>
                  <a:cubicBezTo>
                    <a:pt x="474" y="129"/>
                    <a:pt x="474" y="129"/>
                    <a:pt x="474" y="129"/>
                  </a:cubicBezTo>
                  <a:cubicBezTo>
                    <a:pt x="473" y="129"/>
                    <a:pt x="472" y="129"/>
                    <a:pt x="471" y="129"/>
                  </a:cubicBezTo>
                  <a:cubicBezTo>
                    <a:pt x="465" y="129"/>
                    <a:pt x="462" y="127"/>
                    <a:pt x="459" y="123"/>
                  </a:cubicBezTo>
                  <a:cubicBezTo>
                    <a:pt x="456" y="120"/>
                    <a:pt x="454" y="116"/>
                    <a:pt x="453" y="111"/>
                  </a:cubicBezTo>
                  <a:cubicBezTo>
                    <a:pt x="452" y="113"/>
                    <a:pt x="451" y="115"/>
                    <a:pt x="449" y="117"/>
                  </a:cubicBezTo>
                  <a:cubicBezTo>
                    <a:pt x="448" y="119"/>
                    <a:pt x="445" y="122"/>
                    <a:pt x="443" y="123"/>
                  </a:cubicBezTo>
                  <a:cubicBezTo>
                    <a:pt x="441" y="125"/>
                    <a:pt x="438" y="125"/>
                    <a:pt x="435" y="125"/>
                  </a:cubicBezTo>
                  <a:cubicBezTo>
                    <a:pt x="432" y="125"/>
                    <a:pt x="429" y="124"/>
                    <a:pt x="428" y="121"/>
                  </a:cubicBezTo>
                  <a:cubicBezTo>
                    <a:pt x="426" y="118"/>
                    <a:pt x="425" y="115"/>
                    <a:pt x="425" y="111"/>
                  </a:cubicBezTo>
                  <a:cubicBezTo>
                    <a:pt x="424" y="107"/>
                    <a:pt x="424" y="102"/>
                    <a:pt x="425" y="98"/>
                  </a:cubicBezTo>
                  <a:cubicBezTo>
                    <a:pt x="426" y="93"/>
                    <a:pt x="426" y="89"/>
                    <a:pt x="428" y="86"/>
                  </a:cubicBezTo>
                  <a:cubicBezTo>
                    <a:pt x="427" y="86"/>
                    <a:pt x="426" y="86"/>
                    <a:pt x="425" y="86"/>
                  </a:cubicBezTo>
                  <a:cubicBezTo>
                    <a:pt x="423" y="86"/>
                    <a:pt x="423" y="86"/>
                    <a:pt x="423" y="86"/>
                  </a:cubicBezTo>
                  <a:cubicBezTo>
                    <a:pt x="423" y="86"/>
                    <a:pt x="423" y="86"/>
                    <a:pt x="423" y="86"/>
                  </a:cubicBezTo>
                  <a:cubicBezTo>
                    <a:pt x="423" y="87"/>
                    <a:pt x="423" y="87"/>
                    <a:pt x="423" y="87"/>
                  </a:cubicBezTo>
                  <a:cubicBezTo>
                    <a:pt x="423" y="88"/>
                    <a:pt x="422" y="90"/>
                    <a:pt x="422" y="92"/>
                  </a:cubicBezTo>
                  <a:cubicBezTo>
                    <a:pt x="421" y="94"/>
                    <a:pt x="420" y="97"/>
                    <a:pt x="419" y="99"/>
                  </a:cubicBezTo>
                  <a:cubicBezTo>
                    <a:pt x="418" y="102"/>
                    <a:pt x="416" y="105"/>
                    <a:pt x="414" y="108"/>
                  </a:cubicBezTo>
                  <a:cubicBezTo>
                    <a:pt x="412" y="111"/>
                    <a:pt x="410" y="113"/>
                    <a:pt x="408" y="116"/>
                  </a:cubicBezTo>
                  <a:cubicBezTo>
                    <a:pt x="405" y="118"/>
                    <a:pt x="402" y="120"/>
                    <a:pt x="399" y="122"/>
                  </a:cubicBezTo>
                  <a:cubicBezTo>
                    <a:pt x="396" y="123"/>
                    <a:pt x="393" y="124"/>
                    <a:pt x="389" y="124"/>
                  </a:cubicBezTo>
                  <a:cubicBezTo>
                    <a:pt x="384" y="123"/>
                    <a:pt x="380" y="122"/>
                    <a:pt x="377" y="119"/>
                  </a:cubicBezTo>
                  <a:cubicBezTo>
                    <a:pt x="374" y="116"/>
                    <a:pt x="372" y="112"/>
                    <a:pt x="371" y="107"/>
                  </a:cubicBezTo>
                  <a:cubicBezTo>
                    <a:pt x="370" y="103"/>
                    <a:pt x="370" y="98"/>
                    <a:pt x="371" y="93"/>
                  </a:cubicBezTo>
                  <a:cubicBezTo>
                    <a:pt x="372" y="88"/>
                    <a:pt x="373" y="83"/>
                    <a:pt x="375" y="79"/>
                  </a:cubicBezTo>
                  <a:cubicBezTo>
                    <a:pt x="377" y="74"/>
                    <a:pt x="379" y="70"/>
                    <a:pt x="382" y="67"/>
                  </a:cubicBezTo>
                  <a:cubicBezTo>
                    <a:pt x="385" y="65"/>
                    <a:pt x="388" y="63"/>
                    <a:pt x="391" y="63"/>
                  </a:cubicBezTo>
                  <a:cubicBezTo>
                    <a:pt x="397" y="63"/>
                    <a:pt x="400" y="65"/>
                    <a:pt x="403" y="70"/>
                  </a:cubicBezTo>
                  <a:cubicBezTo>
                    <a:pt x="406" y="75"/>
                    <a:pt x="407" y="80"/>
                    <a:pt x="406" y="87"/>
                  </a:cubicBezTo>
                  <a:cubicBezTo>
                    <a:pt x="406" y="89"/>
                    <a:pt x="405" y="92"/>
                    <a:pt x="404" y="93"/>
                  </a:cubicBezTo>
                  <a:cubicBezTo>
                    <a:pt x="402" y="95"/>
                    <a:pt x="400" y="96"/>
                    <a:pt x="399" y="97"/>
                  </a:cubicBezTo>
                  <a:cubicBezTo>
                    <a:pt x="397" y="98"/>
                    <a:pt x="396" y="98"/>
                    <a:pt x="395" y="97"/>
                  </a:cubicBezTo>
                  <a:cubicBezTo>
                    <a:pt x="393" y="97"/>
                    <a:pt x="393" y="96"/>
                    <a:pt x="393" y="94"/>
                  </a:cubicBezTo>
                  <a:cubicBezTo>
                    <a:pt x="393" y="93"/>
                    <a:pt x="394" y="91"/>
                    <a:pt x="394" y="89"/>
                  </a:cubicBezTo>
                  <a:cubicBezTo>
                    <a:pt x="395" y="86"/>
                    <a:pt x="395" y="84"/>
                    <a:pt x="395" y="81"/>
                  </a:cubicBezTo>
                  <a:cubicBezTo>
                    <a:pt x="395" y="78"/>
                    <a:pt x="395" y="76"/>
                    <a:pt x="395" y="74"/>
                  </a:cubicBezTo>
                  <a:cubicBezTo>
                    <a:pt x="395" y="72"/>
                    <a:pt x="395" y="72"/>
                    <a:pt x="394" y="72"/>
                  </a:cubicBezTo>
                  <a:cubicBezTo>
                    <a:pt x="393" y="72"/>
                    <a:pt x="392" y="73"/>
                    <a:pt x="391" y="75"/>
                  </a:cubicBezTo>
                  <a:cubicBezTo>
                    <a:pt x="390" y="77"/>
                    <a:pt x="389" y="79"/>
                    <a:pt x="388" y="82"/>
                  </a:cubicBezTo>
                  <a:cubicBezTo>
                    <a:pt x="387" y="85"/>
                    <a:pt x="387" y="88"/>
                    <a:pt x="386" y="92"/>
                  </a:cubicBezTo>
                  <a:cubicBezTo>
                    <a:pt x="385" y="95"/>
                    <a:pt x="385" y="98"/>
                    <a:pt x="385" y="102"/>
                  </a:cubicBezTo>
                  <a:cubicBezTo>
                    <a:pt x="385" y="105"/>
                    <a:pt x="385" y="107"/>
                    <a:pt x="386" y="110"/>
                  </a:cubicBezTo>
                  <a:cubicBezTo>
                    <a:pt x="387" y="112"/>
                    <a:pt x="388" y="113"/>
                    <a:pt x="390" y="114"/>
                  </a:cubicBezTo>
                  <a:cubicBezTo>
                    <a:pt x="394" y="115"/>
                    <a:pt x="397" y="114"/>
                    <a:pt x="400" y="112"/>
                  </a:cubicBezTo>
                  <a:cubicBezTo>
                    <a:pt x="403" y="109"/>
                    <a:pt x="405" y="107"/>
                    <a:pt x="407" y="103"/>
                  </a:cubicBezTo>
                  <a:cubicBezTo>
                    <a:pt x="410" y="100"/>
                    <a:pt x="412" y="96"/>
                    <a:pt x="413" y="93"/>
                  </a:cubicBezTo>
                  <a:cubicBezTo>
                    <a:pt x="414" y="91"/>
                    <a:pt x="415" y="89"/>
                    <a:pt x="415" y="88"/>
                  </a:cubicBezTo>
                  <a:cubicBezTo>
                    <a:pt x="415" y="88"/>
                    <a:pt x="415" y="87"/>
                    <a:pt x="416" y="87"/>
                  </a:cubicBezTo>
                  <a:cubicBezTo>
                    <a:pt x="417" y="83"/>
                    <a:pt x="417" y="83"/>
                    <a:pt x="417" y="83"/>
                  </a:cubicBezTo>
                  <a:cubicBezTo>
                    <a:pt x="416" y="82"/>
                    <a:pt x="415" y="81"/>
                    <a:pt x="415" y="79"/>
                  </a:cubicBezTo>
                  <a:cubicBezTo>
                    <a:pt x="415" y="77"/>
                    <a:pt x="415" y="76"/>
                    <a:pt x="416" y="74"/>
                  </a:cubicBezTo>
                  <a:cubicBezTo>
                    <a:pt x="416" y="73"/>
                    <a:pt x="417" y="71"/>
                    <a:pt x="419" y="70"/>
                  </a:cubicBezTo>
                  <a:cubicBezTo>
                    <a:pt x="420" y="69"/>
                    <a:pt x="421" y="69"/>
                    <a:pt x="423" y="69"/>
                  </a:cubicBezTo>
                  <a:cubicBezTo>
                    <a:pt x="426" y="69"/>
                    <a:pt x="428" y="70"/>
                    <a:pt x="428" y="72"/>
                  </a:cubicBezTo>
                  <a:cubicBezTo>
                    <a:pt x="428" y="74"/>
                    <a:pt x="428" y="77"/>
                    <a:pt x="427" y="79"/>
                  </a:cubicBezTo>
                  <a:cubicBezTo>
                    <a:pt x="428" y="80"/>
                    <a:pt x="429" y="80"/>
                    <a:pt x="431" y="79"/>
                  </a:cubicBezTo>
                  <a:cubicBezTo>
                    <a:pt x="433" y="79"/>
                    <a:pt x="435" y="79"/>
                    <a:pt x="436" y="79"/>
                  </a:cubicBezTo>
                  <a:cubicBezTo>
                    <a:pt x="438" y="79"/>
                    <a:pt x="439" y="79"/>
                    <a:pt x="440" y="80"/>
                  </a:cubicBezTo>
                  <a:cubicBezTo>
                    <a:pt x="442" y="81"/>
                    <a:pt x="442" y="82"/>
                    <a:pt x="441" y="85"/>
                  </a:cubicBezTo>
                  <a:cubicBezTo>
                    <a:pt x="441" y="87"/>
                    <a:pt x="440" y="90"/>
                    <a:pt x="439" y="94"/>
                  </a:cubicBezTo>
                  <a:cubicBezTo>
                    <a:pt x="439" y="97"/>
                    <a:pt x="438" y="101"/>
                    <a:pt x="438" y="104"/>
                  </a:cubicBezTo>
                  <a:cubicBezTo>
                    <a:pt x="438" y="107"/>
                    <a:pt x="438" y="110"/>
                    <a:pt x="438" y="112"/>
                  </a:cubicBezTo>
                  <a:cubicBezTo>
                    <a:pt x="438" y="114"/>
                    <a:pt x="439" y="115"/>
                    <a:pt x="440" y="115"/>
                  </a:cubicBezTo>
                  <a:cubicBezTo>
                    <a:pt x="441" y="115"/>
                    <a:pt x="442" y="114"/>
                    <a:pt x="444" y="112"/>
                  </a:cubicBezTo>
                  <a:cubicBezTo>
                    <a:pt x="445" y="109"/>
                    <a:pt x="446" y="106"/>
                    <a:pt x="448" y="103"/>
                  </a:cubicBezTo>
                  <a:cubicBezTo>
                    <a:pt x="449" y="100"/>
                    <a:pt x="450" y="97"/>
                    <a:pt x="452" y="93"/>
                  </a:cubicBezTo>
                  <a:cubicBezTo>
                    <a:pt x="452" y="91"/>
                    <a:pt x="453" y="89"/>
                    <a:pt x="453" y="88"/>
                  </a:cubicBezTo>
                  <a:cubicBezTo>
                    <a:pt x="454" y="84"/>
                    <a:pt x="455" y="80"/>
                    <a:pt x="456" y="76"/>
                  </a:cubicBezTo>
                  <a:cubicBezTo>
                    <a:pt x="458" y="71"/>
                    <a:pt x="461" y="66"/>
                    <a:pt x="463" y="63"/>
                  </a:cubicBezTo>
                  <a:cubicBezTo>
                    <a:pt x="466" y="59"/>
                    <a:pt x="470" y="57"/>
                    <a:pt x="473" y="57"/>
                  </a:cubicBezTo>
                  <a:cubicBezTo>
                    <a:pt x="473" y="57"/>
                    <a:pt x="474" y="57"/>
                    <a:pt x="474" y="57"/>
                  </a:cubicBezTo>
                  <a:moveTo>
                    <a:pt x="258" y="117"/>
                  </a:moveTo>
                  <a:cubicBezTo>
                    <a:pt x="258" y="108"/>
                    <a:pt x="258" y="108"/>
                    <a:pt x="258" y="108"/>
                  </a:cubicBezTo>
                  <a:cubicBezTo>
                    <a:pt x="258" y="108"/>
                    <a:pt x="258" y="108"/>
                    <a:pt x="258" y="108"/>
                  </a:cubicBezTo>
                  <a:cubicBezTo>
                    <a:pt x="260" y="108"/>
                    <a:pt x="261" y="107"/>
                    <a:pt x="262" y="106"/>
                  </a:cubicBezTo>
                  <a:cubicBezTo>
                    <a:pt x="263" y="104"/>
                    <a:pt x="264" y="102"/>
                    <a:pt x="264" y="99"/>
                  </a:cubicBezTo>
                  <a:cubicBezTo>
                    <a:pt x="265" y="97"/>
                    <a:pt x="265" y="94"/>
                    <a:pt x="265" y="91"/>
                  </a:cubicBezTo>
                  <a:cubicBezTo>
                    <a:pt x="265" y="88"/>
                    <a:pt x="264" y="85"/>
                    <a:pt x="264" y="82"/>
                  </a:cubicBezTo>
                  <a:cubicBezTo>
                    <a:pt x="263" y="80"/>
                    <a:pt x="262" y="77"/>
                    <a:pt x="261" y="75"/>
                  </a:cubicBezTo>
                  <a:cubicBezTo>
                    <a:pt x="260" y="74"/>
                    <a:pt x="259" y="73"/>
                    <a:pt x="258" y="73"/>
                  </a:cubicBezTo>
                  <a:cubicBezTo>
                    <a:pt x="258" y="65"/>
                    <a:pt x="258" y="65"/>
                    <a:pt x="258" y="65"/>
                  </a:cubicBezTo>
                  <a:cubicBezTo>
                    <a:pt x="258" y="65"/>
                    <a:pt x="258" y="65"/>
                    <a:pt x="258" y="65"/>
                  </a:cubicBezTo>
                  <a:cubicBezTo>
                    <a:pt x="263" y="65"/>
                    <a:pt x="267" y="67"/>
                    <a:pt x="270" y="69"/>
                  </a:cubicBezTo>
                  <a:cubicBezTo>
                    <a:pt x="273" y="72"/>
                    <a:pt x="275" y="75"/>
                    <a:pt x="276" y="79"/>
                  </a:cubicBezTo>
                  <a:cubicBezTo>
                    <a:pt x="278" y="83"/>
                    <a:pt x="278" y="87"/>
                    <a:pt x="278" y="92"/>
                  </a:cubicBezTo>
                  <a:cubicBezTo>
                    <a:pt x="278" y="96"/>
                    <a:pt x="277" y="100"/>
                    <a:pt x="275" y="104"/>
                  </a:cubicBezTo>
                  <a:cubicBezTo>
                    <a:pt x="273" y="108"/>
                    <a:pt x="271" y="111"/>
                    <a:pt x="267" y="114"/>
                  </a:cubicBezTo>
                  <a:cubicBezTo>
                    <a:pt x="265" y="116"/>
                    <a:pt x="261" y="117"/>
                    <a:pt x="258" y="117"/>
                  </a:cubicBezTo>
                  <a:moveTo>
                    <a:pt x="322" y="148"/>
                  </a:moveTo>
                  <a:cubicBezTo>
                    <a:pt x="322" y="151"/>
                    <a:pt x="321" y="154"/>
                    <a:pt x="319" y="156"/>
                  </a:cubicBezTo>
                  <a:cubicBezTo>
                    <a:pt x="318" y="158"/>
                    <a:pt x="316" y="160"/>
                    <a:pt x="313" y="161"/>
                  </a:cubicBezTo>
                  <a:cubicBezTo>
                    <a:pt x="311" y="162"/>
                    <a:pt x="309" y="162"/>
                    <a:pt x="308" y="162"/>
                  </a:cubicBezTo>
                  <a:cubicBezTo>
                    <a:pt x="306" y="162"/>
                    <a:pt x="305" y="161"/>
                    <a:pt x="305" y="158"/>
                  </a:cubicBezTo>
                  <a:cubicBezTo>
                    <a:pt x="306" y="156"/>
                    <a:pt x="306" y="154"/>
                    <a:pt x="306" y="150"/>
                  </a:cubicBezTo>
                  <a:cubicBezTo>
                    <a:pt x="306" y="147"/>
                    <a:pt x="306" y="143"/>
                    <a:pt x="307" y="139"/>
                  </a:cubicBezTo>
                  <a:cubicBezTo>
                    <a:pt x="307" y="135"/>
                    <a:pt x="307" y="130"/>
                    <a:pt x="307" y="125"/>
                  </a:cubicBezTo>
                  <a:cubicBezTo>
                    <a:pt x="308" y="121"/>
                    <a:pt x="308" y="116"/>
                    <a:pt x="308" y="111"/>
                  </a:cubicBezTo>
                  <a:cubicBezTo>
                    <a:pt x="307" y="115"/>
                    <a:pt x="305" y="118"/>
                    <a:pt x="302" y="120"/>
                  </a:cubicBezTo>
                  <a:cubicBezTo>
                    <a:pt x="301" y="122"/>
                    <a:pt x="299" y="123"/>
                    <a:pt x="297" y="123"/>
                  </a:cubicBezTo>
                  <a:cubicBezTo>
                    <a:pt x="295" y="123"/>
                    <a:pt x="294" y="123"/>
                    <a:pt x="292" y="122"/>
                  </a:cubicBezTo>
                  <a:cubicBezTo>
                    <a:pt x="290" y="121"/>
                    <a:pt x="288" y="120"/>
                    <a:pt x="287" y="118"/>
                  </a:cubicBezTo>
                  <a:cubicBezTo>
                    <a:pt x="286" y="116"/>
                    <a:pt x="285" y="115"/>
                    <a:pt x="284" y="113"/>
                  </a:cubicBezTo>
                  <a:cubicBezTo>
                    <a:pt x="284" y="110"/>
                    <a:pt x="284" y="108"/>
                    <a:pt x="284" y="104"/>
                  </a:cubicBezTo>
                  <a:cubicBezTo>
                    <a:pt x="283" y="101"/>
                    <a:pt x="283" y="97"/>
                    <a:pt x="283" y="93"/>
                  </a:cubicBezTo>
                  <a:cubicBezTo>
                    <a:pt x="283" y="89"/>
                    <a:pt x="283" y="84"/>
                    <a:pt x="284" y="80"/>
                  </a:cubicBezTo>
                  <a:cubicBezTo>
                    <a:pt x="284" y="76"/>
                    <a:pt x="284" y="72"/>
                    <a:pt x="284" y="68"/>
                  </a:cubicBezTo>
                  <a:cubicBezTo>
                    <a:pt x="284" y="65"/>
                    <a:pt x="285" y="64"/>
                    <a:pt x="287" y="62"/>
                  </a:cubicBezTo>
                  <a:cubicBezTo>
                    <a:pt x="288" y="61"/>
                    <a:pt x="290" y="60"/>
                    <a:pt x="292" y="60"/>
                  </a:cubicBezTo>
                  <a:cubicBezTo>
                    <a:pt x="294" y="60"/>
                    <a:pt x="296" y="60"/>
                    <a:pt x="298" y="61"/>
                  </a:cubicBezTo>
                  <a:cubicBezTo>
                    <a:pt x="300" y="62"/>
                    <a:pt x="301" y="63"/>
                    <a:pt x="301" y="65"/>
                  </a:cubicBezTo>
                  <a:cubicBezTo>
                    <a:pt x="300" y="69"/>
                    <a:pt x="300" y="74"/>
                    <a:pt x="299" y="79"/>
                  </a:cubicBezTo>
                  <a:cubicBezTo>
                    <a:pt x="299" y="84"/>
                    <a:pt x="299" y="89"/>
                    <a:pt x="298" y="94"/>
                  </a:cubicBezTo>
                  <a:cubicBezTo>
                    <a:pt x="298" y="98"/>
                    <a:pt x="298" y="102"/>
                    <a:pt x="298" y="105"/>
                  </a:cubicBezTo>
                  <a:cubicBezTo>
                    <a:pt x="298" y="108"/>
                    <a:pt x="298" y="110"/>
                    <a:pt x="299" y="110"/>
                  </a:cubicBezTo>
                  <a:cubicBezTo>
                    <a:pt x="300" y="111"/>
                    <a:pt x="301" y="110"/>
                    <a:pt x="302" y="109"/>
                  </a:cubicBezTo>
                  <a:cubicBezTo>
                    <a:pt x="302" y="107"/>
                    <a:pt x="303" y="105"/>
                    <a:pt x="304" y="103"/>
                  </a:cubicBezTo>
                  <a:cubicBezTo>
                    <a:pt x="305" y="101"/>
                    <a:pt x="306" y="98"/>
                    <a:pt x="306" y="95"/>
                  </a:cubicBezTo>
                  <a:cubicBezTo>
                    <a:pt x="307" y="92"/>
                    <a:pt x="308" y="89"/>
                    <a:pt x="308" y="87"/>
                  </a:cubicBezTo>
                  <a:cubicBezTo>
                    <a:pt x="309" y="84"/>
                    <a:pt x="309" y="82"/>
                    <a:pt x="309" y="79"/>
                  </a:cubicBezTo>
                  <a:cubicBezTo>
                    <a:pt x="309" y="78"/>
                    <a:pt x="310" y="78"/>
                    <a:pt x="310" y="77"/>
                  </a:cubicBezTo>
                  <a:cubicBezTo>
                    <a:pt x="310" y="72"/>
                    <a:pt x="310" y="72"/>
                    <a:pt x="310" y="72"/>
                  </a:cubicBezTo>
                  <a:cubicBezTo>
                    <a:pt x="310" y="71"/>
                    <a:pt x="311" y="69"/>
                    <a:pt x="312" y="68"/>
                  </a:cubicBezTo>
                  <a:cubicBezTo>
                    <a:pt x="314" y="68"/>
                    <a:pt x="316" y="67"/>
                    <a:pt x="318" y="67"/>
                  </a:cubicBezTo>
                  <a:cubicBezTo>
                    <a:pt x="320" y="67"/>
                    <a:pt x="322" y="67"/>
                    <a:pt x="323" y="68"/>
                  </a:cubicBezTo>
                  <a:cubicBezTo>
                    <a:pt x="325" y="69"/>
                    <a:pt x="325" y="70"/>
                    <a:pt x="325" y="72"/>
                  </a:cubicBezTo>
                  <a:cubicBezTo>
                    <a:pt x="325" y="75"/>
                    <a:pt x="324" y="79"/>
                    <a:pt x="324" y="83"/>
                  </a:cubicBezTo>
                  <a:cubicBezTo>
                    <a:pt x="324" y="88"/>
                    <a:pt x="324" y="93"/>
                    <a:pt x="323" y="98"/>
                  </a:cubicBezTo>
                  <a:cubicBezTo>
                    <a:pt x="323" y="103"/>
                    <a:pt x="323" y="109"/>
                    <a:pt x="323" y="114"/>
                  </a:cubicBezTo>
                  <a:cubicBezTo>
                    <a:pt x="323" y="119"/>
                    <a:pt x="323" y="124"/>
                    <a:pt x="323" y="129"/>
                  </a:cubicBezTo>
                  <a:cubicBezTo>
                    <a:pt x="322" y="134"/>
                    <a:pt x="322" y="138"/>
                    <a:pt x="322" y="141"/>
                  </a:cubicBezTo>
                  <a:cubicBezTo>
                    <a:pt x="322" y="145"/>
                    <a:pt x="322" y="147"/>
                    <a:pt x="322" y="148"/>
                  </a:cubicBezTo>
                  <a:moveTo>
                    <a:pt x="130" y="96"/>
                  </a:moveTo>
                  <a:cubicBezTo>
                    <a:pt x="132" y="94"/>
                    <a:pt x="133" y="92"/>
                    <a:pt x="134" y="89"/>
                  </a:cubicBezTo>
                  <a:cubicBezTo>
                    <a:pt x="134" y="86"/>
                    <a:pt x="135" y="83"/>
                    <a:pt x="136" y="81"/>
                  </a:cubicBezTo>
                  <a:cubicBezTo>
                    <a:pt x="136" y="78"/>
                    <a:pt x="137" y="76"/>
                    <a:pt x="137" y="74"/>
                  </a:cubicBezTo>
                  <a:cubicBezTo>
                    <a:pt x="138" y="72"/>
                    <a:pt x="139" y="71"/>
                    <a:pt x="140" y="71"/>
                  </a:cubicBezTo>
                  <a:cubicBezTo>
                    <a:pt x="142" y="71"/>
                    <a:pt x="143" y="72"/>
                    <a:pt x="144" y="73"/>
                  </a:cubicBezTo>
                  <a:cubicBezTo>
                    <a:pt x="145" y="74"/>
                    <a:pt x="146" y="76"/>
                    <a:pt x="147" y="77"/>
                  </a:cubicBezTo>
                  <a:cubicBezTo>
                    <a:pt x="148" y="79"/>
                    <a:pt x="148" y="81"/>
                    <a:pt x="149" y="83"/>
                  </a:cubicBezTo>
                  <a:cubicBezTo>
                    <a:pt x="149" y="85"/>
                    <a:pt x="149" y="87"/>
                    <a:pt x="149" y="88"/>
                  </a:cubicBezTo>
                  <a:cubicBezTo>
                    <a:pt x="149" y="96"/>
                    <a:pt x="147" y="103"/>
                    <a:pt x="141" y="109"/>
                  </a:cubicBezTo>
                  <a:cubicBezTo>
                    <a:pt x="136" y="114"/>
                    <a:pt x="130" y="119"/>
                    <a:pt x="122" y="123"/>
                  </a:cubicBezTo>
                  <a:cubicBezTo>
                    <a:pt x="114" y="127"/>
                    <a:pt x="105" y="130"/>
                    <a:pt x="96" y="132"/>
                  </a:cubicBezTo>
                  <a:cubicBezTo>
                    <a:pt x="86" y="133"/>
                    <a:pt x="78" y="134"/>
                    <a:pt x="69" y="134"/>
                  </a:cubicBezTo>
                  <a:cubicBezTo>
                    <a:pt x="63" y="134"/>
                    <a:pt x="57" y="134"/>
                    <a:pt x="49" y="133"/>
                  </a:cubicBezTo>
                  <a:cubicBezTo>
                    <a:pt x="42" y="132"/>
                    <a:pt x="34" y="130"/>
                    <a:pt x="28" y="127"/>
                  </a:cubicBezTo>
                  <a:cubicBezTo>
                    <a:pt x="21" y="125"/>
                    <a:pt x="15" y="121"/>
                    <a:pt x="11" y="116"/>
                  </a:cubicBezTo>
                  <a:cubicBezTo>
                    <a:pt x="6" y="111"/>
                    <a:pt x="4" y="104"/>
                    <a:pt x="4" y="96"/>
                  </a:cubicBezTo>
                  <a:cubicBezTo>
                    <a:pt x="4" y="89"/>
                    <a:pt x="6" y="83"/>
                    <a:pt x="11" y="79"/>
                  </a:cubicBezTo>
                  <a:cubicBezTo>
                    <a:pt x="15" y="75"/>
                    <a:pt x="21" y="71"/>
                    <a:pt x="27" y="68"/>
                  </a:cubicBezTo>
                  <a:cubicBezTo>
                    <a:pt x="24" y="67"/>
                    <a:pt x="20" y="66"/>
                    <a:pt x="17" y="65"/>
                  </a:cubicBezTo>
                  <a:cubicBezTo>
                    <a:pt x="14" y="63"/>
                    <a:pt x="11" y="61"/>
                    <a:pt x="8" y="59"/>
                  </a:cubicBezTo>
                  <a:cubicBezTo>
                    <a:pt x="6" y="57"/>
                    <a:pt x="4" y="54"/>
                    <a:pt x="2" y="51"/>
                  </a:cubicBezTo>
                  <a:cubicBezTo>
                    <a:pt x="1" y="48"/>
                    <a:pt x="0" y="45"/>
                    <a:pt x="0" y="41"/>
                  </a:cubicBezTo>
                  <a:cubicBezTo>
                    <a:pt x="0" y="35"/>
                    <a:pt x="1" y="31"/>
                    <a:pt x="4" y="27"/>
                  </a:cubicBezTo>
                  <a:cubicBezTo>
                    <a:pt x="7" y="23"/>
                    <a:pt x="11" y="19"/>
                    <a:pt x="15" y="16"/>
                  </a:cubicBezTo>
                  <a:cubicBezTo>
                    <a:pt x="20" y="13"/>
                    <a:pt x="25" y="11"/>
                    <a:pt x="30" y="9"/>
                  </a:cubicBezTo>
                  <a:cubicBezTo>
                    <a:pt x="36" y="7"/>
                    <a:pt x="42" y="5"/>
                    <a:pt x="48" y="4"/>
                  </a:cubicBezTo>
                  <a:cubicBezTo>
                    <a:pt x="54" y="2"/>
                    <a:pt x="59" y="2"/>
                    <a:pt x="65" y="1"/>
                  </a:cubicBezTo>
                  <a:cubicBezTo>
                    <a:pt x="70" y="1"/>
                    <a:pt x="75" y="0"/>
                    <a:pt x="79" y="0"/>
                  </a:cubicBezTo>
                  <a:cubicBezTo>
                    <a:pt x="86" y="0"/>
                    <a:pt x="93" y="1"/>
                    <a:pt x="101" y="2"/>
                  </a:cubicBezTo>
                  <a:cubicBezTo>
                    <a:pt x="109" y="4"/>
                    <a:pt x="117" y="5"/>
                    <a:pt x="123" y="8"/>
                  </a:cubicBezTo>
                  <a:cubicBezTo>
                    <a:pt x="130" y="10"/>
                    <a:pt x="136" y="13"/>
                    <a:pt x="141" y="17"/>
                  </a:cubicBezTo>
                  <a:cubicBezTo>
                    <a:pt x="145" y="20"/>
                    <a:pt x="147" y="24"/>
                    <a:pt x="147" y="29"/>
                  </a:cubicBezTo>
                  <a:cubicBezTo>
                    <a:pt x="147" y="31"/>
                    <a:pt x="146" y="32"/>
                    <a:pt x="144" y="32"/>
                  </a:cubicBezTo>
                  <a:cubicBezTo>
                    <a:pt x="142" y="32"/>
                    <a:pt x="140" y="32"/>
                    <a:pt x="136" y="31"/>
                  </a:cubicBezTo>
                  <a:cubicBezTo>
                    <a:pt x="133" y="30"/>
                    <a:pt x="130" y="29"/>
                    <a:pt x="127" y="28"/>
                  </a:cubicBezTo>
                  <a:cubicBezTo>
                    <a:pt x="123" y="26"/>
                    <a:pt x="120" y="25"/>
                    <a:pt x="117" y="25"/>
                  </a:cubicBezTo>
                  <a:cubicBezTo>
                    <a:pt x="110" y="23"/>
                    <a:pt x="103" y="21"/>
                    <a:pt x="97" y="20"/>
                  </a:cubicBezTo>
                  <a:cubicBezTo>
                    <a:pt x="90" y="19"/>
                    <a:pt x="83" y="18"/>
                    <a:pt x="76" y="18"/>
                  </a:cubicBezTo>
                  <a:cubicBezTo>
                    <a:pt x="71" y="18"/>
                    <a:pt x="65" y="19"/>
                    <a:pt x="58" y="20"/>
                  </a:cubicBezTo>
                  <a:cubicBezTo>
                    <a:pt x="51" y="21"/>
                    <a:pt x="45" y="22"/>
                    <a:pt x="39" y="24"/>
                  </a:cubicBezTo>
                  <a:cubicBezTo>
                    <a:pt x="33" y="26"/>
                    <a:pt x="28" y="28"/>
                    <a:pt x="23" y="31"/>
                  </a:cubicBezTo>
                  <a:cubicBezTo>
                    <a:pt x="19" y="34"/>
                    <a:pt x="17" y="37"/>
                    <a:pt x="17" y="41"/>
                  </a:cubicBezTo>
                  <a:cubicBezTo>
                    <a:pt x="17" y="45"/>
                    <a:pt x="19" y="48"/>
                    <a:pt x="22" y="50"/>
                  </a:cubicBezTo>
                  <a:cubicBezTo>
                    <a:pt x="25" y="52"/>
                    <a:pt x="29" y="54"/>
                    <a:pt x="34" y="55"/>
                  </a:cubicBezTo>
                  <a:cubicBezTo>
                    <a:pt x="38" y="56"/>
                    <a:pt x="44" y="57"/>
                    <a:pt x="51" y="57"/>
                  </a:cubicBezTo>
                  <a:cubicBezTo>
                    <a:pt x="57" y="57"/>
                    <a:pt x="64" y="58"/>
                    <a:pt x="71" y="58"/>
                  </a:cubicBezTo>
                  <a:cubicBezTo>
                    <a:pt x="78" y="58"/>
                    <a:pt x="85" y="57"/>
                    <a:pt x="92" y="57"/>
                  </a:cubicBezTo>
                  <a:cubicBezTo>
                    <a:pt x="99" y="57"/>
                    <a:pt x="106" y="57"/>
                    <a:pt x="112" y="57"/>
                  </a:cubicBezTo>
                  <a:cubicBezTo>
                    <a:pt x="118" y="57"/>
                    <a:pt x="123" y="58"/>
                    <a:pt x="128" y="59"/>
                  </a:cubicBezTo>
                  <a:cubicBezTo>
                    <a:pt x="133" y="60"/>
                    <a:pt x="136" y="61"/>
                    <a:pt x="138" y="63"/>
                  </a:cubicBezTo>
                  <a:cubicBezTo>
                    <a:pt x="138" y="62"/>
                    <a:pt x="138" y="62"/>
                    <a:pt x="138" y="62"/>
                  </a:cubicBezTo>
                  <a:cubicBezTo>
                    <a:pt x="139" y="63"/>
                    <a:pt x="140" y="63"/>
                    <a:pt x="140" y="64"/>
                  </a:cubicBezTo>
                  <a:cubicBezTo>
                    <a:pt x="140" y="64"/>
                    <a:pt x="140" y="65"/>
                    <a:pt x="139" y="65"/>
                  </a:cubicBezTo>
                  <a:cubicBezTo>
                    <a:pt x="139" y="66"/>
                    <a:pt x="138" y="66"/>
                    <a:pt x="137" y="66"/>
                  </a:cubicBezTo>
                  <a:cubicBezTo>
                    <a:pt x="136" y="67"/>
                    <a:pt x="135" y="67"/>
                    <a:pt x="135" y="67"/>
                  </a:cubicBezTo>
                  <a:cubicBezTo>
                    <a:pt x="125" y="68"/>
                    <a:pt x="115" y="69"/>
                    <a:pt x="107" y="69"/>
                  </a:cubicBezTo>
                  <a:cubicBezTo>
                    <a:pt x="98" y="69"/>
                    <a:pt x="90" y="69"/>
                    <a:pt x="84" y="70"/>
                  </a:cubicBezTo>
                  <a:cubicBezTo>
                    <a:pt x="77" y="70"/>
                    <a:pt x="71" y="70"/>
                    <a:pt x="66" y="70"/>
                  </a:cubicBezTo>
                  <a:cubicBezTo>
                    <a:pt x="61" y="71"/>
                    <a:pt x="57" y="71"/>
                    <a:pt x="53" y="72"/>
                  </a:cubicBezTo>
                  <a:cubicBezTo>
                    <a:pt x="49" y="73"/>
                    <a:pt x="45" y="74"/>
                    <a:pt x="40" y="76"/>
                  </a:cubicBezTo>
                  <a:cubicBezTo>
                    <a:pt x="36" y="77"/>
                    <a:pt x="32" y="79"/>
                    <a:pt x="28" y="81"/>
                  </a:cubicBezTo>
                  <a:cubicBezTo>
                    <a:pt x="25" y="82"/>
                    <a:pt x="22" y="84"/>
                    <a:pt x="20" y="87"/>
                  </a:cubicBezTo>
                  <a:cubicBezTo>
                    <a:pt x="17" y="89"/>
                    <a:pt x="16" y="92"/>
                    <a:pt x="16" y="95"/>
                  </a:cubicBezTo>
                  <a:cubicBezTo>
                    <a:pt x="16" y="100"/>
                    <a:pt x="18" y="104"/>
                    <a:pt x="21" y="107"/>
                  </a:cubicBezTo>
                  <a:cubicBezTo>
                    <a:pt x="24" y="110"/>
                    <a:pt x="28" y="113"/>
                    <a:pt x="33" y="114"/>
                  </a:cubicBezTo>
                  <a:cubicBezTo>
                    <a:pt x="37" y="116"/>
                    <a:pt x="42" y="117"/>
                    <a:pt x="47" y="118"/>
                  </a:cubicBezTo>
                  <a:cubicBezTo>
                    <a:pt x="52" y="118"/>
                    <a:pt x="57" y="119"/>
                    <a:pt x="61" y="119"/>
                  </a:cubicBezTo>
                  <a:cubicBezTo>
                    <a:pt x="66" y="119"/>
                    <a:pt x="72" y="118"/>
                    <a:pt x="78" y="118"/>
                  </a:cubicBezTo>
                  <a:cubicBezTo>
                    <a:pt x="84" y="117"/>
                    <a:pt x="91" y="116"/>
                    <a:pt x="97" y="115"/>
                  </a:cubicBezTo>
                  <a:cubicBezTo>
                    <a:pt x="104" y="113"/>
                    <a:pt x="110" y="111"/>
                    <a:pt x="116" y="108"/>
                  </a:cubicBezTo>
                  <a:cubicBezTo>
                    <a:pt x="122" y="105"/>
                    <a:pt x="127" y="101"/>
                    <a:pt x="130" y="96"/>
                  </a:cubicBezTo>
                  <a:moveTo>
                    <a:pt x="258" y="65"/>
                  </a:moveTo>
                  <a:cubicBezTo>
                    <a:pt x="258" y="73"/>
                    <a:pt x="258" y="73"/>
                    <a:pt x="258" y="73"/>
                  </a:cubicBezTo>
                  <a:cubicBezTo>
                    <a:pt x="257" y="73"/>
                    <a:pt x="257" y="73"/>
                    <a:pt x="257" y="73"/>
                  </a:cubicBezTo>
                  <a:cubicBezTo>
                    <a:pt x="256" y="73"/>
                    <a:pt x="254" y="74"/>
                    <a:pt x="253" y="75"/>
                  </a:cubicBezTo>
                  <a:cubicBezTo>
                    <a:pt x="252" y="77"/>
                    <a:pt x="252" y="79"/>
                    <a:pt x="251" y="82"/>
                  </a:cubicBezTo>
                  <a:cubicBezTo>
                    <a:pt x="251" y="84"/>
                    <a:pt x="250" y="87"/>
                    <a:pt x="250" y="90"/>
                  </a:cubicBezTo>
                  <a:cubicBezTo>
                    <a:pt x="250" y="93"/>
                    <a:pt x="251" y="96"/>
                    <a:pt x="251" y="98"/>
                  </a:cubicBezTo>
                  <a:cubicBezTo>
                    <a:pt x="252" y="101"/>
                    <a:pt x="253" y="103"/>
                    <a:pt x="254" y="105"/>
                  </a:cubicBezTo>
                  <a:cubicBezTo>
                    <a:pt x="255" y="107"/>
                    <a:pt x="256" y="107"/>
                    <a:pt x="258" y="108"/>
                  </a:cubicBezTo>
                  <a:cubicBezTo>
                    <a:pt x="258" y="117"/>
                    <a:pt x="258" y="117"/>
                    <a:pt x="258" y="117"/>
                  </a:cubicBezTo>
                  <a:cubicBezTo>
                    <a:pt x="257" y="117"/>
                    <a:pt x="256" y="117"/>
                    <a:pt x="256" y="117"/>
                  </a:cubicBezTo>
                  <a:cubicBezTo>
                    <a:pt x="250" y="117"/>
                    <a:pt x="246" y="116"/>
                    <a:pt x="243" y="113"/>
                  </a:cubicBezTo>
                  <a:cubicBezTo>
                    <a:pt x="240" y="111"/>
                    <a:pt x="238" y="107"/>
                    <a:pt x="237" y="103"/>
                  </a:cubicBezTo>
                  <a:cubicBezTo>
                    <a:pt x="236" y="100"/>
                    <a:pt x="235" y="95"/>
                    <a:pt x="236" y="91"/>
                  </a:cubicBezTo>
                  <a:cubicBezTo>
                    <a:pt x="236" y="86"/>
                    <a:pt x="237" y="82"/>
                    <a:pt x="239" y="78"/>
                  </a:cubicBezTo>
                  <a:cubicBezTo>
                    <a:pt x="241" y="74"/>
                    <a:pt x="244" y="71"/>
                    <a:pt x="247" y="68"/>
                  </a:cubicBezTo>
                  <a:cubicBezTo>
                    <a:pt x="250" y="66"/>
                    <a:pt x="253" y="65"/>
                    <a:pt x="258" y="65"/>
                  </a:cubicBezTo>
                  <a:moveTo>
                    <a:pt x="234" y="51"/>
                  </a:moveTo>
                  <a:cubicBezTo>
                    <a:pt x="234" y="54"/>
                    <a:pt x="232" y="56"/>
                    <a:pt x="229" y="58"/>
                  </a:cubicBezTo>
                  <a:cubicBezTo>
                    <a:pt x="226" y="59"/>
                    <a:pt x="222" y="60"/>
                    <a:pt x="219" y="60"/>
                  </a:cubicBezTo>
                  <a:cubicBezTo>
                    <a:pt x="217" y="60"/>
                    <a:pt x="215" y="59"/>
                    <a:pt x="213" y="59"/>
                  </a:cubicBezTo>
                  <a:cubicBezTo>
                    <a:pt x="211" y="58"/>
                    <a:pt x="210" y="58"/>
                    <a:pt x="209" y="57"/>
                  </a:cubicBezTo>
                  <a:cubicBezTo>
                    <a:pt x="207" y="56"/>
                    <a:pt x="206" y="55"/>
                    <a:pt x="205" y="53"/>
                  </a:cubicBezTo>
                  <a:cubicBezTo>
                    <a:pt x="204" y="52"/>
                    <a:pt x="204" y="51"/>
                    <a:pt x="204" y="49"/>
                  </a:cubicBezTo>
                  <a:cubicBezTo>
                    <a:pt x="204" y="46"/>
                    <a:pt x="206" y="44"/>
                    <a:pt x="209" y="42"/>
                  </a:cubicBezTo>
                  <a:cubicBezTo>
                    <a:pt x="212" y="41"/>
                    <a:pt x="215" y="40"/>
                    <a:pt x="219" y="40"/>
                  </a:cubicBezTo>
                  <a:cubicBezTo>
                    <a:pt x="223" y="40"/>
                    <a:pt x="227" y="42"/>
                    <a:pt x="230" y="43"/>
                  </a:cubicBezTo>
                  <a:cubicBezTo>
                    <a:pt x="233" y="45"/>
                    <a:pt x="234" y="48"/>
                    <a:pt x="234" y="51"/>
                  </a:cubicBezTo>
                  <a:moveTo>
                    <a:pt x="223" y="151"/>
                  </a:moveTo>
                  <a:cubicBezTo>
                    <a:pt x="223" y="154"/>
                    <a:pt x="222" y="156"/>
                    <a:pt x="220" y="158"/>
                  </a:cubicBezTo>
                  <a:cubicBezTo>
                    <a:pt x="218" y="160"/>
                    <a:pt x="216" y="161"/>
                    <a:pt x="214" y="162"/>
                  </a:cubicBezTo>
                  <a:cubicBezTo>
                    <a:pt x="212" y="162"/>
                    <a:pt x="210" y="162"/>
                    <a:pt x="208" y="162"/>
                  </a:cubicBezTo>
                  <a:cubicBezTo>
                    <a:pt x="206" y="161"/>
                    <a:pt x="205" y="160"/>
                    <a:pt x="206" y="158"/>
                  </a:cubicBezTo>
                  <a:cubicBezTo>
                    <a:pt x="206" y="156"/>
                    <a:pt x="207" y="153"/>
                    <a:pt x="207" y="148"/>
                  </a:cubicBezTo>
                  <a:cubicBezTo>
                    <a:pt x="207" y="144"/>
                    <a:pt x="208" y="139"/>
                    <a:pt x="208" y="134"/>
                  </a:cubicBezTo>
                  <a:cubicBezTo>
                    <a:pt x="208" y="129"/>
                    <a:pt x="209" y="123"/>
                    <a:pt x="209" y="117"/>
                  </a:cubicBezTo>
                  <a:cubicBezTo>
                    <a:pt x="209" y="113"/>
                    <a:pt x="209" y="108"/>
                    <a:pt x="209" y="104"/>
                  </a:cubicBezTo>
                  <a:cubicBezTo>
                    <a:pt x="209" y="104"/>
                    <a:pt x="209" y="105"/>
                    <a:pt x="208" y="105"/>
                  </a:cubicBezTo>
                  <a:cubicBezTo>
                    <a:pt x="206" y="108"/>
                    <a:pt x="204" y="111"/>
                    <a:pt x="201" y="114"/>
                  </a:cubicBezTo>
                  <a:cubicBezTo>
                    <a:pt x="199" y="116"/>
                    <a:pt x="196" y="117"/>
                    <a:pt x="194" y="117"/>
                  </a:cubicBezTo>
                  <a:cubicBezTo>
                    <a:pt x="190" y="117"/>
                    <a:pt x="187" y="116"/>
                    <a:pt x="185" y="114"/>
                  </a:cubicBezTo>
                  <a:cubicBezTo>
                    <a:pt x="184" y="112"/>
                    <a:pt x="182" y="109"/>
                    <a:pt x="182" y="107"/>
                  </a:cubicBezTo>
                  <a:cubicBezTo>
                    <a:pt x="181" y="104"/>
                    <a:pt x="181" y="101"/>
                    <a:pt x="181" y="99"/>
                  </a:cubicBezTo>
                  <a:cubicBezTo>
                    <a:pt x="181" y="96"/>
                    <a:pt x="181" y="94"/>
                    <a:pt x="181" y="94"/>
                  </a:cubicBezTo>
                  <a:cubicBezTo>
                    <a:pt x="180" y="94"/>
                    <a:pt x="180" y="95"/>
                    <a:pt x="179" y="97"/>
                  </a:cubicBezTo>
                  <a:cubicBezTo>
                    <a:pt x="178" y="98"/>
                    <a:pt x="177" y="100"/>
                    <a:pt x="177" y="103"/>
                  </a:cubicBezTo>
                  <a:cubicBezTo>
                    <a:pt x="176" y="105"/>
                    <a:pt x="175" y="107"/>
                    <a:pt x="175" y="110"/>
                  </a:cubicBezTo>
                  <a:cubicBezTo>
                    <a:pt x="174" y="112"/>
                    <a:pt x="174" y="114"/>
                    <a:pt x="174" y="116"/>
                  </a:cubicBezTo>
                  <a:cubicBezTo>
                    <a:pt x="173" y="118"/>
                    <a:pt x="172" y="119"/>
                    <a:pt x="171" y="120"/>
                  </a:cubicBezTo>
                  <a:cubicBezTo>
                    <a:pt x="169" y="121"/>
                    <a:pt x="168" y="121"/>
                    <a:pt x="166" y="121"/>
                  </a:cubicBezTo>
                  <a:cubicBezTo>
                    <a:pt x="164" y="121"/>
                    <a:pt x="162" y="121"/>
                    <a:pt x="160" y="120"/>
                  </a:cubicBezTo>
                  <a:cubicBezTo>
                    <a:pt x="159" y="119"/>
                    <a:pt x="158" y="117"/>
                    <a:pt x="158" y="115"/>
                  </a:cubicBezTo>
                  <a:cubicBezTo>
                    <a:pt x="158" y="113"/>
                    <a:pt x="158" y="110"/>
                    <a:pt x="158" y="107"/>
                  </a:cubicBezTo>
                  <a:cubicBezTo>
                    <a:pt x="158" y="103"/>
                    <a:pt x="158" y="100"/>
                    <a:pt x="158" y="96"/>
                  </a:cubicBezTo>
                  <a:cubicBezTo>
                    <a:pt x="158" y="92"/>
                    <a:pt x="158" y="89"/>
                    <a:pt x="158" y="85"/>
                  </a:cubicBezTo>
                  <a:cubicBezTo>
                    <a:pt x="158" y="82"/>
                    <a:pt x="158" y="78"/>
                    <a:pt x="159" y="76"/>
                  </a:cubicBezTo>
                  <a:cubicBezTo>
                    <a:pt x="159" y="73"/>
                    <a:pt x="160" y="71"/>
                    <a:pt x="162" y="69"/>
                  </a:cubicBezTo>
                  <a:cubicBezTo>
                    <a:pt x="164" y="68"/>
                    <a:pt x="166" y="67"/>
                    <a:pt x="168" y="67"/>
                  </a:cubicBezTo>
                  <a:cubicBezTo>
                    <a:pt x="170" y="67"/>
                    <a:pt x="172" y="67"/>
                    <a:pt x="174" y="68"/>
                  </a:cubicBezTo>
                  <a:cubicBezTo>
                    <a:pt x="175" y="69"/>
                    <a:pt x="176" y="71"/>
                    <a:pt x="175" y="73"/>
                  </a:cubicBezTo>
                  <a:cubicBezTo>
                    <a:pt x="175" y="75"/>
                    <a:pt x="175" y="77"/>
                    <a:pt x="174" y="80"/>
                  </a:cubicBezTo>
                  <a:cubicBezTo>
                    <a:pt x="174" y="82"/>
                    <a:pt x="173" y="84"/>
                    <a:pt x="173" y="87"/>
                  </a:cubicBezTo>
                  <a:cubicBezTo>
                    <a:pt x="172" y="89"/>
                    <a:pt x="172" y="92"/>
                    <a:pt x="172" y="94"/>
                  </a:cubicBezTo>
                  <a:cubicBezTo>
                    <a:pt x="172" y="96"/>
                    <a:pt x="172" y="98"/>
                    <a:pt x="172" y="99"/>
                  </a:cubicBezTo>
                  <a:cubicBezTo>
                    <a:pt x="173" y="95"/>
                    <a:pt x="174" y="92"/>
                    <a:pt x="176" y="89"/>
                  </a:cubicBezTo>
                  <a:cubicBezTo>
                    <a:pt x="177" y="86"/>
                    <a:pt x="179" y="83"/>
                    <a:pt x="180" y="81"/>
                  </a:cubicBezTo>
                  <a:cubicBezTo>
                    <a:pt x="181" y="80"/>
                    <a:pt x="183" y="79"/>
                    <a:pt x="185" y="78"/>
                  </a:cubicBezTo>
                  <a:cubicBezTo>
                    <a:pt x="187" y="77"/>
                    <a:pt x="189" y="77"/>
                    <a:pt x="191" y="77"/>
                  </a:cubicBezTo>
                  <a:cubicBezTo>
                    <a:pt x="192" y="77"/>
                    <a:pt x="194" y="78"/>
                    <a:pt x="195" y="79"/>
                  </a:cubicBezTo>
                  <a:cubicBezTo>
                    <a:pt x="196" y="80"/>
                    <a:pt x="196" y="81"/>
                    <a:pt x="196" y="83"/>
                  </a:cubicBezTo>
                  <a:cubicBezTo>
                    <a:pt x="195" y="84"/>
                    <a:pt x="195" y="86"/>
                    <a:pt x="194" y="89"/>
                  </a:cubicBezTo>
                  <a:cubicBezTo>
                    <a:pt x="194" y="91"/>
                    <a:pt x="194" y="94"/>
                    <a:pt x="194" y="97"/>
                  </a:cubicBezTo>
                  <a:cubicBezTo>
                    <a:pt x="194" y="100"/>
                    <a:pt x="194" y="102"/>
                    <a:pt x="194" y="104"/>
                  </a:cubicBezTo>
                  <a:cubicBezTo>
                    <a:pt x="195" y="106"/>
                    <a:pt x="195" y="107"/>
                    <a:pt x="196" y="107"/>
                  </a:cubicBezTo>
                  <a:cubicBezTo>
                    <a:pt x="197" y="107"/>
                    <a:pt x="198" y="106"/>
                    <a:pt x="199" y="105"/>
                  </a:cubicBezTo>
                  <a:cubicBezTo>
                    <a:pt x="201" y="103"/>
                    <a:pt x="202" y="101"/>
                    <a:pt x="203" y="99"/>
                  </a:cubicBezTo>
                  <a:cubicBezTo>
                    <a:pt x="205" y="97"/>
                    <a:pt x="206" y="95"/>
                    <a:pt x="207" y="92"/>
                  </a:cubicBezTo>
                  <a:cubicBezTo>
                    <a:pt x="208" y="90"/>
                    <a:pt x="209" y="88"/>
                    <a:pt x="210" y="86"/>
                  </a:cubicBezTo>
                  <a:cubicBezTo>
                    <a:pt x="210" y="85"/>
                    <a:pt x="210" y="85"/>
                    <a:pt x="210" y="85"/>
                  </a:cubicBezTo>
                  <a:cubicBezTo>
                    <a:pt x="210" y="84"/>
                    <a:pt x="210" y="84"/>
                    <a:pt x="210" y="84"/>
                  </a:cubicBezTo>
                  <a:cubicBezTo>
                    <a:pt x="210" y="79"/>
                    <a:pt x="210" y="75"/>
                    <a:pt x="210" y="72"/>
                  </a:cubicBezTo>
                  <a:cubicBezTo>
                    <a:pt x="210" y="71"/>
                    <a:pt x="211" y="69"/>
                    <a:pt x="213" y="68"/>
                  </a:cubicBezTo>
                  <a:cubicBezTo>
                    <a:pt x="215" y="68"/>
                    <a:pt x="216" y="67"/>
                    <a:pt x="218" y="67"/>
                  </a:cubicBezTo>
                  <a:cubicBezTo>
                    <a:pt x="220" y="67"/>
                    <a:pt x="222" y="67"/>
                    <a:pt x="224" y="68"/>
                  </a:cubicBezTo>
                  <a:cubicBezTo>
                    <a:pt x="225" y="69"/>
                    <a:pt x="226" y="70"/>
                    <a:pt x="226" y="72"/>
                  </a:cubicBezTo>
                  <a:cubicBezTo>
                    <a:pt x="225" y="75"/>
                    <a:pt x="225" y="79"/>
                    <a:pt x="225" y="83"/>
                  </a:cubicBezTo>
                  <a:cubicBezTo>
                    <a:pt x="224" y="88"/>
                    <a:pt x="224" y="93"/>
                    <a:pt x="224" y="99"/>
                  </a:cubicBezTo>
                  <a:cubicBezTo>
                    <a:pt x="224" y="104"/>
                    <a:pt x="223" y="110"/>
                    <a:pt x="223" y="115"/>
                  </a:cubicBezTo>
                  <a:cubicBezTo>
                    <a:pt x="223" y="121"/>
                    <a:pt x="223" y="126"/>
                    <a:pt x="223" y="131"/>
                  </a:cubicBezTo>
                  <a:cubicBezTo>
                    <a:pt x="223" y="136"/>
                    <a:pt x="223" y="140"/>
                    <a:pt x="223" y="144"/>
                  </a:cubicBezTo>
                  <a:cubicBezTo>
                    <a:pt x="223" y="148"/>
                    <a:pt x="223" y="150"/>
                    <a:pt x="223" y="1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3" name="Freeform 47"/>
            <p:cNvSpPr>
              <a:spLocks/>
            </p:cNvSpPr>
            <p:nvPr/>
          </p:nvSpPr>
          <p:spPr bwMode="auto">
            <a:xfrm>
              <a:off x="2459037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3" y="17"/>
                    <a:pt x="22" y="20"/>
                    <a:pt x="19" y="21"/>
                  </a:cubicBezTo>
                  <a:cubicBezTo>
                    <a:pt x="16" y="23"/>
                    <a:pt x="14" y="23"/>
                    <a:pt x="11" y="22"/>
                  </a:cubicBezTo>
                  <a:cubicBezTo>
                    <a:pt x="8" y="22"/>
                    <a:pt x="5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0" y="6"/>
                    <a:pt x="2" y="4"/>
                    <a:pt x="4" y="2"/>
                  </a:cubicBezTo>
                  <a:cubicBezTo>
                    <a:pt x="7" y="1"/>
                    <a:pt x="9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3" y="8"/>
                    <a:pt x="24" y="11"/>
                    <a:pt x="24" y="14"/>
                  </a:cubicBezTo>
                </a:path>
              </a:pathLst>
            </a:custGeom>
            <a:solidFill>
              <a:srgbClr val="6AD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Freeform 48"/>
            <p:cNvSpPr>
              <a:spLocks/>
            </p:cNvSpPr>
            <p:nvPr/>
          </p:nvSpPr>
          <p:spPr bwMode="auto">
            <a:xfrm>
              <a:off x="2505075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4" y="17"/>
                    <a:pt x="22" y="20"/>
                    <a:pt x="19" y="21"/>
                  </a:cubicBezTo>
                  <a:cubicBezTo>
                    <a:pt x="17" y="23"/>
                    <a:pt x="14" y="23"/>
                    <a:pt x="11" y="22"/>
                  </a:cubicBezTo>
                  <a:cubicBezTo>
                    <a:pt x="8" y="22"/>
                    <a:pt x="6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0" y="6"/>
                    <a:pt x="2" y="4"/>
                    <a:pt x="4" y="2"/>
                  </a:cubicBezTo>
                  <a:cubicBezTo>
                    <a:pt x="7" y="1"/>
                    <a:pt x="10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3" y="8"/>
                    <a:pt x="24" y="11"/>
                    <a:pt x="24" y="14"/>
                  </a:cubicBezTo>
                </a:path>
              </a:pathLst>
            </a:custGeom>
            <a:solidFill>
              <a:srgbClr val="C1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Freeform 49"/>
            <p:cNvSpPr>
              <a:spLocks/>
            </p:cNvSpPr>
            <p:nvPr/>
          </p:nvSpPr>
          <p:spPr bwMode="auto">
            <a:xfrm>
              <a:off x="2551112" y="2662237"/>
              <a:ext cx="30162" cy="28575"/>
            </a:xfrm>
            <a:custGeom>
              <a:avLst/>
              <a:gdLst>
                <a:gd name="T0" fmla="*/ 2147483647 w 24"/>
                <a:gd name="T1" fmla="*/ 2147483647 h 23"/>
                <a:gd name="T2" fmla="*/ 2147483647 w 24"/>
                <a:gd name="T3" fmla="*/ 2147483647 h 23"/>
                <a:gd name="T4" fmla="*/ 2147483647 w 24"/>
                <a:gd name="T5" fmla="*/ 2147483647 h 23"/>
                <a:gd name="T6" fmla="*/ 2147483647 w 24"/>
                <a:gd name="T7" fmla="*/ 2147483647 h 23"/>
                <a:gd name="T8" fmla="*/ 0 w 24"/>
                <a:gd name="T9" fmla="*/ 2147483647 h 23"/>
                <a:gd name="T10" fmla="*/ 2147483647 w 24"/>
                <a:gd name="T11" fmla="*/ 2147483647 h 23"/>
                <a:gd name="T12" fmla="*/ 2147483647 w 24"/>
                <a:gd name="T13" fmla="*/ 2147483647 h 23"/>
                <a:gd name="T14" fmla="*/ 2147483647 w 24"/>
                <a:gd name="T15" fmla="*/ 2147483647 h 23"/>
                <a:gd name="T16" fmla="*/ 2147483647 w 24"/>
                <a:gd name="T17" fmla="*/ 214748364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24" y="14"/>
                  </a:moveTo>
                  <a:cubicBezTo>
                    <a:pt x="24" y="17"/>
                    <a:pt x="22" y="20"/>
                    <a:pt x="20" y="21"/>
                  </a:cubicBezTo>
                  <a:cubicBezTo>
                    <a:pt x="17" y="23"/>
                    <a:pt x="14" y="23"/>
                    <a:pt x="11" y="22"/>
                  </a:cubicBezTo>
                  <a:cubicBezTo>
                    <a:pt x="8" y="22"/>
                    <a:pt x="6" y="20"/>
                    <a:pt x="3" y="18"/>
                  </a:cubicBezTo>
                  <a:cubicBezTo>
                    <a:pt x="1" y="16"/>
                    <a:pt x="0" y="13"/>
                    <a:pt x="0" y="10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7" y="1"/>
                    <a:pt x="10" y="0"/>
                    <a:pt x="13" y="1"/>
                  </a:cubicBezTo>
                  <a:cubicBezTo>
                    <a:pt x="16" y="1"/>
                    <a:pt x="19" y="3"/>
                    <a:pt x="21" y="5"/>
                  </a:cubicBezTo>
                  <a:cubicBezTo>
                    <a:pt x="24" y="8"/>
                    <a:pt x="24" y="11"/>
                    <a:pt x="24" y="14"/>
                  </a:cubicBezTo>
                </a:path>
              </a:pathLst>
            </a:custGeom>
            <a:solidFill>
              <a:srgbClr val="F9A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Freeform 50"/>
            <p:cNvSpPr>
              <a:spLocks/>
            </p:cNvSpPr>
            <p:nvPr/>
          </p:nvSpPr>
          <p:spPr bwMode="auto">
            <a:xfrm>
              <a:off x="1684337" y="2130425"/>
              <a:ext cx="163512" cy="46038"/>
            </a:xfrm>
            <a:custGeom>
              <a:avLst/>
              <a:gdLst>
                <a:gd name="T0" fmla="*/ 2147483647 w 132"/>
                <a:gd name="T1" fmla="*/ 2147483647 h 37"/>
                <a:gd name="T2" fmla="*/ 2147483647 w 132"/>
                <a:gd name="T3" fmla="*/ 2147483647 h 37"/>
                <a:gd name="T4" fmla="*/ 2147483647 w 132"/>
                <a:gd name="T5" fmla="*/ 2147483647 h 37"/>
                <a:gd name="T6" fmla="*/ 2147483647 w 132"/>
                <a:gd name="T7" fmla="*/ 2147483647 h 37"/>
                <a:gd name="T8" fmla="*/ 2147483647 w 132"/>
                <a:gd name="T9" fmla="*/ 2147483647 h 37"/>
                <a:gd name="T10" fmla="*/ 2147483647 w 132"/>
                <a:gd name="T11" fmla="*/ 2147483647 h 37"/>
                <a:gd name="T12" fmla="*/ 2147483647 w 132"/>
                <a:gd name="T13" fmla="*/ 0 h 37"/>
                <a:gd name="T14" fmla="*/ 2147483647 w 132"/>
                <a:gd name="T15" fmla="*/ 2147483647 h 37"/>
                <a:gd name="T16" fmla="*/ 2147483647 w 132"/>
                <a:gd name="T17" fmla="*/ 2147483647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37">
                  <a:moveTo>
                    <a:pt x="127" y="24"/>
                  </a:moveTo>
                  <a:cubicBezTo>
                    <a:pt x="132" y="25"/>
                    <a:pt x="132" y="29"/>
                    <a:pt x="127" y="32"/>
                  </a:cubicBezTo>
                  <a:cubicBezTo>
                    <a:pt x="122" y="35"/>
                    <a:pt x="114" y="37"/>
                    <a:pt x="110" y="37"/>
                  </a:cubicBezTo>
                  <a:cubicBezTo>
                    <a:pt x="93" y="34"/>
                    <a:pt x="75" y="29"/>
                    <a:pt x="56" y="24"/>
                  </a:cubicBezTo>
                  <a:cubicBezTo>
                    <a:pt x="38" y="20"/>
                    <a:pt x="20" y="15"/>
                    <a:pt x="5" y="13"/>
                  </a:cubicBezTo>
                  <a:cubicBezTo>
                    <a:pt x="0" y="12"/>
                    <a:pt x="0" y="8"/>
                    <a:pt x="5" y="5"/>
                  </a:cubicBezTo>
                  <a:cubicBezTo>
                    <a:pt x="10" y="2"/>
                    <a:pt x="17" y="0"/>
                    <a:pt x="22" y="0"/>
                  </a:cubicBezTo>
                  <a:cubicBezTo>
                    <a:pt x="38" y="3"/>
                    <a:pt x="57" y="8"/>
                    <a:pt x="76" y="13"/>
                  </a:cubicBezTo>
                  <a:cubicBezTo>
                    <a:pt x="94" y="17"/>
                    <a:pt x="112" y="22"/>
                    <a:pt x="127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Freeform 51"/>
            <p:cNvSpPr>
              <a:spLocks/>
            </p:cNvSpPr>
            <p:nvPr/>
          </p:nvSpPr>
          <p:spPr bwMode="auto">
            <a:xfrm>
              <a:off x="1670050" y="2239962"/>
              <a:ext cx="163512" cy="26988"/>
            </a:xfrm>
            <a:custGeom>
              <a:avLst/>
              <a:gdLst>
                <a:gd name="T0" fmla="*/ 2147483647 w 133"/>
                <a:gd name="T1" fmla="*/ 2147483647 h 21"/>
                <a:gd name="T2" fmla="*/ 2147483647 w 133"/>
                <a:gd name="T3" fmla="*/ 2147483647 h 21"/>
                <a:gd name="T4" fmla="*/ 2147483647 w 133"/>
                <a:gd name="T5" fmla="*/ 2147483647 h 21"/>
                <a:gd name="T6" fmla="*/ 2147483647 w 133"/>
                <a:gd name="T7" fmla="*/ 2147483647 h 21"/>
                <a:gd name="T8" fmla="*/ 2147483647 w 133"/>
                <a:gd name="T9" fmla="*/ 2147483647 h 21"/>
                <a:gd name="T10" fmla="*/ 2147483647 w 133"/>
                <a:gd name="T11" fmla="*/ 2147483647 h 21"/>
                <a:gd name="T12" fmla="*/ 2147483647 w 133"/>
                <a:gd name="T13" fmla="*/ 2147483647 h 21"/>
                <a:gd name="T14" fmla="*/ 2147483647 w 133"/>
                <a:gd name="T15" fmla="*/ 2147483647 h 21"/>
                <a:gd name="T16" fmla="*/ 2147483647 w 133"/>
                <a:gd name="T17" fmla="*/ 2147483647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3" h="21">
                  <a:moveTo>
                    <a:pt x="127" y="1"/>
                  </a:moveTo>
                  <a:cubicBezTo>
                    <a:pt x="132" y="0"/>
                    <a:pt x="133" y="4"/>
                    <a:pt x="129" y="8"/>
                  </a:cubicBezTo>
                  <a:cubicBezTo>
                    <a:pt x="125" y="13"/>
                    <a:pt x="118" y="17"/>
                    <a:pt x="113" y="17"/>
                  </a:cubicBezTo>
                  <a:cubicBezTo>
                    <a:pt x="97" y="19"/>
                    <a:pt x="78" y="19"/>
                    <a:pt x="59" y="19"/>
                  </a:cubicBezTo>
                  <a:cubicBezTo>
                    <a:pt x="40" y="19"/>
                    <a:pt x="21" y="19"/>
                    <a:pt x="6" y="20"/>
                  </a:cubicBezTo>
                  <a:cubicBezTo>
                    <a:pt x="1" y="21"/>
                    <a:pt x="0" y="17"/>
                    <a:pt x="4" y="13"/>
                  </a:cubicBezTo>
                  <a:cubicBezTo>
                    <a:pt x="8" y="8"/>
                    <a:pt x="15" y="4"/>
                    <a:pt x="20" y="4"/>
                  </a:cubicBezTo>
                  <a:cubicBezTo>
                    <a:pt x="36" y="2"/>
                    <a:pt x="55" y="2"/>
                    <a:pt x="74" y="2"/>
                  </a:cubicBezTo>
                  <a:cubicBezTo>
                    <a:pt x="93" y="2"/>
                    <a:pt x="111" y="2"/>
                    <a:pt x="12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Freeform 52"/>
            <p:cNvSpPr>
              <a:spLocks/>
            </p:cNvSpPr>
            <p:nvPr/>
          </p:nvSpPr>
          <p:spPr bwMode="auto">
            <a:xfrm>
              <a:off x="1879600" y="2109787"/>
              <a:ext cx="241300" cy="285750"/>
            </a:xfrm>
            <a:custGeom>
              <a:avLst/>
              <a:gdLst>
                <a:gd name="T0" fmla="*/ 2147483647 w 195"/>
                <a:gd name="T1" fmla="*/ 2147483647 h 231"/>
                <a:gd name="T2" fmla="*/ 2147483647 w 195"/>
                <a:gd name="T3" fmla="*/ 2147483647 h 231"/>
                <a:gd name="T4" fmla="*/ 2147483647 w 195"/>
                <a:gd name="T5" fmla="*/ 2147483647 h 231"/>
                <a:gd name="T6" fmla="*/ 2147483647 w 195"/>
                <a:gd name="T7" fmla="*/ 2147483647 h 231"/>
                <a:gd name="T8" fmla="*/ 2147483647 w 195"/>
                <a:gd name="T9" fmla="*/ 2147483647 h 231"/>
                <a:gd name="T10" fmla="*/ 2147483647 w 195"/>
                <a:gd name="T11" fmla="*/ 2147483647 h 231"/>
                <a:gd name="T12" fmla="*/ 2147483647 w 195"/>
                <a:gd name="T13" fmla="*/ 0 h 231"/>
                <a:gd name="T14" fmla="*/ 2147483647 w 195"/>
                <a:gd name="T15" fmla="*/ 2147483647 h 231"/>
                <a:gd name="T16" fmla="*/ 2147483647 w 195"/>
                <a:gd name="T17" fmla="*/ 2147483647 h 231"/>
                <a:gd name="T18" fmla="*/ 2147483647 w 195"/>
                <a:gd name="T19" fmla="*/ 2147483647 h 231"/>
                <a:gd name="T20" fmla="*/ 2147483647 w 195"/>
                <a:gd name="T21" fmla="*/ 2147483647 h 231"/>
                <a:gd name="T22" fmla="*/ 2147483647 w 195"/>
                <a:gd name="T23" fmla="*/ 2147483647 h 231"/>
                <a:gd name="T24" fmla="*/ 2147483647 w 195"/>
                <a:gd name="T25" fmla="*/ 2147483647 h 231"/>
                <a:gd name="T26" fmla="*/ 2147483647 w 195"/>
                <a:gd name="T27" fmla="*/ 2147483647 h 231"/>
                <a:gd name="T28" fmla="*/ 2147483647 w 195"/>
                <a:gd name="T29" fmla="*/ 2147483647 h 231"/>
                <a:gd name="T30" fmla="*/ 2147483647 w 195"/>
                <a:gd name="T31" fmla="*/ 2147483647 h 231"/>
                <a:gd name="T32" fmla="*/ 2147483647 w 195"/>
                <a:gd name="T33" fmla="*/ 2147483647 h 231"/>
                <a:gd name="T34" fmla="*/ 2147483647 w 195"/>
                <a:gd name="T35" fmla="*/ 2147483647 h 231"/>
                <a:gd name="T36" fmla="*/ 2147483647 w 195"/>
                <a:gd name="T37" fmla="*/ 2147483647 h 231"/>
                <a:gd name="T38" fmla="*/ 2147483647 w 195"/>
                <a:gd name="T39" fmla="*/ 2147483647 h 231"/>
                <a:gd name="T40" fmla="*/ 2147483647 w 195"/>
                <a:gd name="T41" fmla="*/ 2147483647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95" h="231">
                  <a:moveTo>
                    <a:pt x="81" y="213"/>
                  </a:moveTo>
                  <a:cubicBezTo>
                    <a:pt x="81" y="218"/>
                    <a:pt x="77" y="224"/>
                    <a:pt x="72" y="228"/>
                  </a:cubicBezTo>
                  <a:cubicBezTo>
                    <a:pt x="66" y="231"/>
                    <a:pt x="62" y="230"/>
                    <a:pt x="62" y="225"/>
                  </a:cubicBezTo>
                  <a:cubicBezTo>
                    <a:pt x="62" y="210"/>
                    <a:pt x="52" y="198"/>
                    <a:pt x="40" y="184"/>
                  </a:cubicBezTo>
                  <a:cubicBezTo>
                    <a:pt x="23" y="164"/>
                    <a:pt x="2" y="140"/>
                    <a:pt x="1" y="95"/>
                  </a:cubicBezTo>
                  <a:cubicBezTo>
                    <a:pt x="0" y="52"/>
                    <a:pt x="28" y="22"/>
                    <a:pt x="64" y="8"/>
                  </a:cubicBezTo>
                  <a:cubicBezTo>
                    <a:pt x="77" y="3"/>
                    <a:pt x="91" y="0"/>
                    <a:pt x="105" y="0"/>
                  </a:cubicBezTo>
                  <a:cubicBezTo>
                    <a:pt x="119" y="0"/>
                    <a:pt x="133" y="2"/>
                    <a:pt x="145" y="7"/>
                  </a:cubicBezTo>
                  <a:cubicBezTo>
                    <a:pt x="174" y="19"/>
                    <a:pt x="195" y="45"/>
                    <a:pt x="193" y="88"/>
                  </a:cubicBezTo>
                  <a:cubicBezTo>
                    <a:pt x="191" y="137"/>
                    <a:pt x="170" y="160"/>
                    <a:pt x="152" y="180"/>
                  </a:cubicBezTo>
                  <a:cubicBezTo>
                    <a:pt x="143" y="190"/>
                    <a:pt x="135" y="198"/>
                    <a:pt x="135" y="211"/>
                  </a:cubicBezTo>
                  <a:cubicBezTo>
                    <a:pt x="135" y="216"/>
                    <a:pt x="131" y="222"/>
                    <a:pt x="126" y="226"/>
                  </a:cubicBezTo>
                  <a:cubicBezTo>
                    <a:pt x="121" y="229"/>
                    <a:pt x="117" y="228"/>
                    <a:pt x="117" y="223"/>
                  </a:cubicBezTo>
                  <a:cubicBezTo>
                    <a:pt x="117" y="199"/>
                    <a:pt x="129" y="186"/>
                    <a:pt x="144" y="170"/>
                  </a:cubicBezTo>
                  <a:cubicBezTo>
                    <a:pt x="157" y="155"/>
                    <a:pt x="173" y="138"/>
                    <a:pt x="174" y="99"/>
                  </a:cubicBezTo>
                  <a:cubicBezTo>
                    <a:pt x="176" y="62"/>
                    <a:pt x="157" y="38"/>
                    <a:pt x="131" y="28"/>
                  </a:cubicBezTo>
                  <a:cubicBezTo>
                    <a:pt x="120" y="23"/>
                    <a:pt x="107" y="21"/>
                    <a:pt x="95" y="21"/>
                  </a:cubicBezTo>
                  <a:cubicBezTo>
                    <a:pt x="82" y="21"/>
                    <a:pt x="70" y="23"/>
                    <a:pt x="59" y="28"/>
                  </a:cubicBezTo>
                  <a:cubicBezTo>
                    <a:pt x="36" y="36"/>
                    <a:pt x="19" y="55"/>
                    <a:pt x="20" y="82"/>
                  </a:cubicBezTo>
                  <a:cubicBezTo>
                    <a:pt x="21" y="123"/>
                    <a:pt x="40" y="146"/>
                    <a:pt x="57" y="166"/>
                  </a:cubicBezTo>
                  <a:cubicBezTo>
                    <a:pt x="70" y="181"/>
                    <a:pt x="81" y="194"/>
                    <a:pt x="81" y="213"/>
                  </a:cubicBezTo>
                </a:path>
              </a:pathLst>
            </a:custGeom>
            <a:solidFill>
              <a:srgbClr val="FFC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Freeform 53"/>
            <p:cNvSpPr>
              <a:spLocks/>
            </p:cNvSpPr>
            <p:nvPr/>
          </p:nvSpPr>
          <p:spPr bwMode="auto">
            <a:xfrm>
              <a:off x="1938337" y="2400300"/>
              <a:ext cx="123825" cy="47625"/>
            </a:xfrm>
            <a:custGeom>
              <a:avLst/>
              <a:gdLst>
                <a:gd name="T0" fmla="*/ 2147483647 w 100"/>
                <a:gd name="T1" fmla="*/ 2147483647 h 38"/>
                <a:gd name="T2" fmla="*/ 2147483647 w 100"/>
                <a:gd name="T3" fmla="*/ 2147483647 h 38"/>
                <a:gd name="T4" fmla="*/ 2147483647 w 100"/>
                <a:gd name="T5" fmla="*/ 2147483647 h 38"/>
                <a:gd name="T6" fmla="*/ 2147483647 w 100"/>
                <a:gd name="T7" fmla="*/ 2147483647 h 38"/>
                <a:gd name="T8" fmla="*/ 2147483647 w 100"/>
                <a:gd name="T9" fmla="*/ 2147483647 h 38"/>
                <a:gd name="T10" fmla="*/ 2147483647 w 100"/>
                <a:gd name="T11" fmla="*/ 2147483647 h 38"/>
                <a:gd name="T12" fmla="*/ 2147483647 w 100"/>
                <a:gd name="T13" fmla="*/ 2147483647 h 38"/>
                <a:gd name="T14" fmla="*/ 2147483647 w 100"/>
                <a:gd name="T15" fmla="*/ 2147483647 h 38"/>
                <a:gd name="T16" fmla="*/ 2147483647 w 100"/>
                <a:gd name="T17" fmla="*/ 2147483647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" h="38">
                  <a:moveTo>
                    <a:pt x="2" y="15"/>
                  </a:moveTo>
                  <a:cubicBezTo>
                    <a:pt x="0" y="14"/>
                    <a:pt x="1" y="10"/>
                    <a:pt x="4" y="6"/>
                  </a:cubicBezTo>
                  <a:cubicBezTo>
                    <a:pt x="7" y="2"/>
                    <a:pt x="11" y="0"/>
                    <a:pt x="13" y="1"/>
                  </a:cubicBezTo>
                  <a:cubicBezTo>
                    <a:pt x="22" y="7"/>
                    <a:pt x="36" y="13"/>
                    <a:pt x="53" y="17"/>
                  </a:cubicBezTo>
                  <a:cubicBezTo>
                    <a:pt x="67" y="21"/>
                    <a:pt x="82" y="23"/>
                    <a:pt x="97" y="23"/>
                  </a:cubicBezTo>
                  <a:cubicBezTo>
                    <a:pt x="100" y="23"/>
                    <a:pt x="100" y="26"/>
                    <a:pt x="98" y="31"/>
                  </a:cubicBezTo>
                  <a:cubicBezTo>
                    <a:pt x="96" y="35"/>
                    <a:pt x="92" y="38"/>
                    <a:pt x="89" y="38"/>
                  </a:cubicBezTo>
                  <a:cubicBezTo>
                    <a:pt x="74" y="38"/>
                    <a:pt x="58" y="35"/>
                    <a:pt x="43" y="32"/>
                  </a:cubicBezTo>
                  <a:cubicBezTo>
                    <a:pt x="27" y="27"/>
                    <a:pt x="12" y="21"/>
                    <a:pt x="2" y="15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Freeform 54"/>
            <p:cNvSpPr>
              <a:spLocks/>
            </p:cNvSpPr>
            <p:nvPr/>
          </p:nvSpPr>
          <p:spPr bwMode="auto">
            <a:xfrm>
              <a:off x="1947862" y="2436812"/>
              <a:ext cx="104775" cy="41275"/>
            </a:xfrm>
            <a:custGeom>
              <a:avLst/>
              <a:gdLst>
                <a:gd name="T0" fmla="*/ 2147483647 w 85"/>
                <a:gd name="T1" fmla="*/ 2147483647 h 34"/>
                <a:gd name="T2" fmla="*/ 2147483647 w 85"/>
                <a:gd name="T3" fmla="*/ 2147483647 h 34"/>
                <a:gd name="T4" fmla="*/ 2147483647 w 85"/>
                <a:gd name="T5" fmla="*/ 2147483647 h 34"/>
                <a:gd name="T6" fmla="*/ 2147483647 w 85"/>
                <a:gd name="T7" fmla="*/ 2147483647 h 34"/>
                <a:gd name="T8" fmla="*/ 2147483647 w 85"/>
                <a:gd name="T9" fmla="*/ 2147483647 h 34"/>
                <a:gd name="T10" fmla="*/ 2147483647 w 85"/>
                <a:gd name="T11" fmla="*/ 2147483647 h 34"/>
                <a:gd name="T12" fmla="*/ 2147483647 w 85"/>
                <a:gd name="T13" fmla="*/ 2147483647 h 34"/>
                <a:gd name="T14" fmla="*/ 2147483647 w 85"/>
                <a:gd name="T15" fmla="*/ 2147483647 h 34"/>
                <a:gd name="T16" fmla="*/ 2147483647 w 85"/>
                <a:gd name="T17" fmla="*/ 2147483647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34">
                  <a:moveTo>
                    <a:pt x="2" y="16"/>
                  </a:moveTo>
                  <a:cubicBezTo>
                    <a:pt x="0" y="14"/>
                    <a:pt x="0" y="10"/>
                    <a:pt x="3" y="6"/>
                  </a:cubicBezTo>
                  <a:cubicBezTo>
                    <a:pt x="6" y="2"/>
                    <a:pt x="10" y="0"/>
                    <a:pt x="12" y="2"/>
                  </a:cubicBezTo>
                  <a:cubicBezTo>
                    <a:pt x="20" y="6"/>
                    <a:pt x="32" y="11"/>
                    <a:pt x="45" y="14"/>
                  </a:cubicBezTo>
                  <a:cubicBezTo>
                    <a:pt x="57" y="17"/>
                    <a:pt x="70" y="20"/>
                    <a:pt x="81" y="20"/>
                  </a:cubicBezTo>
                  <a:cubicBezTo>
                    <a:pt x="84" y="20"/>
                    <a:pt x="85" y="23"/>
                    <a:pt x="83" y="27"/>
                  </a:cubicBezTo>
                  <a:cubicBezTo>
                    <a:pt x="81" y="31"/>
                    <a:pt x="77" y="34"/>
                    <a:pt x="74" y="34"/>
                  </a:cubicBezTo>
                  <a:cubicBezTo>
                    <a:pt x="61" y="34"/>
                    <a:pt x="48" y="32"/>
                    <a:pt x="36" y="29"/>
                  </a:cubicBezTo>
                  <a:cubicBezTo>
                    <a:pt x="22" y="26"/>
                    <a:pt x="10" y="20"/>
                    <a:pt x="2" y="16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Freeform 55"/>
            <p:cNvSpPr>
              <a:spLocks/>
            </p:cNvSpPr>
            <p:nvPr/>
          </p:nvSpPr>
          <p:spPr bwMode="auto">
            <a:xfrm>
              <a:off x="1957387" y="2479675"/>
              <a:ext cx="87312" cy="30163"/>
            </a:xfrm>
            <a:custGeom>
              <a:avLst/>
              <a:gdLst>
                <a:gd name="T0" fmla="*/ 2147483647 w 70"/>
                <a:gd name="T1" fmla="*/ 2147483647 h 24"/>
                <a:gd name="T2" fmla="*/ 2147483647 w 70"/>
                <a:gd name="T3" fmla="*/ 2147483647 h 24"/>
                <a:gd name="T4" fmla="*/ 2147483647 w 70"/>
                <a:gd name="T5" fmla="*/ 2147483647 h 24"/>
                <a:gd name="T6" fmla="*/ 2147483647 w 70"/>
                <a:gd name="T7" fmla="*/ 2147483647 h 24"/>
                <a:gd name="T8" fmla="*/ 2147483647 w 70"/>
                <a:gd name="T9" fmla="*/ 2147483647 h 24"/>
                <a:gd name="T10" fmla="*/ 2147483647 w 70"/>
                <a:gd name="T11" fmla="*/ 2147483647 h 24"/>
                <a:gd name="T12" fmla="*/ 2147483647 w 70"/>
                <a:gd name="T13" fmla="*/ 2147483647 h 24"/>
                <a:gd name="T14" fmla="*/ 2147483647 w 70"/>
                <a:gd name="T15" fmla="*/ 2147483647 h 24"/>
                <a:gd name="T16" fmla="*/ 2147483647 w 70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24">
                  <a:moveTo>
                    <a:pt x="2" y="15"/>
                  </a:moveTo>
                  <a:cubicBezTo>
                    <a:pt x="0" y="14"/>
                    <a:pt x="0" y="10"/>
                    <a:pt x="3" y="6"/>
                  </a:cubicBezTo>
                  <a:cubicBezTo>
                    <a:pt x="6" y="2"/>
                    <a:pt x="10" y="0"/>
                    <a:pt x="12" y="1"/>
                  </a:cubicBezTo>
                  <a:cubicBezTo>
                    <a:pt x="18" y="4"/>
                    <a:pt x="28" y="7"/>
                    <a:pt x="38" y="8"/>
                  </a:cubicBezTo>
                  <a:cubicBezTo>
                    <a:pt x="47" y="9"/>
                    <a:pt x="57" y="9"/>
                    <a:pt x="65" y="7"/>
                  </a:cubicBezTo>
                  <a:cubicBezTo>
                    <a:pt x="69" y="6"/>
                    <a:pt x="70" y="9"/>
                    <a:pt x="69" y="13"/>
                  </a:cubicBezTo>
                  <a:cubicBezTo>
                    <a:pt x="67" y="17"/>
                    <a:pt x="63" y="21"/>
                    <a:pt x="60" y="21"/>
                  </a:cubicBezTo>
                  <a:cubicBezTo>
                    <a:pt x="50" y="23"/>
                    <a:pt x="40" y="24"/>
                    <a:pt x="30" y="23"/>
                  </a:cubicBezTo>
                  <a:cubicBezTo>
                    <a:pt x="19" y="21"/>
                    <a:pt x="9" y="18"/>
                    <a:pt x="2" y="15"/>
                  </a:cubicBezTo>
                </a:path>
              </a:pathLst>
            </a:custGeom>
            <a:solidFill>
              <a:srgbClr val="C5E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Freeform 56"/>
            <p:cNvSpPr>
              <a:spLocks/>
            </p:cNvSpPr>
            <p:nvPr/>
          </p:nvSpPr>
          <p:spPr bwMode="auto">
            <a:xfrm>
              <a:off x="2147887" y="2101850"/>
              <a:ext cx="128587" cy="73025"/>
            </a:xfrm>
            <a:custGeom>
              <a:avLst/>
              <a:gdLst>
                <a:gd name="T0" fmla="*/ 2147483647 w 104"/>
                <a:gd name="T1" fmla="*/ 2147483647 h 59"/>
                <a:gd name="T2" fmla="*/ 2147483647 w 104"/>
                <a:gd name="T3" fmla="*/ 2147483647 h 59"/>
                <a:gd name="T4" fmla="*/ 2147483647 w 104"/>
                <a:gd name="T5" fmla="*/ 2147483647 h 59"/>
                <a:gd name="T6" fmla="*/ 2147483647 w 104"/>
                <a:gd name="T7" fmla="*/ 2147483647 h 59"/>
                <a:gd name="T8" fmla="*/ 2147483647 w 104"/>
                <a:gd name="T9" fmla="*/ 2147483647 h 59"/>
                <a:gd name="T10" fmla="*/ 2147483647 w 104"/>
                <a:gd name="T11" fmla="*/ 2147483647 h 59"/>
                <a:gd name="T12" fmla="*/ 2147483647 w 104"/>
                <a:gd name="T13" fmla="*/ 2147483647 h 59"/>
                <a:gd name="T14" fmla="*/ 2147483647 w 104"/>
                <a:gd name="T15" fmla="*/ 2147483647 h 59"/>
                <a:gd name="T16" fmla="*/ 2147483647 w 104"/>
                <a:gd name="T17" fmla="*/ 2147483647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59">
                  <a:moveTo>
                    <a:pt x="5" y="57"/>
                  </a:moveTo>
                  <a:cubicBezTo>
                    <a:pt x="1" y="59"/>
                    <a:pt x="0" y="57"/>
                    <a:pt x="1" y="52"/>
                  </a:cubicBezTo>
                  <a:cubicBezTo>
                    <a:pt x="3" y="47"/>
                    <a:pt x="7" y="41"/>
                    <a:pt x="11" y="39"/>
                  </a:cubicBezTo>
                  <a:cubicBezTo>
                    <a:pt x="24" y="33"/>
                    <a:pt x="40" y="26"/>
                    <a:pt x="56" y="20"/>
                  </a:cubicBezTo>
                  <a:cubicBezTo>
                    <a:pt x="71" y="14"/>
                    <a:pt x="86" y="8"/>
                    <a:pt x="98" y="2"/>
                  </a:cubicBezTo>
                  <a:cubicBezTo>
                    <a:pt x="102" y="0"/>
                    <a:pt x="104" y="2"/>
                    <a:pt x="102" y="7"/>
                  </a:cubicBezTo>
                  <a:cubicBezTo>
                    <a:pt x="100" y="12"/>
                    <a:pt x="96" y="18"/>
                    <a:pt x="92" y="20"/>
                  </a:cubicBezTo>
                  <a:cubicBezTo>
                    <a:pt x="79" y="26"/>
                    <a:pt x="64" y="32"/>
                    <a:pt x="48" y="39"/>
                  </a:cubicBezTo>
                  <a:cubicBezTo>
                    <a:pt x="33" y="45"/>
                    <a:pt x="18" y="51"/>
                    <a:pt x="5" y="5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Freeform 57"/>
            <p:cNvSpPr>
              <a:spLocks/>
            </p:cNvSpPr>
            <p:nvPr/>
          </p:nvSpPr>
          <p:spPr bwMode="auto">
            <a:xfrm>
              <a:off x="2149475" y="2228850"/>
              <a:ext cx="139700" cy="36513"/>
            </a:xfrm>
            <a:custGeom>
              <a:avLst/>
              <a:gdLst>
                <a:gd name="T0" fmla="*/ 2147483647 w 112"/>
                <a:gd name="T1" fmla="*/ 2147483647 h 30"/>
                <a:gd name="T2" fmla="*/ 2147483647 w 112"/>
                <a:gd name="T3" fmla="*/ 2147483647 h 30"/>
                <a:gd name="T4" fmla="*/ 2147483647 w 112"/>
                <a:gd name="T5" fmla="*/ 2147483647 h 30"/>
                <a:gd name="T6" fmla="*/ 2147483647 w 112"/>
                <a:gd name="T7" fmla="*/ 2147483647 h 30"/>
                <a:gd name="T8" fmla="*/ 2147483647 w 112"/>
                <a:gd name="T9" fmla="*/ 2147483647 h 30"/>
                <a:gd name="T10" fmla="*/ 2147483647 w 112"/>
                <a:gd name="T11" fmla="*/ 0 h 30"/>
                <a:gd name="T12" fmla="*/ 2147483647 w 112"/>
                <a:gd name="T13" fmla="*/ 2147483647 h 30"/>
                <a:gd name="T14" fmla="*/ 2147483647 w 112"/>
                <a:gd name="T15" fmla="*/ 2147483647 h 30"/>
                <a:gd name="T16" fmla="*/ 2147483647 w 112"/>
                <a:gd name="T17" fmla="*/ 2147483647 h 30"/>
                <a:gd name="T18" fmla="*/ 2147483647 w 112"/>
                <a:gd name="T19" fmla="*/ 2147483647 h 30"/>
                <a:gd name="T20" fmla="*/ 2147483647 w 112"/>
                <a:gd name="T21" fmla="*/ 2147483647 h 30"/>
                <a:gd name="T22" fmla="*/ 2147483647 w 112"/>
                <a:gd name="T23" fmla="*/ 2147483647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2" h="30">
                  <a:moveTo>
                    <a:pt x="4" y="30"/>
                  </a:moveTo>
                  <a:cubicBezTo>
                    <a:pt x="1" y="30"/>
                    <a:pt x="0" y="27"/>
                    <a:pt x="3" y="22"/>
                  </a:cubicBezTo>
                  <a:cubicBezTo>
                    <a:pt x="6" y="17"/>
                    <a:pt x="11" y="12"/>
                    <a:pt x="14" y="12"/>
                  </a:cubicBezTo>
                  <a:cubicBezTo>
                    <a:pt x="28" y="9"/>
                    <a:pt x="45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78" y="4"/>
                    <a:pt x="95" y="3"/>
                    <a:pt x="109" y="0"/>
                  </a:cubicBezTo>
                  <a:cubicBezTo>
                    <a:pt x="112" y="0"/>
                    <a:pt x="112" y="3"/>
                    <a:pt x="110" y="8"/>
                  </a:cubicBezTo>
                  <a:cubicBezTo>
                    <a:pt x="107" y="13"/>
                    <a:pt x="102" y="18"/>
                    <a:pt x="98" y="18"/>
                  </a:cubicBezTo>
                  <a:cubicBezTo>
                    <a:pt x="84" y="21"/>
                    <a:pt x="67" y="23"/>
                    <a:pt x="51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34" y="26"/>
                    <a:pt x="18" y="27"/>
                    <a:pt x="4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Freeform 58"/>
            <p:cNvSpPr>
              <a:spLocks/>
            </p:cNvSpPr>
            <p:nvPr/>
          </p:nvSpPr>
          <p:spPr bwMode="auto">
            <a:xfrm>
              <a:off x="2125662" y="2322512"/>
              <a:ext cx="114300" cy="36513"/>
            </a:xfrm>
            <a:custGeom>
              <a:avLst/>
              <a:gdLst>
                <a:gd name="T0" fmla="*/ 2147483647 w 92"/>
                <a:gd name="T1" fmla="*/ 2147483647 h 30"/>
                <a:gd name="T2" fmla="*/ 2147483647 w 92"/>
                <a:gd name="T3" fmla="*/ 2147483647 h 30"/>
                <a:gd name="T4" fmla="*/ 2147483647 w 92"/>
                <a:gd name="T5" fmla="*/ 0 h 30"/>
                <a:gd name="T6" fmla="*/ 2147483647 w 92"/>
                <a:gd name="T7" fmla="*/ 2147483647 h 30"/>
                <a:gd name="T8" fmla="*/ 2147483647 w 92"/>
                <a:gd name="T9" fmla="*/ 2147483647 h 30"/>
                <a:gd name="T10" fmla="*/ 2147483647 w 92"/>
                <a:gd name="T11" fmla="*/ 2147483647 h 30"/>
                <a:gd name="T12" fmla="*/ 2147483647 w 92"/>
                <a:gd name="T13" fmla="*/ 2147483647 h 30"/>
                <a:gd name="T14" fmla="*/ 2147483647 w 92"/>
                <a:gd name="T15" fmla="*/ 2147483647 h 30"/>
                <a:gd name="T16" fmla="*/ 2147483647 w 92"/>
                <a:gd name="T17" fmla="*/ 2147483647 h 30"/>
                <a:gd name="T18" fmla="*/ 2147483647 w 92"/>
                <a:gd name="T19" fmla="*/ 2147483647 h 30"/>
                <a:gd name="T20" fmla="*/ 2147483647 w 92"/>
                <a:gd name="T21" fmla="*/ 2147483647 h 30"/>
                <a:gd name="T22" fmla="*/ 2147483647 w 92"/>
                <a:gd name="T23" fmla="*/ 2147483647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2" h="30">
                  <a:moveTo>
                    <a:pt x="2" y="11"/>
                  </a:moveTo>
                  <a:cubicBezTo>
                    <a:pt x="0" y="11"/>
                    <a:pt x="0" y="8"/>
                    <a:pt x="4" y="5"/>
                  </a:cubicBezTo>
                  <a:cubicBezTo>
                    <a:pt x="7" y="2"/>
                    <a:pt x="12" y="0"/>
                    <a:pt x="15" y="0"/>
                  </a:cubicBezTo>
                  <a:cubicBezTo>
                    <a:pt x="27" y="2"/>
                    <a:pt x="40" y="6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65" y="13"/>
                    <a:pt x="78" y="17"/>
                    <a:pt x="89" y="19"/>
                  </a:cubicBezTo>
                  <a:cubicBezTo>
                    <a:pt x="92" y="19"/>
                    <a:pt x="91" y="22"/>
                    <a:pt x="88" y="25"/>
                  </a:cubicBezTo>
                  <a:cubicBezTo>
                    <a:pt x="84" y="28"/>
                    <a:pt x="79" y="30"/>
                    <a:pt x="77" y="29"/>
                  </a:cubicBezTo>
                  <a:cubicBezTo>
                    <a:pt x="65" y="27"/>
                    <a:pt x="52" y="24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26" y="17"/>
                    <a:pt x="14" y="13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Freeform 59"/>
            <p:cNvSpPr>
              <a:spLocks/>
            </p:cNvSpPr>
            <p:nvPr/>
          </p:nvSpPr>
          <p:spPr bwMode="auto">
            <a:xfrm>
              <a:off x="2112962" y="1987550"/>
              <a:ext cx="85725" cy="123825"/>
            </a:xfrm>
            <a:custGeom>
              <a:avLst/>
              <a:gdLst>
                <a:gd name="T0" fmla="*/ 2147483647 w 70"/>
                <a:gd name="T1" fmla="*/ 2147483647 h 99"/>
                <a:gd name="T2" fmla="*/ 2147483647 w 70"/>
                <a:gd name="T3" fmla="*/ 2147483647 h 99"/>
                <a:gd name="T4" fmla="*/ 2147483647 w 70"/>
                <a:gd name="T5" fmla="*/ 2147483647 h 99"/>
                <a:gd name="T6" fmla="*/ 2147483647 w 70"/>
                <a:gd name="T7" fmla="*/ 2147483647 h 99"/>
                <a:gd name="T8" fmla="*/ 2147483647 w 70"/>
                <a:gd name="T9" fmla="*/ 2147483647 h 99"/>
                <a:gd name="T10" fmla="*/ 2147483647 w 70"/>
                <a:gd name="T11" fmla="*/ 2147483647 h 99"/>
                <a:gd name="T12" fmla="*/ 2147483647 w 70"/>
                <a:gd name="T13" fmla="*/ 2147483647 h 99"/>
                <a:gd name="T14" fmla="*/ 2147483647 w 70"/>
                <a:gd name="T15" fmla="*/ 2147483647 h 99"/>
                <a:gd name="T16" fmla="*/ 2147483647 w 70"/>
                <a:gd name="T17" fmla="*/ 2147483647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99">
                  <a:moveTo>
                    <a:pt x="7" y="96"/>
                  </a:moveTo>
                  <a:cubicBezTo>
                    <a:pt x="5" y="99"/>
                    <a:pt x="2" y="98"/>
                    <a:pt x="1" y="93"/>
                  </a:cubicBezTo>
                  <a:cubicBezTo>
                    <a:pt x="0" y="88"/>
                    <a:pt x="2" y="81"/>
                    <a:pt x="4" y="77"/>
                  </a:cubicBezTo>
                  <a:cubicBezTo>
                    <a:pt x="12" y="65"/>
                    <a:pt x="23" y="52"/>
                    <a:pt x="34" y="39"/>
                  </a:cubicBezTo>
                  <a:cubicBezTo>
                    <a:pt x="45" y="27"/>
                    <a:pt x="56" y="15"/>
                    <a:pt x="64" y="3"/>
                  </a:cubicBezTo>
                  <a:cubicBezTo>
                    <a:pt x="66" y="0"/>
                    <a:pt x="69" y="1"/>
                    <a:pt x="69" y="6"/>
                  </a:cubicBezTo>
                  <a:cubicBezTo>
                    <a:pt x="70" y="11"/>
                    <a:pt x="69" y="18"/>
                    <a:pt x="66" y="22"/>
                  </a:cubicBezTo>
                  <a:cubicBezTo>
                    <a:pt x="58" y="34"/>
                    <a:pt x="47" y="46"/>
                    <a:pt x="36" y="59"/>
                  </a:cubicBezTo>
                  <a:cubicBezTo>
                    <a:pt x="26" y="72"/>
                    <a:pt x="15" y="84"/>
                    <a:pt x="7" y="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Freeform 60"/>
            <p:cNvSpPr>
              <a:spLocks/>
            </p:cNvSpPr>
            <p:nvPr/>
          </p:nvSpPr>
          <p:spPr bwMode="auto">
            <a:xfrm>
              <a:off x="2030412" y="1941512"/>
              <a:ext cx="49212" cy="142875"/>
            </a:xfrm>
            <a:custGeom>
              <a:avLst/>
              <a:gdLst>
                <a:gd name="T0" fmla="*/ 2147483647 w 40"/>
                <a:gd name="T1" fmla="*/ 2147483647 h 115"/>
                <a:gd name="T2" fmla="*/ 2147483647 w 40"/>
                <a:gd name="T3" fmla="*/ 2147483647 h 115"/>
                <a:gd name="T4" fmla="*/ 2147483647 w 40"/>
                <a:gd name="T5" fmla="*/ 2147483647 h 115"/>
                <a:gd name="T6" fmla="*/ 2147483647 w 40"/>
                <a:gd name="T7" fmla="*/ 2147483647 h 115"/>
                <a:gd name="T8" fmla="*/ 2147483647 w 40"/>
                <a:gd name="T9" fmla="*/ 2147483647 h 115"/>
                <a:gd name="T10" fmla="*/ 2147483647 w 40"/>
                <a:gd name="T11" fmla="*/ 2147483647 h 115"/>
                <a:gd name="T12" fmla="*/ 2147483647 w 40"/>
                <a:gd name="T13" fmla="*/ 2147483647 h 115"/>
                <a:gd name="T14" fmla="*/ 2147483647 w 40"/>
                <a:gd name="T15" fmla="*/ 2147483647 h 115"/>
                <a:gd name="T16" fmla="*/ 2147483647 w 40"/>
                <a:gd name="T17" fmla="*/ 2147483647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115">
                  <a:moveTo>
                    <a:pt x="11" y="111"/>
                  </a:moveTo>
                  <a:cubicBezTo>
                    <a:pt x="10" y="115"/>
                    <a:pt x="7" y="115"/>
                    <a:pt x="4" y="110"/>
                  </a:cubicBezTo>
                  <a:cubicBezTo>
                    <a:pt x="2" y="106"/>
                    <a:pt x="0" y="99"/>
                    <a:pt x="1" y="95"/>
                  </a:cubicBezTo>
                  <a:cubicBezTo>
                    <a:pt x="5" y="80"/>
                    <a:pt x="10" y="64"/>
                    <a:pt x="15" y="48"/>
                  </a:cubicBezTo>
                  <a:cubicBezTo>
                    <a:pt x="21" y="33"/>
                    <a:pt x="26" y="17"/>
                    <a:pt x="29" y="4"/>
                  </a:cubicBezTo>
                  <a:cubicBezTo>
                    <a:pt x="30" y="0"/>
                    <a:pt x="33" y="0"/>
                    <a:pt x="36" y="4"/>
                  </a:cubicBezTo>
                  <a:cubicBezTo>
                    <a:pt x="38" y="9"/>
                    <a:pt x="40" y="16"/>
                    <a:pt x="39" y="20"/>
                  </a:cubicBezTo>
                  <a:cubicBezTo>
                    <a:pt x="35" y="34"/>
                    <a:pt x="30" y="50"/>
                    <a:pt x="25" y="66"/>
                  </a:cubicBezTo>
                  <a:cubicBezTo>
                    <a:pt x="19" y="82"/>
                    <a:pt x="14" y="97"/>
                    <a:pt x="11" y="1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Freeform 61"/>
            <p:cNvSpPr>
              <a:spLocks/>
            </p:cNvSpPr>
            <p:nvPr/>
          </p:nvSpPr>
          <p:spPr bwMode="auto">
            <a:xfrm>
              <a:off x="1919287" y="1949450"/>
              <a:ext cx="39687" cy="141288"/>
            </a:xfrm>
            <a:custGeom>
              <a:avLst/>
              <a:gdLst>
                <a:gd name="T0" fmla="*/ 2147483647 w 32"/>
                <a:gd name="T1" fmla="*/ 2147483647 h 114"/>
                <a:gd name="T2" fmla="*/ 2147483647 w 32"/>
                <a:gd name="T3" fmla="*/ 2147483647 h 114"/>
                <a:gd name="T4" fmla="*/ 2147483647 w 32"/>
                <a:gd name="T5" fmla="*/ 2147483647 h 114"/>
                <a:gd name="T6" fmla="*/ 2147483647 w 32"/>
                <a:gd name="T7" fmla="*/ 2147483647 h 114"/>
                <a:gd name="T8" fmla="*/ 2147483647 w 32"/>
                <a:gd name="T9" fmla="*/ 2147483647 h 114"/>
                <a:gd name="T10" fmla="*/ 2147483647 w 32"/>
                <a:gd name="T11" fmla="*/ 2147483647 h 114"/>
                <a:gd name="T12" fmla="*/ 2147483647 w 32"/>
                <a:gd name="T13" fmla="*/ 2147483647 h 114"/>
                <a:gd name="T14" fmla="*/ 2147483647 w 32"/>
                <a:gd name="T15" fmla="*/ 2147483647 h 114"/>
                <a:gd name="T16" fmla="*/ 2147483647 w 32"/>
                <a:gd name="T17" fmla="*/ 2147483647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114">
                  <a:moveTo>
                    <a:pt x="31" y="109"/>
                  </a:moveTo>
                  <a:cubicBezTo>
                    <a:pt x="32" y="113"/>
                    <a:pt x="29" y="114"/>
                    <a:pt x="25" y="111"/>
                  </a:cubicBezTo>
                  <a:cubicBezTo>
                    <a:pt x="21" y="109"/>
                    <a:pt x="16" y="103"/>
                    <a:pt x="15" y="99"/>
                  </a:cubicBezTo>
                  <a:cubicBezTo>
                    <a:pt x="12" y="85"/>
                    <a:pt x="10" y="68"/>
                    <a:pt x="8" y="51"/>
                  </a:cubicBezTo>
                  <a:cubicBezTo>
                    <a:pt x="6" y="35"/>
                    <a:pt x="4" y="18"/>
                    <a:pt x="1" y="5"/>
                  </a:cubicBezTo>
                  <a:cubicBezTo>
                    <a:pt x="0" y="1"/>
                    <a:pt x="3" y="0"/>
                    <a:pt x="7" y="3"/>
                  </a:cubicBezTo>
                  <a:cubicBezTo>
                    <a:pt x="12" y="5"/>
                    <a:pt x="16" y="11"/>
                    <a:pt x="17" y="15"/>
                  </a:cubicBezTo>
                  <a:cubicBezTo>
                    <a:pt x="20" y="29"/>
                    <a:pt x="22" y="46"/>
                    <a:pt x="24" y="63"/>
                  </a:cubicBezTo>
                  <a:cubicBezTo>
                    <a:pt x="26" y="79"/>
                    <a:pt x="28" y="95"/>
                    <a:pt x="31" y="1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Freeform 62"/>
            <p:cNvSpPr>
              <a:spLocks/>
            </p:cNvSpPr>
            <p:nvPr/>
          </p:nvSpPr>
          <p:spPr bwMode="auto">
            <a:xfrm>
              <a:off x="1784350" y="2005012"/>
              <a:ext cx="100012" cy="111125"/>
            </a:xfrm>
            <a:custGeom>
              <a:avLst/>
              <a:gdLst>
                <a:gd name="T0" fmla="*/ 2147483647 w 81"/>
                <a:gd name="T1" fmla="*/ 2147483647 h 89"/>
                <a:gd name="T2" fmla="*/ 2147483647 w 81"/>
                <a:gd name="T3" fmla="*/ 2147483647 h 89"/>
                <a:gd name="T4" fmla="*/ 2147483647 w 81"/>
                <a:gd name="T5" fmla="*/ 2147483647 h 89"/>
                <a:gd name="T6" fmla="*/ 2147483647 w 81"/>
                <a:gd name="T7" fmla="*/ 2147483647 h 89"/>
                <a:gd name="T8" fmla="*/ 2147483647 w 81"/>
                <a:gd name="T9" fmla="*/ 2147483647 h 89"/>
                <a:gd name="T10" fmla="*/ 2147483647 w 81"/>
                <a:gd name="T11" fmla="*/ 2147483647 h 89"/>
                <a:gd name="T12" fmla="*/ 2147483647 w 81"/>
                <a:gd name="T13" fmla="*/ 2147483647 h 89"/>
                <a:gd name="T14" fmla="*/ 2147483647 w 81"/>
                <a:gd name="T15" fmla="*/ 2147483647 h 89"/>
                <a:gd name="T16" fmla="*/ 2147483647 w 81"/>
                <a:gd name="T17" fmla="*/ 2147483647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89">
                  <a:moveTo>
                    <a:pt x="78" y="84"/>
                  </a:moveTo>
                  <a:cubicBezTo>
                    <a:pt x="81" y="87"/>
                    <a:pt x="79" y="89"/>
                    <a:pt x="74" y="89"/>
                  </a:cubicBezTo>
                  <a:cubicBezTo>
                    <a:pt x="69" y="88"/>
                    <a:pt x="62" y="85"/>
                    <a:pt x="60" y="82"/>
                  </a:cubicBezTo>
                  <a:cubicBezTo>
                    <a:pt x="50" y="71"/>
                    <a:pt x="41" y="57"/>
                    <a:pt x="31" y="43"/>
                  </a:cubicBezTo>
                  <a:cubicBezTo>
                    <a:pt x="21" y="30"/>
                    <a:pt x="12" y="16"/>
                    <a:pt x="3" y="5"/>
                  </a:cubicBezTo>
                  <a:cubicBezTo>
                    <a:pt x="0" y="2"/>
                    <a:pt x="2" y="0"/>
                    <a:pt x="7" y="1"/>
                  </a:cubicBezTo>
                  <a:cubicBezTo>
                    <a:pt x="13" y="1"/>
                    <a:pt x="19" y="4"/>
                    <a:pt x="22" y="7"/>
                  </a:cubicBezTo>
                  <a:cubicBezTo>
                    <a:pt x="31" y="18"/>
                    <a:pt x="41" y="32"/>
                    <a:pt x="51" y="46"/>
                  </a:cubicBezTo>
                  <a:cubicBezTo>
                    <a:pt x="60" y="60"/>
                    <a:pt x="69" y="73"/>
                    <a:pt x="78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Freeform 63"/>
            <p:cNvSpPr>
              <a:spLocks/>
            </p:cNvSpPr>
            <p:nvPr/>
          </p:nvSpPr>
          <p:spPr bwMode="auto">
            <a:xfrm>
              <a:off x="1744662" y="2338387"/>
              <a:ext cx="127000" cy="41275"/>
            </a:xfrm>
            <a:custGeom>
              <a:avLst/>
              <a:gdLst>
                <a:gd name="T0" fmla="*/ 2147483647 w 102"/>
                <a:gd name="T1" fmla="*/ 2147483647 h 33"/>
                <a:gd name="T2" fmla="*/ 2147483647 w 102"/>
                <a:gd name="T3" fmla="*/ 2147483647 h 33"/>
                <a:gd name="T4" fmla="*/ 2147483647 w 102"/>
                <a:gd name="T5" fmla="*/ 2147483647 h 33"/>
                <a:gd name="T6" fmla="*/ 2147483647 w 102"/>
                <a:gd name="T7" fmla="*/ 2147483647 h 33"/>
                <a:gd name="T8" fmla="*/ 2147483647 w 102"/>
                <a:gd name="T9" fmla="*/ 2147483647 h 33"/>
                <a:gd name="T10" fmla="*/ 2147483647 w 102"/>
                <a:gd name="T11" fmla="*/ 2147483647 h 33"/>
                <a:gd name="T12" fmla="*/ 2147483647 w 102"/>
                <a:gd name="T13" fmla="*/ 2147483647 h 33"/>
                <a:gd name="T14" fmla="*/ 2147483647 w 102"/>
                <a:gd name="T15" fmla="*/ 2147483647 h 33"/>
                <a:gd name="T16" fmla="*/ 2147483647 w 102"/>
                <a:gd name="T17" fmla="*/ 214748364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3">
                  <a:moveTo>
                    <a:pt x="97" y="1"/>
                  </a:moveTo>
                  <a:cubicBezTo>
                    <a:pt x="101" y="0"/>
                    <a:pt x="102" y="2"/>
                    <a:pt x="100" y="6"/>
                  </a:cubicBezTo>
                  <a:cubicBezTo>
                    <a:pt x="97" y="10"/>
                    <a:pt x="92" y="14"/>
                    <a:pt x="89" y="15"/>
                  </a:cubicBezTo>
                  <a:cubicBezTo>
                    <a:pt x="76" y="19"/>
                    <a:pt x="61" y="21"/>
                    <a:pt x="46" y="24"/>
                  </a:cubicBezTo>
                  <a:cubicBezTo>
                    <a:pt x="32" y="26"/>
                    <a:pt x="17" y="28"/>
                    <a:pt x="5" y="32"/>
                  </a:cubicBezTo>
                  <a:cubicBezTo>
                    <a:pt x="1" y="33"/>
                    <a:pt x="0" y="30"/>
                    <a:pt x="3" y="26"/>
                  </a:cubicBezTo>
                  <a:cubicBezTo>
                    <a:pt x="5" y="22"/>
                    <a:pt x="10" y="18"/>
                    <a:pt x="14" y="17"/>
                  </a:cubicBezTo>
                  <a:cubicBezTo>
                    <a:pt x="26" y="14"/>
                    <a:pt x="41" y="11"/>
                    <a:pt x="56" y="9"/>
                  </a:cubicBezTo>
                  <a:cubicBezTo>
                    <a:pt x="71" y="6"/>
                    <a:pt x="85" y="4"/>
                    <a:pt x="9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Freeform 64"/>
            <p:cNvSpPr>
              <a:spLocks/>
            </p:cNvSpPr>
            <p:nvPr/>
          </p:nvSpPr>
          <p:spPr bwMode="auto">
            <a:xfrm>
              <a:off x="0" y="1012825"/>
              <a:ext cx="1563687" cy="266700"/>
            </a:xfrm>
            <a:custGeom>
              <a:avLst/>
              <a:gdLst>
                <a:gd name="T0" fmla="*/ 2147483647 w 985"/>
                <a:gd name="T1" fmla="*/ 0 h 168"/>
                <a:gd name="T2" fmla="*/ 2147483647 w 985"/>
                <a:gd name="T3" fmla="*/ 2147483647 h 168"/>
                <a:gd name="T4" fmla="*/ 2147483647 w 985"/>
                <a:gd name="T5" fmla="*/ 2147483647 h 168"/>
                <a:gd name="T6" fmla="*/ 0 w 985"/>
                <a:gd name="T7" fmla="*/ 2147483647 h 168"/>
                <a:gd name="T8" fmla="*/ 0 w 985"/>
                <a:gd name="T9" fmla="*/ 0 h 168"/>
                <a:gd name="T10" fmla="*/ 2147483647 w 985"/>
                <a:gd name="T11" fmla="*/ 0 h 1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5" h="168">
                  <a:moveTo>
                    <a:pt x="830" y="0"/>
                  </a:moveTo>
                  <a:lnTo>
                    <a:pt x="985" y="116"/>
                  </a:lnTo>
                  <a:lnTo>
                    <a:pt x="985" y="168"/>
                  </a:lnTo>
                  <a:lnTo>
                    <a:pt x="0" y="168"/>
                  </a:lnTo>
                  <a:lnTo>
                    <a:pt x="0" y="0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Rectangle 65"/>
            <p:cNvSpPr>
              <a:spLocks noChangeArrowheads="1"/>
            </p:cNvSpPr>
            <p:nvPr/>
          </p:nvSpPr>
          <p:spPr bwMode="auto">
            <a:xfrm>
              <a:off x="0" y="1012825"/>
              <a:ext cx="1317625" cy="82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2" name="Rectangle 66"/>
            <p:cNvSpPr>
              <a:spLocks noChangeArrowheads="1"/>
            </p:cNvSpPr>
            <p:nvPr/>
          </p:nvSpPr>
          <p:spPr bwMode="auto">
            <a:xfrm>
              <a:off x="639762" y="479425"/>
              <a:ext cx="122237" cy="533400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3" name="Rectangle 67"/>
            <p:cNvSpPr>
              <a:spLocks noChangeArrowheads="1"/>
            </p:cNvSpPr>
            <p:nvPr/>
          </p:nvSpPr>
          <p:spPr bwMode="auto">
            <a:xfrm>
              <a:off x="661987" y="523875"/>
              <a:ext cx="76200" cy="10160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4" name="Rectangle 68"/>
            <p:cNvSpPr>
              <a:spLocks noChangeArrowheads="1"/>
            </p:cNvSpPr>
            <p:nvPr/>
          </p:nvSpPr>
          <p:spPr bwMode="auto">
            <a:xfrm>
              <a:off x="661987" y="657225"/>
              <a:ext cx="28575" cy="322263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5" name="Rectangle 69"/>
            <p:cNvSpPr>
              <a:spLocks noChangeArrowheads="1"/>
            </p:cNvSpPr>
            <p:nvPr/>
          </p:nvSpPr>
          <p:spPr bwMode="auto">
            <a:xfrm>
              <a:off x="708025" y="657225"/>
              <a:ext cx="30162" cy="322263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6" name="Rectangle 70"/>
            <p:cNvSpPr>
              <a:spLocks noChangeArrowheads="1"/>
            </p:cNvSpPr>
            <p:nvPr/>
          </p:nvSpPr>
          <p:spPr bwMode="auto">
            <a:xfrm>
              <a:off x="762000" y="561975"/>
              <a:ext cx="93662" cy="450850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7" name="Freeform 71"/>
            <p:cNvSpPr>
              <a:spLocks/>
            </p:cNvSpPr>
            <p:nvPr/>
          </p:nvSpPr>
          <p:spPr bwMode="auto">
            <a:xfrm>
              <a:off x="790575" y="611187"/>
              <a:ext cx="38100" cy="149225"/>
            </a:xfrm>
            <a:custGeom>
              <a:avLst/>
              <a:gdLst>
                <a:gd name="T0" fmla="*/ 0 w 24"/>
                <a:gd name="T1" fmla="*/ 2147483647 h 94"/>
                <a:gd name="T2" fmla="*/ 2147483647 w 24"/>
                <a:gd name="T3" fmla="*/ 2147483647 h 94"/>
                <a:gd name="T4" fmla="*/ 2147483647 w 24"/>
                <a:gd name="T5" fmla="*/ 0 h 94"/>
                <a:gd name="T6" fmla="*/ 0 w 24"/>
                <a:gd name="T7" fmla="*/ 0 h 94"/>
                <a:gd name="T8" fmla="*/ 0 w 24"/>
                <a:gd name="T9" fmla="*/ 2147483647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4">
                  <a:moveTo>
                    <a:pt x="0" y="94"/>
                  </a:moveTo>
                  <a:lnTo>
                    <a:pt x="24" y="94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Rectangle 72"/>
            <p:cNvSpPr>
              <a:spLocks noChangeArrowheads="1"/>
            </p:cNvSpPr>
            <p:nvPr/>
          </p:nvSpPr>
          <p:spPr bwMode="auto">
            <a:xfrm>
              <a:off x="482600" y="561975"/>
              <a:ext cx="95250" cy="45085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79" name="Rectangle 73"/>
            <p:cNvSpPr>
              <a:spLocks noChangeArrowheads="1"/>
            </p:cNvSpPr>
            <p:nvPr/>
          </p:nvSpPr>
          <p:spPr bwMode="auto">
            <a:xfrm>
              <a:off x="482600" y="561975"/>
              <a:ext cx="95250" cy="41275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0" name="Rectangle 74"/>
            <p:cNvSpPr>
              <a:spLocks noChangeArrowheads="1"/>
            </p:cNvSpPr>
            <p:nvPr/>
          </p:nvSpPr>
          <p:spPr bwMode="auto">
            <a:xfrm>
              <a:off x="515937" y="622300"/>
              <a:ext cx="26987" cy="361950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1" name="Rectangle 75"/>
            <p:cNvSpPr>
              <a:spLocks noChangeArrowheads="1"/>
            </p:cNvSpPr>
            <p:nvPr/>
          </p:nvSpPr>
          <p:spPr bwMode="auto">
            <a:xfrm>
              <a:off x="577850" y="314325"/>
              <a:ext cx="61912" cy="698500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2" name="Rectangle 76"/>
            <p:cNvSpPr>
              <a:spLocks noChangeArrowheads="1"/>
            </p:cNvSpPr>
            <p:nvPr/>
          </p:nvSpPr>
          <p:spPr bwMode="auto">
            <a:xfrm>
              <a:off x="592137" y="336550"/>
              <a:ext cx="31750" cy="587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3" name="Rectangle 77"/>
            <p:cNvSpPr>
              <a:spLocks noChangeArrowheads="1"/>
            </p:cNvSpPr>
            <p:nvPr/>
          </p:nvSpPr>
          <p:spPr bwMode="auto">
            <a:xfrm>
              <a:off x="592137" y="414337"/>
              <a:ext cx="31750" cy="57150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4" name="Rectangle 78"/>
            <p:cNvSpPr>
              <a:spLocks noChangeArrowheads="1"/>
            </p:cNvSpPr>
            <p:nvPr/>
          </p:nvSpPr>
          <p:spPr bwMode="auto">
            <a:xfrm>
              <a:off x="592137" y="490537"/>
              <a:ext cx="31750" cy="587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5" name="Rectangle 79"/>
            <p:cNvSpPr>
              <a:spLocks noChangeArrowheads="1"/>
            </p:cNvSpPr>
            <p:nvPr/>
          </p:nvSpPr>
          <p:spPr bwMode="auto">
            <a:xfrm>
              <a:off x="334962" y="439737"/>
              <a:ext cx="147637" cy="573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6" name="Rectangle 80"/>
            <p:cNvSpPr>
              <a:spLocks noChangeArrowheads="1"/>
            </p:cNvSpPr>
            <p:nvPr/>
          </p:nvSpPr>
          <p:spPr bwMode="auto">
            <a:xfrm>
              <a:off x="385762" y="820737"/>
              <a:ext cx="46037" cy="1476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7" name="Rectangle 81"/>
            <p:cNvSpPr>
              <a:spLocks noChangeArrowheads="1"/>
            </p:cNvSpPr>
            <p:nvPr/>
          </p:nvSpPr>
          <p:spPr bwMode="auto">
            <a:xfrm>
              <a:off x="385762" y="652462"/>
              <a:ext cx="46037" cy="147638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8" name="Rectangle 82"/>
            <p:cNvSpPr>
              <a:spLocks noChangeArrowheads="1"/>
            </p:cNvSpPr>
            <p:nvPr/>
          </p:nvSpPr>
          <p:spPr bwMode="auto">
            <a:xfrm>
              <a:off x="385762" y="482600"/>
              <a:ext cx="46037" cy="147638"/>
            </a:xfrm>
            <a:prstGeom prst="rect">
              <a:avLst/>
            </a:prstGeom>
            <a:solidFill>
              <a:srgbClr val="FFFD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89" name="Oval 83"/>
            <p:cNvSpPr>
              <a:spLocks noChangeArrowheads="1"/>
            </p:cNvSpPr>
            <p:nvPr/>
          </p:nvSpPr>
          <p:spPr bwMode="auto">
            <a:xfrm>
              <a:off x="855662" y="762000"/>
              <a:ext cx="250825" cy="250825"/>
            </a:xfrm>
            <a:prstGeom prst="ellipse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90" name="Oval 84"/>
            <p:cNvSpPr>
              <a:spLocks noChangeArrowheads="1"/>
            </p:cNvSpPr>
            <p:nvPr/>
          </p:nvSpPr>
          <p:spPr bwMode="auto">
            <a:xfrm>
              <a:off x="881062" y="787400"/>
              <a:ext cx="198437" cy="1984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91" name="Freeform 85"/>
            <p:cNvSpPr>
              <a:spLocks noEditPoints="1"/>
            </p:cNvSpPr>
            <p:nvPr/>
          </p:nvSpPr>
          <p:spPr bwMode="auto">
            <a:xfrm>
              <a:off x="927100" y="835025"/>
              <a:ext cx="98425" cy="52388"/>
            </a:xfrm>
            <a:custGeom>
              <a:avLst/>
              <a:gdLst>
                <a:gd name="T0" fmla="*/ 2147483647 w 62"/>
                <a:gd name="T1" fmla="*/ 2147483647 h 33"/>
                <a:gd name="T2" fmla="*/ 0 w 62"/>
                <a:gd name="T3" fmla="*/ 0 h 33"/>
                <a:gd name="T4" fmla="*/ 2147483647 w 62"/>
                <a:gd name="T5" fmla="*/ 2147483647 h 33"/>
                <a:gd name="T6" fmla="*/ 2147483647 w 62"/>
                <a:gd name="T7" fmla="*/ 2147483647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3">
                  <a:moveTo>
                    <a:pt x="34" y="33"/>
                  </a:moveTo>
                  <a:lnTo>
                    <a:pt x="0" y="0"/>
                  </a:lnTo>
                  <a:moveTo>
                    <a:pt x="34" y="33"/>
                  </a:moveTo>
                  <a:lnTo>
                    <a:pt x="62" y="18"/>
                  </a:lnTo>
                </a:path>
              </a:pathLst>
            </a:custGeom>
            <a:noFill/>
            <a:ln w="19050" cap="rnd" cmpd="sng">
              <a:solidFill>
                <a:srgbClr val="E31D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2" name="Freeform 86"/>
            <p:cNvSpPr>
              <a:spLocks noEditPoints="1"/>
            </p:cNvSpPr>
            <p:nvPr/>
          </p:nvSpPr>
          <p:spPr bwMode="auto">
            <a:xfrm>
              <a:off x="3435350" y="2971800"/>
              <a:ext cx="107950" cy="150813"/>
            </a:xfrm>
            <a:custGeom>
              <a:avLst/>
              <a:gdLst>
                <a:gd name="T0" fmla="*/ 2147483647 w 87"/>
                <a:gd name="T1" fmla="*/ 0 h 121"/>
                <a:gd name="T2" fmla="*/ 2147483647 w 87"/>
                <a:gd name="T3" fmla="*/ 2147483647 h 121"/>
                <a:gd name="T4" fmla="*/ 2147483647 w 87"/>
                <a:gd name="T5" fmla="*/ 2147483647 h 121"/>
                <a:gd name="T6" fmla="*/ 2147483647 w 87"/>
                <a:gd name="T7" fmla="*/ 2147483647 h 121"/>
                <a:gd name="T8" fmla="*/ 2147483647 w 87"/>
                <a:gd name="T9" fmla="*/ 2147483647 h 121"/>
                <a:gd name="T10" fmla="*/ 2147483647 w 87"/>
                <a:gd name="T11" fmla="*/ 2147483647 h 121"/>
                <a:gd name="T12" fmla="*/ 2147483647 w 87"/>
                <a:gd name="T13" fmla="*/ 0 h 121"/>
                <a:gd name="T14" fmla="*/ 2147483647 w 87"/>
                <a:gd name="T15" fmla="*/ 2147483647 h 121"/>
                <a:gd name="T16" fmla="*/ 0 w 87"/>
                <a:gd name="T17" fmla="*/ 2147483647 h 121"/>
                <a:gd name="T18" fmla="*/ 2147483647 w 87"/>
                <a:gd name="T19" fmla="*/ 0 h 121"/>
                <a:gd name="T20" fmla="*/ 2147483647 w 87"/>
                <a:gd name="T21" fmla="*/ 2147483647 h 121"/>
                <a:gd name="T22" fmla="*/ 2147483647 w 87"/>
                <a:gd name="T23" fmla="*/ 2147483647 h 121"/>
                <a:gd name="T24" fmla="*/ 2147483647 w 87"/>
                <a:gd name="T25" fmla="*/ 2147483647 h 121"/>
                <a:gd name="T26" fmla="*/ 2147483647 w 87"/>
                <a:gd name="T27" fmla="*/ 2147483647 h 1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7" h="121">
                  <a:moveTo>
                    <a:pt x="43" y="0"/>
                  </a:moveTo>
                  <a:cubicBezTo>
                    <a:pt x="67" y="0"/>
                    <a:pt x="87" y="27"/>
                    <a:pt x="87" y="60"/>
                  </a:cubicBezTo>
                  <a:cubicBezTo>
                    <a:pt x="87" y="94"/>
                    <a:pt x="67" y="121"/>
                    <a:pt x="43" y="121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58" y="101"/>
                    <a:pt x="70" y="83"/>
                    <a:pt x="70" y="60"/>
                  </a:cubicBezTo>
                  <a:cubicBezTo>
                    <a:pt x="70" y="38"/>
                    <a:pt x="58" y="20"/>
                    <a:pt x="43" y="20"/>
                  </a:cubicBezTo>
                  <a:lnTo>
                    <a:pt x="43" y="0"/>
                  </a:lnTo>
                  <a:close/>
                  <a:moveTo>
                    <a:pt x="43" y="121"/>
                  </a:moveTo>
                  <a:cubicBezTo>
                    <a:pt x="20" y="121"/>
                    <a:pt x="0" y="94"/>
                    <a:pt x="0" y="60"/>
                  </a:cubicBezTo>
                  <a:cubicBezTo>
                    <a:pt x="0" y="27"/>
                    <a:pt x="20" y="0"/>
                    <a:pt x="43" y="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29" y="20"/>
                    <a:pt x="17" y="38"/>
                    <a:pt x="17" y="60"/>
                  </a:cubicBezTo>
                  <a:cubicBezTo>
                    <a:pt x="17" y="83"/>
                    <a:pt x="29" y="101"/>
                    <a:pt x="43" y="101"/>
                  </a:cubicBezTo>
                  <a:lnTo>
                    <a:pt x="43" y="121"/>
                  </a:lnTo>
                  <a:close/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3" name="Freeform 87"/>
            <p:cNvSpPr>
              <a:spLocks/>
            </p:cNvSpPr>
            <p:nvPr/>
          </p:nvSpPr>
          <p:spPr bwMode="auto">
            <a:xfrm>
              <a:off x="3435350" y="3049587"/>
              <a:ext cx="107950" cy="73025"/>
            </a:xfrm>
            <a:custGeom>
              <a:avLst/>
              <a:gdLst>
                <a:gd name="T0" fmla="*/ 2147483647 w 87"/>
                <a:gd name="T1" fmla="*/ 0 h 59"/>
                <a:gd name="T2" fmla="*/ 2147483647 w 87"/>
                <a:gd name="T3" fmla="*/ 2147483647 h 59"/>
                <a:gd name="T4" fmla="*/ 0 w 87"/>
                <a:gd name="T5" fmla="*/ 0 h 59"/>
                <a:gd name="T6" fmla="*/ 2147483647 w 87"/>
                <a:gd name="T7" fmla="*/ 0 h 59"/>
                <a:gd name="T8" fmla="*/ 2147483647 w 87"/>
                <a:gd name="T9" fmla="*/ 2147483647 h 59"/>
                <a:gd name="T10" fmla="*/ 2147483647 w 87"/>
                <a:gd name="T11" fmla="*/ 0 h 59"/>
                <a:gd name="T12" fmla="*/ 2147483647 w 87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59">
                  <a:moveTo>
                    <a:pt x="87" y="0"/>
                  </a:moveTo>
                  <a:cubicBezTo>
                    <a:pt x="86" y="32"/>
                    <a:pt x="67" y="59"/>
                    <a:pt x="43" y="59"/>
                  </a:cubicBezTo>
                  <a:cubicBezTo>
                    <a:pt x="20" y="59"/>
                    <a:pt x="1" y="32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21"/>
                    <a:pt x="29" y="39"/>
                    <a:pt x="43" y="39"/>
                  </a:cubicBezTo>
                  <a:cubicBezTo>
                    <a:pt x="58" y="39"/>
                    <a:pt x="69" y="21"/>
                    <a:pt x="70" y="0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4" name="Freeform 88"/>
            <p:cNvSpPr>
              <a:spLocks/>
            </p:cNvSpPr>
            <p:nvPr/>
          </p:nvSpPr>
          <p:spPr bwMode="auto">
            <a:xfrm>
              <a:off x="3252787" y="2936875"/>
              <a:ext cx="234950" cy="284163"/>
            </a:xfrm>
            <a:custGeom>
              <a:avLst/>
              <a:gdLst>
                <a:gd name="T0" fmla="*/ 2147483647 w 190"/>
                <a:gd name="T1" fmla="*/ 0 h 230"/>
                <a:gd name="T2" fmla="*/ 2147483647 w 190"/>
                <a:gd name="T3" fmla="*/ 0 h 230"/>
                <a:gd name="T4" fmla="*/ 2147483647 w 190"/>
                <a:gd name="T5" fmla="*/ 2147483647 h 230"/>
                <a:gd name="T6" fmla="*/ 2147483647 w 190"/>
                <a:gd name="T7" fmla="*/ 2147483647 h 230"/>
                <a:gd name="T8" fmla="*/ 2147483647 w 190"/>
                <a:gd name="T9" fmla="*/ 2147483647 h 230"/>
                <a:gd name="T10" fmla="*/ 2147483647 w 190"/>
                <a:gd name="T11" fmla="*/ 2147483647 h 230"/>
                <a:gd name="T12" fmla="*/ 0 w 190"/>
                <a:gd name="T13" fmla="*/ 2147483647 h 230"/>
                <a:gd name="T14" fmla="*/ 0 w 190"/>
                <a:gd name="T15" fmla="*/ 2147483647 h 230"/>
                <a:gd name="T16" fmla="*/ 2147483647 w 190"/>
                <a:gd name="T17" fmla="*/ 0 h 2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0" h="230">
                  <a:moveTo>
                    <a:pt x="22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209"/>
                    <a:pt x="190" y="209"/>
                    <a:pt x="190" y="209"/>
                  </a:cubicBezTo>
                  <a:cubicBezTo>
                    <a:pt x="190" y="221"/>
                    <a:pt x="181" y="230"/>
                    <a:pt x="169" y="230"/>
                  </a:cubicBezTo>
                  <a:cubicBezTo>
                    <a:pt x="22" y="230"/>
                    <a:pt x="22" y="230"/>
                    <a:pt x="22" y="230"/>
                  </a:cubicBezTo>
                  <a:cubicBezTo>
                    <a:pt x="10" y="230"/>
                    <a:pt x="0" y="221"/>
                    <a:pt x="0" y="20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2" y="0"/>
                  </a:cubicBezTo>
                </a:path>
              </a:pathLst>
            </a:cu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5" name="Freeform 89"/>
            <p:cNvSpPr>
              <a:spLocks/>
            </p:cNvSpPr>
            <p:nvPr/>
          </p:nvSpPr>
          <p:spPr bwMode="auto">
            <a:xfrm>
              <a:off x="3240087" y="2497137"/>
              <a:ext cx="211137" cy="388938"/>
            </a:xfrm>
            <a:custGeom>
              <a:avLst/>
              <a:gdLst>
                <a:gd name="T0" fmla="*/ 2147483647 w 171"/>
                <a:gd name="T1" fmla="*/ 2147483647 h 314"/>
                <a:gd name="T2" fmla="*/ 2147483647 w 171"/>
                <a:gd name="T3" fmla="*/ 0 h 314"/>
                <a:gd name="T4" fmla="*/ 2147483647 w 171"/>
                <a:gd name="T5" fmla="*/ 2147483647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1" h="314">
                  <a:moveTo>
                    <a:pt x="93" y="314"/>
                  </a:moveTo>
                  <a:cubicBezTo>
                    <a:pt x="54" y="177"/>
                    <a:pt x="171" y="165"/>
                    <a:pt x="80" y="0"/>
                  </a:cubicBezTo>
                  <a:cubicBezTo>
                    <a:pt x="123" y="152"/>
                    <a:pt x="0" y="185"/>
                    <a:pt x="93" y="314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6" name="Freeform 90"/>
            <p:cNvSpPr>
              <a:spLocks/>
            </p:cNvSpPr>
            <p:nvPr/>
          </p:nvSpPr>
          <p:spPr bwMode="auto">
            <a:xfrm>
              <a:off x="3330575" y="2608262"/>
              <a:ext cx="169862" cy="312738"/>
            </a:xfrm>
            <a:custGeom>
              <a:avLst/>
              <a:gdLst>
                <a:gd name="T0" fmla="*/ 2147483647 w 137"/>
                <a:gd name="T1" fmla="*/ 2147483647 h 253"/>
                <a:gd name="T2" fmla="*/ 2147483647 w 137"/>
                <a:gd name="T3" fmla="*/ 0 h 253"/>
                <a:gd name="T4" fmla="*/ 2147483647 w 137"/>
                <a:gd name="T5" fmla="*/ 2147483647 h 2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7" h="253">
                  <a:moveTo>
                    <a:pt x="74" y="253"/>
                  </a:moveTo>
                  <a:cubicBezTo>
                    <a:pt x="43" y="142"/>
                    <a:pt x="137" y="133"/>
                    <a:pt x="64" y="0"/>
                  </a:cubicBezTo>
                  <a:cubicBezTo>
                    <a:pt x="99" y="122"/>
                    <a:pt x="0" y="149"/>
                    <a:pt x="74" y="253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7" name="Freeform 91"/>
            <p:cNvSpPr>
              <a:spLocks/>
            </p:cNvSpPr>
            <p:nvPr/>
          </p:nvSpPr>
          <p:spPr bwMode="auto">
            <a:xfrm>
              <a:off x="3252787" y="3049587"/>
              <a:ext cx="234950" cy="171450"/>
            </a:xfrm>
            <a:custGeom>
              <a:avLst/>
              <a:gdLst>
                <a:gd name="T0" fmla="*/ 2147483647 w 190"/>
                <a:gd name="T1" fmla="*/ 0 h 139"/>
                <a:gd name="T2" fmla="*/ 2147483647 w 190"/>
                <a:gd name="T3" fmla="*/ 2147483647 h 139"/>
                <a:gd name="T4" fmla="*/ 2147483647 w 190"/>
                <a:gd name="T5" fmla="*/ 2147483647 h 139"/>
                <a:gd name="T6" fmla="*/ 2147483647 w 190"/>
                <a:gd name="T7" fmla="*/ 2147483647 h 139"/>
                <a:gd name="T8" fmla="*/ 0 w 190"/>
                <a:gd name="T9" fmla="*/ 2147483647 h 139"/>
                <a:gd name="T10" fmla="*/ 0 w 190"/>
                <a:gd name="T11" fmla="*/ 0 h 139"/>
                <a:gd name="T12" fmla="*/ 2147483647 w 190"/>
                <a:gd name="T13" fmla="*/ 0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9">
                  <a:moveTo>
                    <a:pt x="190" y="0"/>
                  </a:moveTo>
                  <a:cubicBezTo>
                    <a:pt x="190" y="118"/>
                    <a:pt x="190" y="118"/>
                    <a:pt x="190" y="118"/>
                  </a:cubicBezTo>
                  <a:cubicBezTo>
                    <a:pt x="190" y="130"/>
                    <a:pt x="181" y="139"/>
                    <a:pt x="169" y="139"/>
                  </a:cubicBezTo>
                  <a:cubicBezTo>
                    <a:pt x="22" y="139"/>
                    <a:pt x="22" y="139"/>
                    <a:pt x="22" y="139"/>
                  </a:cubicBezTo>
                  <a:cubicBezTo>
                    <a:pt x="10" y="139"/>
                    <a:pt x="0" y="130"/>
                    <a:pt x="0" y="11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8" name="Oval 92"/>
            <p:cNvSpPr>
              <a:spLocks noChangeArrowheads="1"/>
            </p:cNvSpPr>
            <p:nvPr/>
          </p:nvSpPr>
          <p:spPr bwMode="auto">
            <a:xfrm>
              <a:off x="3311525" y="3071812"/>
              <a:ext cx="125412" cy="125413"/>
            </a:xfrm>
            <a:prstGeom prst="ellipse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699" name="Oval 93"/>
            <p:cNvSpPr>
              <a:spLocks noChangeArrowheads="1"/>
            </p:cNvSpPr>
            <p:nvPr/>
          </p:nvSpPr>
          <p:spPr bwMode="auto">
            <a:xfrm>
              <a:off x="3341687" y="3101975"/>
              <a:ext cx="65087" cy="650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0" name="Freeform 94"/>
            <p:cNvSpPr>
              <a:spLocks/>
            </p:cNvSpPr>
            <p:nvPr/>
          </p:nvSpPr>
          <p:spPr bwMode="auto">
            <a:xfrm>
              <a:off x="1482725" y="0"/>
              <a:ext cx="1308100" cy="1557338"/>
            </a:xfrm>
            <a:custGeom>
              <a:avLst/>
              <a:gdLst>
                <a:gd name="T0" fmla="*/ 0 w 824"/>
                <a:gd name="T1" fmla="*/ 0 h 981"/>
                <a:gd name="T2" fmla="*/ 2147483647 w 824"/>
                <a:gd name="T3" fmla="*/ 0 h 981"/>
                <a:gd name="T4" fmla="*/ 2147483647 w 824"/>
                <a:gd name="T5" fmla="*/ 2147483647 h 981"/>
                <a:gd name="T6" fmla="*/ 0 w 824"/>
                <a:gd name="T7" fmla="*/ 2147483647 h 981"/>
                <a:gd name="T8" fmla="*/ 0 w 824"/>
                <a:gd name="T9" fmla="*/ 0 h 9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4" h="981">
                  <a:moveTo>
                    <a:pt x="0" y="0"/>
                  </a:moveTo>
                  <a:lnTo>
                    <a:pt x="753" y="0"/>
                  </a:lnTo>
                  <a:lnTo>
                    <a:pt x="824" y="981"/>
                  </a:lnTo>
                  <a:lnTo>
                    <a:pt x="0" y="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1" name="Rectangle 95"/>
            <p:cNvSpPr>
              <a:spLocks noChangeArrowheads="1"/>
            </p:cNvSpPr>
            <p:nvPr/>
          </p:nvSpPr>
          <p:spPr bwMode="auto">
            <a:xfrm>
              <a:off x="1482725" y="0"/>
              <a:ext cx="1195387" cy="1471613"/>
            </a:xfrm>
            <a:prstGeom prst="rect">
              <a:avLst/>
            </a:prstGeom>
            <a:solidFill>
              <a:srgbClr val="6F8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2" name="Rectangle 96"/>
            <p:cNvSpPr>
              <a:spLocks noChangeArrowheads="1"/>
            </p:cNvSpPr>
            <p:nvPr/>
          </p:nvSpPr>
          <p:spPr bwMode="auto">
            <a:xfrm>
              <a:off x="1482725" y="0"/>
              <a:ext cx="1195387" cy="1471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3" name="Freeform 97"/>
            <p:cNvSpPr>
              <a:spLocks/>
            </p:cNvSpPr>
            <p:nvPr/>
          </p:nvSpPr>
          <p:spPr bwMode="auto">
            <a:xfrm>
              <a:off x="1482725" y="1136650"/>
              <a:ext cx="80962" cy="142875"/>
            </a:xfrm>
            <a:custGeom>
              <a:avLst/>
              <a:gdLst>
                <a:gd name="T0" fmla="*/ 0 w 51"/>
                <a:gd name="T1" fmla="*/ 2147483647 h 90"/>
                <a:gd name="T2" fmla="*/ 0 w 51"/>
                <a:gd name="T3" fmla="*/ 0 h 90"/>
                <a:gd name="T4" fmla="*/ 2147483647 w 51"/>
                <a:gd name="T5" fmla="*/ 2147483647 h 90"/>
                <a:gd name="T6" fmla="*/ 2147483647 w 51"/>
                <a:gd name="T7" fmla="*/ 2147483647 h 90"/>
                <a:gd name="T8" fmla="*/ 0 w 51"/>
                <a:gd name="T9" fmla="*/ 2147483647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0">
                  <a:moveTo>
                    <a:pt x="0" y="90"/>
                  </a:moveTo>
                  <a:lnTo>
                    <a:pt x="0" y="0"/>
                  </a:lnTo>
                  <a:lnTo>
                    <a:pt x="51" y="38"/>
                  </a:lnTo>
                  <a:lnTo>
                    <a:pt x="51" y="9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4" name="Rectangle 98"/>
            <p:cNvSpPr>
              <a:spLocks noChangeArrowheads="1"/>
            </p:cNvSpPr>
            <p:nvPr/>
          </p:nvSpPr>
          <p:spPr bwMode="auto">
            <a:xfrm>
              <a:off x="2381250" y="1074737"/>
              <a:ext cx="190500" cy="153988"/>
            </a:xfrm>
            <a:prstGeom prst="rect">
              <a:avLst/>
            </a:prstGeom>
            <a:solidFill>
              <a:srgbClr val="46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5" name="Rectangle 99"/>
            <p:cNvSpPr>
              <a:spLocks noChangeArrowheads="1"/>
            </p:cNvSpPr>
            <p:nvPr/>
          </p:nvSpPr>
          <p:spPr bwMode="auto">
            <a:xfrm>
              <a:off x="2212975" y="725487"/>
              <a:ext cx="184150" cy="361950"/>
            </a:xfrm>
            <a:prstGeom prst="rect">
              <a:avLst/>
            </a:prstGeom>
            <a:solidFill>
              <a:srgbClr val="FFD4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6" name="Rectangle 100"/>
            <p:cNvSpPr>
              <a:spLocks noChangeArrowheads="1"/>
            </p:cNvSpPr>
            <p:nvPr/>
          </p:nvSpPr>
          <p:spPr bwMode="auto">
            <a:xfrm>
              <a:off x="1482725" y="0"/>
              <a:ext cx="768350" cy="492125"/>
            </a:xfrm>
            <a:prstGeom prst="rect">
              <a:avLst/>
            </a:prstGeom>
            <a:solidFill>
              <a:srgbClr val="EF4C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7" name="Oval 101"/>
            <p:cNvSpPr>
              <a:spLocks noChangeArrowheads="1"/>
            </p:cNvSpPr>
            <p:nvPr/>
          </p:nvSpPr>
          <p:spPr bwMode="auto">
            <a:xfrm>
              <a:off x="2074862" y="36512"/>
              <a:ext cx="30162" cy="30163"/>
            </a:xfrm>
            <a:prstGeom prst="ellipse">
              <a:avLst/>
            </a:prstGeom>
            <a:solidFill>
              <a:srgbClr val="A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8" name="Oval 102"/>
            <p:cNvSpPr>
              <a:spLocks noChangeArrowheads="1"/>
            </p:cNvSpPr>
            <p:nvPr/>
          </p:nvSpPr>
          <p:spPr bwMode="auto">
            <a:xfrm>
              <a:off x="2065337" y="23812"/>
              <a:ext cx="30162" cy="30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09" name="Rectangle 103"/>
            <p:cNvSpPr>
              <a:spLocks noChangeArrowheads="1"/>
            </p:cNvSpPr>
            <p:nvPr/>
          </p:nvSpPr>
          <p:spPr bwMode="auto">
            <a:xfrm>
              <a:off x="2374900" y="0"/>
              <a:ext cx="22225" cy="14716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0" name="Rectangle 104"/>
            <p:cNvSpPr>
              <a:spLocks noChangeArrowheads="1"/>
            </p:cNvSpPr>
            <p:nvPr/>
          </p:nvSpPr>
          <p:spPr bwMode="auto">
            <a:xfrm>
              <a:off x="2212975" y="0"/>
              <a:ext cx="38100" cy="14716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1" name="Rectangle 105"/>
            <p:cNvSpPr>
              <a:spLocks noChangeArrowheads="1"/>
            </p:cNvSpPr>
            <p:nvPr/>
          </p:nvSpPr>
          <p:spPr bwMode="auto">
            <a:xfrm>
              <a:off x="1489075" y="449262"/>
              <a:ext cx="1189037" cy="4286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2" name="Rectangle 106"/>
            <p:cNvSpPr>
              <a:spLocks noChangeArrowheads="1"/>
            </p:cNvSpPr>
            <p:nvPr/>
          </p:nvSpPr>
          <p:spPr bwMode="auto">
            <a:xfrm>
              <a:off x="1482725" y="725487"/>
              <a:ext cx="1195387" cy="222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3" name="Rectangle 107"/>
            <p:cNvSpPr>
              <a:spLocks noChangeArrowheads="1"/>
            </p:cNvSpPr>
            <p:nvPr/>
          </p:nvSpPr>
          <p:spPr bwMode="auto">
            <a:xfrm>
              <a:off x="1482725" y="1206500"/>
              <a:ext cx="1098550" cy="222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4" name="Rectangle 108"/>
            <p:cNvSpPr>
              <a:spLocks noChangeArrowheads="1"/>
            </p:cNvSpPr>
            <p:nvPr/>
          </p:nvSpPr>
          <p:spPr bwMode="auto">
            <a:xfrm>
              <a:off x="2212975" y="1066800"/>
              <a:ext cx="368300" cy="2063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5715" name="Rectangle 109"/>
            <p:cNvSpPr>
              <a:spLocks noChangeArrowheads="1"/>
            </p:cNvSpPr>
            <p:nvPr/>
          </p:nvSpPr>
          <p:spPr bwMode="auto">
            <a:xfrm>
              <a:off x="2559050" y="736600"/>
              <a:ext cx="22225" cy="73501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pic>
        <p:nvPicPr>
          <p:cNvPr id="25606" name="组合 12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5" y="4627563"/>
            <a:ext cx="5048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组合 12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275" y="4627563"/>
            <a:ext cx="50641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Freeform 69"/>
          <p:cNvSpPr>
            <a:spLocks noEditPoints="1"/>
          </p:cNvSpPr>
          <p:nvPr/>
        </p:nvSpPr>
        <p:spPr bwMode="auto">
          <a:xfrm>
            <a:off x="6718300" y="4078288"/>
            <a:ext cx="465138" cy="766762"/>
          </a:xfrm>
          <a:custGeom>
            <a:avLst/>
            <a:gdLst>
              <a:gd name="T0" fmla="*/ 2147483647 w 137"/>
              <a:gd name="T1" fmla="*/ 2147483647 h 232"/>
              <a:gd name="T2" fmla="*/ 2147483647 w 137"/>
              <a:gd name="T3" fmla="*/ 2147483647 h 232"/>
              <a:gd name="T4" fmla="*/ 2147483647 w 137"/>
              <a:gd name="T5" fmla="*/ 2147483647 h 232"/>
              <a:gd name="T6" fmla="*/ 0 w 137"/>
              <a:gd name="T7" fmla="*/ 2147483647 h 232"/>
              <a:gd name="T8" fmla="*/ 2147483647 w 137"/>
              <a:gd name="T9" fmla="*/ 2147483647 h 232"/>
              <a:gd name="T10" fmla="*/ 2147483647 w 137"/>
              <a:gd name="T11" fmla="*/ 2147483647 h 232"/>
              <a:gd name="T12" fmla="*/ 2147483647 w 137"/>
              <a:gd name="T13" fmla="*/ 2147483647 h 232"/>
              <a:gd name="T14" fmla="*/ 2147483647 w 137"/>
              <a:gd name="T15" fmla="*/ 2147483647 h 232"/>
              <a:gd name="T16" fmla="*/ 2147483647 w 137"/>
              <a:gd name="T17" fmla="*/ 2147483647 h 232"/>
              <a:gd name="T18" fmla="*/ 2147483647 w 137"/>
              <a:gd name="T19" fmla="*/ 2147483647 h 232"/>
              <a:gd name="T20" fmla="*/ 2147483647 w 137"/>
              <a:gd name="T21" fmla="*/ 2147483647 h 232"/>
              <a:gd name="T22" fmla="*/ 2147483647 w 137"/>
              <a:gd name="T23" fmla="*/ 2147483647 h 232"/>
              <a:gd name="T24" fmla="*/ 2147483647 w 137"/>
              <a:gd name="T25" fmla="*/ 2147483647 h 232"/>
              <a:gd name="T26" fmla="*/ 2147483647 w 137"/>
              <a:gd name="T27" fmla="*/ 2147483647 h 232"/>
              <a:gd name="T28" fmla="*/ 2147483647 w 137"/>
              <a:gd name="T29" fmla="*/ 2147483647 h 232"/>
              <a:gd name="T30" fmla="*/ 2147483647 w 137"/>
              <a:gd name="T31" fmla="*/ 2147483647 h 232"/>
              <a:gd name="T32" fmla="*/ 2147483647 w 137"/>
              <a:gd name="T33" fmla="*/ 0 h 232"/>
              <a:gd name="T34" fmla="*/ 2147483647 w 137"/>
              <a:gd name="T35" fmla="*/ 2147483647 h 232"/>
              <a:gd name="T36" fmla="*/ 2147483647 w 137"/>
              <a:gd name="T37" fmla="*/ 2147483647 h 232"/>
              <a:gd name="T38" fmla="*/ 2147483647 w 137"/>
              <a:gd name="T39" fmla="*/ 2147483647 h 232"/>
              <a:gd name="T40" fmla="*/ 2147483647 w 137"/>
              <a:gd name="T41" fmla="*/ 2147483647 h 232"/>
              <a:gd name="T42" fmla="*/ 2147483647 w 137"/>
              <a:gd name="T43" fmla="*/ 2147483647 h 232"/>
              <a:gd name="T44" fmla="*/ 2147483647 w 137"/>
              <a:gd name="T45" fmla="*/ 2147483647 h 232"/>
              <a:gd name="T46" fmla="*/ 2147483647 w 137"/>
              <a:gd name="T47" fmla="*/ 2147483647 h 232"/>
              <a:gd name="T48" fmla="*/ 2147483647 w 137"/>
              <a:gd name="T49" fmla="*/ 2147483647 h 232"/>
              <a:gd name="T50" fmla="*/ 2147483647 w 137"/>
              <a:gd name="T51" fmla="*/ 2147483647 h 232"/>
              <a:gd name="T52" fmla="*/ 2147483647 w 137"/>
              <a:gd name="T53" fmla="*/ 2147483647 h 232"/>
              <a:gd name="T54" fmla="*/ 2147483647 w 137"/>
              <a:gd name="T55" fmla="*/ 2147483647 h 232"/>
              <a:gd name="T56" fmla="*/ 2147483647 w 137"/>
              <a:gd name="T57" fmla="*/ 2147483647 h 232"/>
              <a:gd name="T58" fmla="*/ 2147483647 w 137"/>
              <a:gd name="T59" fmla="*/ 2147483647 h 232"/>
              <a:gd name="T60" fmla="*/ 2147483647 w 137"/>
              <a:gd name="T61" fmla="*/ 2147483647 h 232"/>
              <a:gd name="T62" fmla="*/ 2147483647 w 137"/>
              <a:gd name="T63" fmla="*/ 2147483647 h 232"/>
              <a:gd name="T64" fmla="*/ 2147483647 w 137"/>
              <a:gd name="T65" fmla="*/ 2147483647 h 232"/>
              <a:gd name="T66" fmla="*/ 2147483647 w 137"/>
              <a:gd name="T67" fmla="*/ 2147483647 h 232"/>
              <a:gd name="T68" fmla="*/ 2147483647 w 137"/>
              <a:gd name="T69" fmla="*/ 2147483647 h 232"/>
              <a:gd name="T70" fmla="*/ 2147483647 w 137"/>
              <a:gd name="T71" fmla="*/ 2147483647 h 232"/>
              <a:gd name="T72" fmla="*/ 2147483647 w 137"/>
              <a:gd name="T73" fmla="*/ 2147483647 h 232"/>
              <a:gd name="T74" fmla="*/ 2147483647 w 137"/>
              <a:gd name="T75" fmla="*/ 2147483647 h 232"/>
              <a:gd name="T76" fmla="*/ 2147483647 w 137"/>
              <a:gd name="T77" fmla="*/ 2147483647 h 232"/>
              <a:gd name="T78" fmla="*/ 2147483647 w 137"/>
              <a:gd name="T79" fmla="*/ 2147483647 h 232"/>
              <a:gd name="T80" fmla="*/ 2147483647 w 137"/>
              <a:gd name="T81" fmla="*/ 2147483647 h 2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37" h="232">
                <a:moveTo>
                  <a:pt x="122" y="130"/>
                </a:moveTo>
                <a:cubicBezTo>
                  <a:pt x="14" y="130"/>
                  <a:pt x="14" y="130"/>
                  <a:pt x="14" y="130"/>
                </a:cubicBezTo>
                <a:cubicBezTo>
                  <a:pt x="8" y="130"/>
                  <a:pt x="2" y="125"/>
                  <a:pt x="2" y="11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5"/>
                  <a:pt x="3" y="92"/>
                  <a:pt x="6" y="92"/>
                </a:cubicBezTo>
                <a:cubicBezTo>
                  <a:pt x="130" y="92"/>
                  <a:pt x="130" y="92"/>
                  <a:pt x="130" y="92"/>
                </a:cubicBezTo>
                <a:cubicBezTo>
                  <a:pt x="134" y="92"/>
                  <a:pt x="137" y="95"/>
                  <a:pt x="136" y="98"/>
                </a:cubicBezTo>
                <a:cubicBezTo>
                  <a:pt x="135" y="118"/>
                  <a:pt x="135" y="118"/>
                  <a:pt x="135" y="118"/>
                </a:cubicBezTo>
                <a:cubicBezTo>
                  <a:pt x="134" y="125"/>
                  <a:pt x="129" y="130"/>
                  <a:pt x="122" y="130"/>
                </a:cubicBezTo>
                <a:close/>
                <a:moveTo>
                  <a:pt x="121" y="136"/>
                </a:moveTo>
                <a:cubicBezTo>
                  <a:pt x="15" y="136"/>
                  <a:pt x="15" y="136"/>
                  <a:pt x="15" y="136"/>
                </a:cubicBezTo>
                <a:cubicBezTo>
                  <a:pt x="28" y="232"/>
                  <a:pt x="28" y="232"/>
                  <a:pt x="28" y="232"/>
                </a:cubicBezTo>
                <a:cubicBezTo>
                  <a:pt x="108" y="232"/>
                  <a:pt x="108" y="232"/>
                  <a:pt x="108" y="232"/>
                </a:cubicBezTo>
                <a:lnTo>
                  <a:pt x="121" y="136"/>
                </a:lnTo>
                <a:close/>
                <a:moveTo>
                  <a:pt x="69" y="44"/>
                </a:moveTo>
                <a:cubicBezTo>
                  <a:pt x="81" y="44"/>
                  <a:pt x="90" y="34"/>
                  <a:pt x="90" y="22"/>
                </a:cubicBezTo>
                <a:cubicBezTo>
                  <a:pt x="90" y="10"/>
                  <a:pt x="81" y="0"/>
                  <a:pt x="69" y="0"/>
                </a:cubicBezTo>
                <a:cubicBezTo>
                  <a:pt x="57" y="0"/>
                  <a:pt x="47" y="10"/>
                  <a:pt x="47" y="22"/>
                </a:cubicBezTo>
                <a:cubicBezTo>
                  <a:pt x="47" y="34"/>
                  <a:pt x="57" y="44"/>
                  <a:pt x="69" y="44"/>
                </a:cubicBezTo>
                <a:close/>
                <a:moveTo>
                  <a:pt x="118" y="85"/>
                </a:moveTo>
                <a:cubicBezTo>
                  <a:pt x="113" y="64"/>
                  <a:pt x="113" y="64"/>
                  <a:pt x="113" y="64"/>
                </a:cubicBezTo>
                <a:cubicBezTo>
                  <a:pt x="112" y="59"/>
                  <a:pt x="108" y="55"/>
                  <a:pt x="102" y="54"/>
                </a:cubicBezTo>
                <a:cubicBezTo>
                  <a:pt x="83" y="51"/>
                  <a:pt x="83" y="51"/>
                  <a:pt x="83" y="51"/>
                </a:cubicBezTo>
                <a:cubicBezTo>
                  <a:pt x="73" y="73"/>
                  <a:pt x="73" y="73"/>
                  <a:pt x="73" y="73"/>
                </a:cubicBezTo>
                <a:cubicBezTo>
                  <a:pt x="72" y="62"/>
                  <a:pt x="72" y="62"/>
                  <a:pt x="72" y="62"/>
                </a:cubicBezTo>
                <a:cubicBezTo>
                  <a:pt x="72" y="62"/>
                  <a:pt x="72" y="61"/>
                  <a:pt x="72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5" y="62"/>
                  <a:pt x="65" y="62"/>
                </a:cubicBezTo>
                <a:cubicBezTo>
                  <a:pt x="64" y="73"/>
                  <a:pt x="64" y="73"/>
                  <a:pt x="64" y="73"/>
                </a:cubicBezTo>
                <a:cubicBezTo>
                  <a:pt x="55" y="51"/>
                  <a:pt x="55" y="51"/>
                  <a:pt x="55" y="51"/>
                </a:cubicBezTo>
                <a:cubicBezTo>
                  <a:pt x="35" y="54"/>
                  <a:pt x="35" y="54"/>
                  <a:pt x="35" y="54"/>
                </a:cubicBezTo>
                <a:cubicBezTo>
                  <a:pt x="30" y="55"/>
                  <a:pt x="26" y="59"/>
                  <a:pt x="24" y="64"/>
                </a:cubicBezTo>
                <a:cubicBezTo>
                  <a:pt x="20" y="85"/>
                  <a:pt x="20" y="85"/>
                  <a:pt x="20" y="85"/>
                </a:cubicBezTo>
                <a:lnTo>
                  <a:pt x="118" y="85"/>
                </a:lnTo>
                <a:close/>
                <a:moveTo>
                  <a:pt x="62" y="52"/>
                </a:moveTo>
                <a:cubicBezTo>
                  <a:pt x="62" y="54"/>
                  <a:pt x="64" y="56"/>
                  <a:pt x="65" y="57"/>
                </a:cubicBezTo>
                <a:cubicBezTo>
                  <a:pt x="66" y="58"/>
                  <a:pt x="67" y="58"/>
                  <a:pt x="69" y="58"/>
                </a:cubicBezTo>
                <a:cubicBezTo>
                  <a:pt x="70" y="58"/>
                  <a:pt x="72" y="58"/>
                  <a:pt x="73" y="57"/>
                </a:cubicBezTo>
                <a:cubicBezTo>
                  <a:pt x="74" y="56"/>
                  <a:pt x="75" y="54"/>
                  <a:pt x="75" y="52"/>
                </a:cubicBezTo>
                <a:cubicBezTo>
                  <a:pt x="75" y="50"/>
                  <a:pt x="71" y="49"/>
                  <a:pt x="69" y="49"/>
                </a:cubicBezTo>
                <a:cubicBezTo>
                  <a:pt x="66" y="49"/>
                  <a:pt x="62" y="50"/>
                  <a:pt x="62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9" name="Freeform 49"/>
          <p:cNvSpPr>
            <a:spLocks noEditPoints="1"/>
          </p:cNvSpPr>
          <p:nvPr/>
        </p:nvSpPr>
        <p:spPr bwMode="auto">
          <a:xfrm>
            <a:off x="6716713" y="5103813"/>
            <a:ext cx="468312" cy="457200"/>
          </a:xfrm>
          <a:custGeom>
            <a:avLst/>
            <a:gdLst>
              <a:gd name="T0" fmla="*/ 2147483647 w 211"/>
              <a:gd name="T1" fmla="*/ 2147483647 h 213"/>
              <a:gd name="T2" fmla="*/ 2147483647 w 211"/>
              <a:gd name="T3" fmla="*/ 2147483647 h 213"/>
              <a:gd name="T4" fmla="*/ 2147483647 w 211"/>
              <a:gd name="T5" fmla="*/ 2147483647 h 213"/>
              <a:gd name="T6" fmla="*/ 2147483647 w 211"/>
              <a:gd name="T7" fmla="*/ 0 h 213"/>
              <a:gd name="T8" fmla="*/ 2147483647 w 211"/>
              <a:gd name="T9" fmla="*/ 2147483647 h 213"/>
              <a:gd name="T10" fmla="*/ 2147483647 w 211"/>
              <a:gd name="T11" fmla="*/ 2147483647 h 213"/>
              <a:gd name="T12" fmla="*/ 2147483647 w 211"/>
              <a:gd name="T13" fmla="*/ 2147483647 h 213"/>
              <a:gd name="T14" fmla="*/ 2147483647 w 211"/>
              <a:gd name="T15" fmla="*/ 2147483647 h 213"/>
              <a:gd name="T16" fmla="*/ 2147483647 w 211"/>
              <a:gd name="T17" fmla="*/ 2147483647 h 213"/>
              <a:gd name="T18" fmla="*/ 2147483647 w 211"/>
              <a:gd name="T19" fmla="*/ 2147483647 h 213"/>
              <a:gd name="T20" fmla="*/ 2147483647 w 211"/>
              <a:gd name="T21" fmla="*/ 2147483647 h 213"/>
              <a:gd name="T22" fmla="*/ 2147483647 w 211"/>
              <a:gd name="T23" fmla="*/ 2147483647 h 213"/>
              <a:gd name="T24" fmla="*/ 2147483647 w 211"/>
              <a:gd name="T25" fmla="*/ 2147483647 h 213"/>
              <a:gd name="T26" fmla="*/ 2147483647 w 211"/>
              <a:gd name="T27" fmla="*/ 2147483647 h 213"/>
              <a:gd name="T28" fmla="*/ 2147483647 w 211"/>
              <a:gd name="T29" fmla="*/ 2147483647 h 213"/>
              <a:gd name="T30" fmla="*/ 2147483647 w 211"/>
              <a:gd name="T31" fmla="*/ 2147483647 h 213"/>
              <a:gd name="T32" fmla="*/ 2147483647 w 211"/>
              <a:gd name="T33" fmla="*/ 2147483647 h 213"/>
              <a:gd name="T34" fmla="*/ 2147483647 w 211"/>
              <a:gd name="T35" fmla="*/ 2147483647 h 213"/>
              <a:gd name="T36" fmla="*/ 2147483647 w 211"/>
              <a:gd name="T37" fmla="*/ 2147483647 h 213"/>
              <a:gd name="T38" fmla="*/ 0 w 211"/>
              <a:gd name="T39" fmla="*/ 2147483647 h 213"/>
              <a:gd name="T40" fmla="*/ 2147483647 w 211"/>
              <a:gd name="T41" fmla="*/ 2147483647 h 213"/>
              <a:gd name="T42" fmla="*/ 2147483647 w 211"/>
              <a:gd name="T43" fmla="*/ 2147483647 h 213"/>
              <a:gd name="T44" fmla="*/ 2147483647 w 211"/>
              <a:gd name="T45" fmla="*/ 2147483647 h 213"/>
              <a:gd name="T46" fmla="*/ 2147483647 w 211"/>
              <a:gd name="T47" fmla="*/ 2147483647 h 213"/>
              <a:gd name="T48" fmla="*/ 2147483647 w 211"/>
              <a:gd name="T49" fmla="*/ 2147483647 h 213"/>
              <a:gd name="T50" fmla="*/ 2147483647 w 211"/>
              <a:gd name="T51" fmla="*/ 2147483647 h 213"/>
              <a:gd name="T52" fmla="*/ 2147483647 w 211"/>
              <a:gd name="T53" fmla="*/ 2147483647 h 213"/>
              <a:gd name="T54" fmla="*/ 2147483647 w 211"/>
              <a:gd name="T55" fmla="*/ 2147483647 h 213"/>
              <a:gd name="T56" fmla="*/ 2147483647 w 211"/>
              <a:gd name="T57" fmla="*/ 2147483647 h 213"/>
              <a:gd name="T58" fmla="*/ 2147483647 w 211"/>
              <a:gd name="T59" fmla="*/ 2147483647 h 213"/>
              <a:gd name="T60" fmla="*/ 2147483647 w 211"/>
              <a:gd name="T61" fmla="*/ 2147483647 h 213"/>
              <a:gd name="T62" fmla="*/ 2147483647 w 211"/>
              <a:gd name="T63" fmla="*/ 2147483647 h 213"/>
              <a:gd name="T64" fmla="*/ 2147483647 w 211"/>
              <a:gd name="T65" fmla="*/ 2147483647 h 213"/>
              <a:gd name="T66" fmla="*/ 2147483647 w 211"/>
              <a:gd name="T67" fmla="*/ 2147483647 h 213"/>
              <a:gd name="T68" fmla="*/ 2147483647 w 211"/>
              <a:gd name="T69" fmla="*/ 2147483647 h 213"/>
              <a:gd name="T70" fmla="*/ 2147483647 w 211"/>
              <a:gd name="T71" fmla="*/ 2147483647 h 213"/>
              <a:gd name="T72" fmla="*/ 2147483647 w 211"/>
              <a:gd name="T73" fmla="*/ 2147483647 h 213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11" h="213">
                <a:moveTo>
                  <a:pt x="147" y="42"/>
                </a:moveTo>
                <a:cubicBezTo>
                  <a:pt x="147" y="65"/>
                  <a:pt x="129" y="83"/>
                  <a:pt x="106" y="83"/>
                </a:cubicBezTo>
                <a:cubicBezTo>
                  <a:pt x="83" y="83"/>
                  <a:pt x="64" y="65"/>
                  <a:pt x="64" y="42"/>
                </a:cubicBezTo>
                <a:cubicBezTo>
                  <a:pt x="64" y="19"/>
                  <a:pt x="83" y="0"/>
                  <a:pt x="106" y="0"/>
                </a:cubicBezTo>
                <a:cubicBezTo>
                  <a:pt x="129" y="0"/>
                  <a:pt x="147" y="19"/>
                  <a:pt x="147" y="42"/>
                </a:cubicBezTo>
                <a:close/>
                <a:moveTo>
                  <a:pt x="106" y="112"/>
                </a:moveTo>
                <a:cubicBezTo>
                  <a:pt x="108" y="112"/>
                  <a:pt x="111" y="112"/>
                  <a:pt x="113" y="110"/>
                </a:cubicBezTo>
                <a:cubicBezTo>
                  <a:pt x="115" y="108"/>
                  <a:pt x="118" y="103"/>
                  <a:pt x="118" y="99"/>
                </a:cubicBezTo>
                <a:cubicBezTo>
                  <a:pt x="118" y="95"/>
                  <a:pt x="111" y="94"/>
                  <a:pt x="106" y="94"/>
                </a:cubicBezTo>
                <a:cubicBezTo>
                  <a:pt x="101" y="94"/>
                  <a:pt x="93" y="95"/>
                  <a:pt x="93" y="99"/>
                </a:cubicBezTo>
                <a:cubicBezTo>
                  <a:pt x="93" y="103"/>
                  <a:pt x="96" y="108"/>
                  <a:pt x="98" y="110"/>
                </a:cubicBezTo>
                <a:cubicBezTo>
                  <a:pt x="100" y="112"/>
                  <a:pt x="103" y="112"/>
                  <a:pt x="106" y="112"/>
                </a:cubicBezTo>
                <a:close/>
                <a:moveTo>
                  <a:pt x="211" y="213"/>
                </a:moveTo>
                <a:cubicBezTo>
                  <a:pt x="176" y="213"/>
                  <a:pt x="176" y="213"/>
                  <a:pt x="176" y="213"/>
                </a:cubicBezTo>
                <a:cubicBezTo>
                  <a:pt x="165" y="165"/>
                  <a:pt x="165" y="165"/>
                  <a:pt x="165" y="165"/>
                </a:cubicBezTo>
                <a:cubicBezTo>
                  <a:pt x="162" y="213"/>
                  <a:pt x="162" y="213"/>
                  <a:pt x="162" y="213"/>
                </a:cubicBezTo>
                <a:cubicBezTo>
                  <a:pt x="50" y="213"/>
                  <a:pt x="50" y="213"/>
                  <a:pt x="50" y="213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35" y="213"/>
                  <a:pt x="35" y="213"/>
                  <a:pt x="35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20" y="123"/>
                  <a:pt x="20" y="123"/>
                  <a:pt x="20" y="123"/>
                </a:cubicBezTo>
                <a:cubicBezTo>
                  <a:pt x="22" y="112"/>
                  <a:pt x="31" y="105"/>
                  <a:pt x="41" y="103"/>
                </a:cubicBezTo>
                <a:cubicBezTo>
                  <a:pt x="78" y="98"/>
                  <a:pt x="78" y="98"/>
                  <a:pt x="78" y="98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9" y="119"/>
                  <a:pt x="99" y="119"/>
                  <a:pt x="99" y="119"/>
                </a:cubicBezTo>
                <a:cubicBezTo>
                  <a:pt x="99" y="118"/>
                  <a:pt x="100" y="118"/>
                  <a:pt x="100" y="118"/>
                </a:cubicBezTo>
                <a:cubicBezTo>
                  <a:pt x="111" y="118"/>
                  <a:pt x="111" y="118"/>
                  <a:pt x="111" y="118"/>
                </a:cubicBezTo>
                <a:cubicBezTo>
                  <a:pt x="112" y="118"/>
                  <a:pt x="112" y="118"/>
                  <a:pt x="112" y="119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170" y="103"/>
                  <a:pt x="170" y="103"/>
                  <a:pt x="170" y="103"/>
                </a:cubicBezTo>
                <a:cubicBezTo>
                  <a:pt x="180" y="105"/>
                  <a:pt x="189" y="112"/>
                  <a:pt x="191" y="123"/>
                </a:cubicBezTo>
                <a:lnTo>
                  <a:pt x="211" y="213"/>
                </a:lnTo>
                <a:close/>
                <a:moveTo>
                  <a:pt x="154" y="155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28" y="155"/>
                  <a:pt x="128" y="155"/>
                  <a:pt x="128" y="155"/>
                </a:cubicBezTo>
                <a:lnTo>
                  <a:pt x="154" y="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0" name="文本框 135"/>
          <p:cNvSpPr txBox="1">
            <a:spLocks noChangeArrowheads="1"/>
          </p:cNvSpPr>
          <p:nvPr/>
        </p:nvSpPr>
        <p:spPr bwMode="auto">
          <a:xfrm>
            <a:off x="7356475" y="510063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夏雨家素材馆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11" name="文本框 140"/>
          <p:cNvSpPr txBox="1">
            <a:spLocks noChangeArrowheads="1"/>
          </p:cNvSpPr>
          <p:nvPr/>
        </p:nvSpPr>
        <p:spPr bwMode="auto">
          <a:xfrm>
            <a:off x="7356475" y="4230688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教授</a:t>
            </a:r>
          </a:p>
        </p:txBody>
      </p:sp>
    </p:spTree>
  </p:cSld>
  <p:clrMapOvr>
    <a:masterClrMapping/>
  </p:clrMapOvr>
  <p:transition spd="slow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1379538" y="2028825"/>
            <a:ext cx="501650" cy="501650"/>
          </a:xfrm>
          <a:prstGeom prst="rect">
            <a:avLst/>
          </a:prstGeom>
          <a:solidFill>
            <a:srgbClr val="2F33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627" name="文本框 16"/>
          <p:cNvSpPr txBox="1">
            <a:spLocks noChangeArrowheads="1"/>
          </p:cNvSpPr>
          <p:nvPr/>
        </p:nvSpPr>
        <p:spPr bwMode="auto">
          <a:xfrm>
            <a:off x="2014538" y="2095500"/>
            <a:ext cx="173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>
                <a:solidFill>
                  <a:srgbClr val="FFFFFF"/>
                </a:solidFill>
                <a:latin typeface="Arial" charset="0"/>
              </a:rPr>
              <a:t>RGB(47,51,80)</a:t>
            </a:r>
            <a:endParaRPr lang="zh-CN" alt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26628" name="文本框 17"/>
          <p:cNvSpPr txBox="1">
            <a:spLocks noChangeArrowheads="1"/>
          </p:cNvSpPr>
          <p:nvPr/>
        </p:nvSpPr>
        <p:spPr bwMode="auto">
          <a:xfrm>
            <a:off x="2014538" y="3133725"/>
            <a:ext cx="1865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>
                <a:solidFill>
                  <a:srgbClr val="FFFFFF"/>
                </a:solidFill>
                <a:latin typeface="Arial" charset="0"/>
              </a:rPr>
              <a:t>RGB(239,76,77)</a:t>
            </a:r>
            <a:endParaRPr lang="zh-CN" alt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26629" name="矩形 5"/>
          <p:cNvSpPr>
            <a:spLocks noChangeArrowheads="1"/>
          </p:cNvSpPr>
          <p:nvPr/>
        </p:nvSpPr>
        <p:spPr bwMode="auto">
          <a:xfrm>
            <a:off x="1379538" y="3067050"/>
            <a:ext cx="501650" cy="501650"/>
          </a:xfrm>
          <a:prstGeom prst="rect">
            <a:avLst/>
          </a:prstGeom>
          <a:solidFill>
            <a:srgbClr val="EF4C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6630" name="组合 2"/>
          <p:cNvGrpSpPr>
            <a:grpSpLocks/>
          </p:cNvGrpSpPr>
          <p:nvPr/>
        </p:nvGrpSpPr>
        <p:grpSpPr bwMode="auto">
          <a:xfrm>
            <a:off x="1379538" y="496888"/>
            <a:ext cx="649287" cy="836612"/>
            <a:chOff x="0" y="0"/>
            <a:chExt cx="649763" cy="836904"/>
          </a:xfrm>
        </p:grpSpPr>
        <p:grpSp>
          <p:nvGrpSpPr>
            <p:cNvPr id="26647" name="组合 3"/>
            <p:cNvGrpSpPr>
              <a:grpSpLocks/>
            </p:cNvGrpSpPr>
            <p:nvPr/>
          </p:nvGrpSpPr>
          <p:grpSpPr bwMode="auto">
            <a:xfrm>
              <a:off x="0" y="0"/>
              <a:ext cx="649763" cy="836904"/>
              <a:chOff x="0" y="0"/>
              <a:chExt cx="2926710" cy="3769644"/>
            </a:xfrm>
          </p:grpSpPr>
          <p:sp>
            <p:nvSpPr>
              <p:cNvPr id="26649" name="矩形 5"/>
              <p:cNvSpPr>
                <a:spLocks noChangeArrowheads="1"/>
              </p:cNvSpPr>
              <p:nvPr/>
            </p:nvSpPr>
            <p:spPr bwMode="auto">
              <a:xfrm>
                <a:off x="0" y="133984"/>
                <a:ext cx="2926710" cy="3635660"/>
              </a:xfrm>
              <a:prstGeom prst="rect">
                <a:avLst/>
              </a:prstGeom>
              <a:solidFill>
                <a:srgbClr val="EF4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 typeface="Arial" charset="0"/>
                  <a:buNone/>
                </a:pPr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6650" name="组合 70"/>
              <p:cNvGrpSpPr>
                <a:grpSpLocks/>
              </p:cNvGrpSpPr>
              <p:nvPr/>
            </p:nvGrpSpPr>
            <p:grpSpPr bwMode="auto">
              <a:xfrm>
                <a:off x="516594" y="0"/>
                <a:ext cx="2147298" cy="340118"/>
                <a:chOff x="0" y="0"/>
                <a:chExt cx="1322037" cy="208906"/>
              </a:xfrm>
            </p:grpSpPr>
            <p:sp>
              <p:nvSpPr>
                <p:cNvPr id="26651" name="圆角矩形 6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0906" cy="208906"/>
                </a:xfrm>
                <a:prstGeom prst="roundRect">
                  <a:avLst>
                    <a:gd name="adj" fmla="val 28347"/>
                  </a:avLst>
                </a:prstGeom>
                <a:solidFill>
                  <a:srgbClr val="F2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buFont typeface="Arial" charset="0"/>
                    <a:buNone/>
                  </a:pPr>
                  <a:endParaRPr lang="zh-CN" altLang="en-US" sz="1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6652" name="圆角矩形 69"/>
                <p:cNvSpPr>
                  <a:spLocks noChangeArrowheads="1"/>
                </p:cNvSpPr>
                <p:nvPr/>
              </p:nvSpPr>
              <p:spPr bwMode="auto">
                <a:xfrm>
                  <a:off x="1241131" y="0"/>
                  <a:ext cx="80906" cy="208906"/>
                </a:xfrm>
                <a:prstGeom prst="roundRect">
                  <a:avLst>
                    <a:gd name="adj" fmla="val 28347"/>
                  </a:avLst>
                </a:prstGeom>
                <a:solidFill>
                  <a:srgbClr val="F2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buFont typeface="Arial" charset="0"/>
                    <a:buNone/>
                  </a:pPr>
                  <a:endParaRPr lang="zh-CN" altLang="en-US" sz="140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6648" name="文本框 43"/>
            <p:cNvSpPr txBox="1">
              <a:spLocks noChangeArrowheads="1"/>
            </p:cNvSpPr>
            <p:nvPr/>
          </p:nvSpPr>
          <p:spPr bwMode="auto">
            <a:xfrm>
              <a:off x="69042" y="2954"/>
              <a:ext cx="419011" cy="83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r>
                <a:rPr lang="en-US" altLang="zh-CN" sz="4800" b="1">
                  <a:solidFill>
                    <a:srgbClr val="FFFFFF"/>
                  </a:solidFill>
                  <a:latin typeface="Impact" pitchFamily="34" charset="0"/>
                  <a:ea typeface="DFPZongYiW5-B5" charset="-122"/>
                </a:rPr>
                <a:t>1</a:t>
              </a:r>
              <a:endParaRPr lang="zh-CN" altLang="en-US" sz="4800" b="1">
                <a:solidFill>
                  <a:srgbClr val="FFFFFF"/>
                </a:solidFill>
                <a:latin typeface="Impact" pitchFamily="34" charset="0"/>
                <a:ea typeface="DFPZongYiW5-B5" charset="-122"/>
              </a:endParaRPr>
            </a:p>
          </p:txBody>
        </p:sp>
      </p:grpSp>
      <p:sp>
        <p:nvSpPr>
          <p:cNvPr id="26631" name="文本框 167"/>
          <p:cNvSpPr txBox="1">
            <a:spLocks noChangeArrowheads="1"/>
          </p:cNvSpPr>
          <p:nvPr/>
        </p:nvSpPr>
        <p:spPr bwMode="auto">
          <a:xfrm>
            <a:off x="2098675" y="654050"/>
            <a:ext cx="1620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配色方案</a:t>
            </a:r>
          </a:p>
        </p:txBody>
      </p:sp>
      <p:grpSp>
        <p:nvGrpSpPr>
          <p:cNvPr id="26632" name="组合 2"/>
          <p:cNvGrpSpPr>
            <a:grpSpLocks/>
          </p:cNvGrpSpPr>
          <p:nvPr/>
        </p:nvGrpSpPr>
        <p:grpSpPr bwMode="auto">
          <a:xfrm>
            <a:off x="7110413" y="493713"/>
            <a:ext cx="649287" cy="836612"/>
            <a:chOff x="0" y="0"/>
            <a:chExt cx="649763" cy="836904"/>
          </a:xfrm>
        </p:grpSpPr>
        <p:grpSp>
          <p:nvGrpSpPr>
            <p:cNvPr id="26641" name="组合 3"/>
            <p:cNvGrpSpPr>
              <a:grpSpLocks/>
            </p:cNvGrpSpPr>
            <p:nvPr/>
          </p:nvGrpSpPr>
          <p:grpSpPr bwMode="auto">
            <a:xfrm>
              <a:off x="0" y="0"/>
              <a:ext cx="649763" cy="836904"/>
              <a:chOff x="0" y="0"/>
              <a:chExt cx="2926710" cy="3769644"/>
            </a:xfrm>
          </p:grpSpPr>
          <p:sp>
            <p:nvSpPr>
              <p:cNvPr id="26643" name="矩形 5"/>
              <p:cNvSpPr>
                <a:spLocks noChangeArrowheads="1"/>
              </p:cNvSpPr>
              <p:nvPr/>
            </p:nvSpPr>
            <p:spPr bwMode="auto">
              <a:xfrm>
                <a:off x="0" y="133984"/>
                <a:ext cx="2926710" cy="3635660"/>
              </a:xfrm>
              <a:prstGeom prst="rect">
                <a:avLst/>
              </a:prstGeom>
              <a:solidFill>
                <a:srgbClr val="2F33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buFont typeface="Arial" charset="0"/>
                  <a:buNone/>
                </a:pPr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6644" name="组合 70"/>
              <p:cNvGrpSpPr>
                <a:grpSpLocks/>
              </p:cNvGrpSpPr>
              <p:nvPr/>
            </p:nvGrpSpPr>
            <p:grpSpPr bwMode="auto">
              <a:xfrm>
                <a:off x="516594" y="0"/>
                <a:ext cx="2147298" cy="340118"/>
                <a:chOff x="0" y="0"/>
                <a:chExt cx="1322037" cy="208906"/>
              </a:xfrm>
            </p:grpSpPr>
            <p:sp>
              <p:nvSpPr>
                <p:cNvPr id="26645" name="圆角矩形 6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0906" cy="208906"/>
                </a:xfrm>
                <a:prstGeom prst="roundRect">
                  <a:avLst>
                    <a:gd name="adj" fmla="val 28347"/>
                  </a:avLst>
                </a:prstGeom>
                <a:solidFill>
                  <a:srgbClr val="F2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buFont typeface="Arial" charset="0"/>
                    <a:buNone/>
                  </a:pPr>
                  <a:endParaRPr lang="zh-CN" altLang="en-US" sz="1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6646" name="圆角矩形 69"/>
                <p:cNvSpPr>
                  <a:spLocks noChangeArrowheads="1"/>
                </p:cNvSpPr>
                <p:nvPr/>
              </p:nvSpPr>
              <p:spPr bwMode="auto">
                <a:xfrm>
                  <a:off x="1241131" y="0"/>
                  <a:ext cx="80906" cy="208906"/>
                </a:xfrm>
                <a:prstGeom prst="roundRect">
                  <a:avLst>
                    <a:gd name="adj" fmla="val 28347"/>
                  </a:avLst>
                </a:prstGeom>
                <a:solidFill>
                  <a:srgbClr val="F2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buFont typeface="Arial" charset="0"/>
                    <a:buNone/>
                  </a:pPr>
                  <a:endParaRPr lang="zh-CN" altLang="en-US" sz="140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6642" name="文本框 43"/>
            <p:cNvSpPr txBox="1">
              <a:spLocks noChangeArrowheads="1"/>
            </p:cNvSpPr>
            <p:nvPr/>
          </p:nvSpPr>
          <p:spPr bwMode="auto">
            <a:xfrm>
              <a:off x="69042" y="2954"/>
              <a:ext cx="511679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r>
                <a:rPr lang="en-US" altLang="zh-CN" sz="4800" b="1">
                  <a:solidFill>
                    <a:srgbClr val="FFFFFF"/>
                  </a:solidFill>
                  <a:latin typeface="Impact" pitchFamily="34" charset="0"/>
                  <a:ea typeface="DFPZongYiW5-B5" charset="-122"/>
                </a:rPr>
                <a:t>2</a:t>
              </a:r>
              <a:endParaRPr lang="zh-CN" altLang="en-US" sz="4800" b="1">
                <a:solidFill>
                  <a:srgbClr val="FFFFFF"/>
                </a:solidFill>
                <a:latin typeface="Impact" pitchFamily="34" charset="0"/>
                <a:ea typeface="DFPZongYiW5-B5" charset="-122"/>
              </a:endParaRPr>
            </a:p>
          </p:txBody>
        </p:sp>
      </p:grpSp>
      <p:sp>
        <p:nvSpPr>
          <p:cNvPr id="26633" name="文本框 167"/>
          <p:cNvSpPr txBox="1">
            <a:spLocks noChangeArrowheads="1"/>
          </p:cNvSpPr>
          <p:nvPr/>
        </p:nvSpPr>
        <p:spPr bwMode="auto">
          <a:xfrm>
            <a:off x="7827963" y="650875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模板推荐</a:t>
            </a:r>
          </a:p>
        </p:txBody>
      </p:sp>
      <p:pic>
        <p:nvPicPr>
          <p:cNvPr id="2663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1654175"/>
            <a:ext cx="255111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矩形 9"/>
          <p:cNvSpPr>
            <a:spLocks noChangeArrowheads="1"/>
          </p:cNvSpPr>
          <p:nvPr/>
        </p:nvSpPr>
        <p:spPr bwMode="auto">
          <a:xfrm>
            <a:off x="7178675" y="5753100"/>
            <a:ext cx="3776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下载地址：</a:t>
            </a:r>
            <a:endParaRPr lang="en-US" altLang="zh-CN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charset="0"/>
              <a:buNone/>
            </a:pPr>
            <a:r>
              <a:rPr lang="en-US" altLang="zh-CN">
                <a:solidFill>
                  <a:srgbClr val="FFFFFF"/>
                </a:solidFill>
                <a:latin typeface="Arial" charset="0"/>
              </a:rPr>
              <a:t>http://detail.docer.com/542497.html</a:t>
            </a:r>
            <a:endParaRPr lang="zh-CN" altLang="en-US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26636" name="矩形 10"/>
          <p:cNvSpPr>
            <a:spLocks noChangeArrowheads="1"/>
          </p:cNvSpPr>
          <p:nvPr/>
        </p:nvSpPr>
        <p:spPr bwMode="auto">
          <a:xfrm>
            <a:off x="7115175" y="3260725"/>
            <a:ext cx="3775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下载地址：</a:t>
            </a:r>
            <a:endParaRPr lang="en-US" altLang="zh-CN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charset="0"/>
              <a:buNone/>
            </a:pPr>
            <a:r>
              <a:rPr lang="zh-CN" altLang="en-US">
                <a:solidFill>
                  <a:srgbClr val="FFFFFF"/>
                </a:solidFill>
                <a:latin typeface="Arial" charset="0"/>
              </a:rPr>
              <a:t>http://detail.docer.com/518288.html</a:t>
            </a:r>
          </a:p>
        </p:txBody>
      </p:sp>
      <p:cxnSp>
        <p:nvCxnSpPr>
          <p:cNvPr id="26637" name="直接连接符 30"/>
          <p:cNvCxnSpPr>
            <a:cxnSpLocks noChangeShapeType="1"/>
          </p:cNvCxnSpPr>
          <p:nvPr/>
        </p:nvCxnSpPr>
        <p:spPr bwMode="auto">
          <a:xfrm>
            <a:off x="5816600" y="496888"/>
            <a:ext cx="0" cy="5902325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663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3" y="4100513"/>
            <a:ext cx="2555875" cy="144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矩形 9"/>
          <p:cNvSpPr>
            <a:spLocks noChangeArrowheads="1"/>
          </p:cNvSpPr>
          <p:nvPr/>
        </p:nvSpPr>
        <p:spPr bwMode="auto">
          <a:xfrm>
            <a:off x="1236663" y="5753100"/>
            <a:ext cx="37766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下载地址：</a:t>
            </a:r>
            <a:endParaRPr lang="en-US" altLang="zh-CN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charset="0"/>
              <a:buNone/>
            </a:pPr>
            <a:r>
              <a:rPr lang="en-US" altLang="zh-CN">
                <a:solidFill>
                  <a:srgbClr val="FFFFFF"/>
                </a:solidFill>
                <a:latin typeface="Arial" charset="0"/>
              </a:rPr>
              <a:t>http://detail.docer.com/542526.html</a:t>
            </a:r>
            <a:endParaRPr lang="zh-CN" altLang="en-US">
              <a:solidFill>
                <a:srgbClr val="FFFFFF"/>
              </a:solidFill>
              <a:latin typeface="Arial" charset="0"/>
            </a:endParaRPr>
          </a:p>
        </p:txBody>
      </p:sp>
      <p:pic>
        <p:nvPicPr>
          <p:cNvPr id="26640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3792538"/>
            <a:ext cx="286067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2E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717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图片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57175"/>
            <a:ext cx="9271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图片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25717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图片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5" y="12287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图片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12287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图片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1228725"/>
            <a:ext cx="925513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图片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12287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图片 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2287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8" name="图片 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25717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图片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257175"/>
            <a:ext cx="9271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图片 1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075" y="204946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1" name="图片 1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88" y="2049463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2" name="图片 1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88" y="2049463"/>
            <a:ext cx="93503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3" name="图片 1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313" y="302101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4" name="图片 15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302101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5" name="图片 16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3021013"/>
            <a:ext cx="928688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6" name="图片 17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302101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7" name="图片 18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302101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8" name="图片 1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2049463"/>
            <a:ext cx="9334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9" name="图片 20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2049463"/>
            <a:ext cx="92868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0" name="图片 2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38" y="168275"/>
            <a:ext cx="92551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图片 23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16827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图片 24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75" y="168275"/>
            <a:ext cx="9271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3" name="图片 25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963" y="11398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4" name="图片 26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963" y="11398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5" name="图片 27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963" y="1139825"/>
            <a:ext cx="93186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6" name="图片 28"/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963" y="1139825"/>
            <a:ext cx="9271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7" name="图片 29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13982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8" name="图片 30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168275"/>
            <a:ext cx="931863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9" name="图片 31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68275"/>
            <a:ext cx="930275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0" name="图片 33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363" y="1989138"/>
            <a:ext cx="958850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1" name="图片 34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513" y="1989138"/>
            <a:ext cx="954087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2" name="图片 35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4938" y="1989138"/>
            <a:ext cx="958850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3" name="图片 36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9338" y="2992438"/>
            <a:ext cx="9588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4" name="图片 37"/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763" y="2992438"/>
            <a:ext cx="960437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5" name="图片 38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38" y="2992438"/>
            <a:ext cx="955675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6" name="图片 39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25" y="2992438"/>
            <a:ext cx="9588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7" name="图片 40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2992438"/>
            <a:ext cx="9588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8" name="图片 41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25" y="1989138"/>
            <a:ext cx="958850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9" name="图片 42"/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989138"/>
            <a:ext cx="954088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90" name="Freeform 5"/>
          <p:cNvSpPr>
            <a:spLocks noEditPoints="1"/>
          </p:cNvSpPr>
          <p:nvPr/>
        </p:nvSpPr>
        <p:spPr bwMode="auto">
          <a:xfrm>
            <a:off x="4643438" y="4360863"/>
            <a:ext cx="374650" cy="312737"/>
          </a:xfrm>
          <a:custGeom>
            <a:avLst/>
            <a:gdLst>
              <a:gd name="T0" fmla="*/ 2147483647 w 208"/>
              <a:gd name="T1" fmla="*/ 2147483647 h 179"/>
              <a:gd name="T2" fmla="*/ 2147483647 w 208"/>
              <a:gd name="T3" fmla="*/ 2147483647 h 179"/>
              <a:gd name="T4" fmla="*/ 2147483647 w 208"/>
              <a:gd name="T5" fmla="*/ 2147483647 h 179"/>
              <a:gd name="T6" fmla="*/ 2147483647 w 208"/>
              <a:gd name="T7" fmla="*/ 2147483647 h 179"/>
              <a:gd name="T8" fmla="*/ 2147483647 w 208"/>
              <a:gd name="T9" fmla="*/ 2147483647 h 179"/>
              <a:gd name="T10" fmla="*/ 2147483647 w 208"/>
              <a:gd name="T11" fmla="*/ 2147483647 h 179"/>
              <a:gd name="T12" fmla="*/ 0 w 208"/>
              <a:gd name="T13" fmla="*/ 2147483647 h 179"/>
              <a:gd name="T14" fmla="*/ 0 w 208"/>
              <a:gd name="T15" fmla="*/ 2147483647 h 179"/>
              <a:gd name="T16" fmla="*/ 2147483647 w 208"/>
              <a:gd name="T17" fmla="*/ 2147483647 h 179"/>
              <a:gd name="T18" fmla="*/ 2147483647 w 208"/>
              <a:gd name="T19" fmla="*/ 2147483647 h 179"/>
              <a:gd name="T20" fmla="*/ 2147483647 w 208"/>
              <a:gd name="T21" fmla="*/ 2147483647 h 179"/>
              <a:gd name="T22" fmla="*/ 2147483647 w 208"/>
              <a:gd name="T23" fmla="*/ 2147483647 h 179"/>
              <a:gd name="T24" fmla="*/ 2147483647 w 208"/>
              <a:gd name="T25" fmla="*/ 2147483647 h 179"/>
              <a:gd name="T26" fmla="*/ 2147483647 w 208"/>
              <a:gd name="T27" fmla="*/ 2147483647 h 179"/>
              <a:gd name="T28" fmla="*/ 2147483647 w 208"/>
              <a:gd name="T29" fmla="*/ 2147483647 h 179"/>
              <a:gd name="T30" fmla="*/ 2147483647 w 208"/>
              <a:gd name="T31" fmla="*/ 2147483647 h 179"/>
              <a:gd name="T32" fmla="*/ 2147483647 w 208"/>
              <a:gd name="T33" fmla="*/ 0 h 179"/>
              <a:gd name="T34" fmla="*/ 2147483647 w 208"/>
              <a:gd name="T35" fmla="*/ 2147483647 h 179"/>
              <a:gd name="T36" fmla="*/ 2147483647 w 208"/>
              <a:gd name="T37" fmla="*/ 2147483647 h 179"/>
              <a:gd name="T38" fmla="*/ 2147483647 w 208"/>
              <a:gd name="T39" fmla="*/ 2147483647 h 179"/>
              <a:gd name="T40" fmla="*/ 0 w 208"/>
              <a:gd name="T41" fmla="*/ 2147483647 h 179"/>
              <a:gd name="T42" fmla="*/ 0 w 208"/>
              <a:gd name="T43" fmla="*/ 2147483647 h 179"/>
              <a:gd name="T44" fmla="*/ 2147483647 w 208"/>
              <a:gd name="T45" fmla="*/ 2147483647 h 179"/>
              <a:gd name="T46" fmla="*/ 2147483647 w 208"/>
              <a:gd name="T47" fmla="*/ 2147483647 h 179"/>
              <a:gd name="T48" fmla="*/ 2147483647 w 208"/>
              <a:gd name="T49" fmla="*/ 2147483647 h 179"/>
              <a:gd name="T50" fmla="*/ 2147483647 w 208"/>
              <a:gd name="T51" fmla="*/ 2147483647 h 179"/>
              <a:gd name="T52" fmla="*/ 2147483647 w 208"/>
              <a:gd name="T53" fmla="*/ 2147483647 h 179"/>
              <a:gd name="T54" fmla="*/ 2147483647 w 208"/>
              <a:gd name="T55" fmla="*/ 2147483647 h 179"/>
              <a:gd name="T56" fmla="*/ 2147483647 w 208"/>
              <a:gd name="T57" fmla="*/ 2147483647 h 179"/>
              <a:gd name="T58" fmla="*/ 2147483647 w 208"/>
              <a:gd name="T59" fmla="*/ 2147483647 h 179"/>
              <a:gd name="T60" fmla="*/ 2147483647 w 208"/>
              <a:gd name="T61" fmla="*/ 2147483647 h 179"/>
              <a:gd name="T62" fmla="*/ 2147483647 w 208"/>
              <a:gd name="T63" fmla="*/ 2147483647 h 179"/>
              <a:gd name="T64" fmla="*/ 2147483647 w 208"/>
              <a:gd name="T65" fmla="*/ 2147483647 h 179"/>
              <a:gd name="T66" fmla="*/ 2147483647 w 208"/>
              <a:gd name="T67" fmla="*/ 2147483647 h 179"/>
              <a:gd name="T68" fmla="*/ 2147483647 w 208"/>
              <a:gd name="T69" fmla="*/ 2147483647 h 179"/>
              <a:gd name="T70" fmla="*/ 2147483647 w 208"/>
              <a:gd name="T71" fmla="*/ 2147483647 h 179"/>
              <a:gd name="T72" fmla="*/ 2147483647 w 208"/>
              <a:gd name="T73" fmla="*/ 2147483647 h 179"/>
              <a:gd name="T74" fmla="*/ 2147483647 w 208"/>
              <a:gd name="T75" fmla="*/ 2147483647 h 179"/>
              <a:gd name="T76" fmla="*/ 2147483647 w 208"/>
              <a:gd name="T77" fmla="*/ 2147483647 h 179"/>
              <a:gd name="T78" fmla="*/ 2147483647 w 208"/>
              <a:gd name="T79" fmla="*/ 2147483647 h 179"/>
              <a:gd name="T80" fmla="*/ 2147483647 w 208"/>
              <a:gd name="T81" fmla="*/ 2147483647 h 179"/>
              <a:gd name="T82" fmla="*/ 2147483647 w 208"/>
              <a:gd name="T83" fmla="*/ 2147483647 h 179"/>
              <a:gd name="T84" fmla="*/ 2147483647 w 208"/>
              <a:gd name="T85" fmla="*/ 2147483647 h 179"/>
              <a:gd name="T86" fmla="*/ 2147483647 w 208"/>
              <a:gd name="T87" fmla="*/ 2147483647 h 179"/>
              <a:gd name="T88" fmla="*/ 2147483647 w 208"/>
              <a:gd name="T89" fmla="*/ 2147483647 h 179"/>
              <a:gd name="T90" fmla="*/ 2147483647 w 208"/>
              <a:gd name="T91" fmla="*/ 2147483647 h 17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08" h="179">
                <a:moveTo>
                  <a:pt x="122" y="110"/>
                </a:moveTo>
                <a:cubicBezTo>
                  <a:pt x="122" y="115"/>
                  <a:pt x="122" y="115"/>
                  <a:pt x="122" y="115"/>
                </a:cubicBezTo>
                <a:cubicBezTo>
                  <a:pt x="122" y="121"/>
                  <a:pt x="117" y="125"/>
                  <a:pt x="112" y="125"/>
                </a:cubicBezTo>
                <a:cubicBezTo>
                  <a:pt x="96" y="125"/>
                  <a:pt x="96" y="125"/>
                  <a:pt x="96" y="125"/>
                </a:cubicBezTo>
                <a:cubicBezTo>
                  <a:pt x="91" y="125"/>
                  <a:pt x="86" y="121"/>
                  <a:pt x="86" y="115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65"/>
                  <a:pt x="14" y="179"/>
                  <a:pt x="32" y="179"/>
                </a:cubicBezTo>
                <a:cubicBezTo>
                  <a:pt x="176" y="179"/>
                  <a:pt x="176" y="179"/>
                  <a:pt x="176" y="179"/>
                </a:cubicBezTo>
                <a:cubicBezTo>
                  <a:pt x="194" y="179"/>
                  <a:pt x="208" y="165"/>
                  <a:pt x="208" y="147"/>
                </a:cubicBezTo>
                <a:cubicBezTo>
                  <a:pt x="208" y="81"/>
                  <a:pt x="208" y="81"/>
                  <a:pt x="208" y="81"/>
                </a:cubicBezTo>
                <a:lnTo>
                  <a:pt x="122" y="110"/>
                </a:lnTo>
                <a:close/>
                <a:moveTo>
                  <a:pt x="176" y="29"/>
                </a:moveTo>
                <a:cubicBezTo>
                  <a:pt x="147" y="29"/>
                  <a:pt x="147" y="29"/>
                  <a:pt x="147" y="29"/>
                </a:cubicBezTo>
                <a:cubicBezTo>
                  <a:pt x="147" y="25"/>
                  <a:pt x="147" y="20"/>
                  <a:pt x="144" y="16"/>
                </a:cubicBezTo>
                <a:cubicBezTo>
                  <a:pt x="138" y="5"/>
                  <a:pt x="123" y="0"/>
                  <a:pt x="104" y="0"/>
                </a:cubicBezTo>
                <a:cubicBezTo>
                  <a:pt x="85" y="0"/>
                  <a:pt x="71" y="5"/>
                  <a:pt x="64" y="16"/>
                </a:cubicBezTo>
                <a:cubicBezTo>
                  <a:pt x="62" y="20"/>
                  <a:pt x="61" y="25"/>
                  <a:pt x="61" y="29"/>
                </a:cubicBezTo>
                <a:cubicBezTo>
                  <a:pt x="32" y="29"/>
                  <a:pt x="32" y="29"/>
                  <a:pt x="32" y="29"/>
                </a:cubicBezTo>
                <a:cubicBezTo>
                  <a:pt x="14" y="29"/>
                  <a:pt x="0" y="43"/>
                  <a:pt x="0" y="61"/>
                </a:cubicBezTo>
                <a:cubicBezTo>
                  <a:pt x="0" y="74"/>
                  <a:pt x="0" y="74"/>
                  <a:pt x="0" y="74"/>
                </a:cubicBezTo>
                <a:cubicBezTo>
                  <a:pt x="86" y="103"/>
                  <a:pt x="86" y="103"/>
                  <a:pt x="86" y="103"/>
                </a:cubicBezTo>
                <a:cubicBezTo>
                  <a:pt x="86" y="96"/>
                  <a:pt x="86" y="96"/>
                  <a:pt x="86" y="96"/>
                </a:cubicBezTo>
                <a:cubicBezTo>
                  <a:pt x="86" y="91"/>
                  <a:pt x="91" y="86"/>
                  <a:pt x="96" y="86"/>
                </a:cubicBezTo>
                <a:cubicBezTo>
                  <a:pt x="112" y="86"/>
                  <a:pt x="112" y="86"/>
                  <a:pt x="112" y="86"/>
                </a:cubicBezTo>
                <a:cubicBezTo>
                  <a:pt x="117" y="86"/>
                  <a:pt x="122" y="91"/>
                  <a:pt x="122" y="96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208" y="74"/>
                  <a:pt x="208" y="74"/>
                  <a:pt x="208" y="74"/>
                </a:cubicBezTo>
                <a:cubicBezTo>
                  <a:pt x="208" y="61"/>
                  <a:pt x="208" y="61"/>
                  <a:pt x="208" y="61"/>
                </a:cubicBezTo>
                <a:cubicBezTo>
                  <a:pt x="208" y="43"/>
                  <a:pt x="194" y="29"/>
                  <a:pt x="176" y="29"/>
                </a:cubicBezTo>
                <a:close/>
                <a:moveTo>
                  <a:pt x="134" y="29"/>
                </a:moveTo>
                <a:cubicBezTo>
                  <a:pt x="74" y="29"/>
                  <a:pt x="74" y="29"/>
                  <a:pt x="74" y="29"/>
                </a:cubicBezTo>
                <a:cubicBezTo>
                  <a:pt x="74" y="27"/>
                  <a:pt x="74" y="24"/>
                  <a:pt x="75" y="22"/>
                </a:cubicBezTo>
                <a:cubicBezTo>
                  <a:pt x="80" y="14"/>
                  <a:pt x="95" y="13"/>
                  <a:pt x="104" y="13"/>
                </a:cubicBezTo>
                <a:cubicBezTo>
                  <a:pt x="113" y="13"/>
                  <a:pt x="128" y="14"/>
                  <a:pt x="133" y="22"/>
                </a:cubicBezTo>
                <a:cubicBezTo>
                  <a:pt x="134" y="24"/>
                  <a:pt x="134" y="27"/>
                  <a:pt x="134" y="29"/>
                </a:cubicBezTo>
                <a:close/>
                <a:moveTo>
                  <a:pt x="115" y="96"/>
                </a:moveTo>
                <a:cubicBezTo>
                  <a:pt x="115" y="115"/>
                  <a:pt x="115" y="115"/>
                  <a:pt x="115" y="115"/>
                </a:cubicBezTo>
                <a:cubicBezTo>
                  <a:pt x="115" y="117"/>
                  <a:pt x="114" y="118"/>
                  <a:pt x="112" y="118"/>
                </a:cubicBezTo>
                <a:cubicBezTo>
                  <a:pt x="96" y="118"/>
                  <a:pt x="96" y="118"/>
                  <a:pt x="96" y="118"/>
                </a:cubicBezTo>
                <a:cubicBezTo>
                  <a:pt x="94" y="118"/>
                  <a:pt x="93" y="117"/>
                  <a:pt x="93" y="115"/>
                </a:cubicBezTo>
                <a:cubicBezTo>
                  <a:pt x="93" y="96"/>
                  <a:pt x="93" y="96"/>
                  <a:pt x="93" y="96"/>
                </a:cubicBezTo>
                <a:cubicBezTo>
                  <a:pt x="93" y="94"/>
                  <a:pt x="94" y="93"/>
                  <a:pt x="96" y="93"/>
                </a:cubicBezTo>
                <a:cubicBezTo>
                  <a:pt x="112" y="93"/>
                  <a:pt x="112" y="93"/>
                  <a:pt x="112" y="93"/>
                </a:cubicBezTo>
                <a:cubicBezTo>
                  <a:pt x="114" y="93"/>
                  <a:pt x="115" y="94"/>
                  <a:pt x="115" y="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1" name="Freeform 9"/>
          <p:cNvSpPr>
            <a:spLocks noEditPoints="1"/>
          </p:cNvSpPr>
          <p:nvPr/>
        </p:nvSpPr>
        <p:spPr bwMode="auto">
          <a:xfrm>
            <a:off x="3589338" y="4235450"/>
            <a:ext cx="438150" cy="46672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0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2147483647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2" name="Freeform 13"/>
          <p:cNvSpPr>
            <a:spLocks noEditPoints="1"/>
          </p:cNvSpPr>
          <p:nvPr/>
        </p:nvSpPr>
        <p:spPr bwMode="auto">
          <a:xfrm>
            <a:off x="5634038" y="4375150"/>
            <a:ext cx="461962" cy="317500"/>
          </a:xfrm>
          <a:custGeom>
            <a:avLst/>
            <a:gdLst>
              <a:gd name="T0" fmla="*/ 2147483647 w 256"/>
              <a:gd name="T1" fmla="*/ 2147483647 h 182"/>
              <a:gd name="T2" fmla="*/ 2147483647 w 256"/>
              <a:gd name="T3" fmla="*/ 2147483647 h 182"/>
              <a:gd name="T4" fmla="*/ 2147483647 w 256"/>
              <a:gd name="T5" fmla="*/ 2147483647 h 182"/>
              <a:gd name="T6" fmla="*/ 2147483647 w 256"/>
              <a:gd name="T7" fmla="*/ 2147483647 h 182"/>
              <a:gd name="T8" fmla="*/ 2147483647 w 256"/>
              <a:gd name="T9" fmla="*/ 2147483647 h 182"/>
              <a:gd name="T10" fmla="*/ 2147483647 w 256"/>
              <a:gd name="T11" fmla="*/ 2147483647 h 182"/>
              <a:gd name="T12" fmla="*/ 2147483647 w 256"/>
              <a:gd name="T13" fmla="*/ 2147483647 h 182"/>
              <a:gd name="T14" fmla="*/ 0 w 256"/>
              <a:gd name="T15" fmla="*/ 2147483647 h 182"/>
              <a:gd name="T16" fmla="*/ 2147483647 w 256"/>
              <a:gd name="T17" fmla="*/ 2147483647 h 182"/>
              <a:gd name="T18" fmla="*/ 2147483647 w 256"/>
              <a:gd name="T19" fmla="*/ 2147483647 h 182"/>
              <a:gd name="T20" fmla="*/ 2147483647 w 256"/>
              <a:gd name="T21" fmla="*/ 2147483647 h 182"/>
              <a:gd name="T22" fmla="*/ 2147483647 w 256"/>
              <a:gd name="T23" fmla="*/ 2147483647 h 182"/>
              <a:gd name="T24" fmla="*/ 2147483647 w 256"/>
              <a:gd name="T25" fmla="*/ 2147483647 h 182"/>
              <a:gd name="T26" fmla="*/ 2147483647 w 256"/>
              <a:gd name="T27" fmla="*/ 2147483647 h 182"/>
              <a:gd name="T28" fmla="*/ 2147483647 w 256"/>
              <a:gd name="T29" fmla="*/ 2147483647 h 182"/>
              <a:gd name="T30" fmla="*/ 2147483647 w 256"/>
              <a:gd name="T31" fmla="*/ 2147483647 h 182"/>
              <a:gd name="T32" fmla="*/ 2147483647 w 256"/>
              <a:gd name="T33" fmla="*/ 2147483647 h 182"/>
              <a:gd name="T34" fmla="*/ 2147483647 w 256"/>
              <a:gd name="T35" fmla="*/ 2147483647 h 182"/>
              <a:gd name="T36" fmla="*/ 2147483647 w 256"/>
              <a:gd name="T37" fmla="*/ 2147483647 h 182"/>
              <a:gd name="T38" fmla="*/ 2147483647 w 256"/>
              <a:gd name="T39" fmla="*/ 2147483647 h 182"/>
              <a:gd name="T40" fmla="*/ 2147483647 w 256"/>
              <a:gd name="T41" fmla="*/ 2147483647 h 182"/>
              <a:gd name="T42" fmla="*/ 2147483647 w 256"/>
              <a:gd name="T43" fmla="*/ 2147483647 h 182"/>
              <a:gd name="T44" fmla="*/ 2147483647 w 256"/>
              <a:gd name="T45" fmla="*/ 2147483647 h 182"/>
              <a:gd name="T46" fmla="*/ 2147483647 w 256"/>
              <a:gd name="T47" fmla="*/ 2147483647 h 182"/>
              <a:gd name="T48" fmla="*/ 2147483647 w 256"/>
              <a:gd name="T49" fmla="*/ 2147483647 h 182"/>
              <a:gd name="T50" fmla="*/ 2147483647 w 256"/>
              <a:gd name="T51" fmla="*/ 2147483647 h 182"/>
              <a:gd name="T52" fmla="*/ 2147483647 w 256"/>
              <a:gd name="T53" fmla="*/ 2147483647 h 182"/>
              <a:gd name="T54" fmla="*/ 2147483647 w 256"/>
              <a:gd name="T55" fmla="*/ 2147483647 h 182"/>
              <a:gd name="T56" fmla="*/ 2147483647 w 256"/>
              <a:gd name="T57" fmla="*/ 2147483647 h 182"/>
              <a:gd name="T58" fmla="*/ 2147483647 w 256"/>
              <a:gd name="T59" fmla="*/ 2147483647 h 182"/>
              <a:gd name="T60" fmla="*/ 2147483647 w 256"/>
              <a:gd name="T61" fmla="*/ 2147483647 h 182"/>
              <a:gd name="T62" fmla="*/ 2147483647 w 256"/>
              <a:gd name="T63" fmla="*/ 2147483647 h 182"/>
              <a:gd name="T64" fmla="*/ 2147483647 w 256"/>
              <a:gd name="T65" fmla="*/ 2147483647 h 182"/>
              <a:gd name="T66" fmla="*/ 2147483647 w 256"/>
              <a:gd name="T67" fmla="*/ 2147483647 h 182"/>
              <a:gd name="T68" fmla="*/ 2147483647 w 256"/>
              <a:gd name="T69" fmla="*/ 2147483647 h 182"/>
              <a:gd name="T70" fmla="*/ 2147483647 w 256"/>
              <a:gd name="T71" fmla="*/ 2147483647 h 182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6" h="182">
                <a:moveTo>
                  <a:pt x="254" y="44"/>
                </a:moveTo>
                <a:cubicBezTo>
                  <a:pt x="251" y="42"/>
                  <a:pt x="248" y="43"/>
                  <a:pt x="247" y="45"/>
                </a:cubicBezTo>
                <a:cubicBezTo>
                  <a:pt x="244" y="49"/>
                  <a:pt x="241" y="50"/>
                  <a:pt x="238" y="51"/>
                </a:cubicBezTo>
                <a:cubicBezTo>
                  <a:pt x="238" y="45"/>
                  <a:pt x="235" y="40"/>
                  <a:pt x="230" y="35"/>
                </a:cubicBezTo>
                <a:cubicBezTo>
                  <a:pt x="226" y="30"/>
                  <a:pt x="219" y="29"/>
                  <a:pt x="214" y="32"/>
                </a:cubicBezTo>
                <a:cubicBezTo>
                  <a:pt x="211" y="35"/>
                  <a:pt x="208" y="41"/>
                  <a:pt x="212" y="48"/>
                </a:cubicBezTo>
                <a:cubicBezTo>
                  <a:pt x="214" y="53"/>
                  <a:pt x="218" y="57"/>
                  <a:pt x="224" y="59"/>
                </a:cubicBezTo>
                <a:cubicBezTo>
                  <a:pt x="223" y="60"/>
                  <a:pt x="221" y="60"/>
                  <a:pt x="220" y="61"/>
                </a:cubicBezTo>
                <a:cubicBezTo>
                  <a:pt x="217" y="62"/>
                  <a:pt x="214" y="63"/>
                  <a:pt x="211" y="64"/>
                </a:cubicBezTo>
                <a:cubicBezTo>
                  <a:pt x="198" y="36"/>
                  <a:pt x="162" y="16"/>
                  <a:pt x="120" y="16"/>
                </a:cubicBezTo>
                <a:cubicBezTo>
                  <a:pt x="111" y="16"/>
                  <a:pt x="104" y="16"/>
                  <a:pt x="96" y="17"/>
                </a:cubicBezTo>
                <a:cubicBezTo>
                  <a:pt x="84" y="9"/>
                  <a:pt x="62" y="0"/>
                  <a:pt x="40" y="1"/>
                </a:cubicBezTo>
                <a:cubicBezTo>
                  <a:pt x="41" y="10"/>
                  <a:pt x="47" y="22"/>
                  <a:pt x="54" y="31"/>
                </a:cubicBezTo>
                <a:cubicBezTo>
                  <a:pt x="40" y="40"/>
                  <a:pt x="30" y="52"/>
                  <a:pt x="26" y="66"/>
                </a:cubicBezTo>
                <a:cubicBezTo>
                  <a:pt x="20" y="68"/>
                  <a:pt x="15" y="69"/>
                  <a:pt x="8" y="70"/>
                </a:cubicBezTo>
                <a:cubicBezTo>
                  <a:pt x="3" y="70"/>
                  <a:pt x="0" y="74"/>
                  <a:pt x="0" y="79"/>
                </a:cubicBezTo>
                <a:cubicBezTo>
                  <a:pt x="1" y="91"/>
                  <a:pt x="5" y="112"/>
                  <a:pt x="19" y="118"/>
                </a:cubicBezTo>
                <a:cubicBezTo>
                  <a:pt x="22" y="119"/>
                  <a:pt x="26" y="120"/>
                  <a:pt x="31" y="120"/>
                </a:cubicBezTo>
                <a:cubicBezTo>
                  <a:pt x="37" y="130"/>
                  <a:pt x="46" y="139"/>
                  <a:pt x="57" y="146"/>
                </a:cubicBezTo>
                <a:cubicBezTo>
                  <a:pt x="55" y="155"/>
                  <a:pt x="53" y="164"/>
                  <a:pt x="50" y="174"/>
                </a:cubicBezTo>
                <a:cubicBezTo>
                  <a:pt x="49" y="178"/>
                  <a:pt x="52" y="182"/>
                  <a:pt x="56" y="182"/>
                </a:cubicBezTo>
                <a:cubicBezTo>
                  <a:pt x="83" y="182"/>
                  <a:pt x="83" y="182"/>
                  <a:pt x="83" y="182"/>
                </a:cubicBezTo>
                <a:cubicBezTo>
                  <a:pt x="86" y="182"/>
                  <a:pt x="88" y="180"/>
                  <a:pt x="89" y="178"/>
                </a:cubicBezTo>
                <a:cubicBezTo>
                  <a:pt x="91" y="172"/>
                  <a:pt x="93" y="166"/>
                  <a:pt x="95" y="160"/>
                </a:cubicBezTo>
                <a:cubicBezTo>
                  <a:pt x="103" y="162"/>
                  <a:pt x="111" y="163"/>
                  <a:pt x="120" y="163"/>
                </a:cubicBezTo>
                <a:cubicBezTo>
                  <a:pt x="130" y="163"/>
                  <a:pt x="140" y="162"/>
                  <a:pt x="149" y="159"/>
                </a:cubicBezTo>
                <a:cubicBezTo>
                  <a:pt x="147" y="164"/>
                  <a:pt x="146" y="169"/>
                  <a:pt x="145" y="174"/>
                </a:cubicBezTo>
                <a:cubicBezTo>
                  <a:pt x="144" y="178"/>
                  <a:pt x="147" y="182"/>
                  <a:pt x="151" y="182"/>
                </a:cubicBezTo>
                <a:cubicBezTo>
                  <a:pt x="178" y="182"/>
                  <a:pt x="178" y="182"/>
                  <a:pt x="178" y="182"/>
                </a:cubicBezTo>
                <a:cubicBezTo>
                  <a:pt x="180" y="182"/>
                  <a:pt x="183" y="180"/>
                  <a:pt x="184" y="178"/>
                </a:cubicBezTo>
                <a:cubicBezTo>
                  <a:pt x="189" y="165"/>
                  <a:pt x="192" y="151"/>
                  <a:pt x="194" y="137"/>
                </a:cubicBezTo>
                <a:cubicBezTo>
                  <a:pt x="208" y="124"/>
                  <a:pt x="217" y="108"/>
                  <a:pt x="217" y="89"/>
                </a:cubicBezTo>
                <a:cubicBezTo>
                  <a:pt x="217" y="84"/>
                  <a:pt x="217" y="78"/>
                  <a:pt x="215" y="73"/>
                </a:cubicBezTo>
                <a:cubicBezTo>
                  <a:pt x="218" y="72"/>
                  <a:pt x="221" y="71"/>
                  <a:pt x="224" y="69"/>
                </a:cubicBezTo>
                <a:cubicBezTo>
                  <a:pt x="230" y="67"/>
                  <a:pt x="233" y="64"/>
                  <a:pt x="235" y="61"/>
                </a:cubicBezTo>
                <a:cubicBezTo>
                  <a:pt x="243" y="61"/>
                  <a:pt x="251" y="57"/>
                  <a:pt x="255" y="50"/>
                </a:cubicBezTo>
                <a:cubicBezTo>
                  <a:pt x="256" y="48"/>
                  <a:pt x="256" y="45"/>
                  <a:pt x="254" y="44"/>
                </a:cubicBezTo>
                <a:close/>
                <a:moveTo>
                  <a:pt x="62" y="67"/>
                </a:moveTo>
                <a:cubicBezTo>
                  <a:pt x="58" y="67"/>
                  <a:pt x="54" y="63"/>
                  <a:pt x="54" y="59"/>
                </a:cubicBezTo>
                <a:cubicBezTo>
                  <a:pt x="54" y="54"/>
                  <a:pt x="58" y="51"/>
                  <a:pt x="62" y="51"/>
                </a:cubicBezTo>
                <a:cubicBezTo>
                  <a:pt x="67" y="51"/>
                  <a:pt x="70" y="54"/>
                  <a:pt x="70" y="59"/>
                </a:cubicBezTo>
                <a:cubicBezTo>
                  <a:pt x="70" y="63"/>
                  <a:pt x="67" y="67"/>
                  <a:pt x="62" y="67"/>
                </a:cubicBezTo>
                <a:close/>
                <a:moveTo>
                  <a:pt x="146" y="76"/>
                </a:moveTo>
                <a:cubicBezTo>
                  <a:pt x="143" y="77"/>
                  <a:pt x="139" y="75"/>
                  <a:pt x="138" y="72"/>
                </a:cubicBezTo>
                <a:cubicBezTo>
                  <a:pt x="137" y="69"/>
                  <a:pt x="134" y="66"/>
                  <a:pt x="128" y="66"/>
                </a:cubicBezTo>
                <a:cubicBezTo>
                  <a:pt x="123" y="66"/>
                  <a:pt x="121" y="70"/>
                  <a:pt x="120" y="73"/>
                </a:cubicBezTo>
                <a:cubicBezTo>
                  <a:pt x="120" y="76"/>
                  <a:pt x="123" y="79"/>
                  <a:pt x="129" y="80"/>
                </a:cubicBezTo>
                <a:cubicBezTo>
                  <a:pt x="144" y="84"/>
                  <a:pt x="149" y="94"/>
                  <a:pt x="148" y="102"/>
                </a:cubicBezTo>
                <a:cubicBezTo>
                  <a:pt x="148" y="110"/>
                  <a:pt x="142" y="117"/>
                  <a:pt x="134" y="119"/>
                </a:cubicBezTo>
                <a:cubicBezTo>
                  <a:pt x="134" y="123"/>
                  <a:pt x="134" y="123"/>
                  <a:pt x="134" y="123"/>
                </a:cubicBezTo>
                <a:cubicBezTo>
                  <a:pt x="134" y="126"/>
                  <a:pt x="132" y="129"/>
                  <a:pt x="128" y="129"/>
                </a:cubicBezTo>
                <a:cubicBezTo>
                  <a:pt x="124" y="129"/>
                  <a:pt x="122" y="126"/>
                  <a:pt x="122" y="123"/>
                </a:cubicBezTo>
                <a:cubicBezTo>
                  <a:pt x="122" y="119"/>
                  <a:pt x="122" y="119"/>
                  <a:pt x="122" y="119"/>
                </a:cubicBezTo>
                <a:cubicBezTo>
                  <a:pt x="113" y="117"/>
                  <a:pt x="108" y="111"/>
                  <a:pt x="106" y="106"/>
                </a:cubicBezTo>
                <a:cubicBezTo>
                  <a:pt x="105" y="102"/>
                  <a:pt x="107" y="99"/>
                  <a:pt x="110" y="98"/>
                </a:cubicBezTo>
                <a:cubicBezTo>
                  <a:pt x="113" y="97"/>
                  <a:pt x="117" y="98"/>
                  <a:pt x="118" y="102"/>
                </a:cubicBezTo>
                <a:cubicBezTo>
                  <a:pt x="119" y="104"/>
                  <a:pt x="122" y="107"/>
                  <a:pt x="128" y="107"/>
                </a:cubicBezTo>
                <a:cubicBezTo>
                  <a:pt x="133" y="107"/>
                  <a:pt x="135" y="104"/>
                  <a:pt x="136" y="101"/>
                </a:cubicBezTo>
                <a:cubicBezTo>
                  <a:pt x="136" y="97"/>
                  <a:pt x="133" y="94"/>
                  <a:pt x="127" y="93"/>
                </a:cubicBezTo>
                <a:cubicBezTo>
                  <a:pt x="112" y="90"/>
                  <a:pt x="107" y="80"/>
                  <a:pt x="108" y="71"/>
                </a:cubicBezTo>
                <a:cubicBezTo>
                  <a:pt x="108" y="63"/>
                  <a:pt x="114" y="57"/>
                  <a:pt x="122" y="55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2" y="47"/>
                  <a:pt x="124" y="44"/>
                  <a:pt x="128" y="44"/>
                </a:cubicBezTo>
                <a:cubicBezTo>
                  <a:pt x="132" y="44"/>
                  <a:pt x="134" y="47"/>
                  <a:pt x="134" y="5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43" y="56"/>
                  <a:pt x="148" y="62"/>
                  <a:pt x="150" y="68"/>
                </a:cubicBezTo>
                <a:cubicBezTo>
                  <a:pt x="151" y="71"/>
                  <a:pt x="149" y="75"/>
                  <a:pt x="146" y="76"/>
                </a:cubicBezTo>
                <a:close/>
                <a:moveTo>
                  <a:pt x="220" y="44"/>
                </a:moveTo>
                <a:cubicBezTo>
                  <a:pt x="219" y="42"/>
                  <a:pt x="219" y="40"/>
                  <a:pt x="220" y="40"/>
                </a:cubicBezTo>
                <a:cubicBezTo>
                  <a:pt x="220" y="40"/>
                  <a:pt x="220" y="40"/>
                  <a:pt x="221" y="40"/>
                </a:cubicBezTo>
                <a:cubicBezTo>
                  <a:pt x="221" y="40"/>
                  <a:pt x="222" y="40"/>
                  <a:pt x="224" y="41"/>
                </a:cubicBezTo>
                <a:cubicBezTo>
                  <a:pt x="227" y="44"/>
                  <a:pt x="228" y="48"/>
                  <a:pt x="228" y="50"/>
                </a:cubicBezTo>
                <a:cubicBezTo>
                  <a:pt x="225" y="49"/>
                  <a:pt x="222" y="47"/>
                  <a:pt x="220" y="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3" name="Freeform 17"/>
          <p:cNvSpPr>
            <a:spLocks noEditPoints="1"/>
          </p:cNvSpPr>
          <p:nvPr/>
        </p:nvSpPr>
        <p:spPr bwMode="auto">
          <a:xfrm>
            <a:off x="2774950" y="4414838"/>
            <a:ext cx="352425" cy="257175"/>
          </a:xfrm>
          <a:custGeom>
            <a:avLst/>
            <a:gdLst>
              <a:gd name="T0" fmla="*/ 2147483647 w 195"/>
              <a:gd name="T1" fmla="*/ 2147483647 h 147"/>
              <a:gd name="T2" fmla="*/ 2147483647 w 195"/>
              <a:gd name="T3" fmla="*/ 2147483647 h 147"/>
              <a:gd name="T4" fmla="*/ 2147483647 w 195"/>
              <a:gd name="T5" fmla="*/ 2147483647 h 147"/>
              <a:gd name="T6" fmla="*/ 2147483647 w 195"/>
              <a:gd name="T7" fmla="*/ 2147483647 h 147"/>
              <a:gd name="T8" fmla="*/ 2147483647 w 195"/>
              <a:gd name="T9" fmla="*/ 2147483647 h 147"/>
              <a:gd name="T10" fmla="*/ 2147483647 w 195"/>
              <a:gd name="T11" fmla="*/ 2147483647 h 147"/>
              <a:gd name="T12" fmla="*/ 2147483647 w 195"/>
              <a:gd name="T13" fmla="*/ 2147483647 h 147"/>
              <a:gd name="T14" fmla="*/ 2147483647 w 195"/>
              <a:gd name="T15" fmla="*/ 2147483647 h 147"/>
              <a:gd name="T16" fmla="*/ 2147483647 w 195"/>
              <a:gd name="T17" fmla="*/ 2147483647 h 147"/>
              <a:gd name="T18" fmla="*/ 2147483647 w 195"/>
              <a:gd name="T19" fmla="*/ 2147483647 h 147"/>
              <a:gd name="T20" fmla="*/ 2147483647 w 195"/>
              <a:gd name="T21" fmla="*/ 2147483647 h 147"/>
              <a:gd name="T22" fmla="*/ 2147483647 w 195"/>
              <a:gd name="T23" fmla="*/ 2147483647 h 147"/>
              <a:gd name="T24" fmla="*/ 2147483647 w 195"/>
              <a:gd name="T25" fmla="*/ 0 h 147"/>
              <a:gd name="T26" fmla="*/ 2147483647 w 195"/>
              <a:gd name="T27" fmla="*/ 0 h 147"/>
              <a:gd name="T28" fmla="*/ 0 w 195"/>
              <a:gd name="T29" fmla="*/ 2147483647 h 147"/>
              <a:gd name="T30" fmla="*/ 0 w 195"/>
              <a:gd name="T31" fmla="*/ 2147483647 h 147"/>
              <a:gd name="T32" fmla="*/ 2147483647 w 195"/>
              <a:gd name="T33" fmla="*/ 2147483647 h 147"/>
              <a:gd name="T34" fmla="*/ 2147483647 w 195"/>
              <a:gd name="T35" fmla="*/ 2147483647 h 147"/>
              <a:gd name="T36" fmla="*/ 2147483647 w 195"/>
              <a:gd name="T37" fmla="*/ 2147483647 h 147"/>
              <a:gd name="T38" fmla="*/ 2147483647 w 195"/>
              <a:gd name="T39" fmla="*/ 2147483647 h 147"/>
              <a:gd name="T40" fmla="*/ 2147483647 w 195"/>
              <a:gd name="T41" fmla="*/ 2147483647 h 147"/>
              <a:gd name="T42" fmla="*/ 2147483647 w 195"/>
              <a:gd name="T43" fmla="*/ 2147483647 h 147"/>
              <a:gd name="T44" fmla="*/ 2147483647 w 195"/>
              <a:gd name="T45" fmla="*/ 2147483647 h 147"/>
              <a:gd name="T46" fmla="*/ 2147483647 w 195"/>
              <a:gd name="T47" fmla="*/ 2147483647 h 147"/>
              <a:gd name="T48" fmla="*/ 2147483647 w 195"/>
              <a:gd name="T49" fmla="*/ 2147483647 h 147"/>
              <a:gd name="T50" fmla="*/ 2147483647 w 195"/>
              <a:gd name="T51" fmla="*/ 2147483647 h 147"/>
              <a:gd name="T52" fmla="*/ 2147483647 w 195"/>
              <a:gd name="T53" fmla="*/ 2147483647 h 147"/>
              <a:gd name="T54" fmla="*/ 2147483647 w 195"/>
              <a:gd name="T55" fmla="*/ 2147483647 h 147"/>
              <a:gd name="T56" fmla="*/ 2147483647 w 195"/>
              <a:gd name="T57" fmla="*/ 2147483647 h 147"/>
              <a:gd name="T58" fmla="*/ 2147483647 w 195"/>
              <a:gd name="T59" fmla="*/ 2147483647 h 147"/>
              <a:gd name="T60" fmla="*/ 2147483647 w 195"/>
              <a:gd name="T61" fmla="*/ 2147483647 h 147"/>
              <a:gd name="T62" fmla="*/ 2147483647 w 195"/>
              <a:gd name="T63" fmla="*/ 2147483647 h 147"/>
              <a:gd name="T64" fmla="*/ 2147483647 w 195"/>
              <a:gd name="T65" fmla="*/ 2147483647 h 147"/>
              <a:gd name="T66" fmla="*/ 2147483647 w 195"/>
              <a:gd name="T67" fmla="*/ 2147483647 h 147"/>
              <a:gd name="T68" fmla="*/ 2147483647 w 195"/>
              <a:gd name="T69" fmla="*/ 2147483647 h 147"/>
              <a:gd name="T70" fmla="*/ 2147483647 w 195"/>
              <a:gd name="T71" fmla="*/ 0 h 147"/>
              <a:gd name="T72" fmla="*/ 2147483647 w 195"/>
              <a:gd name="T73" fmla="*/ 2147483647 h 147"/>
              <a:gd name="T74" fmla="*/ 2147483647 w 195"/>
              <a:gd name="T75" fmla="*/ 2147483647 h 147"/>
              <a:gd name="T76" fmla="*/ 2147483647 w 195"/>
              <a:gd name="T77" fmla="*/ 2147483647 h 147"/>
              <a:gd name="T78" fmla="*/ 2147483647 w 195"/>
              <a:gd name="T79" fmla="*/ 2147483647 h 147"/>
              <a:gd name="T80" fmla="*/ 2147483647 w 195"/>
              <a:gd name="T81" fmla="*/ 2147483647 h 147"/>
              <a:gd name="T82" fmla="*/ 2147483647 w 195"/>
              <a:gd name="T83" fmla="*/ 2147483647 h 147"/>
              <a:gd name="T84" fmla="*/ 2147483647 w 195"/>
              <a:gd name="T85" fmla="*/ 2147483647 h 147"/>
              <a:gd name="T86" fmla="*/ 2147483647 w 195"/>
              <a:gd name="T87" fmla="*/ 2147483647 h 147"/>
              <a:gd name="T88" fmla="*/ 2147483647 w 195"/>
              <a:gd name="T89" fmla="*/ 2147483647 h 147"/>
              <a:gd name="T90" fmla="*/ 2147483647 w 195"/>
              <a:gd name="T91" fmla="*/ 2147483647 h 147"/>
              <a:gd name="T92" fmla="*/ 2147483647 w 195"/>
              <a:gd name="T93" fmla="*/ 2147483647 h 147"/>
              <a:gd name="T94" fmla="*/ 2147483647 w 195"/>
              <a:gd name="T95" fmla="*/ 2147483647 h 147"/>
              <a:gd name="T96" fmla="*/ 2147483647 w 195"/>
              <a:gd name="T97" fmla="*/ 2147483647 h 147"/>
              <a:gd name="T98" fmla="*/ 2147483647 w 195"/>
              <a:gd name="T99" fmla="*/ 2147483647 h 147"/>
              <a:gd name="T100" fmla="*/ 2147483647 w 195"/>
              <a:gd name="T101" fmla="*/ 2147483647 h 147"/>
              <a:gd name="T102" fmla="*/ 2147483647 w 195"/>
              <a:gd name="T103" fmla="*/ 2147483647 h 147"/>
              <a:gd name="T104" fmla="*/ 2147483647 w 195"/>
              <a:gd name="T105" fmla="*/ 2147483647 h 147"/>
              <a:gd name="T106" fmla="*/ 2147483647 w 195"/>
              <a:gd name="T107" fmla="*/ 2147483647 h 147"/>
              <a:gd name="T108" fmla="*/ 2147483647 w 195"/>
              <a:gd name="T109" fmla="*/ 2147483647 h 147"/>
              <a:gd name="T110" fmla="*/ 2147483647 w 195"/>
              <a:gd name="T111" fmla="*/ 2147483647 h 147"/>
              <a:gd name="T112" fmla="*/ 2147483647 w 195"/>
              <a:gd name="T113" fmla="*/ 2147483647 h 147"/>
              <a:gd name="T114" fmla="*/ 2147483647 w 195"/>
              <a:gd name="T115" fmla="*/ 2147483647 h 147"/>
              <a:gd name="T116" fmla="*/ 2147483647 w 195"/>
              <a:gd name="T117" fmla="*/ 2147483647 h 147"/>
              <a:gd name="T118" fmla="*/ 2147483647 w 195"/>
              <a:gd name="T119" fmla="*/ 2147483647 h 14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5" h="147">
                <a:moveTo>
                  <a:pt x="149" y="47"/>
                </a:moveTo>
                <a:cubicBezTo>
                  <a:pt x="141" y="47"/>
                  <a:pt x="136" y="53"/>
                  <a:pt x="136" y="60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136" y="76"/>
                  <a:pt x="141" y="82"/>
                  <a:pt x="149" y="82"/>
                </a:cubicBezTo>
                <a:cubicBezTo>
                  <a:pt x="179" y="82"/>
                  <a:pt x="179" y="82"/>
                  <a:pt x="179" y="82"/>
                </a:cubicBezTo>
                <a:cubicBezTo>
                  <a:pt x="179" y="47"/>
                  <a:pt x="179" y="47"/>
                  <a:pt x="179" y="47"/>
                </a:cubicBezTo>
                <a:lnTo>
                  <a:pt x="149" y="47"/>
                </a:lnTo>
                <a:close/>
                <a:moveTo>
                  <a:pt x="157" y="71"/>
                </a:moveTo>
                <a:cubicBezTo>
                  <a:pt x="154" y="71"/>
                  <a:pt x="151" y="68"/>
                  <a:pt x="151" y="64"/>
                </a:cubicBezTo>
                <a:cubicBezTo>
                  <a:pt x="151" y="61"/>
                  <a:pt x="154" y="58"/>
                  <a:pt x="157" y="58"/>
                </a:cubicBezTo>
                <a:cubicBezTo>
                  <a:pt x="161" y="58"/>
                  <a:pt x="164" y="61"/>
                  <a:pt x="164" y="64"/>
                </a:cubicBezTo>
                <a:cubicBezTo>
                  <a:pt x="164" y="68"/>
                  <a:pt x="161" y="71"/>
                  <a:pt x="157" y="71"/>
                </a:cubicBezTo>
                <a:close/>
                <a:moveTo>
                  <a:pt x="170" y="0"/>
                </a:move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cubicBezTo>
                  <a:pt x="0" y="131"/>
                  <a:pt x="0" y="131"/>
                  <a:pt x="0" y="131"/>
                </a:cubicBezTo>
                <a:cubicBezTo>
                  <a:pt x="0" y="140"/>
                  <a:pt x="7" y="147"/>
                  <a:pt x="16" y="147"/>
                </a:cubicBezTo>
                <a:cubicBezTo>
                  <a:pt x="163" y="147"/>
                  <a:pt x="163" y="147"/>
                  <a:pt x="163" y="147"/>
                </a:cubicBezTo>
                <a:cubicBezTo>
                  <a:pt x="172" y="147"/>
                  <a:pt x="179" y="140"/>
                  <a:pt x="179" y="131"/>
                </a:cubicBezTo>
                <a:cubicBezTo>
                  <a:pt x="179" y="88"/>
                  <a:pt x="179" y="88"/>
                  <a:pt x="179" y="88"/>
                </a:cubicBezTo>
                <a:cubicBezTo>
                  <a:pt x="149" y="88"/>
                  <a:pt x="149" y="88"/>
                  <a:pt x="149" y="88"/>
                </a:cubicBezTo>
                <a:cubicBezTo>
                  <a:pt x="138" y="88"/>
                  <a:pt x="129" y="79"/>
                  <a:pt x="129" y="69"/>
                </a:cubicBezTo>
                <a:cubicBezTo>
                  <a:pt x="129" y="60"/>
                  <a:pt x="129" y="60"/>
                  <a:pt x="129" y="60"/>
                </a:cubicBezTo>
                <a:cubicBezTo>
                  <a:pt x="129" y="49"/>
                  <a:pt x="138" y="40"/>
                  <a:pt x="149" y="40"/>
                </a:cubicBezTo>
                <a:cubicBezTo>
                  <a:pt x="179" y="40"/>
                  <a:pt x="179" y="40"/>
                  <a:pt x="179" y="40"/>
                </a:cubicBezTo>
                <a:cubicBezTo>
                  <a:pt x="179" y="29"/>
                  <a:pt x="179" y="29"/>
                  <a:pt x="179" y="29"/>
                </a:cubicBezTo>
                <a:cubicBezTo>
                  <a:pt x="179" y="22"/>
                  <a:pt x="173" y="16"/>
                  <a:pt x="166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7" y="16"/>
                  <a:pt x="16" y="15"/>
                  <a:pt x="16" y="13"/>
                </a:cubicBezTo>
                <a:cubicBezTo>
                  <a:pt x="16" y="11"/>
                  <a:pt x="17" y="10"/>
                  <a:pt x="19" y="10"/>
                </a:cubicBezTo>
                <a:cubicBezTo>
                  <a:pt x="166" y="10"/>
                  <a:pt x="166" y="10"/>
                  <a:pt x="166" y="10"/>
                </a:cubicBezTo>
                <a:cubicBezTo>
                  <a:pt x="177" y="10"/>
                  <a:pt x="186" y="18"/>
                  <a:pt x="186" y="29"/>
                </a:cubicBezTo>
                <a:cubicBezTo>
                  <a:pt x="186" y="127"/>
                  <a:pt x="186" y="127"/>
                  <a:pt x="186" y="127"/>
                </a:cubicBezTo>
                <a:cubicBezTo>
                  <a:pt x="191" y="123"/>
                  <a:pt x="195" y="116"/>
                  <a:pt x="195" y="109"/>
                </a:cubicBezTo>
                <a:cubicBezTo>
                  <a:pt x="195" y="26"/>
                  <a:pt x="195" y="26"/>
                  <a:pt x="195" y="26"/>
                </a:cubicBezTo>
                <a:cubicBezTo>
                  <a:pt x="195" y="11"/>
                  <a:pt x="184" y="0"/>
                  <a:pt x="170" y="0"/>
                </a:cubicBezTo>
                <a:close/>
                <a:moveTo>
                  <a:pt x="149" y="47"/>
                </a:moveTo>
                <a:cubicBezTo>
                  <a:pt x="141" y="47"/>
                  <a:pt x="136" y="53"/>
                  <a:pt x="136" y="60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136" y="76"/>
                  <a:pt x="141" y="82"/>
                  <a:pt x="149" y="82"/>
                </a:cubicBezTo>
                <a:cubicBezTo>
                  <a:pt x="179" y="82"/>
                  <a:pt x="179" y="82"/>
                  <a:pt x="179" y="82"/>
                </a:cubicBezTo>
                <a:cubicBezTo>
                  <a:pt x="179" y="47"/>
                  <a:pt x="179" y="47"/>
                  <a:pt x="179" y="47"/>
                </a:cubicBezTo>
                <a:lnTo>
                  <a:pt x="149" y="47"/>
                </a:lnTo>
                <a:close/>
                <a:moveTo>
                  <a:pt x="157" y="71"/>
                </a:moveTo>
                <a:cubicBezTo>
                  <a:pt x="154" y="71"/>
                  <a:pt x="151" y="68"/>
                  <a:pt x="151" y="64"/>
                </a:cubicBezTo>
                <a:cubicBezTo>
                  <a:pt x="151" y="61"/>
                  <a:pt x="154" y="58"/>
                  <a:pt x="157" y="58"/>
                </a:cubicBezTo>
                <a:cubicBezTo>
                  <a:pt x="161" y="58"/>
                  <a:pt x="164" y="61"/>
                  <a:pt x="164" y="64"/>
                </a:cubicBezTo>
                <a:cubicBezTo>
                  <a:pt x="164" y="68"/>
                  <a:pt x="161" y="71"/>
                  <a:pt x="157" y="71"/>
                </a:cubicBezTo>
                <a:close/>
                <a:moveTo>
                  <a:pt x="149" y="47"/>
                </a:moveTo>
                <a:cubicBezTo>
                  <a:pt x="141" y="47"/>
                  <a:pt x="136" y="53"/>
                  <a:pt x="136" y="60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136" y="76"/>
                  <a:pt x="141" y="82"/>
                  <a:pt x="149" y="82"/>
                </a:cubicBezTo>
                <a:cubicBezTo>
                  <a:pt x="179" y="82"/>
                  <a:pt x="179" y="82"/>
                  <a:pt x="179" y="82"/>
                </a:cubicBezTo>
                <a:cubicBezTo>
                  <a:pt x="179" y="47"/>
                  <a:pt x="179" y="47"/>
                  <a:pt x="179" y="47"/>
                </a:cubicBezTo>
                <a:lnTo>
                  <a:pt x="149" y="47"/>
                </a:lnTo>
                <a:close/>
                <a:moveTo>
                  <a:pt x="157" y="71"/>
                </a:moveTo>
                <a:cubicBezTo>
                  <a:pt x="154" y="71"/>
                  <a:pt x="151" y="68"/>
                  <a:pt x="151" y="64"/>
                </a:cubicBezTo>
                <a:cubicBezTo>
                  <a:pt x="151" y="61"/>
                  <a:pt x="154" y="58"/>
                  <a:pt x="157" y="58"/>
                </a:cubicBezTo>
                <a:cubicBezTo>
                  <a:pt x="161" y="58"/>
                  <a:pt x="164" y="61"/>
                  <a:pt x="164" y="64"/>
                </a:cubicBezTo>
                <a:cubicBezTo>
                  <a:pt x="164" y="68"/>
                  <a:pt x="161" y="71"/>
                  <a:pt x="15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4" name="Freeform 21"/>
          <p:cNvSpPr>
            <a:spLocks noEditPoints="1"/>
          </p:cNvSpPr>
          <p:nvPr/>
        </p:nvSpPr>
        <p:spPr bwMode="auto">
          <a:xfrm>
            <a:off x="6711950" y="4256088"/>
            <a:ext cx="414338" cy="417512"/>
          </a:xfrm>
          <a:custGeom>
            <a:avLst/>
            <a:gdLst>
              <a:gd name="T0" fmla="*/ 2147483647 w 230"/>
              <a:gd name="T1" fmla="*/ 0 h 240"/>
              <a:gd name="T2" fmla="*/ 2147483647 w 230"/>
              <a:gd name="T3" fmla="*/ 2147483647 h 240"/>
              <a:gd name="T4" fmla="*/ 2147483647 w 230"/>
              <a:gd name="T5" fmla="*/ 2147483647 h 240"/>
              <a:gd name="T6" fmla="*/ 2147483647 w 230"/>
              <a:gd name="T7" fmla="*/ 2147483647 h 240"/>
              <a:gd name="T8" fmla="*/ 2147483647 w 230"/>
              <a:gd name="T9" fmla="*/ 2147483647 h 240"/>
              <a:gd name="T10" fmla="*/ 2147483647 w 230"/>
              <a:gd name="T11" fmla="*/ 2147483647 h 240"/>
              <a:gd name="T12" fmla="*/ 2147483647 w 230"/>
              <a:gd name="T13" fmla="*/ 2147483647 h 240"/>
              <a:gd name="T14" fmla="*/ 2147483647 w 230"/>
              <a:gd name="T15" fmla="*/ 2147483647 h 240"/>
              <a:gd name="T16" fmla="*/ 0 w 230"/>
              <a:gd name="T17" fmla="*/ 2147483647 h 240"/>
              <a:gd name="T18" fmla="*/ 2147483647 w 230"/>
              <a:gd name="T19" fmla="*/ 2147483647 h 240"/>
              <a:gd name="T20" fmla="*/ 2147483647 w 230"/>
              <a:gd name="T21" fmla="*/ 2147483647 h 240"/>
              <a:gd name="T22" fmla="*/ 2147483647 w 230"/>
              <a:gd name="T23" fmla="*/ 2147483647 h 240"/>
              <a:gd name="T24" fmla="*/ 2147483647 w 230"/>
              <a:gd name="T25" fmla="*/ 2147483647 h 240"/>
              <a:gd name="T26" fmla="*/ 2147483647 w 230"/>
              <a:gd name="T27" fmla="*/ 2147483647 h 240"/>
              <a:gd name="T28" fmla="*/ 2147483647 w 230"/>
              <a:gd name="T29" fmla="*/ 2147483647 h 240"/>
              <a:gd name="T30" fmla="*/ 2147483647 w 230"/>
              <a:gd name="T31" fmla="*/ 2147483647 h 240"/>
              <a:gd name="T32" fmla="*/ 2147483647 w 230"/>
              <a:gd name="T33" fmla="*/ 2147483647 h 240"/>
              <a:gd name="T34" fmla="*/ 2147483647 w 230"/>
              <a:gd name="T35" fmla="*/ 2147483647 h 240"/>
              <a:gd name="T36" fmla="*/ 2147483647 w 230"/>
              <a:gd name="T37" fmla="*/ 2147483647 h 240"/>
              <a:gd name="T38" fmla="*/ 2147483647 w 230"/>
              <a:gd name="T39" fmla="*/ 2147483647 h 240"/>
              <a:gd name="T40" fmla="*/ 2147483647 w 230"/>
              <a:gd name="T41" fmla="*/ 2147483647 h 240"/>
              <a:gd name="T42" fmla="*/ 2147483647 w 230"/>
              <a:gd name="T43" fmla="*/ 2147483647 h 240"/>
              <a:gd name="T44" fmla="*/ 2147483647 w 230"/>
              <a:gd name="T45" fmla="*/ 2147483647 h 240"/>
              <a:gd name="T46" fmla="*/ 2147483647 w 230"/>
              <a:gd name="T47" fmla="*/ 2147483647 h 240"/>
              <a:gd name="T48" fmla="*/ 2147483647 w 230"/>
              <a:gd name="T49" fmla="*/ 2147483647 h 240"/>
              <a:gd name="T50" fmla="*/ 2147483647 w 230"/>
              <a:gd name="T51" fmla="*/ 2147483647 h 240"/>
              <a:gd name="T52" fmla="*/ 2147483647 w 230"/>
              <a:gd name="T53" fmla="*/ 2147483647 h 240"/>
              <a:gd name="T54" fmla="*/ 2147483647 w 230"/>
              <a:gd name="T55" fmla="*/ 2147483647 h 240"/>
              <a:gd name="T56" fmla="*/ 2147483647 w 230"/>
              <a:gd name="T57" fmla="*/ 2147483647 h 240"/>
              <a:gd name="T58" fmla="*/ 2147483647 w 230"/>
              <a:gd name="T59" fmla="*/ 2147483647 h 240"/>
              <a:gd name="T60" fmla="*/ 2147483647 w 230"/>
              <a:gd name="T61" fmla="*/ 2147483647 h 240"/>
              <a:gd name="T62" fmla="*/ 2147483647 w 230"/>
              <a:gd name="T63" fmla="*/ 2147483647 h 240"/>
              <a:gd name="T64" fmla="*/ 2147483647 w 230"/>
              <a:gd name="T65" fmla="*/ 2147483647 h 240"/>
              <a:gd name="T66" fmla="*/ 2147483647 w 230"/>
              <a:gd name="T67" fmla="*/ 2147483647 h 240"/>
              <a:gd name="T68" fmla="*/ 2147483647 w 230"/>
              <a:gd name="T69" fmla="*/ 2147483647 h 240"/>
              <a:gd name="T70" fmla="*/ 2147483647 w 230"/>
              <a:gd name="T71" fmla="*/ 2147483647 h 240"/>
              <a:gd name="T72" fmla="*/ 2147483647 w 230"/>
              <a:gd name="T73" fmla="*/ 2147483647 h 240"/>
              <a:gd name="T74" fmla="*/ 2147483647 w 230"/>
              <a:gd name="T75" fmla="*/ 2147483647 h 240"/>
              <a:gd name="T76" fmla="*/ 2147483647 w 230"/>
              <a:gd name="T77" fmla="*/ 2147483647 h 240"/>
              <a:gd name="T78" fmla="*/ 2147483647 w 230"/>
              <a:gd name="T79" fmla="*/ 2147483647 h 240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230" h="240">
                <a:moveTo>
                  <a:pt x="33" y="27"/>
                </a:moveTo>
                <a:cubicBezTo>
                  <a:pt x="33" y="12"/>
                  <a:pt x="45" y="0"/>
                  <a:pt x="60" y="0"/>
                </a:cubicBezTo>
                <a:cubicBezTo>
                  <a:pt x="75" y="0"/>
                  <a:pt x="87" y="12"/>
                  <a:pt x="87" y="27"/>
                </a:cubicBezTo>
                <a:cubicBezTo>
                  <a:pt x="87" y="42"/>
                  <a:pt x="75" y="54"/>
                  <a:pt x="60" y="54"/>
                </a:cubicBezTo>
                <a:cubicBezTo>
                  <a:pt x="45" y="54"/>
                  <a:pt x="33" y="42"/>
                  <a:pt x="33" y="27"/>
                </a:cubicBezTo>
                <a:close/>
                <a:moveTo>
                  <a:pt x="115" y="85"/>
                </a:moveTo>
                <a:cubicBezTo>
                  <a:pt x="114" y="76"/>
                  <a:pt x="106" y="68"/>
                  <a:pt x="97" y="66"/>
                </a:cubicBezTo>
                <a:cubicBezTo>
                  <a:pt x="78" y="64"/>
                  <a:pt x="78" y="64"/>
                  <a:pt x="78" y="64"/>
                </a:cubicBezTo>
                <a:cubicBezTo>
                  <a:pt x="66" y="91"/>
                  <a:pt x="66" y="91"/>
                  <a:pt x="66" y="91"/>
                </a:cubicBezTo>
                <a:cubicBezTo>
                  <a:pt x="64" y="77"/>
                  <a:pt x="64" y="77"/>
                  <a:pt x="64" y="77"/>
                </a:cubicBezTo>
                <a:cubicBezTo>
                  <a:pt x="64" y="77"/>
                  <a:pt x="64" y="77"/>
                  <a:pt x="64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56" y="77"/>
                  <a:pt x="56" y="77"/>
                  <a:pt x="56" y="77"/>
                </a:cubicBezTo>
                <a:cubicBezTo>
                  <a:pt x="55" y="91"/>
                  <a:pt x="55" y="91"/>
                  <a:pt x="55" y="91"/>
                </a:cubicBezTo>
                <a:cubicBezTo>
                  <a:pt x="43" y="64"/>
                  <a:pt x="43" y="64"/>
                  <a:pt x="43" y="64"/>
                </a:cubicBezTo>
                <a:cubicBezTo>
                  <a:pt x="24" y="66"/>
                  <a:pt x="24" y="66"/>
                  <a:pt x="24" y="66"/>
                </a:cubicBezTo>
                <a:cubicBezTo>
                  <a:pt x="14" y="68"/>
                  <a:pt x="7" y="76"/>
                  <a:pt x="6" y="85"/>
                </a:cubicBezTo>
                <a:cubicBezTo>
                  <a:pt x="0" y="153"/>
                  <a:pt x="0" y="153"/>
                  <a:pt x="0" y="153"/>
                </a:cubicBezTo>
                <a:cubicBezTo>
                  <a:pt x="19" y="153"/>
                  <a:pt x="19" y="153"/>
                  <a:pt x="19" y="153"/>
                </a:cubicBezTo>
                <a:cubicBezTo>
                  <a:pt x="22" y="107"/>
                  <a:pt x="22" y="107"/>
                  <a:pt x="22" y="107"/>
                </a:cubicBezTo>
                <a:cubicBezTo>
                  <a:pt x="26" y="138"/>
                  <a:pt x="26" y="138"/>
                  <a:pt x="26" y="138"/>
                </a:cubicBezTo>
                <a:cubicBezTo>
                  <a:pt x="24" y="169"/>
                  <a:pt x="24" y="169"/>
                  <a:pt x="24" y="169"/>
                </a:cubicBezTo>
                <a:cubicBezTo>
                  <a:pt x="28" y="169"/>
                  <a:pt x="28" y="169"/>
                  <a:pt x="28" y="169"/>
                </a:cubicBezTo>
                <a:cubicBezTo>
                  <a:pt x="28" y="240"/>
                  <a:pt x="28" y="240"/>
                  <a:pt x="28" y="240"/>
                </a:cubicBezTo>
                <a:cubicBezTo>
                  <a:pt x="53" y="240"/>
                  <a:pt x="53" y="240"/>
                  <a:pt x="53" y="240"/>
                </a:cubicBezTo>
                <a:cubicBezTo>
                  <a:pt x="57" y="169"/>
                  <a:pt x="57" y="169"/>
                  <a:pt x="57" y="169"/>
                </a:cubicBezTo>
                <a:cubicBezTo>
                  <a:pt x="61" y="169"/>
                  <a:pt x="61" y="169"/>
                  <a:pt x="61" y="169"/>
                </a:cubicBezTo>
                <a:cubicBezTo>
                  <a:pt x="65" y="240"/>
                  <a:pt x="65" y="240"/>
                  <a:pt x="65" y="240"/>
                </a:cubicBezTo>
                <a:cubicBezTo>
                  <a:pt x="90" y="240"/>
                  <a:pt x="90" y="240"/>
                  <a:pt x="90" y="240"/>
                </a:cubicBezTo>
                <a:cubicBezTo>
                  <a:pt x="90" y="169"/>
                  <a:pt x="90" y="169"/>
                  <a:pt x="90" y="169"/>
                </a:cubicBezTo>
                <a:cubicBezTo>
                  <a:pt x="97" y="169"/>
                  <a:pt x="97" y="169"/>
                  <a:pt x="97" y="169"/>
                </a:cubicBezTo>
                <a:cubicBezTo>
                  <a:pt x="94" y="138"/>
                  <a:pt x="94" y="138"/>
                  <a:pt x="94" y="138"/>
                </a:cubicBezTo>
                <a:cubicBezTo>
                  <a:pt x="99" y="107"/>
                  <a:pt x="99" y="107"/>
                  <a:pt x="99" y="107"/>
                </a:cubicBezTo>
                <a:cubicBezTo>
                  <a:pt x="102" y="153"/>
                  <a:pt x="102" y="153"/>
                  <a:pt x="102" y="153"/>
                </a:cubicBezTo>
                <a:cubicBezTo>
                  <a:pt x="120" y="153"/>
                  <a:pt x="120" y="153"/>
                  <a:pt x="120" y="153"/>
                </a:cubicBezTo>
                <a:lnTo>
                  <a:pt x="115" y="85"/>
                </a:lnTo>
                <a:close/>
                <a:moveTo>
                  <a:pt x="52" y="65"/>
                </a:moveTo>
                <a:cubicBezTo>
                  <a:pt x="52" y="67"/>
                  <a:pt x="54" y="70"/>
                  <a:pt x="55" y="72"/>
                </a:cubicBezTo>
                <a:cubicBezTo>
                  <a:pt x="56" y="73"/>
                  <a:pt x="59" y="73"/>
                  <a:pt x="60" y="73"/>
                </a:cubicBezTo>
                <a:cubicBezTo>
                  <a:pt x="62" y="73"/>
                  <a:pt x="64" y="73"/>
                  <a:pt x="65" y="72"/>
                </a:cubicBezTo>
                <a:cubicBezTo>
                  <a:pt x="66" y="70"/>
                  <a:pt x="68" y="67"/>
                  <a:pt x="69" y="65"/>
                </a:cubicBezTo>
                <a:cubicBezTo>
                  <a:pt x="69" y="62"/>
                  <a:pt x="63" y="61"/>
                  <a:pt x="60" y="61"/>
                </a:cubicBezTo>
                <a:cubicBezTo>
                  <a:pt x="57" y="61"/>
                  <a:pt x="52" y="62"/>
                  <a:pt x="52" y="65"/>
                </a:cubicBezTo>
                <a:close/>
                <a:moveTo>
                  <a:pt x="180" y="115"/>
                </a:moveTo>
                <a:cubicBezTo>
                  <a:pt x="178" y="109"/>
                  <a:pt x="172" y="102"/>
                  <a:pt x="162" y="100"/>
                </a:cubicBezTo>
                <a:cubicBezTo>
                  <a:pt x="162" y="95"/>
                  <a:pt x="162" y="95"/>
                  <a:pt x="162" y="95"/>
                </a:cubicBezTo>
                <a:cubicBezTo>
                  <a:pt x="162" y="91"/>
                  <a:pt x="159" y="88"/>
                  <a:pt x="155" y="88"/>
                </a:cubicBezTo>
                <a:cubicBezTo>
                  <a:pt x="151" y="88"/>
                  <a:pt x="148" y="91"/>
                  <a:pt x="148" y="95"/>
                </a:cubicBezTo>
                <a:cubicBezTo>
                  <a:pt x="148" y="100"/>
                  <a:pt x="148" y="100"/>
                  <a:pt x="148" y="100"/>
                </a:cubicBezTo>
                <a:cubicBezTo>
                  <a:pt x="139" y="102"/>
                  <a:pt x="133" y="110"/>
                  <a:pt x="132" y="119"/>
                </a:cubicBezTo>
                <a:cubicBezTo>
                  <a:pt x="131" y="128"/>
                  <a:pt x="137" y="140"/>
                  <a:pt x="154" y="143"/>
                </a:cubicBezTo>
                <a:cubicBezTo>
                  <a:pt x="161" y="145"/>
                  <a:pt x="164" y="148"/>
                  <a:pt x="164" y="153"/>
                </a:cubicBezTo>
                <a:cubicBezTo>
                  <a:pt x="164" y="156"/>
                  <a:pt x="160" y="159"/>
                  <a:pt x="155" y="159"/>
                </a:cubicBezTo>
                <a:cubicBezTo>
                  <a:pt x="149" y="159"/>
                  <a:pt x="145" y="156"/>
                  <a:pt x="144" y="153"/>
                </a:cubicBezTo>
                <a:cubicBezTo>
                  <a:pt x="143" y="149"/>
                  <a:pt x="138" y="147"/>
                  <a:pt x="135" y="149"/>
                </a:cubicBezTo>
                <a:cubicBezTo>
                  <a:pt x="131" y="150"/>
                  <a:pt x="129" y="154"/>
                  <a:pt x="130" y="158"/>
                </a:cubicBezTo>
                <a:cubicBezTo>
                  <a:pt x="132" y="164"/>
                  <a:pt x="138" y="171"/>
                  <a:pt x="148" y="173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48" y="181"/>
                  <a:pt x="151" y="185"/>
                  <a:pt x="155" y="185"/>
                </a:cubicBezTo>
                <a:cubicBezTo>
                  <a:pt x="159" y="185"/>
                  <a:pt x="162" y="181"/>
                  <a:pt x="162" y="177"/>
                </a:cubicBezTo>
                <a:cubicBezTo>
                  <a:pt x="162" y="173"/>
                  <a:pt x="162" y="173"/>
                  <a:pt x="162" y="173"/>
                </a:cubicBezTo>
                <a:cubicBezTo>
                  <a:pt x="171" y="170"/>
                  <a:pt x="177" y="163"/>
                  <a:pt x="178" y="154"/>
                </a:cubicBezTo>
                <a:cubicBezTo>
                  <a:pt x="179" y="144"/>
                  <a:pt x="173" y="133"/>
                  <a:pt x="157" y="129"/>
                </a:cubicBezTo>
                <a:cubicBezTo>
                  <a:pt x="150" y="128"/>
                  <a:pt x="146" y="124"/>
                  <a:pt x="146" y="120"/>
                </a:cubicBezTo>
                <a:cubicBezTo>
                  <a:pt x="147" y="117"/>
                  <a:pt x="150" y="113"/>
                  <a:pt x="155" y="113"/>
                </a:cubicBezTo>
                <a:cubicBezTo>
                  <a:pt x="162" y="113"/>
                  <a:pt x="165" y="116"/>
                  <a:pt x="166" y="119"/>
                </a:cubicBezTo>
                <a:cubicBezTo>
                  <a:pt x="168" y="123"/>
                  <a:pt x="172" y="125"/>
                  <a:pt x="176" y="124"/>
                </a:cubicBezTo>
                <a:cubicBezTo>
                  <a:pt x="179" y="123"/>
                  <a:pt x="182" y="118"/>
                  <a:pt x="180" y="115"/>
                </a:cubicBezTo>
                <a:close/>
                <a:moveTo>
                  <a:pt x="154" y="58"/>
                </a:moveTo>
                <a:cubicBezTo>
                  <a:pt x="140" y="58"/>
                  <a:pt x="128" y="62"/>
                  <a:pt x="117" y="68"/>
                </a:cubicBezTo>
                <a:cubicBezTo>
                  <a:pt x="120" y="71"/>
                  <a:pt x="122" y="75"/>
                  <a:pt x="123" y="79"/>
                </a:cubicBezTo>
                <a:cubicBezTo>
                  <a:pt x="132" y="74"/>
                  <a:pt x="143" y="71"/>
                  <a:pt x="154" y="71"/>
                </a:cubicBezTo>
                <a:cubicBezTo>
                  <a:pt x="189" y="71"/>
                  <a:pt x="218" y="100"/>
                  <a:pt x="218" y="135"/>
                </a:cubicBezTo>
                <a:cubicBezTo>
                  <a:pt x="218" y="171"/>
                  <a:pt x="189" y="199"/>
                  <a:pt x="154" y="199"/>
                </a:cubicBezTo>
                <a:cubicBezTo>
                  <a:pt x="135" y="199"/>
                  <a:pt x="118" y="192"/>
                  <a:pt x="107" y="179"/>
                </a:cubicBezTo>
                <a:cubicBezTo>
                  <a:pt x="107" y="179"/>
                  <a:pt x="107" y="179"/>
                  <a:pt x="107" y="179"/>
                </a:cubicBezTo>
                <a:cubicBezTo>
                  <a:pt x="100" y="190"/>
                  <a:pt x="100" y="190"/>
                  <a:pt x="100" y="190"/>
                </a:cubicBezTo>
                <a:cubicBezTo>
                  <a:pt x="114" y="204"/>
                  <a:pt x="133" y="212"/>
                  <a:pt x="154" y="212"/>
                </a:cubicBezTo>
                <a:cubicBezTo>
                  <a:pt x="196" y="212"/>
                  <a:pt x="230" y="178"/>
                  <a:pt x="230" y="135"/>
                </a:cubicBezTo>
                <a:cubicBezTo>
                  <a:pt x="230" y="93"/>
                  <a:pt x="196" y="58"/>
                  <a:pt x="154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5" name="Freeform 25"/>
          <p:cNvSpPr>
            <a:spLocks noEditPoints="1"/>
          </p:cNvSpPr>
          <p:nvPr/>
        </p:nvSpPr>
        <p:spPr bwMode="auto">
          <a:xfrm>
            <a:off x="2678113" y="4884738"/>
            <a:ext cx="422275" cy="398462"/>
          </a:xfrm>
          <a:custGeom>
            <a:avLst/>
            <a:gdLst>
              <a:gd name="T0" fmla="*/ 2147483647 w 234"/>
              <a:gd name="T1" fmla="*/ 2147483647 h 230"/>
              <a:gd name="T2" fmla="*/ 2147483647 w 234"/>
              <a:gd name="T3" fmla="*/ 2147483647 h 230"/>
              <a:gd name="T4" fmla="*/ 2147483647 w 234"/>
              <a:gd name="T5" fmla="*/ 2147483647 h 230"/>
              <a:gd name="T6" fmla="*/ 2147483647 w 234"/>
              <a:gd name="T7" fmla="*/ 2147483647 h 230"/>
              <a:gd name="T8" fmla="*/ 2147483647 w 234"/>
              <a:gd name="T9" fmla="*/ 2147483647 h 230"/>
              <a:gd name="T10" fmla="*/ 2147483647 w 234"/>
              <a:gd name="T11" fmla="*/ 0 h 230"/>
              <a:gd name="T12" fmla="*/ 0 w 234"/>
              <a:gd name="T13" fmla="*/ 2147483647 h 230"/>
              <a:gd name="T14" fmla="*/ 2147483647 w 234"/>
              <a:gd name="T15" fmla="*/ 2147483647 h 230"/>
              <a:gd name="T16" fmla="*/ 2147483647 w 234"/>
              <a:gd name="T17" fmla="*/ 2147483647 h 230"/>
              <a:gd name="T18" fmla="*/ 2147483647 w 234"/>
              <a:gd name="T19" fmla="*/ 2147483647 h 230"/>
              <a:gd name="T20" fmla="*/ 2147483647 w 234"/>
              <a:gd name="T21" fmla="*/ 2147483647 h 230"/>
              <a:gd name="T22" fmla="*/ 2147483647 w 234"/>
              <a:gd name="T23" fmla="*/ 0 h 230"/>
              <a:gd name="T24" fmla="*/ 2147483647 w 234"/>
              <a:gd name="T25" fmla="*/ 2147483647 h 230"/>
              <a:gd name="T26" fmla="*/ 2147483647 w 234"/>
              <a:gd name="T27" fmla="*/ 2147483647 h 230"/>
              <a:gd name="T28" fmla="*/ 2147483647 w 234"/>
              <a:gd name="T29" fmla="*/ 2147483647 h 230"/>
              <a:gd name="T30" fmla="*/ 2147483647 w 234"/>
              <a:gd name="T31" fmla="*/ 2147483647 h 230"/>
              <a:gd name="T32" fmla="*/ 2147483647 w 234"/>
              <a:gd name="T33" fmla="*/ 2147483647 h 230"/>
              <a:gd name="T34" fmla="*/ 2147483647 w 234"/>
              <a:gd name="T35" fmla="*/ 2147483647 h 230"/>
              <a:gd name="T36" fmla="*/ 2147483647 w 234"/>
              <a:gd name="T37" fmla="*/ 2147483647 h 230"/>
              <a:gd name="T38" fmla="*/ 2147483647 w 234"/>
              <a:gd name="T39" fmla="*/ 2147483647 h 230"/>
              <a:gd name="T40" fmla="*/ 2147483647 w 234"/>
              <a:gd name="T41" fmla="*/ 2147483647 h 230"/>
              <a:gd name="T42" fmla="*/ 2147483647 w 234"/>
              <a:gd name="T43" fmla="*/ 2147483647 h 230"/>
              <a:gd name="T44" fmla="*/ 2147483647 w 234"/>
              <a:gd name="T45" fmla="*/ 2147483647 h 230"/>
              <a:gd name="T46" fmla="*/ 2147483647 w 234"/>
              <a:gd name="T47" fmla="*/ 2147483647 h 230"/>
              <a:gd name="T48" fmla="*/ 2147483647 w 234"/>
              <a:gd name="T49" fmla="*/ 2147483647 h 230"/>
              <a:gd name="T50" fmla="*/ 2147483647 w 234"/>
              <a:gd name="T51" fmla="*/ 2147483647 h 230"/>
              <a:gd name="T52" fmla="*/ 2147483647 w 234"/>
              <a:gd name="T53" fmla="*/ 2147483647 h 230"/>
              <a:gd name="T54" fmla="*/ 2147483647 w 234"/>
              <a:gd name="T55" fmla="*/ 2147483647 h 230"/>
              <a:gd name="T56" fmla="*/ 2147483647 w 234"/>
              <a:gd name="T57" fmla="*/ 2147483647 h 230"/>
              <a:gd name="T58" fmla="*/ 2147483647 w 234"/>
              <a:gd name="T59" fmla="*/ 2147483647 h 230"/>
              <a:gd name="T60" fmla="*/ 2147483647 w 234"/>
              <a:gd name="T61" fmla="*/ 2147483647 h 230"/>
              <a:gd name="T62" fmla="*/ 2147483647 w 234"/>
              <a:gd name="T63" fmla="*/ 2147483647 h 230"/>
              <a:gd name="T64" fmla="*/ 2147483647 w 234"/>
              <a:gd name="T65" fmla="*/ 2147483647 h 230"/>
              <a:gd name="T66" fmla="*/ 2147483647 w 234"/>
              <a:gd name="T67" fmla="*/ 2147483647 h 230"/>
              <a:gd name="T68" fmla="*/ 2147483647 w 234"/>
              <a:gd name="T69" fmla="*/ 2147483647 h 230"/>
              <a:gd name="T70" fmla="*/ 2147483647 w 234"/>
              <a:gd name="T71" fmla="*/ 2147483647 h 230"/>
              <a:gd name="T72" fmla="*/ 2147483647 w 234"/>
              <a:gd name="T73" fmla="*/ 2147483647 h 230"/>
              <a:gd name="T74" fmla="*/ 2147483647 w 234"/>
              <a:gd name="T75" fmla="*/ 2147483647 h 230"/>
              <a:gd name="T76" fmla="*/ 2147483647 w 234"/>
              <a:gd name="T77" fmla="*/ 2147483647 h 230"/>
              <a:gd name="T78" fmla="*/ 2147483647 w 234"/>
              <a:gd name="T79" fmla="*/ 2147483647 h 230"/>
              <a:gd name="T80" fmla="*/ 2147483647 w 234"/>
              <a:gd name="T81" fmla="*/ 2147483647 h 230"/>
              <a:gd name="T82" fmla="*/ 2147483647 w 234"/>
              <a:gd name="T83" fmla="*/ 2147483647 h 230"/>
              <a:gd name="T84" fmla="*/ 2147483647 w 234"/>
              <a:gd name="T85" fmla="*/ 2147483647 h 230"/>
              <a:gd name="T86" fmla="*/ 2147483647 w 234"/>
              <a:gd name="T87" fmla="*/ 2147483647 h 230"/>
              <a:gd name="T88" fmla="*/ 2147483647 w 234"/>
              <a:gd name="T89" fmla="*/ 2147483647 h 230"/>
              <a:gd name="T90" fmla="*/ 2147483647 w 234"/>
              <a:gd name="T91" fmla="*/ 2147483647 h 230"/>
              <a:gd name="T92" fmla="*/ 2147483647 w 234"/>
              <a:gd name="T93" fmla="*/ 2147483647 h 230"/>
              <a:gd name="T94" fmla="*/ 2147483647 w 234"/>
              <a:gd name="T95" fmla="*/ 2147483647 h 23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34" h="230">
                <a:moveTo>
                  <a:pt x="221" y="230"/>
                </a:moveTo>
                <a:cubicBezTo>
                  <a:pt x="13" y="230"/>
                  <a:pt x="13" y="230"/>
                  <a:pt x="13" y="230"/>
                </a:cubicBezTo>
                <a:cubicBezTo>
                  <a:pt x="13" y="211"/>
                  <a:pt x="13" y="211"/>
                  <a:pt x="13" y="211"/>
                </a:cubicBezTo>
                <a:cubicBezTo>
                  <a:pt x="221" y="211"/>
                  <a:pt x="221" y="211"/>
                  <a:pt x="221" y="211"/>
                </a:cubicBezTo>
                <a:lnTo>
                  <a:pt x="221" y="230"/>
                </a:lnTo>
                <a:close/>
                <a:moveTo>
                  <a:pt x="117" y="0"/>
                </a:moveTo>
                <a:cubicBezTo>
                  <a:pt x="0" y="83"/>
                  <a:pt x="0" y="83"/>
                  <a:pt x="0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117" y="16"/>
                  <a:pt x="117" y="16"/>
                  <a:pt x="117" y="16"/>
                </a:cubicBezTo>
                <a:cubicBezTo>
                  <a:pt x="213" y="83"/>
                  <a:pt x="213" y="83"/>
                  <a:pt x="213" y="83"/>
                </a:cubicBezTo>
                <a:cubicBezTo>
                  <a:pt x="234" y="83"/>
                  <a:pt x="234" y="83"/>
                  <a:pt x="234" y="83"/>
                </a:cubicBezTo>
                <a:lnTo>
                  <a:pt x="117" y="0"/>
                </a:lnTo>
                <a:close/>
                <a:moveTo>
                  <a:pt x="128" y="177"/>
                </a:moveTo>
                <a:cubicBezTo>
                  <a:pt x="128" y="98"/>
                  <a:pt x="128" y="98"/>
                  <a:pt x="128" y="98"/>
                </a:cubicBezTo>
                <a:cubicBezTo>
                  <a:pt x="132" y="96"/>
                  <a:pt x="135" y="93"/>
                  <a:pt x="137" y="90"/>
                </a:cubicBezTo>
                <a:cubicBezTo>
                  <a:pt x="98" y="90"/>
                  <a:pt x="98" y="90"/>
                  <a:pt x="98" y="90"/>
                </a:cubicBezTo>
                <a:cubicBezTo>
                  <a:pt x="99" y="93"/>
                  <a:pt x="102" y="96"/>
                  <a:pt x="106" y="98"/>
                </a:cubicBezTo>
                <a:cubicBezTo>
                  <a:pt x="106" y="177"/>
                  <a:pt x="106" y="177"/>
                  <a:pt x="106" y="177"/>
                </a:cubicBezTo>
                <a:cubicBezTo>
                  <a:pt x="102" y="179"/>
                  <a:pt x="99" y="182"/>
                  <a:pt x="98" y="186"/>
                </a:cubicBezTo>
                <a:cubicBezTo>
                  <a:pt x="137" y="186"/>
                  <a:pt x="137" y="186"/>
                  <a:pt x="137" y="186"/>
                </a:cubicBezTo>
                <a:cubicBezTo>
                  <a:pt x="135" y="182"/>
                  <a:pt x="132" y="179"/>
                  <a:pt x="128" y="177"/>
                </a:cubicBezTo>
                <a:close/>
                <a:moveTo>
                  <a:pt x="71" y="177"/>
                </a:moveTo>
                <a:cubicBezTo>
                  <a:pt x="71" y="98"/>
                  <a:pt x="71" y="98"/>
                  <a:pt x="71" y="98"/>
                </a:cubicBezTo>
                <a:cubicBezTo>
                  <a:pt x="74" y="96"/>
                  <a:pt x="77" y="93"/>
                  <a:pt x="79" y="90"/>
                </a:cubicBezTo>
                <a:cubicBezTo>
                  <a:pt x="40" y="90"/>
                  <a:pt x="40" y="90"/>
                  <a:pt x="40" y="90"/>
                </a:cubicBezTo>
                <a:cubicBezTo>
                  <a:pt x="42" y="93"/>
                  <a:pt x="45" y="96"/>
                  <a:pt x="48" y="98"/>
                </a:cubicBezTo>
                <a:cubicBezTo>
                  <a:pt x="48" y="177"/>
                  <a:pt x="48" y="177"/>
                  <a:pt x="48" y="177"/>
                </a:cubicBezTo>
                <a:cubicBezTo>
                  <a:pt x="45" y="179"/>
                  <a:pt x="42" y="182"/>
                  <a:pt x="40" y="186"/>
                </a:cubicBezTo>
                <a:cubicBezTo>
                  <a:pt x="79" y="186"/>
                  <a:pt x="79" y="186"/>
                  <a:pt x="79" y="186"/>
                </a:cubicBezTo>
                <a:cubicBezTo>
                  <a:pt x="77" y="182"/>
                  <a:pt x="74" y="179"/>
                  <a:pt x="71" y="177"/>
                </a:cubicBezTo>
                <a:close/>
                <a:moveTo>
                  <a:pt x="186" y="177"/>
                </a:moveTo>
                <a:cubicBezTo>
                  <a:pt x="186" y="98"/>
                  <a:pt x="186" y="98"/>
                  <a:pt x="186" y="98"/>
                </a:cubicBezTo>
                <a:cubicBezTo>
                  <a:pt x="190" y="96"/>
                  <a:pt x="193" y="93"/>
                  <a:pt x="194" y="90"/>
                </a:cubicBezTo>
                <a:cubicBezTo>
                  <a:pt x="155" y="90"/>
                  <a:pt x="155" y="90"/>
                  <a:pt x="155" y="90"/>
                </a:cubicBezTo>
                <a:cubicBezTo>
                  <a:pt x="157" y="93"/>
                  <a:pt x="160" y="96"/>
                  <a:pt x="163" y="98"/>
                </a:cubicBezTo>
                <a:cubicBezTo>
                  <a:pt x="163" y="177"/>
                  <a:pt x="163" y="177"/>
                  <a:pt x="163" y="177"/>
                </a:cubicBezTo>
                <a:cubicBezTo>
                  <a:pt x="160" y="179"/>
                  <a:pt x="157" y="182"/>
                  <a:pt x="155" y="186"/>
                </a:cubicBezTo>
                <a:cubicBezTo>
                  <a:pt x="194" y="186"/>
                  <a:pt x="194" y="186"/>
                  <a:pt x="194" y="186"/>
                </a:cubicBezTo>
                <a:cubicBezTo>
                  <a:pt x="193" y="182"/>
                  <a:pt x="190" y="179"/>
                  <a:pt x="186" y="177"/>
                </a:cubicBezTo>
                <a:close/>
                <a:moveTo>
                  <a:pt x="197" y="83"/>
                </a:moveTo>
                <a:cubicBezTo>
                  <a:pt x="117" y="26"/>
                  <a:pt x="117" y="26"/>
                  <a:pt x="117" y="26"/>
                </a:cubicBezTo>
                <a:cubicBezTo>
                  <a:pt x="37" y="83"/>
                  <a:pt x="37" y="83"/>
                  <a:pt x="37" y="83"/>
                </a:cubicBezTo>
                <a:lnTo>
                  <a:pt x="197" y="83"/>
                </a:lnTo>
                <a:close/>
                <a:moveTo>
                  <a:pt x="205" y="192"/>
                </a:moveTo>
                <a:cubicBezTo>
                  <a:pt x="29" y="192"/>
                  <a:pt x="29" y="192"/>
                  <a:pt x="29" y="192"/>
                </a:cubicBezTo>
                <a:cubicBezTo>
                  <a:pt x="29" y="205"/>
                  <a:pt x="29" y="205"/>
                  <a:pt x="29" y="205"/>
                </a:cubicBezTo>
                <a:cubicBezTo>
                  <a:pt x="205" y="205"/>
                  <a:pt x="205" y="205"/>
                  <a:pt x="205" y="205"/>
                </a:cubicBezTo>
                <a:lnTo>
                  <a:pt x="205" y="1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6" name="Freeform 29"/>
          <p:cNvSpPr>
            <a:spLocks noEditPoints="1"/>
          </p:cNvSpPr>
          <p:nvPr/>
        </p:nvSpPr>
        <p:spPr bwMode="auto">
          <a:xfrm>
            <a:off x="3589338" y="4933950"/>
            <a:ext cx="460375" cy="347663"/>
          </a:xfrm>
          <a:custGeom>
            <a:avLst/>
            <a:gdLst>
              <a:gd name="T0" fmla="*/ 2147483647 w 256"/>
              <a:gd name="T1" fmla="*/ 2147483647 h 200"/>
              <a:gd name="T2" fmla="*/ 2147483647 w 256"/>
              <a:gd name="T3" fmla="*/ 2147483647 h 200"/>
              <a:gd name="T4" fmla="*/ 2147483647 w 256"/>
              <a:gd name="T5" fmla="*/ 2147483647 h 200"/>
              <a:gd name="T6" fmla="*/ 2147483647 w 256"/>
              <a:gd name="T7" fmla="*/ 2147483647 h 200"/>
              <a:gd name="T8" fmla="*/ 2147483647 w 256"/>
              <a:gd name="T9" fmla="*/ 2147483647 h 200"/>
              <a:gd name="T10" fmla="*/ 2147483647 w 256"/>
              <a:gd name="T11" fmla="*/ 2147483647 h 200"/>
              <a:gd name="T12" fmla="*/ 2147483647 w 256"/>
              <a:gd name="T13" fmla="*/ 2147483647 h 200"/>
              <a:gd name="T14" fmla="*/ 2147483647 w 256"/>
              <a:gd name="T15" fmla="*/ 2147483647 h 200"/>
              <a:gd name="T16" fmla="*/ 0 w 256"/>
              <a:gd name="T17" fmla="*/ 2147483647 h 200"/>
              <a:gd name="T18" fmla="*/ 2147483647 w 256"/>
              <a:gd name="T19" fmla="*/ 2147483647 h 200"/>
              <a:gd name="T20" fmla="*/ 2147483647 w 256"/>
              <a:gd name="T21" fmla="*/ 2147483647 h 200"/>
              <a:gd name="T22" fmla="*/ 2147483647 w 256"/>
              <a:gd name="T23" fmla="*/ 2147483647 h 200"/>
              <a:gd name="T24" fmla="*/ 2147483647 w 256"/>
              <a:gd name="T25" fmla="*/ 2147483647 h 200"/>
              <a:gd name="T26" fmla="*/ 2147483647 w 256"/>
              <a:gd name="T27" fmla="*/ 2147483647 h 200"/>
              <a:gd name="T28" fmla="*/ 2147483647 w 256"/>
              <a:gd name="T29" fmla="*/ 2147483647 h 200"/>
              <a:gd name="T30" fmla="*/ 2147483647 w 256"/>
              <a:gd name="T31" fmla="*/ 2147483647 h 200"/>
              <a:gd name="T32" fmla="*/ 2147483647 w 256"/>
              <a:gd name="T33" fmla="*/ 2147483647 h 200"/>
              <a:gd name="T34" fmla="*/ 2147483647 w 256"/>
              <a:gd name="T35" fmla="*/ 2147483647 h 200"/>
              <a:gd name="T36" fmla="*/ 2147483647 w 256"/>
              <a:gd name="T37" fmla="*/ 2147483647 h 200"/>
              <a:gd name="T38" fmla="*/ 2147483647 w 256"/>
              <a:gd name="T39" fmla="*/ 2147483647 h 200"/>
              <a:gd name="T40" fmla="*/ 2147483647 w 256"/>
              <a:gd name="T41" fmla="*/ 2147483647 h 200"/>
              <a:gd name="T42" fmla="*/ 2147483647 w 256"/>
              <a:gd name="T43" fmla="*/ 2147483647 h 200"/>
              <a:gd name="T44" fmla="*/ 2147483647 w 256"/>
              <a:gd name="T45" fmla="*/ 2147483647 h 200"/>
              <a:gd name="T46" fmla="*/ 2147483647 w 256"/>
              <a:gd name="T47" fmla="*/ 2147483647 h 200"/>
              <a:gd name="T48" fmla="*/ 2147483647 w 256"/>
              <a:gd name="T49" fmla="*/ 2147483647 h 200"/>
              <a:gd name="T50" fmla="*/ 2147483647 w 256"/>
              <a:gd name="T51" fmla="*/ 2147483647 h 200"/>
              <a:gd name="T52" fmla="*/ 2147483647 w 256"/>
              <a:gd name="T53" fmla="*/ 2147483647 h 200"/>
              <a:gd name="T54" fmla="*/ 2147483647 w 256"/>
              <a:gd name="T55" fmla="*/ 2147483647 h 200"/>
              <a:gd name="T56" fmla="*/ 2147483647 w 256"/>
              <a:gd name="T57" fmla="*/ 2147483647 h 200"/>
              <a:gd name="T58" fmla="*/ 2147483647 w 256"/>
              <a:gd name="T59" fmla="*/ 2147483647 h 200"/>
              <a:gd name="T60" fmla="*/ 2147483647 w 256"/>
              <a:gd name="T61" fmla="*/ 2147483647 h 200"/>
              <a:gd name="T62" fmla="*/ 2147483647 w 256"/>
              <a:gd name="T63" fmla="*/ 2147483647 h 200"/>
              <a:gd name="T64" fmla="*/ 2147483647 w 256"/>
              <a:gd name="T65" fmla="*/ 2147483647 h 200"/>
              <a:gd name="T66" fmla="*/ 2147483647 w 256"/>
              <a:gd name="T67" fmla="*/ 2147483647 h 200"/>
              <a:gd name="T68" fmla="*/ 2147483647 w 256"/>
              <a:gd name="T69" fmla="*/ 2147483647 h 200"/>
              <a:gd name="T70" fmla="*/ 2147483647 w 256"/>
              <a:gd name="T71" fmla="*/ 2147483647 h 200"/>
              <a:gd name="T72" fmla="*/ 2147483647 w 256"/>
              <a:gd name="T73" fmla="*/ 2147483647 h 200"/>
              <a:gd name="T74" fmla="*/ 2147483647 w 256"/>
              <a:gd name="T75" fmla="*/ 2147483647 h 200"/>
              <a:gd name="T76" fmla="*/ 2147483647 w 256"/>
              <a:gd name="T77" fmla="*/ 2147483647 h 200"/>
              <a:gd name="T78" fmla="*/ 2147483647 w 256"/>
              <a:gd name="T79" fmla="*/ 2147483647 h 200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256" h="200">
                <a:moveTo>
                  <a:pt x="254" y="62"/>
                </a:moveTo>
                <a:cubicBezTo>
                  <a:pt x="251" y="60"/>
                  <a:pt x="248" y="61"/>
                  <a:pt x="247" y="63"/>
                </a:cubicBezTo>
                <a:cubicBezTo>
                  <a:pt x="244" y="67"/>
                  <a:pt x="241" y="68"/>
                  <a:pt x="238" y="69"/>
                </a:cubicBezTo>
                <a:cubicBezTo>
                  <a:pt x="238" y="63"/>
                  <a:pt x="235" y="58"/>
                  <a:pt x="230" y="53"/>
                </a:cubicBezTo>
                <a:cubicBezTo>
                  <a:pt x="226" y="48"/>
                  <a:pt x="219" y="47"/>
                  <a:pt x="214" y="50"/>
                </a:cubicBezTo>
                <a:cubicBezTo>
                  <a:pt x="211" y="53"/>
                  <a:pt x="208" y="59"/>
                  <a:pt x="212" y="66"/>
                </a:cubicBezTo>
                <a:cubicBezTo>
                  <a:pt x="214" y="71"/>
                  <a:pt x="218" y="75"/>
                  <a:pt x="224" y="77"/>
                </a:cubicBezTo>
                <a:cubicBezTo>
                  <a:pt x="223" y="78"/>
                  <a:pt x="221" y="78"/>
                  <a:pt x="220" y="79"/>
                </a:cubicBezTo>
                <a:cubicBezTo>
                  <a:pt x="217" y="80"/>
                  <a:pt x="214" y="81"/>
                  <a:pt x="211" y="82"/>
                </a:cubicBezTo>
                <a:cubicBezTo>
                  <a:pt x="204" y="68"/>
                  <a:pt x="192" y="56"/>
                  <a:pt x="176" y="47"/>
                </a:cubicBezTo>
                <a:cubicBezTo>
                  <a:pt x="170" y="61"/>
                  <a:pt x="156" y="70"/>
                  <a:pt x="141" y="70"/>
                </a:cubicBezTo>
                <a:cubicBezTo>
                  <a:pt x="120" y="70"/>
                  <a:pt x="104" y="54"/>
                  <a:pt x="102" y="34"/>
                </a:cubicBezTo>
                <a:cubicBezTo>
                  <a:pt x="100" y="35"/>
                  <a:pt x="98" y="35"/>
                  <a:pt x="96" y="35"/>
                </a:cubicBezTo>
                <a:cubicBezTo>
                  <a:pt x="84" y="27"/>
                  <a:pt x="62" y="18"/>
                  <a:pt x="40" y="19"/>
                </a:cubicBezTo>
                <a:cubicBezTo>
                  <a:pt x="41" y="28"/>
                  <a:pt x="47" y="40"/>
                  <a:pt x="54" y="49"/>
                </a:cubicBezTo>
                <a:cubicBezTo>
                  <a:pt x="40" y="58"/>
                  <a:pt x="30" y="70"/>
                  <a:pt x="26" y="84"/>
                </a:cubicBezTo>
                <a:cubicBezTo>
                  <a:pt x="20" y="86"/>
                  <a:pt x="15" y="88"/>
                  <a:pt x="8" y="88"/>
                </a:cubicBezTo>
                <a:cubicBezTo>
                  <a:pt x="3" y="88"/>
                  <a:pt x="0" y="92"/>
                  <a:pt x="0" y="97"/>
                </a:cubicBezTo>
                <a:cubicBezTo>
                  <a:pt x="1" y="109"/>
                  <a:pt x="5" y="130"/>
                  <a:pt x="19" y="136"/>
                </a:cubicBezTo>
                <a:cubicBezTo>
                  <a:pt x="22" y="137"/>
                  <a:pt x="26" y="138"/>
                  <a:pt x="31" y="138"/>
                </a:cubicBezTo>
                <a:cubicBezTo>
                  <a:pt x="37" y="148"/>
                  <a:pt x="46" y="157"/>
                  <a:pt x="57" y="164"/>
                </a:cubicBezTo>
                <a:cubicBezTo>
                  <a:pt x="55" y="173"/>
                  <a:pt x="53" y="182"/>
                  <a:pt x="50" y="192"/>
                </a:cubicBezTo>
                <a:cubicBezTo>
                  <a:pt x="49" y="196"/>
                  <a:pt x="52" y="200"/>
                  <a:pt x="56" y="200"/>
                </a:cubicBezTo>
                <a:cubicBezTo>
                  <a:pt x="83" y="200"/>
                  <a:pt x="83" y="200"/>
                  <a:pt x="83" y="200"/>
                </a:cubicBezTo>
                <a:cubicBezTo>
                  <a:pt x="86" y="200"/>
                  <a:pt x="88" y="198"/>
                  <a:pt x="89" y="196"/>
                </a:cubicBezTo>
                <a:cubicBezTo>
                  <a:pt x="91" y="190"/>
                  <a:pt x="93" y="184"/>
                  <a:pt x="95" y="178"/>
                </a:cubicBezTo>
                <a:cubicBezTo>
                  <a:pt x="103" y="180"/>
                  <a:pt x="111" y="181"/>
                  <a:pt x="120" y="181"/>
                </a:cubicBezTo>
                <a:cubicBezTo>
                  <a:pt x="130" y="181"/>
                  <a:pt x="140" y="180"/>
                  <a:pt x="149" y="178"/>
                </a:cubicBezTo>
                <a:cubicBezTo>
                  <a:pt x="147" y="182"/>
                  <a:pt x="146" y="187"/>
                  <a:pt x="145" y="192"/>
                </a:cubicBezTo>
                <a:cubicBezTo>
                  <a:pt x="144" y="196"/>
                  <a:pt x="147" y="200"/>
                  <a:pt x="151" y="200"/>
                </a:cubicBezTo>
                <a:cubicBezTo>
                  <a:pt x="178" y="200"/>
                  <a:pt x="178" y="200"/>
                  <a:pt x="178" y="200"/>
                </a:cubicBezTo>
                <a:cubicBezTo>
                  <a:pt x="180" y="200"/>
                  <a:pt x="183" y="198"/>
                  <a:pt x="184" y="196"/>
                </a:cubicBezTo>
                <a:cubicBezTo>
                  <a:pt x="189" y="183"/>
                  <a:pt x="192" y="169"/>
                  <a:pt x="194" y="155"/>
                </a:cubicBezTo>
                <a:cubicBezTo>
                  <a:pt x="208" y="142"/>
                  <a:pt x="217" y="126"/>
                  <a:pt x="217" y="107"/>
                </a:cubicBezTo>
                <a:cubicBezTo>
                  <a:pt x="217" y="102"/>
                  <a:pt x="217" y="96"/>
                  <a:pt x="215" y="91"/>
                </a:cubicBezTo>
                <a:cubicBezTo>
                  <a:pt x="218" y="90"/>
                  <a:pt x="221" y="89"/>
                  <a:pt x="224" y="87"/>
                </a:cubicBezTo>
                <a:cubicBezTo>
                  <a:pt x="230" y="85"/>
                  <a:pt x="233" y="82"/>
                  <a:pt x="235" y="79"/>
                </a:cubicBezTo>
                <a:cubicBezTo>
                  <a:pt x="243" y="79"/>
                  <a:pt x="251" y="75"/>
                  <a:pt x="255" y="68"/>
                </a:cubicBezTo>
                <a:cubicBezTo>
                  <a:pt x="256" y="66"/>
                  <a:pt x="256" y="63"/>
                  <a:pt x="254" y="62"/>
                </a:cubicBezTo>
                <a:close/>
                <a:moveTo>
                  <a:pt x="62" y="85"/>
                </a:moveTo>
                <a:cubicBezTo>
                  <a:pt x="58" y="85"/>
                  <a:pt x="54" y="81"/>
                  <a:pt x="54" y="77"/>
                </a:cubicBezTo>
                <a:cubicBezTo>
                  <a:pt x="54" y="72"/>
                  <a:pt x="58" y="69"/>
                  <a:pt x="62" y="69"/>
                </a:cubicBezTo>
                <a:cubicBezTo>
                  <a:pt x="67" y="69"/>
                  <a:pt x="70" y="72"/>
                  <a:pt x="70" y="77"/>
                </a:cubicBezTo>
                <a:cubicBezTo>
                  <a:pt x="70" y="81"/>
                  <a:pt x="67" y="85"/>
                  <a:pt x="62" y="85"/>
                </a:cubicBezTo>
                <a:close/>
                <a:moveTo>
                  <a:pt x="220" y="62"/>
                </a:moveTo>
                <a:cubicBezTo>
                  <a:pt x="219" y="60"/>
                  <a:pt x="219" y="58"/>
                  <a:pt x="220" y="58"/>
                </a:cubicBezTo>
                <a:cubicBezTo>
                  <a:pt x="220" y="58"/>
                  <a:pt x="220" y="58"/>
                  <a:pt x="221" y="58"/>
                </a:cubicBezTo>
                <a:cubicBezTo>
                  <a:pt x="221" y="58"/>
                  <a:pt x="222" y="58"/>
                  <a:pt x="224" y="59"/>
                </a:cubicBezTo>
                <a:cubicBezTo>
                  <a:pt x="227" y="62"/>
                  <a:pt x="228" y="66"/>
                  <a:pt x="228" y="68"/>
                </a:cubicBezTo>
                <a:cubicBezTo>
                  <a:pt x="225" y="67"/>
                  <a:pt x="222" y="65"/>
                  <a:pt x="220" y="62"/>
                </a:cubicBezTo>
                <a:close/>
                <a:moveTo>
                  <a:pt x="141" y="0"/>
                </a:moveTo>
                <a:cubicBezTo>
                  <a:pt x="123" y="0"/>
                  <a:pt x="109" y="14"/>
                  <a:pt x="109" y="32"/>
                </a:cubicBezTo>
                <a:cubicBezTo>
                  <a:pt x="109" y="50"/>
                  <a:pt x="123" y="64"/>
                  <a:pt x="141" y="64"/>
                </a:cubicBezTo>
                <a:cubicBezTo>
                  <a:pt x="158" y="64"/>
                  <a:pt x="173" y="50"/>
                  <a:pt x="173" y="32"/>
                </a:cubicBezTo>
                <a:cubicBezTo>
                  <a:pt x="173" y="14"/>
                  <a:pt x="158" y="0"/>
                  <a:pt x="141" y="0"/>
                </a:cubicBezTo>
                <a:close/>
                <a:moveTo>
                  <a:pt x="151" y="25"/>
                </a:moveTo>
                <a:cubicBezTo>
                  <a:pt x="149" y="26"/>
                  <a:pt x="147" y="25"/>
                  <a:pt x="147" y="23"/>
                </a:cubicBezTo>
                <a:cubicBezTo>
                  <a:pt x="146" y="22"/>
                  <a:pt x="144" y="20"/>
                  <a:pt x="141" y="20"/>
                </a:cubicBezTo>
                <a:cubicBezTo>
                  <a:pt x="138" y="20"/>
                  <a:pt x="136" y="22"/>
                  <a:pt x="136" y="24"/>
                </a:cubicBezTo>
                <a:cubicBezTo>
                  <a:pt x="135" y="26"/>
                  <a:pt x="137" y="28"/>
                  <a:pt x="141" y="29"/>
                </a:cubicBezTo>
                <a:cubicBezTo>
                  <a:pt x="150" y="31"/>
                  <a:pt x="152" y="37"/>
                  <a:pt x="152" y="41"/>
                </a:cubicBezTo>
                <a:cubicBezTo>
                  <a:pt x="151" y="46"/>
                  <a:pt x="148" y="49"/>
                  <a:pt x="144" y="50"/>
                </a:cubicBezTo>
                <a:cubicBezTo>
                  <a:pt x="144" y="53"/>
                  <a:pt x="144" y="53"/>
                  <a:pt x="144" y="53"/>
                </a:cubicBezTo>
                <a:cubicBezTo>
                  <a:pt x="144" y="55"/>
                  <a:pt x="142" y="56"/>
                  <a:pt x="141" y="56"/>
                </a:cubicBezTo>
                <a:cubicBezTo>
                  <a:pt x="139" y="56"/>
                  <a:pt x="137" y="55"/>
                  <a:pt x="137" y="53"/>
                </a:cubicBezTo>
                <a:cubicBezTo>
                  <a:pt x="137" y="50"/>
                  <a:pt x="137" y="50"/>
                  <a:pt x="137" y="50"/>
                </a:cubicBezTo>
                <a:cubicBezTo>
                  <a:pt x="132" y="49"/>
                  <a:pt x="129" y="46"/>
                  <a:pt x="128" y="43"/>
                </a:cubicBezTo>
                <a:cubicBezTo>
                  <a:pt x="128" y="41"/>
                  <a:pt x="129" y="40"/>
                  <a:pt x="130" y="39"/>
                </a:cubicBezTo>
                <a:cubicBezTo>
                  <a:pt x="132" y="38"/>
                  <a:pt x="134" y="39"/>
                  <a:pt x="134" y="41"/>
                </a:cubicBezTo>
                <a:cubicBezTo>
                  <a:pt x="135" y="43"/>
                  <a:pt x="137" y="44"/>
                  <a:pt x="141" y="44"/>
                </a:cubicBezTo>
                <a:cubicBezTo>
                  <a:pt x="144" y="44"/>
                  <a:pt x="145" y="42"/>
                  <a:pt x="146" y="41"/>
                </a:cubicBezTo>
                <a:cubicBezTo>
                  <a:pt x="146" y="38"/>
                  <a:pt x="144" y="36"/>
                  <a:pt x="140" y="35"/>
                </a:cubicBezTo>
                <a:cubicBezTo>
                  <a:pt x="131" y="34"/>
                  <a:pt x="129" y="28"/>
                  <a:pt x="129" y="23"/>
                </a:cubicBezTo>
                <a:cubicBezTo>
                  <a:pt x="130" y="19"/>
                  <a:pt x="133" y="15"/>
                  <a:pt x="137" y="14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0"/>
                  <a:pt x="139" y="8"/>
                  <a:pt x="141" y="8"/>
                </a:cubicBezTo>
                <a:cubicBezTo>
                  <a:pt x="142" y="8"/>
                  <a:pt x="144" y="10"/>
                  <a:pt x="144" y="11"/>
                </a:cubicBezTo>
                <a:cubicBezTo>
                  <a:pt x="144" y="14"/>
                  <a:pt x="144" y="14"/>
                  <a:pt x="144" y="14"/>
                </a:cubicBezTo>
                <a:cubicBezTo>
                  <a:pt x="149" y="15"/>
                  <a:pt x="152" y="18"/>
                  <a:pt x="153" y="21"/>
                </a:cubicBezTo>
                <a:cubicBezTo>
                  <a:pt x="153" y="23"/>
                  <a:pt x="153" y="25"/>
                  <a:pt x="151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7" name="Freeform 33"/>
          <p:cNvSpPr>
            <a:spLocks noEditPoints="1"/>
          </p:cNvSpPr>
          <p:nvPr/>
        </p:nvSpPr>
        <p:spPr bwMode="auto">
          <a:xfrm>
            <a:off x="4702175" y="4903788"/>
            <a:ext cx="257175" cy="377825"/>
          </a:xfrm>
          <a:custGeom>
            <a:avLst/>
            <a:gdLst>
              <a:gd name="T0" fmla="*/ 2147483647 w 141"/>
              <a:gd name="T1" fmla="*/ 2147483647 h 218"/>
              <a:gd name="T2" fmla="*/ 2147483647 w 141"/>
              <a:gd name="T3" fmla="*/ 2147483647 h 218"/>
              <a:gd name="T4" fmla="*/ 2147483647 w 141"/>
              <a:gd name="T5" fmla="*/ 2147483647 h 218"/>
              <a:gd name="T6" fmla="*/ 2147483647 w 141"/>
              <a:gd name="T7" fmla="*/ 2147483647 h 218"/>
              <a:gd name="T8" fmla="*/ 2147483647 w 141"/>
              <a:gd name="T9" fmla="*/ 2147483647 h 218"/>
              <a:gd name="T10" fmla="*/ 2147483647 w 141"/>
              <a:gd name="T11" fmla="*/ 2147483647 h 218"/>
              <a:gd name="T12" fmla="*/ 2147483647 w 141"/>
              <a:gd name="T13" fmla="*/ 2147483647 h 218"/>
              <a:gd name="T14" fmla="*/ 2147483647 w 141"/>
              <a:gd name="T15" fmla="*/ 2147483647 h 218"/>
              <a:gd name="T16" fmla="*/ 2147483647 w 141"/>
              <a:gd name="T17" fmla="*/ 0 h 218"/>
              <a:gd name="T18" fmla="*/ 2147483647 w 141"/>
              <a:gd name="T19" fmla="*/ 2147483647 h 218"/>
              <a:gd name="T20" fmla="*/ 2147483647 w 141"/>
              <a:gd name="T21" fmla="*/ 2147483647 h 218"/>
              <a:gd name="T22" fmla="*/ 2147483647 w 141"/>
              <a:gd name="T23" fmla="*/ 2147483647 h 218"/>
              <a:gd name="T24" fmla="*/ 2147483647 w 141"/>
              <a:gd name="T25" fmla="*/ 2147483647 h 218"/>
              <a:gd name="T26" fmla="*/ 2147483647 w 141"/>
              <a:gd name="T27" fmla="*/ 2147483647 h 218"/>
              <a:gd name="T28" fmla="*/ 2147483647 w 141"/>
              <a:gd name="T29" fmla="*/ 2147483647 h 218"/>
              <a:gd name="T30" fmla="*/ 2147483647 w 141"/>
              <a:gd name="T31" fmla="*/ 2147483647 h 218"/>
              <a:gd name="T32" fmla="*/ 2147483647 w 141"/>
              <a:gd name="T33" fmla="*/ 2147483647 h 218"/>
              <a:gd name="T34" fmla="*/ 2147483647 w 141"/>
              <a:gd name="T35" fmla="*/ 2147483647 h 218"/>
              <a:gd name="T36" fmla="*/ 0 w 141"/>
              <a:gd name="T37" fmla="*/ 2147483647 h 218"/>
              <a:gd name="T38" fmla="*/ 2147483647 w 141"/>
              <a:gd name="T39" fmla="*/ 2147483647 h 218"/>
              <a:gd name="T40" fmla="*/ 2147483647 w 141"/>
              <a:gd name="T41" fmla="*/ 2147483647 h 218"/>
              <a:gd name="T42" fmla="*/ 2147483647 w 141"/>
              <a:gd name="T43" fmla="*/ 2147483647 h 218"/>
              <a:gd name="T44" fmla="*/ 2147483647 w 141"/>
              <a:gd name="T45" fmla="*/ 2147483647 h 218"/>
              <a:gd name="T46" fmla="*/ 2147483647 w 141"/>
              <a:gd name="T47" fmla="*/ 2147483647 h 218"/>
              <a:gd name="T48" fmla="*/ 2147483647 w 141"/>
              <a:gd name="T49" fmla="*/ 2147483647 h 218"/>
              <a:gd name="T50" fmla="*/ 2147483647 w 141"/>
              <a:gd name="T51" fmla="*/ 2147483647 h 218"/>
              <a:gd name="T52" fmla="*/ 2147483647 w 141"/>
              <a:gd name="T53" fmla="*/ 2147483647 h 218"/>
              <a:gd name="T54" fmla="*/ 2147483647 w 141"/>
              <a:gd name="T55" fmla="*/ 2147483647 h 218"/>
              <a:gd name="T56" fmla="*/ 2147483647 w 141"/>
              <a:gd name="T57" fmla="*/ 2147483647 h 218"/>
              <a:gd name="T58" fmla="*/ 2147483647 w 141"/>
              <a:gd name="T59" fmla="*/ 2147483647 h 218"/>
              <a:gd name="T60" fmla="*/ 2147483647 w 141"/>
              <a:gd name="T61" fmla="*/ 2147483647 h 218"/>
              <a:gd name="T62" fmla="*/ 2147483647 w 141"/>
              <a:gd name="T63" fmla="*/ 2147483647 h 218"/>
              <a:gd name="T64" fmla="*/ 2147483647 w 141"/>
              <a:gd name="T65" fmla="*/ 2147483647 h 218"/>
              <a:gd name="T66" fmla="*/ 2147483647 w 141"/>
              <a:gd name="T67" fmla="*/ 2147483647 h 218"/>
              <a:gd name="T68" fmla="*/ 2147483647 w 141"/>
              <a:gd name="T69" fmla="*/ 2147483647 h 218"/>
              <a:gd name="T70" fmla="*/ 2147483647 w 141"/>
              <a:gd name="T71" fmla="*/ 2147483647 h 218"/>
              <a:gd name="T72" fmla="*/ 2147483647 w 141"/>
              <a:gd name="T73" fmla="*/ 2147483647 h 218"/>
              <a:gd name="T74" fmla="*/ 2147483647 w 141"/>
              <a:gd name="T75" fmla="*/ 2147483647 h 218"/>
              <a:gd name="T76" fmla="*/ 2147483647 w 141"/>
              <a:gd name="T77" fmla="*/ 2147483647 h 218"/>
              <a:gd name="T78" fmla="*/ 2147483647 w 141"/>
              <a:gd name="T79" fmla="*/ 2147483647 h 218"/>
              <a:gd name="T80" fmla="*/ 2147483647 w 141"/>
              <a:gd name="T81" fmla="*/ 2147483647 h 218"/>
              <a:gd name="T82" fmla="*/ 2147483647 w 141"/>
              <a:gd name="T83" fmla="*/ 2147483647 h 218"/>
              <a:gd name="T84" fmla="*/ 2147483647 w 141"/>
              <a:gd name="T85" fmla="*/ 2147483647 h 218"/>
              <a:gd name="T86" fmla="*/ 2147483647 w 141"/>
              <a:gd name="T87" fmla="*/ 2147483647 h 218"/>
              <a:gd name="T88" fmla="*/ 2147483647 w 141"/>
              <a:gd name="T89" fmla="*/ 2147483647 h 218"/>
              <a:gd name="T90" fmla="*/ 2147483647 w 141"/>
              <a:gd name="T91" fmla="*/ 2147483647 h 218"/>
              <a:gd name="T92" fmla="*/ 2147483647 w 141"/>
              <a:gd name="T93" fmla="*/ 2147483647 h 218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141" h="218">
                <a:moveTo>
                  <a:pt x="123" y="96"/>
                </a:moveTo>
                <a:cubicBezTo>
                  <a:pt x="116" y="85"/>
                  <a:pt x="107" y="72"/>
                  <a:pt x="92" y="66"/>
                </a:cubicBezTo>
                <a:cubicBezTo>
                  <a:pt x="95" y="66"/>
                  <a:pt x="95" y="66"/>
                  <a:pt x="95" y="66"/>
                </a:cubicBezTo>
                <a:cubicBezTo>
                  <a:pt x="97" y="66"/>
                  <a:pt x="99" y="63"/>
                  <a:pt x="99" y="61"/>
                </a:cubicBezTo>
                <a:cubicBezTo>
                  <a:pt x="99" y="58"/>
                  <a:pt x="97" y="56"/>
                  <a:pt x="95" y="56"/>
                </a:cubicBezTo>
                <a:cubicBezTo>
                  <a:pt x="87" y="56"/>
                  <a:pt x="87" y="56"/>
                  <a:pt x="87" y="56"/>
                </a:cubicBezTo>
                <a:cubicBezTo>
                  <a:pt x="98" y="50"/>
                  <a:pt x="108" y="41"/>
                  <a:pt x="108" y="32"/>
                </a:cubicBezTo>
                <a:cubicBezTo>
                  <a:pt x="108" y="25"/>
                  <a:pt x="103" y="18"/>
                  <a:pt x="96" y="17"/>
                </a:cubicBezTo>
                <a:cubicBezTo>
                  <a:pt x="94" y="7"/>
                  <a:pt x="86" y="0"/>
                  <a:pt x="76" y="0"/>
                </a:cubicBezTo>
                <a:cubicBezTo>
                  <a:pt x="71" y="0"/>
                  <a:pt x="66" y="2"/>
                  <a:pt x="62" y="7"/>
                </a:cubicBezTo>
                <a:cubicBezTo>
                  <a:pt x="59" y="5"/>
                  <a:pt x="56" y="4"/>
                  <a:pt x="52" y="4"/>
                </a:cubicBezTo>
                <a:cubicBezTo>
                  <a:pt x="41" y="4"/>
                  <a:pt x="32" y="13"/>
                  <a:pt x="32" y="24"/>
                </a:cubicBezTo>
                <a:cubicBezTo>
                  <a:pt x="32" y="34"/>
                  <a:pt x="45" y="47"/>
                  <a:pt x="56" y="56"/>
                </a:cubicBezTo>
                <a:cubicBezTo>
                  <a:pt x="46" y="56"/>
                  <a:pt x="46" y="56"/>
                  <a:pt x="46" y="56"/>
                </a:cubicBezTo>
                <a:cubicBezTo>
                  <a:pt x="44" y="56"/>
                  <a:pt x="41" y="58"/>
                  <a:pt x="41" y="61"/>
                </a:cubicBezTo>
                <a:cubicBezTo>
                  <a:pt x="41" y="63"/>
                  <a:pt x="44" y="66"/>
                  <a:pt x="46" y="66"/>
                </a:cubicBezTo>
                <a:cubicBezTo>
                  <a:pt x="48" y="66"/>
                  <a:pt x="48" y="66"/>
                  <a:pt x="48" y="66"/>
                </a:cubicBezTo>
                <a:cubicBezTo>
                  <a:pt x="34" y="72"/>
                  <a:pt x="24" y="85"/>
                  <a:pt x="18" y="96"/>
                </a:cubicBezTo>
                <a:cubicBezTo>
                  <a:pt x="7" y="116"/>
                  <a:pt x="0" y="142"/>
                  <a:pt x="0" y="167"/>
                </a:cubicBezTo>
                <a:cubicBezTo>
                  <a:pt x="0" y="197"/>
                  <a:pt x="29" y="218"/>
                  <a:pt x="70" y="218"/>
                </a:cubicBezTo>
                <a:cubicBezTo>
                  <a:pt x="112" y="218"/>
                  <a:pt x="141" y="197"/>
                  <a:pt x="141" y="167"/>
                </a:cubicBezTo>
                <a:cubicBezTo>
                  <a:pt x="141" y="142"/>
                  <a:pt x="134" y="116"/>
                  <a:pt x="123" y="96"/>
                </a:cubicBezTo>
                <a:close/>
                <a:moveTo>
                  <a:pt x="89" y="128"/>
                </a:moveTo>
                <a:cubicBezTo>
                  <a:pt x="86" y="128"/>
                  <a:pt x="83" y="127"/>
                  <a:pt x="82" y="124"/>
                </a:cubicBezTo>
                <a:cubicBezTo>
                  <a:pt x="81" y="121"/>
                  <a:pt x="78" y="118"/>
                  <a:pt x="70" y="118"/>
                </a:cubicBezTo>
                <a:cubicBezTo>
                  <a:pt x="64" y="118"/>
                  <a:pt x="61" y="122"/>
                  <a:pt x="60" y="126"/>
                </a:cubicBezTo>
                <a:cubicBezTo>
                  <a:pt x="60" y="131"/>
                  <a:pt x="64" y="134"/>
                  <a:pt x="71" y="136"/>
                </a:cubicBezTo>
                <a:cubicBezTo>
                  <a:pt x="86" y="139"/>
                  <a:pt x="91" y="149"/>
                  <a:pt x="90" y="157"/>
                </a:cubicBezTo>
                <a:cubicBezTo>
                  <a:pt x="89" y="164"/>
                  <a:pt x="83" y="171"/>
                  <a:pt x="75" y="173"/>
                </a:cubicBezTo>
                <a:cubicBezTo>
                  <a:pt x="75" y="178"/>
                  <a:pt x="75" y="178"/>
                  <a:pt x="75" y="178"/>
                </a:cubicBezTo>
                <a:cubicBezTo>
                  <a:pt x="75" y="181"/>
                  <a:pt x="73" y="183"/>
                  <a:pt x="70" y="183"/>
                </a:cubicBezTo>
                <a:cubicBezTo>
                  <a:pt x="68" y="183"/>
                  <a:pt x="66" y="181"/>
                  <a:pt x="66" y="178"/>
                </a:cubicBezTo>
                <a:cubicBezTo>
                  <a:pt x="66" y="173"/>
                  <a:pt x="66" y="173"/>
                  <a:pt x="66" y="173"/>
                </a:cubicBezTo>
                <a:cubicBezTo>
                  <a:pt x="56" y="171"/>
                  <a:pt x="51" y="165"/>
                  <a:pt x="49" y="160"/>
                </a:cubicBezTo>
                <a:cubicBezTo>
                  <a:pt x="48" y="157"/>
                  <a:pt x="50" y="155"/>
                  <a:pt x="52" y="154"/>
                </a:cubicBezTo>
                <a:cubicBezTo>
                  <a:pt x="55" y="153"/>
                  <a:pt x="57" y="154"/>
                  <a:pt x="58" y="157"/>
                </a:cubicBezTo>
                <a:cubicBezTo>
                  <a:pt x="59" y="160"/>
                  <a:pt x="63" y="164"/>
                  <a:pt x="70" y="164"/>
                </a:cubicBezTo>
                <a:cubicBezTo>
                  <a:pt x="76" y="164"/>
                  <a:pt x="80" y="160"/>
                  <a:pt x="80" y="156"/>
                </a:cubicBezTo>
                <a:cubicBezTo>
                  <a:pt x="81" y="151"/>
                  <a:pt x="77" y="147"/>
                  <a:pt x="69" y="145"/>
                </a:cubicBezTo>
                <a:cubicBezTo>
                  <a:pt x="55" y="142"/>
                  <a:pt x="50" y="132"/>
                  <a:pt x="51" y="125"/>
                </a:cubicBezTo>
                <a:cubicBezTo>
                  <a:pt x="52" y="117"/>
                  <a:pt x="58" y="111"/>
                  <a:pt x="66" y="109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1"/>
                  <a:pt x="68" y="98"/>
                  <a:pt x="70" y="98"/>
                </a:cubicBezTo>
                <a:cubicBezTo>
                  <a:pt x="73" y="98"/>
                  <a:pt x="75" y="101"/>
                  <a:pt x="75" y="103"/>
                </a:cubicBezTo>
                <a:cubicBezTo>
                  <a:pt x="75" y="109"/>
                  <a:pt x="75" y="109"/>
                  <a:pt x="75" y="109"/>
                </a:cubicBezTo>
                <a:cubicBezTo>
                  <a:pt x="84" y="110"/>
                  <a:pt x="90" y="116"/>
                  <a:pt x="92" y="121"/>
                </a:cubicBezTo>
                <a:cubicBezTo>
                  <a:pt x="92" y="124"/>
                  <a:pt x="91" y="127"/>
                  <a:pt x="89" y="1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8" name="Freeform 37"/>
          <p:cNvSpPr>
            <a:spLocks noEditPoints="1"/>
          </p:cNvSpPr>
          <p:nvPr/>
        </p:nvSpPr>
        <p:spPr bwMode="auto">
          <a:xfrm>
            <a:off x="5673725" y="4913313"/>
            <a:ext cx="422275" cy="358775"/>
          </a:xfrm>
          <a:custGeom>
            <a:avLst/>
            <a:gdLst>
              <a:gd name="T0" fmla="*/ 2147483647 w 234"/>
              <a:gd name="T1" fmla="*/ 2147483647 h 206"/>
              <a:gd name="T2" fmla="*/ 2147483647 w 234"/>
              <a:gd name="T3" fmla="*/ 2147483647 h 206"/>
              <a:gd name="T4" fmla="*/ 2147483647 w 234"/>
              <a:gd name="T5" fmla="*/ 0 h 206"/>
              <a:gd name="T6" fmla="*/ 2147483647 w 234"/>
              <a:gd name="T7" fmla="*/ 2147483647 h 206"/>
              <a:gd name="T8" fmla="*/ 2147483647 w 234"/>
              <a:gd name="T9" fmla="*/ 2147483647 h 206"/>
              <a:gd name="T10" fmla="*/ 2147483647 w 234"/>
              <a:gd name="T11" fmla="*/ 2147483647 h 206"/>
              <a:gd name="T12" fmla="*/ 2147483647 w 234"/>
              <a:gd name="T13" fmla="*/ 2147483647 h 206"/>
              <a:gd name="T14" fmla="*/ 2147483647 w 234"/>
              <a:gd name="T15" fmla="*/ 2147483647 h 206"/>
              <a:gd name="T16" fmla="*/ 2147483647 w 234"/>
              <a:gd name="T17" fmla="*/ 2147483647 h 206"/>
              <a:gd name="T18" fmla="*/ 2147483647 w 234"/>
              <a:gd name="T19" fmla="*/ 2147483647 h 206"/>
              <a:gd name="T20" fmla="*/ 2147483647 w 234"/>
              <a:gd name="T21" fmla="*/ 0 h 206"/>
              <a:gd name="T22" fmla="*/ 2147483647 w 234"/>
              <a:gd name="T23" fmla="*/ 2147483647 h 206"/>
              <a:gd name="T24" fmla="*/ 2147483647 w 234"/>
              <a:gd name="T25" fmla="*/ 2147483647 h 206"/>
              <a:gd name="T26" fmla="*/ 2147483647 w 234"/>
              <a:gd name="T27" fmla="*/ 2147483647 h 206"/>
              <a:gd name="T28" fmla="*/ 2147483647 w 234"/>
              <a:gd name="T29" fmla="*/ 2147483647 h 206"/>
              <a:gd name="T30" fmla="*/ 2147483647 w 234"/>
              <a:gd name="T31" fmla="*/ 2147483647 h 206"/>
              <a:gd name="T32" fmla="*/ 2147483647 w 234"/>
              <a:gd name="T33" fmla="*/ 2147483647 h 206"/>
              <a:gd name="T34" fmla="*/ 2147483647 w 234"/>
              <a:gd name="T35" fmla="*/ 2147483647 h 206"/>
              <a:gd name="T36" fmla="*/ 2147483647 w 234"/>
              <a:gd name="T37" fmla="*/ 2147483647 h 206"/>
              <a:gd name="T38" fmla="*/ 2147483647 w 234"/>
              <a:gd name="T39" fmla="*/ 2147483647 h 206"/>
              <a:gd name="T40" fmla="*/ 2147483647 w 234"/>
              <a:gd name="T41" fmla="*/ 2147483647 h 206"/>
              <a:gd name="T42" fmla="*/ 2147483647 w 234"/>
              <a:gd name="T43" fmla="*/ 2147483647 h 206"/>
              <a:gd name="T44" fmla="*/ 2147483647 w 234"/>
              <a:gd name="T45" fmla="*/ 2147483647 h 206"/>
              <a:gd name="T46" fmla="*/ 2147483647 w 234"/>
              <a:gd name="T47" fmla="*/ 2147483647 h 206"/>
              <a:gd name="T48" fmla="*/ 2147483647 w 234"/>
              <a:gd name="T49" fmla="*/ 2147483647 h 206"/>
              <a:gd name="T50" fmla="*/ 2147483647 w 234"/>
              <a:gd name="T51" fmla="*/ 2147483647 h 206"/>
              <a:gd name="T52" fmla="*/ 2147483647 w 234"/>
              <a:gd name="T53" fmla="*/ 2147483647 h 206"/>
              <a:gd name="T54" fmla="*/ 2147483647 w 234"/>
              <a:gd name="T55" fmla="*/ 2147483647 h 206"/>
              <a:gd name="T56" fmla="*/ 0 w 234"/>
              <a:gd name="T57" fmla="*/ 2147483647 h 206"/>
              <a:gd name="T58" fmla="*/ 0 w 234"/>
              <a:gd name="T59" fmla="*/ 2147483647 h 206"/>
              <a:gd name="T60" fmla="*/ 2147483647 w 234"/>
              <a:gd name="T61" fmla="*/ 2147483647 h 206"/>
              <a:gd name="T62" fmla="*/ 2147483647 w 234"/>
              <a:gd name="T63" fmla="*/ 2147483647 h 206"/>
              <a:gd name="T64" fmla="*/ 2147483647 w 234"/>
              <a:gd name="T65" fmla="*/ 2147483647 h 206"/>
              <a:gd name="T66" fmla="*/ 2147483647 w 234"/>
              <a:gd name="T67" fmla="*/ 2147483647 h 206"/>
              <a:gd name="T68" fmla="*/ 2147483647 w 234"/>
              <a:gd name="T69" fmla="*/ 2147483647 h 206"/>
              <a:gd name="T70" fmla="*/ 2147483647 w 234"/>
              <a:gd name="T71" fmla="*/ 2147483647 h 206"/>
              <a:gd name="T72" fmla="*/ 2147483647 w 234"/>
              <a:gd name="T73" fmla="*/ 2147483647 h 206"/>
              <a:gd name="T74" fmla="*/ 2147483647 w 234"/>
              <a:gd name="T75" fmla="*/ 2147483647 h 206"/>
              <a:gd name="T76" fmla="*/ 2147483647 w 234"/>
              <a:gd name="T77" fmla="*/ 2147483647 h 206"/>
              <a:gd name="T78" fmla="*/ 2147483647 w 234"/>
              <a:gd name="T79" fmla="*/ 2147483647 h 206"/>
              <a:gd name="T80" fmla="*/ 2147483647 w 234"/>
              <a:gd name="T81" fmla="*/ 2147483647 h 206"/>
              <a:gd name="T82" fmla="*/ 2147483647 w 234"/>
              <a:gd name="T83" fmla="*/ 2147483647 h 206"/>
              <a:gd name="T84" fmla="*/ 2147483647 w 234"/>
              <a:gd name="T85" fmla="*/ 2147483647 h 206"/>
              <a:gd name="T86" fmla="*/ 2147483647 w 234"/>
              <a:gd name="T87" fmla="*/ 2147483647 h 206"/>
              <a:gd name="T88" fmla="*/ 2147483647 w 234"/>
              <a:gd name="T89" fmla="*/ 2147483647 h 206"/>
              <a:gd name="T90" fmla="*/ 2147483647 w 234"/>
              <a:gd name="T91" fmla="*/ 2147483647 h 206"/>
              <a:gd name="T92" fmla="*/ 2147483647 w 234"/>
              <a:gd name="T93" fmla="*/ 2147483647 h 206"/>
              <a:gd name="T94" fmla="*/ 2147483647 w 234"/>
              <a:gd name="T95" fmla="*/ 2147483647 h 206"/>
              <a:gd name="T96" fmla="*/ 2147483647 w 234"/>
              <a:gd name="T97" fmla="*/ 2147483647 h 206"/>
              <a:gd name="T98" fmla="*/ 2147483647 w 234"/>
              <a:gd name="T99" fmla="*/ 2147483647 h 206"/>
              <a:gd name="T100" fmla="*/ 2147483647 w 234"/>
              <a:gd name="T101" fmla="*/ 2147483647 h 206"/>
              <a:gd name="T102" fmla="*/ 2147483647 w 234"/>
              <a:gd name="T103" fmla="*/ 2147483647 h 206"/>
              <a:gd name="T104" fmla="*/ 2147483647 w 234"/>
              <a:gd name="T105" fmla="*/ 2147483647 h 206"/>
              <a:gd name="T106" fmla="*/ 2147483647 w 234"/>
              <a:gd name="T107" fmla="*/ 2147483647 h 206"/>
              <a:gd name="T108" fmla="*/ 2147483647 w 234"/>
              <a:gd name="T109" fmla="*/ 2147483647 h 206"/>
              <a:gd name="T110" fmla="*/ 2147483647 w 234"/>
              <a:gd name="T111" fmla="*/ 2147483647 h 206"/>
              <a:gd name="T112" fmla="*/ 2147483647 w 234"/>
              <a:gd name="T113" fmla="*/ 2147483647 h 206"/>
              <a:gd name="T114" fmla="*/ 2147483647 w 234"/>
              <a:gd name="T115" fmla="*/ 2147483647 h 206"/>
              <a:gd name="T116" fmla="*/ 2147483647 w 234"/>
              <a:gd name="T117" fmla="*/ 2147483647 h 206"/>
              <a:gd name="T118" fmla="*/ 2147483647 w 234"/>
              <a:gd name="T119" fmla="*/ 2147483647 h 206"/>
              <a:gd name="T120" fmla="*/ 2147483647 w 234"/>
              <a:gd name="T121" fmla="*/ 2147483647 h 206"/>
              <a:gd name="T122" fmla="*/ 2147483647 w 234"/>
              <a:gd name="T123" fmla="*/ 2147483647 h 20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4" h="206">
                <a:moveTo>
                  <a:pt x="35" y="32"/>
                </a:moveTo>
                <a:cubicBezTo>
                  <a:pt x="35" y="10"/>
                  <a:pt x="35" y="10"/>
                  <a:pt x="35" y="10"/>
                </a:cubicBezTo>
                <a:cubicBezTo>
                  <a:pt x="35" y="4"/>
                  <a:pt x="39" y="0"/>
                  <a:pt x="45" y="0"/>
                </a:cubicBezTo>
                <a:cubicBezTo>
                  <a:pt x="50" y="0"/>
                  <a:pt x="54" y="4"/>
                  <a:pt x="54" y="10"/>
                </a:cubicBezTo>
                <a:cubicBezTo>
                  <a:pt x="54" y="32"/>
                  <a:pt x="54" y="32"/>
                  <a:pt x="54" y="32"/>
                </a:cubicBezTo>
                <a:cubicBezTo>
                  <a:pt x="54" y="37"/>
                  <a:pt x="50" y="42"/>
                  <a:pt x="45" y="42"/>
                </a:cubicBezTo>
                <a:cubicBezTo>
                  <a:pt x="39" y="42"/>
                  <a:pt x="35" y="37"/>
                  <a:pt x="35" y="32"/>
                </a:cubicBezTo>
                <a:close/>
                <a:moveTo>
                  <a:pt x="138" y="42"/>
                </a:moveTo>
                <a:cubicBezTo>
                  <a:pt x="143" y="42"/>
                  <a:pt x="147" y="37"/>
                  <a:pt x="147" y="32"/>
                </a:cubicBezTo>
                <a:cubicBezTo>
                  <a:pt x="147" y="10"/>
                  <a:pt x="147" y="10"/>
                  <a:pt x="147" y="10"/>
                </a:cubicBezTo>
                <a:cubicBezTo>
                  <a:pt x="147" y="4"/>
                  <a:pt x="143" y="0"/>
                  <a:pt x="138" y="0"/>
                </a:cubicBezTo>
                <a:cubicBezTo>
                  <a:pt x="132" y="0"/>
                  <a:pt x="128" y="4"/>
                  <a:pt x="128" y="10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8" y="37"/>
                  <a:pt x="132" y="42"/>
                  <a:pt x="138" y="42"/>
                </a:cubicBezTo>
                <a:close/>
                <a:moveTo>
                  <a:pt x="195" y="147"/>
                </a:moveTo>
                <a:cubicBezTo>
                  <a:pt x="186" y="147"/>
                  <a:pt x="186" y="147"/>
                  <a:pt x="186" y="147"/>
                </a:cubicBezTo>
                <a:cubicBezTo>
                  <a:pt x="186" y="125"/>
                  <a:pt x="186" y="125"/>
                  <a:pt x="186" y="125"/>
                </a:cubicBezTo>
                <a:cubicBezTo>
                  <a:pt x="186" y="121"/>
                  <a:pt x="183" y="118"/>
                  <a:pt x="179" y="118"/>
                </a:cubicBezTo>
                <a:cubicBezTo>
                  <a:pt x="176" y="118"/>
                  <a:pt x="173" y="121"/>
                  <a:pt x="173" y="125"/>
                </a:cubicBezTo>
                <a:cubicBezTo>
                  <a:pt x="173" y="154"/>
                  <a:pt x="173" y="154"/>
                  <a:pt x="173" y="154"/>
                </a:cubicBezTo>
                <a:cubicBezTo>
                  <a:pt x="173" y="157"/>
                  <a:pt x="176" y="160"/>
                  <a:pt x="179" y="160"/>
                </a:cubicBezTo>
                <a:cubicBezTo>
                  <a:pt x="195" y="160"/>
                  <a:pt x="195" y="160"/>
                  <a:pt x="195" y="160"/>
                </a:cubicBezTo>
                <a:cubicBezTo>
                  <a:pt x="199" y="160"/>
                  <a:pt x="202" y="157"/>
                  <a:pt x="202" y="154"/>
                </a:cubicBezTo>
                <a:cubicBezTo>
                  <a:pt x="202" y="150"/>
                  <a:pt x="199" y="147"/>
                  <a:pt x="195" y="147"/>
                </a:cubicBezTo>
                <a:close/>
                <a:moveTo>
                  <a:pt x="234" y="152"/>
                </a:moveTo>
                <a:cubicBezTo>
                  <a:pt x="234" y="182"/>
                  <a:pt x="209" y="206"/>
                  <a:pt x="179" y="206"/>
                </a:cubicBezTo>
                <a:cubicBezTo>
                  <a:pt x="158" y="206"/>
                  <a:pt x="139" y="194"/>
                  <a:pt x="130" y="176"/>
                </a:cubicBezTo>
                <a:cubicBezTo>
                  <a:pt x="16" y="176"/>
                  <a:pt x="16" y="176"/>
                  <a:pt x="16" y="176"/>
                </a:cubicBezTo>
                <a:cubicBezTo>
                  <a:pt x="7" y="176"/>
                  <a:pt x="0" y="169"/>
                  <a:pt x="0" y="160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33"/>
                  <a:pt x="7" y="26"/>
                  <a:pt x="16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41"/>
                  <a:pt x="36" y="48"/>
                  <a:pt x="45" y="48"/>
                </a:cubicBezTo>
                <a:cubicBezTo>
                  <a:pt x="54" y="48"/>
                  <a:pt x="61" y="41"/>
                  <a:pt x="61" y="32"/>
                </a:cubicBezTo>
                <a:cubicBezTo>
                  <a:pt x="61" y="26"/>
                  <a:pt x="61" y="26"/>
                  <a:pt x="61" y="26"/>
                </a:cubicBezTo>
                <a:cubicBezTo>
                  <a:pt x="122" y="26"/>
                  <a:pt x="122" y="26"/>
                  <a:pt x="122" y="26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22" y="41"/>
                  <a:pt x="129" y="48"/>
                  <a:pt x="138" y="48"/>
                </a:cubicBezTo>
                <a:cubicBezTo>
                  <a:pt x="146" y="48"/>
                  <a:pt x="154" y="41"/>
                  <a:pt x="154" y="32"/>
                </a:cubicBezTo>
                <a:cubicBezTo>
                  <a:pt x="154" y="26"/>
                  <a:pt x="154" y="26"/>
                  <a:pt x="154" y="26"/>
                </a:cubicBezTo>
                <a:cubicBezTo>
                  <a:pt x="166" y="26"/>
                  <a:pt x="166" y="26"/>
                  <a:pt x="166" y="26"/>
                </a:cubicBezTo>
                <a:cubicBezTo>
                  <a:pt x="175" y="26"/>
                  <a:pt x="182" y="33"/>
                  <a:pt x="182" y="42"/>
                </a:cubicBezTo>
                <a:cubicBezTo>
                  <a:pt x="182" y="98"/>
                  <a:pt x="182" y="98"/>
                  <a:pt x="182" y="98"/>
                </a:cubicBezTo>
                <a:cubicBezTo>
                  <a:pt x="211" y="99"/>
                  <a:pt x="234" y="123"/>
                  <a:pt x="234" y="152"/>
                </a:cubicBezTo>
                <a:close/>
                <a:moveTo>
                  <a:pt x="119" y="71"/>
                </a:moveTo>
                <a:cubicBezTo>
                  <a:pt x="67" y="71"/>
                  <a:pt x="67" y="71"/>
                  <a:pt x="67" y="71"/>
                </a:cubicBezTo>
                <a:cubicBezTo>
                  <a:pt x="67" y="85"/>
                  <a:pt x="67" y="85"/>
                  <a:pt x="67" y="85"/>
                </a:cubicBezTo>
                <a:cubicBezTo>
                  <a:pt x="103" y="85"/>
                  <a:pt x="103" y="85"/>
                  <a:pt x="103" y="85"/>
                </a:cubicBezTo>
                <a:cubicBezTo>
                  <a:pt x="96" y="94"/>
                  <a:pt x="90" y="104"/>
                  <a:pt x="85" y="114"/>
                </a:cubicBezTo>
                <a:cubicBezTo>
                  <a:pt x="81" y="125"/>
                  <a:pt x="78" y="136"/>
                  <a:pt x="77" y="147"/>
                </a:cubicBezTo>
                <a:cubicBezTo>
                  <a:pt x="94" y="147"/>
                  <a:pt x="94" y="147"/>
                  <a:pt x="94" y="147"/>
                </a:cubicBezTo>
                <a:cubicBezTo>
                  <a:pt x="94" y="142"/>
                  <a:pt x="94" y="137"/>
                  <a:pt x="96" y="131"/>
                </a:cubicBezTo>
                <a:cubicBezTo>
                  <a:pt x="97" y="125"/>
                  <a:pt x="98" y="119"/>
                  <a:pt x="100" y="113"/>
                </a:cubicBezTo>
                <a:cubicBezTo>
                  <a:pt x="102" y="108"/>
                  <a:pt x="105" y="102"/>
                  <a:pt x="108" y="97"/>
                </a:cubicBezTo>
                <a:cubicBezTo>
                  <a:pt x="111" y="92"/>
                  <a:pt x="115" y="88"/>
                  <a:pt x="119" y="84"/>
                </a:cubicBezTo>
                <a:lnTo>
                  <a:pt x="119" y="71"/>
                </a:lnTo>
                <a:close/>
                <a:moveTo>
                  <a:pt x="221" y="152"/>
                </a:moveTo>
                <a:cubicBezTo>
                  <a:pt x="221" y="129"/>
                  <a:pt x="202" y="110"/>
                  <a:pt x="179" y="110"/>
                </a:cubicBezTo>
                <a:cubicBezTo>
                  <a:pt x="156" y="110"/>
                  <a:pt x="138" y="129"/>
                  <a:pt x="138" y="152"/>
                </a:cubicBezTo>
                <a:cubicBezTo>
                  <a:pt x="138" y="175"/>
                  <a:pt x="156" y="194"/>
                  <a:pt x="179" y="194"/>
                </a:cubicBezTo>
                <a:cubicBezTo>
                  <a:pt x="202" y="194"/>
                  <a:pt x="221" y="175"/>
                  <a:pt x="221" y="1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9" name="Freeform 41"/>
          <p:cNvSpPr>
            <a:spLocks noEditPoints="1"/>
          </p:cNvSpPr>
          <p:nvPr/>
        </p:nvSpPr>
        <p:spPr bwMode="auto">
          <a:xfrm>
            <a:off x="6711950" y="4913313"/>
            <a:ext cx="328613" cy="306387"/>
          </a:xfrm>
          <a:custGeom>
            <a:avLst/>
            <a:gdLst>
              <a:gd name="T0" fmla="*/ 2147483647 w 182"/>
              <a:gd name="T1" fmla="*/ 2147483647 h 176"/>
              <a:gd name="T2" fmla="*/ 2147483647 w 182"/>
              <a:gd name="T3" fmla="*/ 2147483647 h 176"/>
              <a:gd name="T4" fmla="*/ 2147483647 w 182"/>
              <a:gd name="T5" fmla="*/ 2147483647 h 176"/>
              <a:gd name="T6" fmla="*/ 2147483647 w 182"/>
              <a:gd name="T7" fmla="*/ 2147483647 h 176"/>
              <a:gd name="T8" fmla="*/ 2147483647 w 182"/>
              <a:gd name="T9" fmla="*/ 2147483647 h 176"/>
              <a:gd name="T10" fmla="*/ 2147483647 w 182"/>
              <a:gd name="T11" fmla="*/ 2147483647 h 176"/>
              <a:gd name="T12" fmla="*/ 0 w 182"/>
              <a:gd name="T13" fmla="*/ 2147483647 h 176"/>
              <a:gd name="T14" fmla="*/ 2147483647 w 182"/>
              <a:gd name="T15" fmla="*/ 2147483647 h 176"/>
              <a:gd name="T16" fmla="*/ 2147483647 w 182"/>
              <a:gd name="T17" fmla="*/ 2147483647 h 176"/>
              <a:gd name="T18" fmla="*/ 2147483647 w 182"/>
              <a:gd name="T19" fmla="*/ 2147483647 h 176"/>
              <a:gd name="T20" fmla="*/ 2147483647 w 182"/>
              <a:gd name="T21" fmla="*/ 2147483647 h 176"/>
              <a:gd name="T22" fmla="*/ 2147483647 w 182"/>
              <a:gd name="T23" fmla="*/ 2147483647 h 176"/>
              <a:gd name="T24" fmla="*/ 2147483647 w 182"/>
              <a:gd name="T25" fmla="*/ 2147483647 h 176"/>
              <a:gd name="T26" fmla="*/ 2147483647 w 182"/>
              <a:gd name="T27" fmla="*/ 2147483647 h 176"/>
              <a:gd name="T28" fmla="*/ 2147483647 w 182"/>
              <a:gd name="T29" fmla="*/ 2147483647 h 176"/>
              <a:gd name="T30" fmla="*/ 2147483647 w 182"/>
              <a:gd name="T31" fmla="*/ 2147483647 h 176"/>
              <a:gd name="T32" fmla="*/ 2147483647 w 182"/>
              <a:gd name="T33" fmla="*/ 2147483647 h 176"/>
              <a:gd name="T34" fmla="*/ 2147483647 w 182"/>
              <a:gd name="T35" fmla="*/ 2147483647 h 176"/>
              <a:gd name="T36" fmla="*/ 2147483647 w 182"/>
              <a:gd name="T37" fmla="*/ 2147483647 h 176"/>
              <a:gd name="T38" fmla="*/ 2147483647 w 182"/>
              <a:gd name="T39" fmla="*/ 2147483647 h 176"/>
              <a:gd name="T40" fmla="*/ 2147483647 w 182"/>
              <a:gd name="T41" fmla="*/ 2147483647 h 176"/>
              <a:gd name="T42" fmla="*/ 2147483647 w 182"/>
              <a:gd name="T43" fmla="*/ 2147483647 h 176"/>
              <a:gd name="T44" fmla="*/ 2147483647 w 182"/>
              <a:gd name="T45" fmla="*/ 2147483647 h 176"/>
              <a:gd name="T46" fmla="*/ 2147483647 w 182"/>
              <a:gd name="T47" fmla="*/ 2147483647 h 176"/>
              <a:gd name="T48" fmla="*/ 2147483647 w 182"/>
              <a:gd name="T49" fmla="*/ 2147483647 h 176"/>
              <a:gd name="T50" fmla="*/ 2147483647 w 182"/>
              <a:gd name="T51" fmla="*/ 2147483647 h 176"/>
              <a:gd name="T52" fmla="*/ 2147483647 w 182"/>
              <a:gd name="T53" fmla="*/ 2147483647 h 176"/>
              <a:gd name="T54" fmla="*/ 2147483647 w 182"/>
              <a:gd name="T55" fmla="*/ 2147483647 h 176"/>
              <a:gd name="T56" fmla="*/ 2147483647 w 182"/>
              <a:gd name="T57" fmla="*/ 2147483647 h 176"/>
              <a:gd name="T58" fmla="*/ 2147483647 w 182"/>
              <a:gd name="T59" fmla="*/ 2147483647 h 176"/>
              <a:gd name="T60" fmla="*/ 2147483647 w 182"/>
              <a:gd name="T61" fmla="*/ 2147483647 h 176"/>
              <a:gd name="T62" fmla="*/ 2147483647 w 182"/>
              <a:gd name="T63" fmla="*/ 2147483647 h 176"/>
              <a:gd name="T64" fmla="*/ 2147483647 w 182"/>
              <a:gd name="T65" fmla="*/ 2147483647 h 176"/>
              <a:gd name="T66" fmla="*/ 2147483647 w 182"/>
              <a:gd name="T67" fmla="*/ 2147483647 h 176"/>
              <a:gd name="T68" fmla="*/ 2147483647 w 182"/>
              <a:gd name="T69" fmla="*/ 2147483647 h 176"/>
              <a:gd name="T70" fmla="*/ 2147483647 w 182"/>
              <a:gd name="T71" fmla="*/ 2147483647 h 176"/>
              <a:gd name="T72" fmla="*/ 2147483647 w 182"/>
              <a:gd name="T73" fmla="*/ 2147483647 h 176"/>
              <a:gd name="T74" fmla="*/ 2147483647 w 182"/>
              <a:gd name="T75" fmla="*/ 2147483647 h 176"/>
              <a:gd name="T76" fmla="*/ 2147483647 w 182"/>
              <a:gd name="T77" fmla="*/ 2147483647 h 176"/>
              <a:gd name="T78" fmla="*/ 2147483647 w 182"/>
              <a:gd name="T79" fmla="*/ 2147483647 h 176"/>
              <a:gd name="T80" fmla="*/ 2147483647 w 182"/>
              <a:gd name="T81" fmla="*/ 2147483647 h 176"/>
              <a:gd name="T82" fmla="*/ 2147483647 w 182"/>
              <a:gd name="T83" fmla="*/ 2147483647 h 176"/>
              <a:gd name="T84" fmla="*/ 2147483647 w 182"/>
              <a:gd name="T85" fmla="*/ 2147483647 h 176"/>
              <a:gd name="T86" fmla="*/ 2147483647 w 182"/>
              <a:gd name="T87" fmla="*/ 0 h 176"/>
              <a:gd name="T88" fmla="*/ 2147483647 w 182"/>
              <a:gd name="T89" fmla="*/ 2147483647 h 176"/>
              <a:gd name="T90" fmla="*/ 2147483647 w 182"/>
              <a:gd name="T91" fmla="*/ 2147483647 h 176"/>
              <a:gd name="T92" fmla="*/ 2147483647 w 182"/>
              <a:gd name="T93" fmla="*/ 2147483647 h 176"/>
              <a:gd name="T94" fmla="*/ 2147483647 w 182"/>
              <a:gd name="T95" fmla="*/ 2147483647 h 17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82" h="176">
                <a:moveTo>
                  <a:pt x="166" y="26"/>
                </a:moveTo>
                <a:cubicBezTo>
                  <a:pt x="154" y="26"/>
                  <a:pt x="154" y="26"/>
                  <a:pt x="154" y="26"/>
                </a:cubicBezTo>
                <a:cubicBezTo>
                  <a:pt x="154" y="32"/>
                  <a:pt x="154" y="32"/>
                  <a:pt x="154" y="32"/>
                </a:cubicBezTo>
                <a:cubicBezTo>
                  <a:pt x="154" y="41"/>
                  <a:pt x="146" y="48"/>
                  <a:pt x="138" y="48"/>
                </a:cubicBezTo>
                <a:cubicBezTo>
                  <a:pt x="129" y="48"/>
                  <a:pt x="122" y="41"/>
                  <a:pt x="122" y="32"/>
                </a:cubicBezTo>
                <a:cubicBezTo>
                  <a:pt x="122" y="26"/>
                  <a:pt x="122" y="26"/>
                  <a:pt x="122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1" y="32"/>
                  <a:pt x="61" y="32"/>
                  <a:pt x="61" y="32"/>
                </a:cubicBezTo>
                <a:cubicBezTo>
                  <a:pt x="61" y="41"/>
                  <a:pt x="54" y="48"/>
                  <a:pt x="45" y="48"/>
                </a:cubicBezTo>
                <a:cubicBezTo>
                  <a:pt x="36" y="48"/>
                  <a:pt x="29" y="41"/>
                  <a:pt x="29" y="32"/>
                </a:cubicBezTo>
                <a:cubicBezTo>
                  <a:pt x="29" y="26"/>
                  <a:pt x="29" y="26"/>
                  <a:pt x="29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7" y="26"/>
                  <a:pt x="0" y="33"/>
                  <a:pt x="0" y="42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9"/>
                  <a:pt x="7" y="176"/>
                  <a:pt x="16" y="176"/>
                </a:cubicBezTo>
                <a:cubicBezTo>
                  <a:pt x="166" y="176"/>
                  <a:pt x="166" y="176"/>
                  <a:pt x="166" y="176"/>
                </a:cubicBezTo>
                <a:cubicBezTo>
                  <a:pt x="175" y="176"/>
                  <a:pt x="182" y="169"/>
                  <a:pt x="182" y="160"/>
                </a:cubicBezTo>
                <a:cubicBezTo>
                  <a:pt x="182" y="42"/>
                  <a:pt x="182" y="42"/>
                  <a:pt x="182" y="42"/>
                </a:cubicBezTo>
                <a:cubicBezTo>
                  <a:pt x="182" y="33"/>
                  <a:pt x="175" y="26"/>
                  <a:pt x="166" y="26"/>
                </a:cubicBezTo>
                <a:close/>
                <a:moveTo>
                  <a:pt x="170" y="160"/>
                </a:moveTo>
                <a:cubicBezTo>
                  <a:pt x="170" y="162"/>
                  <a:pt x="168" y="163"/>
                  <a:pt x="166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4" y="163"/>
                  <a:pt x="13" y="162"/>
                  <a:pt x="13" y="160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5"/>
                  <a:pt x="14" y="64"/>
                  <a:pt x="16" y="64"/>
                </a:cubicBezTo>
                <a:cubicBezTo>
                  <a:pt x="166" y="64"/>
                  <a:pt x="166" y="64"/>
                  <a:pt x="166" y="64"/>
                </a:cubicBezTo>
                <a:cubicBezTo>
                  <a:pt x="168" y="64"/>
                  <a:pt x="170" y="65"/>
                  <a:pt x="170" y="67"/>
                </a:cubicBezTo>
                <a:lnTo>
                  <a:pt x="170" y="160"/>
                </a:lnTo>
                <a:close/>
                <a:moveTo>
                  <a:pt x="54" y="109"/>
                </a:moveTo>
                <a:cubicBezTo>
                  <a:pt x="32" y="109"/>
                  <a:pt x="32" y="109"/>
                  <a:pt x="32" y="109"/>
                </a:cubicBezTo>
                <a:cubicBezTo>
                  <a:pt x="28" y="109"/>
                  <a:pt x="26" y="106"/>
                  <a:pt x="26" y="102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76"/>
                  <a:pt x="28" y="74"/>
                  <a:pt x="32" y="74"/>
                </a:cubicBezTo>
                <a:cubicBezTo>
                  <a:pt x="54" y="74"/>
                  <a:pt x="54" y="74"/>
                  <a:pt x="54" y="74"/>
                </a:cubicBezTo>
                <a:cubicBezTo>
                  <a:pt x="58" y="74"/>
                  <a:pt x="61" y="76"/>
                  <a:pt x="61" y="80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106"/>
                  <a:pt x="58" y="109"/>
                  <a:pt x="54" y="109"/>
                </a:cubicBezTo>
                <a:close/>
                <a:moveTo>
                  <a:pt x="54" y="154"/>
                </a:moveTo>
                <a:cubicBezTo>
                  <a:pt x="32" y="154"/>
                  <a:pt x="32" y="154"/>
                  <a:pt x="32" y="154"/>
                </a:cubicBezTo>
                <a:cubicBezTo>
                  <a:pt x="28" y="154"/>
                  <a:pt x="26" y="151"/>
                  <a:pt x="26" y="147"/>
                </a:cubicBezTo>
                <a:cubicBezTo>
                  <a:pt x="26" y="125"/>
                  <a:pt x="26" y="125"/>
                  <a:pt x="26" y="125"/>
                </a:cubicBezTo>
                <a:cubicBezTo>
                  <a:pt x="26" y="121"/>
                  <a:pt x="28" y="118"/>
                  <a:pt x="32" y="118"/>
                </a:cubicBezTo>
                <a:cubicBezTo>
                  <a:pt x="54" y="118"/>
                  <a:pt x="54" y="118"/>
                  <a:pt x="54" y="118"/>
                </a:cubicBezTo>
                <a:cubicBezTo>
                  <a:pt x="58" y="118"/>
                  <a:pt x="61" y="121"/>
                  <a:pt x="61" y="125"/>
                </a:cubicBezTo>
                <a:cubicBezTo>
                  <a:pt x="61" y="147"/>
                  <a:pt x="61" y="147"/>
                  <a:pt x="61" y="147"/>
                </a:cubicBezTo>
                <a:cubicBezTo>
                  <a:pt x="61" y="151"/>
                  <a:pt x="58" y="154"/>
                  <a:pt x="54" y="154"/>
                </a:cubicBezTo>
                <a:close/>
                <a:moveTo>
                  <a:pt x="102" y="109"/>
                </a:moveTo>
                <a:cubicBezTo>
                  <a:pt x="80" y="109"/>
                  <a:pt x="80" y="109"/>
                  <a:pt x="80" y="109"/>
                </a:cubicBezTo>
                <a:cubicBezTo>
                  <a:pt x="76" y="109"/>
                  <a:pt x="74" y="106"/>
                  <a:pt x="74" y="102"/>
                </a:cubicBezTo>
                <a:cubicBezTo>
                  <a:pt x="74" y="80"/>
                  <a:pt x="74" y="80"/>
                  <a:pt x="74" y="80"/>
                </a:cubicBezTo>
                <a:cubicBezTo>
                  <a:pt x="74" y="76"/>
                  <a:pt x="76" y="74"/>
                  <a:pt x="80" y="74"/>
                </a:cubicBezTo>
                <a:cubicBezTo>
                  <a:pt x="102" y="74"/>
                  <a:pt x="102" y="74"/>
                  <a:pt x="102" y="74"/>
                </a:cubicBezTo>
                <a:cubicBezTo>
                  <a:pt x="106" y="74"/>
                  <a:pt x="109" y="76"/>
                  <a:pt x="109" y="80"/>
                </a:cubicBezTo>
                <a:cubicBezTo>
                  <a:pt x="109" y="102"/>
                  <a:pt x="109" y="102"/>
                  <a:pt x="109" y="102"/>
                </a:cubicBezTo>
                <a:cubicBezTo>
                  <a:pt x="109" y="106"/>
                  <a:pt x="106" y="109"/>
                  <a:pt x="102" y="109"/>
                </a:cubicBezTo>
                <a:close/>
                <a:moveTo>
                  <a:pt x="102" y="154"/>
                </a:moveTo>
                <a:cubicBezTo>
                  <a:pt x="80" y="154"/>
                  <a:pt x="80" y="154"/>
                  <a:pt x="80" y="154"/>
                </a:cubicBezTo>
                <a:cubicBezTo>
                  <a:pt x="76" y="154"/>
                  <a:pt x="74" y="151"/>
                  <a:pt x="74" y="147"/>
                </a:cubicBezTo>
                <a:cubicBezTo>
                  <a:pt x="74" y="125"/>
                  <a:pt x="74" y="125"/>
                  <a:pt x="74" y="125"/>
                </a:cubicBezTo>
                <a:cubicBezTo>
                  <a:pt x="74" y="121"/>
                  <a:pt x="76" y="118"/>
                  <a:pt x="80" y="118"/>
                </a:cubicBezTo>
                <a:cubicBezTo>
                  <a:pt x="102" y="118"/>
                  <a:pt x="102" y="118"/>
                  <a:pt x="102" y="118"/>
                </a:cubicBezTo>
                <a:cubicBezTo>
                  <a:pt x="106" y="118"/>
                  <a:pt x="109" y="121"/>
                  <a:pt x="109" y="125"/>
                </a:cubicBezTo>
                <a:cubicBezTo>
                  <a:pt x="109" y="147"/>
                  <a:pt x="109" y="147"/>
                  <a:pt x="109" y="147"/>
                </a:cubicBezTo>
                <a:cubicBezTo>
                  <a:pt x="109" y="151"/>
                  <a:pt x="106" y="154"/>
                  <a:pt x="102" y="154"/>
                </a:cubicBezTo>
                <a:close/>
                <a:moveTo>
                  <a:pt x="150" y="109"/>
                </a:moveTo>
                <a:cubicBezTo>
                  <a:pt x="128" y="109"/>
                  <a:pt x="128" y="109"/>
                  <a:pt x="128" y="109"/>
                </a:cubicBezTo>
                <a:cubicBezTo>
                  <a:pt x="124" y="109"/>
                  <a:pt x="122" y="106"/>
                  <a:pt x="122" y="102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2" y="76"/>
                  <a:pt x="124" y="74"/>
                  <a:pt x="128" y="74"/>
                </a:cubicBezTo>
                <a:cubicBezTo>
                  <a:pt x="150" y="74"/>
                  <a:pt x="150" y="74"/>
                  <a:pt x="150" y="74"/>
                </a:cubicBezTo>
                <a:cubicBezTo>
                  <a:pt x="154" y="74"/>
                  <a:pt x="157" y="76"/>
                  <a:pt x="157" y="80"/>
                </a:cubicBezTo>
                <a:cubicBezTo>
                  <a:pt x="157" y="102"/>
                  <a:pt x="157" y="102"/>
                  <a:pt x="157" y="102"/>
                </a:cubicBezTo>
                <a:cubicBezTo>
                  <a:pt x="157" y="106"/>
                  <a:pt x="154" y="109"/>
                  <a:pt x="150" y="109"/>
                </a:cubicBezTo>
                <a:close/>
                <a:moveTo>
                  <a:pt x="150" y="154"/>
                </a:moveTo>
                <a:cubicBezTo>
                  <a:pt x="128" y="154"/>
                  <a:pt x="128" y="154"/>
                  <a:pt x="128" y="154"/>
                </a:cubicBezTo>
                <a:cubicBezTo>
                  <a:pt x="124" y="154"/>
                  <a:pt x="122" y="151"/>
                  <a:pt x="122" y="147"/>
                </a:cubicBezTo>
                <a:cubicBezTo>
                  <a:pt x="122" y="125"/>
                  <a:pt x="122" y="125"/>
                  <a:pt x="122" y="125"/>
                </a:cubicBezTo>
                <a:cubicBezTo>
                  <a:pt x="122" y="121"/>
                  <a:pt x="124" y="118"/>
                  <a:pt x="128" y="118"/>
                </a:cubicBezTo>
                <a:cubicBezTo>
                  <a:pt x="150" y="118"/>
                  <a:pt x="150" y="118"/>
                  <a:pt x="150" y="118"/>
                </a:cubicBezTo>
                <a:cubicBezTo>
                  <a:pt x="154" y="118"/>
                  <a:pt x="157" y="121"/>
                  <a:pt x="157" y="125"/>
                </a:cubicBezTo>
                <a:cubicBezTo>
                  <a:pt x="157" y="147"/>
                  <a:pt x="157" y="147"/>
                  <a:pt x="157" y="147"/>
                </a:cubicBezTo>
                <a:cubicBezTo>
                  <a:pt x="157" y="151"/>
                  <a:pt x="154" y="154"/>
                  <a:pt x="150" y="154"/>
                </a:cubicBezTo>
                <a:close/>
                <a:moveTo>
                  <a:pt x="54" y="10"/>
                </a:moveTo>
                <a:cubicBezTo>
                  <a:pt x="54" y="32"/>
                  <a:pt x="54" y="32"/>
                  <a:pt x="54" y="32"/>
                </a:cubicBezTo>
                <a:cubicBezTo>
                  <a:pt x="54" y="37"/>
                  <a:pt x="50" y="42"/>
                  <a:pt x="45" y="42"/>
                </a:cubicBezTo>
                <a:cubicBezTo>
                  <a:pt x="39" y="42"/>
                  <a:pt x="35" y="37"/>
                  <a:pt x="35" y="32"/>
                </a:cubicBezTo>
                <a:cubicBezTo>
                  <a:pt x="35" y="10"/>
                  <a:pt x="35" y="10"/>
                  <a:pt x="35" y="10"/>
                </a:cubicBezTo>
                <a:cubicBezTo>
                  <a:pt x="35" y="4"/>
                  <a:pt x="39" y="0"/>
                  <a:pt x="45" y="0"/>
                </a:cubicBezTo>
                <a:cubicBezTo>
                  <a:pt x="50" y="0"/>
                  <a:pt x="54" y="4"/>
                  <a:pt x="54" y="10"/>
                </a:cubicBezTo>
                <a:close/>
                <a:moveTo>
                  <a:pt x="147" y="10"/>
                </a:moveTo>
                <a:cubicBezTo>
                  <a:pt x="147" y="32"/>
                  <a:pt x="147" y="32"/>
                  <a:pt x="147" y="32"/>
                </a:cubicBezTo>
                <a:cubicBezTo>
                  <a:pt x="147" y="37"/>
                  <a:pt x="143" y="42"/>
                  <a:pt x="138" y="42"/>
                </a:cubicBezTo>
                <a:cubicBezTo>
                  <a:pt x="132" y="42"/>
                  <a:pt x="128" y="37"/>
                  <a:pt x="128" y="32"/>
                </a:cubicBezTo>
                <a:cubicBezTo>
                  <a:pt x="128" y="10"/>
                  <a:pt x="128" y="10"/>
                  <a:pt x="128" y="10"/>
                </a:cubicBezTo>
                <a:cubicBezTo>
                  <a:pt x="128" y="4"/>
                  <a:pt x="132" y="0"/>
                  <a:pt x="138" y="0"/>
                </a:cubicBezTo>
                <a:cubicBezTo>
                  <a:pt x="143" y="0"/>
                  <a:pt x="147" y="4"/>
                  <a:pt x="147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0" name="Freeform 45"/>
          <p:cNvSpPr>
            <a:spLocks noEditPoints="1"/>
          </p:cNvSpPr>
          <p:nvPr/>
        </p:nvSpPr>
        <p:spPr bwMode="auto">
          <a:xfrm>
            <a:off x="2671763" y="5487988"/>
            <a:ext cx="434975" cy="406400"/>
          </a:xfrm>
          <a:custGeom>
            <a:avLst/>
            <a:gdLst>
              <a:gd name="T0" fmla="*/ 2147483647 w 241"/>
              <a:gd name="T1" fmla="*/ 2147483647 h 234"/>
              <a:gd name="T2" fmla="*/ 2147483647 w 241"/>
              <a:gd name="T3" fmla="*/ 2147483647 h 234"/>
              <a:gd name="T4" fmla="*/ 2147483647 w 241"/>
              <a:gd name="T5" fmla="*/ 2147483647 h 234"/>
              <a:gd name="T6" fmla="*/ 2147483647 w 241"/>
              <a:gd name="T7" fmla="*/ 2147483647 h 234"/>
              <a:gd name="T8" fmla="*/ 2147483647 w 241"/>
              <a:gd name="T9" fmla="*/ 2147483647 h 234"/>
              <a:gd name="T10" fmla="*/ 2147483647 w 241"/>
              <a:gd name="T11" fmla="*/ 0 h 234"/>
              <a:gd name="T12" fmla="*/ 2147483647 w 241"/>
              <a:gd name="T13" fmla="*/ 2147483647 h 234"/>
              <a:gd name="T14" fmla="*/ 2147483647 w 241"/>
              <a:gd name="T15" fmla="*/ 2147483647 h 234"/>
              <a:gd name="T16" fmla="*/ 2147483647 w 241"/>
              <a:gd name="T17" fmla="*/ 2147483647 h 234"/>
              <a:gd name="T18" fmla="*/ 2147483647 w 241"/>
              <a:gd name="T19" fmla="*/ 2147483647 h 234"/>
              <a:gd name="T20" fmla="*/ 2147483647 w 241"/>
              <a:gd name="T21" fmla="*/ 2147483647 h 234"/>
              <a:gd name="T22" fmla="*/ 2147483647 w 241"/>
              <a:gd name="T23" fmla="*/ 2147483647 h 234"/>
              <a:gd name="T24" fmla="*/ 2147483647 w 241"/>
              <a:gd name="T25" fmla="*/ 2147483647 h 234"/>
              <a:gd name="T26" fmla="*/ 2147483647 w 241"/>
              <a:gd name="T27" fmla="*/ 2147483647 h 234"/>
              <a:gd name="T28" fmla="*/ 2147483647 w 241"/>
              <a:gd name="T29" fmla="*/ 2147483647 h 234"/>
              <a:gd name="T30" fmla="*/ 2147483647 w 241"/>
              <a:gd name="T31" fmla="*/ 2147483647 h 234"/>
              <a:gd name="T32" fmla="*/ 2147483647 w 241"/>
              <a:gd name="T33" fmla="*/ 2147483647 h 234"/>
              <a:gd name="T34" fmla="*/ 2147483647 w 241"/>
              <a:gd name="T35" fmla="*/ 2147483647 h 234"/>
              <a:gd name="T36" fmla="*/ 2147483647 w 241"/>
              <a:gd name="T37" fmla="*/ 2147483647 h 234"/>
              <a:gd name="T38" fmla="*/ 2147483647 w 241"/>
              <a:gd name="T39" fmla="*/ 2147483647 h 234"/>
              <a:gd name="T40" fmla="*/ 2147483647 w 241"/>
              <a:gd name="T41" fmla="*/ 2147483647 h 234"/>
              <a:gd name="T42" fmla="*/ 2147483647 w 241"/>
              <a:gd name="T43" fmla="*/ 2147483647 h 234"/>
              <a:gd name="T44" fmla="*/ 2147483647 w 241"/>
              <a:gd name="T45" fmla="*/ 2147483647 h 234"/>
              <a:gd name="T46" fmla="*/ 2147483647 w 241"/>
              <a:gd name="T47" fmla="*/ 2147483647 h 234"/>
              <a:gd name="T48" fmla="*/ 2147483647 w 241"/>
              <a:gd name="T49" fmla="*/ 2147483647 h 234"/>
              <a:gd name="T50" fmla="*/ 2147483647 w 241"/>
              <a:gd name="T51" fmla="*/ 2147483647 h 234"/>
              <a:gd name="T52" fmla="*/ 2147483647 w 241"/>
              <a:gd name="T53" fmla="*/ 2147483647 h 234"/>
              <a:gd name="T54" fmla="*/ 2147483647 w 241"/>
              <a:gd name="T55" fmla="*/ 2147483647 h 234"/>
              <a:gd name="T56" fmla="*/ 2147483647 w 241"/>
              <a:gd name="T57" fmla="*/ 2147483647 h 234"/>
              <a:gd name="T58" fmla="*/ 2147483647 w 241"/>
              <a:gd name="T59" fmla="*/ 2147483647 h 234"/>
              <a:gd name="T60" fmla="*/ 2147483647 w 241"/>
              <a:gd name="T61" fmla="*/ 2147483647 h 234"/>
              <a:gd name="T62" fmla="*/ 2147483647 w 241"/>
              <a:gd name="T63" fmla="*/ 2147483647 h 234"/>
              <a:gd name="T64" fmla="*/ 2147483647 w 241"/>
              <a:gd name="T65" fmla="*/ 2147483647 h 234"/>
              <a:gd name="T66" fmla="*/ 2147483647 w 241"/>
              <a:gd name="T67" fmla="*/ 2147483647 h 234"/>
              <a:gd name="T68" fmla="*/ 2147483647 w 241"/>
              <a:gd name="T69" fmla="*/ 2147483647 h 234"/>
              <a:gd name="T70" fmla="*/ 2147483647 w 241"/>
              <a:gd name="T71" fmla="*/ 2147483647 h 234"/>
              <a:gd name="T72" fmla="*/ 2147483647 w 241"/>
              <a:gd name="T73" fmla="*/ 2147483647 h 234"/>
              <a:gd name="T74" fmla="*/ 2147483647 w 241"/>
              <a:gd name="T75" fmla="*/ 2147483647 h 234"/>
              <a:gd name="T76" fmla="*/ 2147483647 w 241"/>
              <a:gd name="T77" fmla="*/ 2147483647 h 234"/>
              <a:gd name="T78" fmla="*/ 2147483647 w 241"/>
              <a:gd name="T79" fmla="*/ 2147483647 h 234"/>
              <a:gd name="T80" fmla="*/ 2147483647 w 241"/>
              <a:gd name="T81" fmla="*/ 2147483647 h 234"/>
              <a:gd name="T82" fmla="*/ 2147483647 w 241"/>
              <a:gd name="T83" fmla="*/ 2147483647 h 234"/>
              <a:gd name="T84" fmla="*/ 2147483647 w 241"/>
              <a:gd name="T85" fmla="*/ 2147483647 h 234"/>
              <a:gd name="T86" fmla="*/ 2147483647 w 241"/>
              <a:gd name="T87" fmla="*/ 2147483647 h 234"/>
              <a:gd name="T88" fmla="*/ 2147483647 w 241"/>
              <a:gd name="T89" fmla="*/ 2147483647 h 234"/>
              <a:gd name="T90" fmla="*/ 2147483647 w 241"/>
              <a:gd name="T91" fmla="*/ 2147483647 h 234"/>
              <a:gd name="T92" fmla="*/ 2147483647 w 241"/>
              <a:gd name="T93" fmla="*/ 2147483647 h 234"/>
              <a:gd name="T94" fmla="*/ 2147483647 w 241"/>
              <a:gd name="T95" fmla="*/ 2147483647 h 234"/>
              <a:gd name="T96" fmla="*/ 2147483647 w 241"/>
              <a:gd name="T97" fmla="*/ 2147483647 h 234"/>
              <a:gd name="T98" fmla="*/ 2147483647 w 241"/>
              <a:gd name="T99" fmla="*/ 2147483647 h 234"/>
              <a:gd name="T100" fmla="*/ 2147483647 w 241"/>
              <a:gd name="T101" fmla="*/ 2147483647 h 234"/>
              <a:gd name="T102" fmla="*/ 2147483647 w 241"/>
              <a:gd name="T103" fmla="*/ 2147483647 h 234"/>
              <a:gd name="T104" fmla="*/ 2147483647 w 241"/>
              <a:gd name="T105" fmla="*/ 2147483647 h 234"/>
              <a:gd name="T106" fmla="*/ 2147483647 w 241"/>
              <a:gd name="T107" fmla="*/ 2147483647 h 234"/>
              <a:gd name="T108" fmla="*/ 2147483647 w 241"/>
              <a:gd name="T109" fmla="*/ 2147483647 h 234"/>
              <a:gd name="T110" fmla="*/ 2147483647 w 241"/>
              <a:gd name="T111" fmla="*/ 2147483647 h 234"/>
              <a:gd name="T112" fmla="*/ 2147483647 w 241"/>
              <a:gd name="T113" fmla="*/ 2147483647 h 2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41" h="234">
                <a:moveTo>
                  <a:pt x="194" y="138"/>
                </a:moveTo>
                <a:cubicBezTo>
                  <a:pt x="182" y="138"/>
                  <a:pt x="171" y="142"/>
                  <a:pt x="163" y="150"/>
                </a:cubicBezTo>
                <a:cubicBezTo>
                  <a:pt x="132" y="127"/>
                  <a:pt x="132" y="127"/>
                  <a:pt x="132" y="127"/>
                </a:cubicBezTo>
                <a:cubicBezTo>
                  <a:pt x="132" y="92"/>
                  <a:pt x="132" y="92"/>
                  <a:pt x="132" y="92"/>
                </a:cubicBezTo>
                <a:cubicBezTo>
                  <a:pt x="154" y="88"/>
                  <a:pt x="170" y="69"/>
                  <a:pt x="170" y="46"/>
                </a:cubicBezTo>
                <a:cubicBezTo>
                  <a:pt x="170" y="21"/>
                  <a:pt x="150" y="0"/>
                  <a:pt x="124" y="0"/>
                </a:cubicBezTo>
                <a:cubicBezTo>
                  <a:pt x="98" y="0"/>
                  <a:pt x="78" y="21"/>
                  <a:pt x="78" y="46"/>
                </a:cubicBezTo>
                <a:cubicBezTo>
                  <a:pt x="78" y="69"/>
                  <a:pt x="94" y="88"/>
                  <a:pt x="116" y="92"/>
                </a:cubicBezTo>
                <a:cubicBezTo>
                  <a:pt x="116" y="127"/>
                  <a:pt x="116" y="127"/>
                  <a:pt x="116" y="127"/>
                </a:cubicBezTo>
                <a:cubicBezTo>
                  <a:pt x="83" y="151"/>
                  <a:pt x="83" y="151"/>
                  <a:pt x="83" y="151"/>
                </a:cubicBezTo>
                <a:cubicBezTo>
                  <a:pt x="77" y="145"/>
                  <a:pt x="69" y="141"/>
                  <a:pt x="61" y="139"/>
                </a:cubicBezTo>
                <a:cubicBezTo>
                  <a:pt x="28" y="132"/>
                  <a:pt x="0" y="158"/>
                  <a:pt x="4" y="190"/>
                </a:cubicBezTo>
                <a:cubicBezTo>
                  <a:pt x="7" y="211"/>
                  <a:pt x="24" y="227"/>
                  <a:pt x="44" y="230"/>
                </a:cubicBezTo>
                <a:cubicBezTo>
                  <a:pt x="76" y="234"/>
                  <a:pt x="103" y="206"/>
                  <a:pt x="96" y="174"/>
                </a:cubicBezTo>
                <a:cubicBezTo>
                  <a:pt x="95" y="170"/>
                  <a:pt x="94" y="167"/>
                  <a:pt x="92" y="164"/>
                </a:cubicBezTo>
                <a:cubicBezTo>
                  <a:pt x="124" y="141"/>
                  <a:pt x="124" y="141"/>
                  <a:pt x="124" y="141"/>
                </a:cubicBezTo>
                <a:cubicBezTo>
                  <a:pt x="153" y="163"/>
                  <a:pt x="153" y="163"/>
                  <a:pt x="153" y="163"/>
                </a:cubicBezTo>
                <a:cubicBezTo>
                  <a:pt x="150" y="169"/>
                  <a:pt x="148" y="176"/>
                  <a:pt x="148" y="184"/>
                </a:cubicBezTo>
                <a:cubicBezTo>
                  <a:pt x="148" y="210"/>
                  <a:pt x="169" y="230"/>
                  <a:pt x="194" y="230"/>
                </a:cubicBezTo>
                <a:cubicBezTo>
                  <a:pt x="220" y="230"/>
                  <a:pt x="241" y="210"/>
                  <a:pt x="241" y="184"/>
                </a:cubicBezTo>
                <a:cubicBezTo>
                  <a:pt x="241" y="158"/>
                  <a:pt x="220" y="138"/>
                  <a:pt x="194" y="138"/>
                </a:cubicBezTo>
                <a:close/>
                <a:moveTo>
                  <a:pt x="50" y="154"/>
                </a:moveTo>
                <a:cubicBezTo>
                  <a:pt x="58" y="154"/>
                  <a:pt x="64" y="160"/>
                  <a:pt x="64" y="168"/>
                </a:cubicBezTo>
                <a:cubicBezTo>
                  <a:pt x="64" y="175"/>
                  <a:pt x="58" y="182"/>
                  <a:pt x="50" y="182"/>
                </a:cubicBezTo>
                <a:cubicBezTo>
                  <a:pt x="43" y="182"/>
                  <a:pt x="36" y="175"/>
                  <a:pt x="36" y="168"/>
                </a:cubicBezTo>
                <a:cubicBezTo>
                  <a:pt x="36" y="160"/>
                  <a:pt x="43" y="154"/>
                  <a:pt x="50" y="154"/>
                </a:cubicBezTo>
                <a:close/>
                <a:moveTo>
                  <a:pt x="71" y="208"/>
                </a:moveTo>
                <a:cubicBezTo>
                  <a:pt x="30" y="208"/>
                  <a:pt x="30" y="208"/>
                  <a:pt x="30" y="208"/>
                </a:cubicBezTo>
                <a:cubicBezTo>
                  <a:pt x="30" y="202"/>
                  <a:pt x="30" y="202"/>
                  <a:pt x="30" y="202"/>
                </a:cubicBezTo>
                <a:cubicBezTo>
                  <a:pt x="30" y="193"/>
                  <a:pt x="36" y="186"/>
                  <a:pt x="44" y="186"/>
                </a:cubicBezTo>
                <a:cubicBezTo>
                  <a:pt x="57" y="186"/>
                  <a:pt x="57" y="186"/>
                  <a:pt x="57" y="186"/>
                </a:cubicBezTo>
                <a:cubicBezTo>
                  <a:pt x="65" y="186"/>
                  <a:pt x="71" y="193"/>
                  <a:pt x="71" y="202"/>
                </a:cubicBezTo>
                <a:lnTo>
                  <a:pt x="71" y="208"/>
                </a:lnTo>
                <a:close/>
                <a:moveTo>
                  <a:pt x="124" y="16"/>
                </a:moveTo>
                <a:cubicBezTo>
                  <a:pt x="132" y="16"/>
                  <a:pt x="138" y="22"/>
                  <a:pt x="138" y="30"/>
                </a:cubicBezTo>
                <a:cubicBezTo>
                  <a:pt x="138" y="38"/>
                  <a:pt x="132" y="44"/>
                  <a:pt x="124" y="44"/>
                </a:cubicBezTo>
                <a:cubicBezTo>
                  <a:pt x="116" y="44"/>
                  <a:pt x="110" y="38"/>
                  <a:pt x="110" y="30"/>
                </a:cubicBezTo>
                <a:cubicBezTo>
                  <a:pt x="110" y="22"/>
                  <a:pt x="116" y="16"/>
                  <a:pt x="124" y="16"/>
                </a:cubicBezTo>
                <a:close/>
                <a:moveTo>
                  <a:pt x="103" y="70"/>
                </a:moveTo>
                <a:cubicBezTo>
                  <a:pt x="103" y="64"/>
                  <a:pt x="103" y="64"/>
                  <a:pt x="103" y="64"/>
                </a:cubicBezTo>
                <a:cubicBezTo>
                  <a:pt x="103" y="56"/>
                  <a:pt x="109" y="48"/>
                  <a:pt x="118" y="48"/>
                </a:cubicBezTo>
                <a:cubicBezTo>
                  <a:pt x="130" y="48"/>
                  <a:pt x="130" y="48"/>
                  <a:pt x="130" y="48"/>
                </a:cubicBezTo>
                <a:cubicBezTo>
                  <a:pt x="139" y="48"/>
                  <a:pt x="145" y="56"/>
                  <a:pt x="145" y="64"/>
                </a:cubicBezTo>
                <a:cubicBezTo>
                  <a:pt x="145" y="70"/>
                  <a:pt x="145" y="70"/>
                  <a:pt x="145" y="70"/>
                </a:cubicBezTo>
                <a:lnTo>
                  <a:pt x="103" y="70"/>
                </a:lnTo>
                <a:close/>
                <a:moveTo>
                  <a:pt x="194" y="154"/>
                </a:moveTo>
                <a:cubicBezTo>
                  <a:pt x="202" y="154"/>
                  <a:pt x="208" y="160"/>
                  <a:pt x="208" y="168"/>
                </a:cubicBezTo>
                <a:cubicBezTo>
                  <a:pt x="208" y="175"/>
                  <a:pt x="202" y="182"/>
                  <a:pt x="194" y="182"/>
                </a:cubicBezTo>
                <a:cubicBezTo>
                  <a:pt x="187" y="182"/>
                  <a:pt x="180" y="175"/>
                  <a:pt x="180" y="168"/>
                </a:cubicBezTo>
                <a:cubicBezTo>
                  <a:pt x="180" y="160"/>
                  <a:pt x="187" y="154"/>
                  <a:pt x="194" y="154"/>
                </a:cubicBezTo>
                <a:close/>
                <a:moveTo>
                  <a:pt x="215" y="208"/>
                </a:moveTo>
                <a:cubicBezTo>
                  <a:pt x="174" y="208"/>
                  <a:pt x="174" y="208"/>
                  <a:pt x="174" y="208"/>
                </a:cubicBezTo>
                <a:cubicBezTo>
                  <a:pt x="174" y="202"/>
                  <a:pt x="174" y="202"/>
                  <a:pt x="174" y="202"/>
                </a:cubicBezTo>
                <a:cubicBezTo>
                  <a:pt x="174" y="193"/>
                  <a:pt x="180" y="186"/>
                  <a:pt x="188" y="186"/>
                </a:cubicBezTo>
                <a:cubicBezTo>
                  <a:pt x="201" y="186"/>
                  <a:pt x="201" y="186"/>
                  <a:pt x="201" y="186"/>
                </a:cubicBezTo>
                <a:cubicBezTo>
                  <a:pt x="209" y="186"/>
                  <a:pt x="215" y="193"/>
                  <a:pt x="215" y="202"/>
                </a:cubicBezTo>
                <a:lnTo>
                  <a:pt x="215" y="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1" name="Freeform 49"/>
          <p:cNvSpPr>
            <a:spLocks noEditPoints="1"/>
          </p:cNvSpPr>
          <p:nvPr/>
        </p:nvSpPr>
        <p:spPr bwMode="auto">
          <a:xfrm>
            <a:off x="3589338" y="5483225"/>
            <a:ext cx="381000" cy="369888"/>
          </a:xfrm>
          <a:custGeom>
            <a:avLst/>
            <a:gdLst>
              <a:gd name="T0" fmla="*/ 2147483647 w 211"/>
              <a:gd name="T1" fmla="*/ 2147483647 h 213"/>
              <a:gd name="T2" fmla="*/ 2147483647 w 211"/>
              <a:gd name="T3" fmla="*/ 2147483647 h 213"/>
              <a:gd name="T4" fmla="*/ 2147483647 w 211"/>
              <a:gd name="T5" fmla="*/ 2147483647 h 213"/>
              <a:gd name="T6" fmla="*/ 2147483647 w 211"/>
              <a:gd name="T7" fmla="*/ 0 h 213"/>
              <a:gd name="T8" fmla="*/ 2147483647 w 211"/>
              <a:gd name="T9" fmla="*/ 2147483647 h 213"/>
              <a:gd name="T10" fmla="*/ 2147483647 w 211"/>
              <a:gd name="T11" fmla="*/ 2147483647 h 213"/>
              <a:gd name="T12" fmla="*/ 2147483647 w 211"/>
              <a:gd name="T13" fmla="*/ 2147483647 h 213"/>
              <a:gd name="T14" fmla="*/ 2147483647 w 211"/>
              <a:gd name="T15" fmla="*/ 2147483647 h 213"/>
              <a:gd name="T16" fmla="*/ 2147483647 w 211"/>
              <a:gd name="T17" fmla="*/ 2147483647 h 213"/>
              <a:gd name="T18" fmla="*/ 2147483647 w 211"/>
              <a:gd name="T19" fmla="*/ 2147483647 h 213"/>
              <a:gd name="T20" fmla="*/ 2147483647 w 211"/>
              <a:gd name="T21" fmla="*/ 2147483647 h 213"/>
              <a:gd name="T22" fmla="*/ 2147483647 w 211"/>
              <a:gd name="T23" fmla="*/ 2147483647 h 213"/>
              <a:gd name="T24" fmla="*/ 2147483647 w 211"/>
              <a:gd name="T25" fmla="*/ 2147483647 h 213"/>
              <a:gd name="T26" fmla="*/ 2147483647 w 211"/>
              <a:gd name="T27" fmla="*/ 2147483647 h 213"/>
              <a:gd name="T28" fmla="*/ 2147483647 w 211"/>
              <a:gd name="T29" fmla="*/ 2147483647 h 213"/>
              <a:gd name="T30" fmla="*/ 2147483647 w 211"/>
              <a:gd name="T31" fmla="*/ 2147483647 h 213"/>
              <a:gd name="T32" fmla="*/ 2147483647 w 211"/>
              <a:gd name="T33" fmla="*/ 2147483647 h 213"/>
              <a:gd name="T34" fmla="*/ 2147483647 w 211"/>
              <a:gd name="T35" fmla="*/ 2147483647 h 213"/>
              <a:gd name="T36" fmla="*/ 2147483647 w 211"/>
              <a:gd name="T37" fmla="*/ 2147483647 h 213"/>
              <a:gd name="T38" fmla="*/ 0 w 211"/>
              <a:gd name="T39" fmla="*/ 2147483647 h 213"/>
              <a:gd name="T40" fmla="*/ 2147483647 w 211"/>
              <a:gd name="T41" fmla="*/ 2147483647 h 213"/>
              <a:gd name="T42" fmla="*/ 2147483647 w 211"/>
              <a:gd name="T43" fmla="*/ 2147483647 h 213"/>
              <a:gd name="T44" fmla="*/ 2147483647 w 211"/>
              <a:gd name="T45" fmla="*/ 2147483647 h 213"/>
              <a:gd name="T46" fmla="*/ 2147483647 w 211"/>
              <a:gd name="T47" fmla="*/ 2147483647 h 213"/>
              <a:gd name="T48" fmla="*/ 2147483647 w 211"/>
              <a:gd name="T49" fmla="*/ 2147483647 h 213"/>
              <a:gd name="T50" fmla="*/ 2147483647 w 211"/>
              <a:gd name="T51" fmla="*/ 2147483647 h 213"/>
              <a:gd name="T52" fmla="*/ 2147483647 w 211"/>
              <a:gd name="T53" fmla="*/ 2147483647 h 213"/>
              <a:gd name="T54" fmla="*/ 2147483647 w 211"/>
              <a:gd name="T55" fmla="*/ 2147483647 h 213"/>
              <a:gd name="T56" fmla="*/ 2147483647 w 211"/>
              <a:gd name="T57" fmla="*/ 2147483647 h 213"/>
              <a:gd name="T58" fmla="*/ 2147483647 w 211"/>
              <a:gd name="T59" fmla="*/ 2147483647 h 213"/>
              <a:gd name="T60" fmla="*/ 2147483647 w 211"/>
              <a:gd name="T61" fmla="*/ 2147483647 h 213"/>
              <a:gd name="T62" fmla="*/ 2147483647 w 211"/>
              <a:gd name="T63" fmla="*/ 2147483647 h 213"/>
              <a:gd name="T64" fmla="*/ 2147483647 w 211"/>
              <a:gd name="T65" fmla="*/ 2147483647 h 213"/>
              <a:gd name="T66" fmla="*/ 2147483647 w 211"/>
              <a:gd name="T67" fmla="*/ 2147483647 h 213"/>
              <a:gd name="T68" fmla="*/ 2147483647 w 211"/>
              <a:gd name="T69" fmla="*/ 2147483647 h 213"/>
              <a:gd name="T70" fmla="*/ 2147483647 w 211"/>
              <a:gd name="T71" fmla="*/ 2147483647 h 213"/>
              <a:gd name="T72" fmla="*/ 2147483647 w 211"/>
              <a:gd name="T73" fmla="*/ 2147483647 h 213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11" h="213">
                <a:moveTo>
                  <a:pt x="147" y="42"/>
                </a:moveTo>
                <a:cubicBezTo>
                  <a:pt x="147" y="65"/>
                  <a:pt x="129" y="83"/>
                  <a:pt x="106" y="83"/>
                </a:cubicBezTo>
                <a:cubicBezTo>
                  <a:pt x="83" y="83"/>
                  <a:pt x="64" y="65"/>
                  <a:pt x="64" y="42"/>
                </a:cubicBezTo>
                <a:cubicBezTo>
                  <a:pt x="64" y="19"/>
                  <a:pt x="83" y="0"/>
                  <a:pt x="106" y="0"/>
                </a:cubicBezTo>
                <a:cubicBezTo>
                  <a:pt x="129" y="0"/>
                  <a:pt x="147" y="19"/>
                  <a:pt x="147" y="42"/>
                </a:cubicBezTo>
                <a:close/>
                <a:moveTo>
                  <a:pt x="106" y="112"/>
                </a:moveTo>
                <a:cubicBezTo>
                  <a:pt x="108" y="112"/>
                  <a:pt x="111" y="112"/>
                  <a:pt x="113" y="110"/>
                </a:cubicBezTo>
                <a:cubicBezTo>
                  <a:pt x="115" y="108"/>
                  <a:pt x="118" y="103"/>
                  <a:pt x="118" y="99"/>
                </a:cubicBezTo>
                <a:cubicBezTo>
                  <a:pt x="118" y="95"/>
                  <a:pt x="111" y="94"/>
                  <a:pt x="106" y="94"/>
                </a:cubicBezTo>
                <a:cubicBezTo>
                  <a:pt x="101" y="94"/>
                  <a:pt x="93" y="95"/>
                  <a:pt x="93" y="99"/>
                </a:cubicBezTo>
                <a:cubicBezTo>
                  <a:pt x="93" y="103"/>
                  <a:pt x="96" y="108"/>
                  <a:pt x="98" y="110"/>
                </a:cubicBezTo>
                <a:cubicBezTo>
                  <a:pt x="100" y="112"/>
                  <a:pt x="103" y="112"/>
                  <a:pt x="106" y="112"/>
                </a:cubicBezTo>
                <a:close/>
                <a:moveTo>
                  <a:pt x="211" y="213"/>
                </a:moveTo>
                <a:cubicBezTo>
                  <a:pt x="176" y="213"/>
                  <a:pt x="176" y="213"/>
                  <a:pt x="176" y="213"/>
                </a:cubicBezTo>
                <a:cubicBezTo>
                  <a:pt x="165" y="165"/>
                  <a:pt x="165" y="165"/>
                  <a:pt x="165" y="165"/>
                </a:cubicBezTo>
                <a:cubicBezTo>
                  <a:pt x="162" y="213"/>
                  <a:pt x="162" y="213"/>
                  <a:pt x="162" y="213"/>
                </a:cubicBezTo>
                <a:cubicBezTo>
                  <a:pt x="50" y="213"/>
                  <a:pt x="50" y="213"/>
                  <a:pt x="50" y="213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35" y="213"/>
                  <a:pt x="35" y="213"/>
                  <a:pt x="35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20" y="123"/>
                  <a:pt x="20" y="123"/>
                  <a:pt x="20" y="123"/>
                </a:cubicBezTo>
                <a:cubicBezTo>
                  <a:pt x="22" y="112"/>
                  <a:pt x="31" y="105"/>
                  <a:pt x="41" y="103"/>
                </a:cubicBezTo>
                <a:cubicBezTo>
                  <a:pt x="78" y="98"/>
                  <a:pt x="78" y="98"/>
                  <a:pt x="78" y="98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9" y="119"/>
                  <a:pt x="99" y="119"/>
                  <a:pt x="99" y="119"/>
                </a:cubicBezTo>
                <a:cubicBezTo>
                  <a:pt x="99" y="118"/>
                  <a:pt x="100" y="118"/>
                  <a:pt x="100" y="118"/>
                </a:cubicBezTo>
                <a:cubicBezTo>
                  <a:pt x="111" y="118"/>
                  <a:pt x="111" y="118"/>
                  <a:pt x="111" y="118"/>
                </a:cubicBezTo>
                <a:cubicBezTo>
                  <a:pt x="112" y="118"/>
                  <a:pt x="112" y="118"/>
                  <a:pt x="112" y="119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170" y="103"/>
                  <a:pt x="170" y="103"/>
                  <a:pt x="170" y="103"/>
                </a:cubicBezTo>
                <a:cubicBezTo>
                  <a:pt x="180" y="105"/>
                  <a:pt x="189" y="112"/>
                  <a:pt x="191" y="123"/>
                </a:cubicBezTo>
                <a:lnTo>
                  <a:pt x="211" y="213"/>
                </a:lnTo>
                <a:close/>
                <a:moveTo>
                  <a:pt x="154" y="155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28" y="155"/>
                  <a:pt x="128" y="155"/>
                  <a:pt x="128" y="155"/>
                </a:cubicBezTo>
                <a:lnTo>
                  <a:pt x="154" y="1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2" name="Freeform 53"/>
          <p:cNvSpPr>
            <a:spLocks noEditPoints="1"/>
          </p:cNvSpPr>
          <p:nvPr/>
        </p:nvSpPr>
        <p:spPr bwMode="auto">
          <a:xfrm>
            <a:off x="4689475" y="5557838"/>
            <a:ext cx="309563" cy="336550"/>
          </a:xfrm>
          <a:custGeom>
            <a:avLst/>
            <a:gdLst>
              <a:gd name="T0" fmla="*/ 2147483647 w 170"/>
              <a:gd name="T1" fmla="*/ 2147483647 h 193"/>
              <a:gd name="T2" fmla="*/ 2147483647 w 170"/>
              <a:gd name="T3" fmla="*/ 2147483647 h 193"/>
              <a:gd name="T4" fmla="*/ 2147483647 w 170"/>
              <a:gd name="T5" fmla="*/ 2147483647 h 193"/>
              <a:gd name="T6" fmla="*/ 2147483647 w 170"/>
              <a:gd name="T7" fmla="*/ 2147483647 h 193"/>
              <a:gd name="T8" fmla="*/ 2147483647 w 170"/>
              <a:gd name="T9" fmla="*/ 2147483647 h 193"/>
              <a:gd name="T10" fmla="*/ 2147483647 w 170"/>
              <a:gd name="T11" fmla="*/ 2147483647 h 193"/>
              <a:gd name="T12" fmla="*/ 2147483647 w 170"/>
              <a:gd name="T13" fmla="*/ 2147483647 h 193"/>
              <a:gd name="T14" fmla="*/ 2147483647 w 170"/>
              <a:gd name="T15" fmla="*/ 2147483647 h 193"/>
              <a:gd name="T16" fmla="*/ 2147483647 w 170"/>
              <a:gd name="T17" fmla="*/ 2147483647 h 193"/>
              <a:gd name="T18" fmla="*/ 2147483647 w 170"/>
              <a:gd name="T19" fmla="*/ 2147483647 h 193"/>
              <a:gd name="T20" fmla="*/ 2147483647 w 170"/>
              <a:gd name="T21" fmla="*/ 2147483647 h 193"/>
              <a:gd name="T22" fmla="*/ 2147483647 w 170"/>
              <a:gd name="T23" fmla="*/ 2147483647 h 193"/>
              <a:gd name="T24" fmla="*/ 2147483647 w 170"/>
              <a:gd name="T25" fmla="*/ 2147483647 h 193"/>
              <a:gd name="T26" fmla="*/ 2147483647 w 170"/>
              <a:gd name="T27" fmla="*/ 2147483647 h 193"/>
              <a:gd name="T28" fmla="*/ 2147483647 w 170"/>
              <a:gd name="T29" fmla="*/ 2147483647 h 193"/>
              <a:gd name="T30" fmla="*/ 2147483647 w 170"/>
              <a:gd name="T31" fmla="*/ 2147483647 h 193"/>
              <a:gd name="T32" fmla="*/ 2147483647 w 170"/>
              <a:gd name="T33" fmla="*/ 2147483647 h 193"/>
              <a:gd name="T34" fmla="*/ 2147483647 w 170"/>
              <a:gd name="T35" fmla="*/ 2147483647 h 193"/>
              <a:gd name="T36" fmla="*/ 2147483647 w 170"/>
              <a:gd name="T37" fmla="*/ 2147483647 h 193"/>
              <a:gd name="T38" fmla="*/ 2147483647 w 170"/>
              <a:gd name="T39" fmla="*/ 2147483647 h 193"/>
              <a:gd name="T40" fmla="*/ 2147483647 w 170"/>
              <a:gd name="T41" fmla="*/ 2147483647 h 193"/>
              <a:gd name="T42" fmla="*/ 2147483647 w 170"/>
              <a:gd name="T43" fmla="*/ 2147483647 h 193"/>
              <a:gd name="T44" fmla="*/ 2147483647 w 170"/>
              <a:gd name="T45" fmla="*/ 2147483647 h 193"/>
              <a:gd name="T46" fmla="*/ 2147483647 w 170"/>
              <a:gd name="T47" fmla="*/ 2147483647 h 193"/>
              <a:gd name="T48" fmla="*/ 2147483647 w 170"/>
              <a:gd name="T49" fmla="*/ 2147483647 h 193"/>
              <a:gd name="T50" fmla="*/ 2147483647 w 170"/>
              <a:gd name="T51" fmla="*/ 2147483647 h 193"/>
              <a:gd name="T52" fmla="*/ 2147483647 w 170"/>
              <a:gd name="T53" fmla="*/ 2147483647 h 193"/>
              <a:gd name="T54" fmla="*/ 2147483647 w 170"/>
              <a:gd name="T55" fmla="*/ 2147483647 h 193"/>
              <a:gd name="T56" fmla="*/ 2147483647 w 170"/>
              <a:gd name="T57" fmla="*/ 2147483647 h 193"/>
              <a:gd name="T58" fmla="*/ 2147483647 w 170"/>
              <a:gd name="T59" fmla="*/ 2147483647 h 193"/>
              <a:gd name="T60" fmla="*/ 2147483647 w 170"/>
              <a:gd name="T61" fmla="*/ 2147483647 h 193"/>
              <a:gd name="T62" fmla="*/ 2147483647 w 170"/>
              <a:gd name="T63" fmla="*/ 2147483647 h 193"/>
              <a:gd name="T64" fmla="*/ 2147483647 w 170"/>
              <a:gd name="T65" fmla="*/ 2147483647 h 193"/>
              <a:gd name="T66" fmla="*/ 2147483647 w 170"/>
              <a:gd name="T67" fmla="*/ 2147483647 h 193"/>
              <a:gd name="T68" fmla="*/ 2147483647 w 170"/>
              <a:gd name="T69" fmla="*/ 2147483647 h 193"/>
              <a:gd name="T70" fmla="*/ 2147483647 w 170"/>
              <a:gd name="T71" fmla="*/ 2147483647 h 193"/>
              <a:gd name="T72" fmla="*/ 2147483647 w 170"/>
              <a:gd name="T73" fmla="*/ 2147483647 h 193"/>
              <a:gd name="T74" fmla="*/ 2147483647 w 170"/>
              <a:gd name="T75" fmla="*/ 2147483647 h 193"/>
              <a:gd name="T76" fmla="*/ 2147483647 w 170"/>
              <a:gd name="T77" fmla="*/ 2147483647 h 193"/>
              <a:gd name="T78" fmla="*/ 2147483647 w 170"/>
              <a:gd name="T79" fmla="*/ 2147483647 h 193"/>
              <a:gd name="T80" fmla="*/ 2147483647 w 170"/>
              <a:gd name="T81" fmla="*/ 2147483647 h 193"/>
              <a:gd name="T82" fmla="*/ 2147483647 w 170"/>
              <a:gd name="T83" fmla="*/ 2147483647 h 193"/>
              <a:gd name="T84" fmla="*/ 2147483647 w 170"/>
              <a:gd name="T85" fmla="*/ 2147483647 h 193"/>
              <a:gd name="T86" fmla="*/ 2147483647 w 170"/>
              <a:gd name="T87" fmla="*/ 2147483647 h 193"/>
              <a:gd name="T88" fmla="*/ 0 w 170"/>
              <a:gd name="T89" fmla="*/ 2147483647 h 193"/>
              <a:gd name="T90" fmla="*/ 2147483647 w 170"/>
              <a:gd name="T91" fmla="*/ 2147483647 h 193"/>
              <a:gd name="T92" fmla="*/ 2147483647 w 170"/>
              <a:gd name="T93" fmla="*/ 2147483647 h 193"/>
              <a:gd name="T94" fmla="*/ 2147483647 w 170"/>
              <a:gd name="T95" fmla="*/ 2147483647 h 193"/>
              <a:gd name="T96" fmla="*/ 2147483647 w 170"/>
              <a:gd name="T97" fmla="*/ 2147483647 h 193"/>
              <a:gd name="T98" fmla="*/ 2147483647 w 170"/>
              <a:gd name="T99" fmla="*/ 2147483647 h 193"/>
              <a:gd name="T100" fmla="*/ 2147483647 w 170"/>
              <a:gd name="T101" fmla="*/ 2147483647 h 193"/>
              <a:gd name="T102" fmla="*/ 2147483647 w 170"/>
              <a:gd name="T103" fmla="*/ 2147483647 h 193"/>
              <a:gd name="T104" fmla="*/ 2147483647 w 170"/>
              <a:gd name="T105" fmla="*/ 2147483647 h 193"/>
              <a:gd name="T106" fmla="*/ 2147483647 w 170"/>
              <a:gd name="T107" fmla="*/ 2147483647 h 193"/>
              <a:gd name="T108" fmla="*/ 2147483647 w 170"/>
              <a:gd name="T109" fmla="*/ 2147483647 h 193"/>
              <a:gd name="T110" fmla="*/ 2147483647 w 170"/>
              <a:gd name="T111" fmla="*/ 2147483647 h 193"/>
              <a:gd name="T112" fmla="*/ 2147483647 w 170"/>
              <a:gd name="T113" fmla="*/ 2147483647 h 193"/>
              <a:gd name="T114" fmla="*/ 2147483647 w 170"/>
              <a:gd name="T115" fmla="*/ 2147483647 h 19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70" h="193">
                <a:moveTo>
                  <a:pt x="120" y="14"/>
                </a:moveTo>
                <a:cubicBezTo>
                  <a:pt x="125" y="7"/>
                  <a:pt x="125" y="7"/>
                  <a:pt x="125" y="7"/>
                </a:cubicBezTo>
                <a:cubicBezTo>
                  <a:pt x="129" y="2"/>
                  <a:pt x="137" y="0"/>
                  <a:pt x="142" y="4"/>
                </a:cubicBezTo>
                <a:cubicBezTo>
                  <a:pt x="158" y="16"/>
                  <a:pt x="158" y="16"/>
                  <a:pt x="158" y="16"/>
                </a:cubicBezTo>
                <a:cubicBezTo>
                  <a:pt x="164" y="20"/>
                  <a:pt x="165" y="28"/>
                  <a:pt x="161" y="34"/>
                </a:cubicBezTo>
                <a:cubicBezTo>
                  <a:pt x="156" y="41"/>
                  <a:pt x="156" y="41"/>
                  <a:pt x="156" y="41"/>
                </a:cubicBezTo>
                <a:cubicBezTo>
                  <a:pt x="146" y="29"/>
                  <a:pt x="134" y="20"/>
                  <a:pt x="120" y="14"/>
                </a:cubicBezTo>
                <a:close/>
                <a:moveTo>
                  <a:pt x="14" y="41"/>
                </a:moveTo>
                <a:cubicBezTo>
                  <a:pt x="23" y="29"/>
                  <a:pt x="36" y="20"/>
                  <a:pt x="50" y="14"/>
                </a:cubicBezTo>
                <a:cubicBezTo>
                  <a:pt x="45" y="7"/>
                  <a:pt x="45" y="7"/>
                  <a:pt x="45" y="7"/>
                </a:cubicBezTo>
                <a:cubicBezTo>
                  <a:pt x="41" y="2"/>
                  <a:pt x="33" y="0"/>
                  <a:pt x="27" y="4"/>
                </a:cubicBezTo>
                <a:cubicBezTo>
                  <a:pt x="12" y="16"/>
                  <a:pt x="12" y="16"/>
                  <a:pt x="12" y="16"/>
                </a:cubicBezTo>
                <a:cubicBezTo>
                  <a:pt x="6" y="20"/>
                  <a:pt x="5" y="28"/>
                  <a:pt x="9" y="34"/>
                </a:cubicBezTo>
                <a:lnTo>
                  <a:pt x="14" y="41"/>
                </a:lnTo>
                <a:close/>
                <a:moveTo>
                  <a:pt x="146" y="98"/>
                </a:moveTo>
                <a:cubicBezTo>
                  <a:pt x="146" y="132"/>
                  <a:pt x="118" y="159"/>
                  <a:pt x="85" y="159"/>
                </a:cubicBezTo>
                <a:cubicBezTo>
                  <a:pt x="51" y="159"/>
                  <a:pt x="24" y="132"/>
                  <a:pt x="24" y="98"/>
                </a:cubicBezTo>
                <a:cubicBezTo>
                  <a:pt x="24" y="64"/>
                  <a:pt x="51" y="37"/>
                  <a:pt x="85" y="37"/>
                </a:cubicBezTo>
                <a:cubicBezTo>
                  <a:pt x="118" y="37"/>
                  <a:pt x="146" y="64"/>
                  <a:pt x="146" y="98"/>
                </a:cubicBezTo>
                <a:close/>
                <a:moveTo>
                  <a:pt x="125" y="98"/>
                </a:moveTo>
                <a:cubicBezTo>
                  <a:pt x="125" y="95"/>
                  <a:pt x="123" y="93"/>
                  <a:pt x="120" y="93"/>
                </a:cubicBezTo>
                <a:cubicBezTo>
                  <a:pt x="91" y="93"/>
                  <a:pt x="91" y="93"/>
                  <a:pt x="91" y="93"/>
                </a:cubicBezTo>
                <a:cubicBezTo>
                  <a:pt x="90" y="91"/>
                  <a:pt x="88" y="90"/>
                  <a:pt x="85" y="90"/>
                </a:cubicBezTo>
                <a:cubicBezTo>
                  <a:pt x="73" y="57"/>
                  <a:pt x="73" y="57"/>
                  <a:pt x="73" y="57"/>
                </a:cubicBezTo>
                <a:cubicBezTo>
                  <a:pt x="73" y="55"/>
                  <a:pt x="71" y="54"/>
                  <a:pt x="69" y="55"/>
                </a:cubicBezTo>
                <a:cubicBezTo>
                  <a:pt x="68" y="56"/>
                  <a:pt x="67" y="57"/>
                  <a:pt x="67" y="59"/>
                </a:cubicBezTo>
                <a:cubicBezTo>
                  <a:pt x="79" y="92"/>
                  <a:pt x="79" y="92"/>
                  <a:pt x="79" y="92"/>
                </a:cubicBezTo>
                <a:cubicBezTo>
                  <a:pt x="78" y="94"/>
                  <a:pt x="77" y="96"/>
                  <a:pt x="77" y="98"/>
                </a:cubicBezTo>
                <a:cubicBezTo>
                  <a:pt x="77" y="102"/>
                  <a:pt x="80" y="106"/>
                  <a:pt x="85" y="106"/>
                </a:cubicBezTo>
                <a:cubicBezTo>
                  <a:pt x="87" y="106"/>
                  <a:pt x="90" y="105"/>
                  <a:pt x="91" y="103"/>
                </a:cubicBezTo>
                <a:cubicBezTo>
                  <a:pt x="120" y="103"/>
                  <a:pt x="120" y="103"/>
                  <a:pt x="120" y="103"/>
                </a:cubicBezTo>
                <a:cubicBezTo>
                  <a:pt x="123" y="103"/>
                  <a:pt x="125" y="101"/>
                  <a:pt x="125" y="98"/>
                </a:cubicBezTo>
                <a:close/>
                <a:moveTo>
                  <a:pt x="143" y="168"/>
                </a:moveTo>
                <a:cubicBezTo>
                  <a:pt x="149" y="177"/>
                  <a:pt x="151" y="186"/>
                  <a:pt x="147" y="190"/>
                </a:cubicBezTo>
                <a:cubicBezTo>
                  <a:pt x="142" y="193"/>
                  <a:pt x="133" y="189"/>
                  <a:pt x="124" y="180"/>
                </a:cubicBezTo>
                <a:cubicBezTo>
                  <a:pt x="123" y="179"/>
                  <a:pt x="122" y="178"/>
                  <a:pt x="121" y="177"/>
                </a:cubicBezTo>
                <a:cubicBezTo>
                  <a:pt x="119" y="175"/>
                  <a:pt x="119" y="175"/>
                  <a:pt x="119" y="175"/>
                </a:cubicBezTo>
                <a:cubicBezTo>
                  <a:pt x="109" y="180"/>
                  <a:pt x="97" y="183"/>
                  <a:pt x="85" y="183"/>
                </a:cubicBezTo>
                <a:cubicBezTo>
                  <a:pt x="72" y="183"/>
                  <a:pt x="61" y="180"/>
                  <a:pt x="50" y="175"/>
                </a:cubicBezTo>
                <a:cubicBezTo>
                  <a:pt x="49" y="177"/>
                  <a:pt x="49" y="177"/>
                  <a:pt x="49" y="177"/>
                </a:cubicBezTo>
                <a:cubicBezTo>
                  <a:pt x="48" y="178"/>
                  <a:pt x="47" y="179"/>
                  <a:pt x="46" y="180"/>
                </a:cubicBezTo>
                <a:cubicBezTo>
                  <a:pt x="37" y="189"/>
                  <a:pt x="27" y="193"/>
                  <a:pt x="23" y="190"/>
                </a:cubicBezTo>
                <a:cubicBezTo>
                  <a:pt x="19" y="186"/>
                  <a:pt x="20" y="177"/>
                  <a:pt x="26" y="168"/>
                </a:cubicBezTo>
                <a:cubicBezTo>
                  <a:pt x="27" y="166"/>
                  <a:pt x="29" y="164"/>
                  <a:pt x="30" y="163"/>
                </a:cubicBezTo>
                <a:cubicBezTo>
                  <a:pt x="12" y="147"/>
                  <a:pt x="0" y="124"/>
                  <a:pt x="0" y="98"/>
                </a:cubicBezTo>
                <a:cubicBezTo>
                  <a:pt x="0" y="78"/>
                  <a:pt x="7" y="60"/>
                  <a:pt x="18" y="46"/>
                </a:cubicBezTo>
                <a:cubicBezTo>
                  <a:pt x="27" y="34"/>
                  <a:pt x="39" y="25"/>
                  <a:pt x="54" y="19"/>
                </a:cubicBezTo>
                <a:cubicBezTo>
                  <a:pt x="63" y="15"/>
                  <a:pt x="74" y="13"/>
                  <a:pt x="85" y="13"/>
                </a:cubicBezTo>
                <a:cubicBezTo>
                  <a:pt x="96" y="13"/>
                  <a:pt x="106" y="15"/>
                  <a:pt x="116" y="19"/>
                </a:cubicBezTo>
                <a:cubicBezTo>
                  <a:pt x="130" y="25"/>
                  <a:pt x="143" y="34"/>
                  <a:pt x="152" y="46"/>
                </a:cubicBezTo>
                <a:cubicBezTo>
                  <a:pt x="163" y="60"/>
                  <a:pt x="170" y="78"/>
                  <a:pt x="170" y="98"/>
                </a:cubicBezTo>
                <a:cubicBezTo>
                  <a:pt x="170" y="124"/>
                  <a:pt x="158" y="147"/>
                  <a:pt x="140" y="163"/>
                </a:cubicBezTo>
                <a:cubicBezTo>
                  <a:pt x="141" y="164"/>
                  <a:pt x="142" y="166"/>
                  <a:pt x="143" y="168"/>
                </a:cubicBezTo>
                <a:close/>
                <a:moveTo>
                  <a:pt x="152" y="98"/>
                </a:moveTo>
                <a:cubicBezTo>
                  <a:pt x="152" y="61"/>
                  <a:pt x="122" y="31"/>
                  <a:pt x="85" y="31"/>
                </a:cubicBezTo>
                <a:cubicBezTo>
                  <a:pt x="48" y="31"/>
                  <a:pt x="18" y="61"/>
                  <a:pt x="18" y="98"/>
                </a:cubicBezTo>
                <a:cubicBezTo>
                  <a:pt x="18" y="135"/>
                  <a:pt x="48" y="165"/>
                  <a:pt x="85" y="165"/>
                </a:cubicBezTo>
                <a:cubicBezTo>
                  <a:pt x="122" y="165"/>
                  <a:pt x="152" y="135"/>
                  <a:pt x="152" y="9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3" name="Freeform 57"/>
          <p:cNvSpPr>
            <a:spLocks noEditPoints="1"/>
          </p:cNvSpPr>
          <p:nvPr/>
        </p:nvSpPr>
        <p:spPr bwMode="auto">
          <a:xfrm>
            <a:off x="5627688" y="5548313"/>
            <a:ext cx="458787" cy="285750"/>
          </a:xfrm>
          <a:custGeom>
            <a:avLst/>
            <a:gdLst>
              <a:gd name="T0" fmla="*/ 2147483647 w 255"/>
              <a:gd name="T1" fmla="*/ 2147483647 h 163"/>
              <a:gd name="T2" fmla="*/ 2147483647 w 255"/>
              <a:gd name="T3" fmla="*/ 2147483647 h 163"/>
              <a:gd name="T4" fmla="*/ 2147483647 w 255"/>
              <a:gd name="T5" fmla="*/ 2147483647 h 163"/>
              <a:gd name="T6" fmla="*/ 2147483647 w 255"/>
              <a:gd name="T7" fmla="*/ 2147483647 h 163"/>
              <a:gd name="T8" fmla="*/ 2147483647 w 255"/>
              <a:gd name="T9" fmla="*/ 2147483647 h 163"/>
              <a:gd name="T10" fmla="*/ 2147483647 w 255"/>
              <a:gd name="T11" fmla="*/ 2147483647 h 163"/>
              <a:gd name="T12" fmla="*/ 2147483647 w 255"/>
              <a:gd name="T13" fmla="*/ 2147483647 h 163"/>
              <a:gd name="T14" fmla="*/ 2147483647 w 255"/>
              <a:gd name="T15" fmla="*/ 2147483647 h 163"/>
              <a:gd name="T16" fmla="*/ 2147483647 w 255"/>
              <a:gd name="T17" fmla="*/ 2147483647 h 163"/>
              <a:gd name="T18" fmla="*/ 2147483647 w 255"/>
              <a:gd name="T19" fmla="*/ 2147483647 h 163"/>
              <a:gd name="T20" fmla="*/ 2147483647 w 255"/>
              <a:gd name="T21" fmla="*/ 2147483647 h 163"/>
              <a:gd name="T22" fmla="*/ 2147483647 w 255"/>
              <a:gd name="T23" fmla="*/ 2147483647 h 163"/>
              <a:gd name="T24" fmla="*/ 2147483647 w 255"/>
              <a:gd name="T25" fmla="*/ 2147483647 h 163"/>
              <a:gd name="T26" fmla="*/ 2147483647 w 255"/>
              <a:gd name="T27" fmla="*/ 2147483647 h 163"/>
              <a:gd name="T28" fmla="*/ 2147483647 w 255"/>
              <a:gd name="T29" fmla="*/ 2147483647 h 163"/>
              <a:gd name="T30" fmla="*/ 2147483647 w 255"/>
              <a:gd name="T31" fmla="*/ 2147483647 h 163"/>
              <a:gd name="T32" fmla="*/ 2147483647 w 255"/>
              <a:gd name="T33" fmla="*/ 2147483647 h 163"/>
              <a:gd name="T34" fmla="*/ 2147483647 w 255"/>
              <a:gd name="T35" fmla="*/ 2147483647 h 163"/>
              <a:gd name="T36" fmla="*/ 2147483647 w 255"/>
              <a:gd name="T37" fmla="*/ 2147483647 h 163"/>
              <a:gd name="T38" fmla="*/ 2147483647 w 255"/>
              <a:gd name="T39" fmla="*/ 2147483647 h 163"/>
              <a:gd name="T40" fmla="*/ 2147483647 w 255"/>
              <a:gd name="T41" fmla="*/ 2147483647 h 163"/>
              <a:gd name="T42" fmla="*/ 2147483647 w 255"/>
              <a:gd name="T43" fmla="*/ 2147483647 h 163"/>
              <a:gd name="T44" fmla="*/ 2147483647 w 255"/>
              <a:gd name="T45" fmla="*/ 2147483647 h 163"/>
              <a:gd name="T46" fmla="*/ 2147483647 w 255"/>
              <a:gd name="T47" fmla="*/ 2147483647 h 163"/>
              <a:gd name="T48" fmla="*/ 2147483647 w 255"/>
              <a:gd name="T49" fmla="*/ 2147483647 h 163"/>
              <a:gd name="T50" fmla="*/ 2147483647 w 255"/>
              <a:gd name="T51" fmla="*/ 2147483647 h 163"/>
              <a:gd name="T52" fmla="*/ 2147483647 w 255"/>
              <a:gd name="T53" fmla="*/ 2147483647 h 163"/>
              <a:gd name="T54" fmla="*/ 2147483647 w 255"/>
              <a:gd name="T55" fmla="*/ 2147483647 h 163"/>
              <a:gd name="T56" fmla="*/ 2147483647 w 255"/>
              <a:gd name="T57" fmla="*/ 2147483647 h 163"/>
              <a:gd name="T58" fmla="*/ 2147483647 w 255"/>
              <a:gd name="T59" fmla="*/ 2147483647 h 163"/>
              <a:gd name="T60" fmla="*/ 2147483647 w 255"/>
              <a:gd name="T61" fmla="*/ 2147483647 h 163"/>
              <a:gd name="T62" fmla="*/ 2147483647 w 255"/>
              <a:gd name="T63" fmla="*/ 2147483647 h 163"/>
              <a:gd name="T64" fmla="*/ 2147483647 w 255"/>
              <a:gd name="T65" fmla="*/ 2147483647 h 163"/>
              <a:gd name="T66" fmla="*/ 2147483647 w 255"/>
              <a:gd name="T67" fmla="*/ 2147483647 h 163"/>
              <a:gd name="T68" fmla="*/ 2147483647 w 255"/>
              <a:gd name="T69" fmla="*/ 2147483647 h 163"/>
              <a:gd name="T70" fmla="*/ 2147483647 w 255"/>
              <a:gd name="T71" fmla="*/ 2147483647 h 163"/>
              <a:gd name="T72" fmla="*/ 2147483647 w 255"/>
              <a:gd name="T73" fmla="*/ 2147483647 h 163"/>
              <a:gd name="T74" fmla="*/ 2147483647 w 255"/>
              <a:gd name="T75" fmla="*/ 2147483647 h 163"/>
              <a:gd name="T76" fmla="*/ 2147483647 w 255"/>
              <a:gd name="T77" fmla="*/ 2147483647 h 163"/>
              <a:gd name="T78" fmla="*/ 2147483647 w 255"/>
              <a:gd name="T79" fmla="*/ 2147483647 h 163"/>
              <a:gd name="T80" fmla="*/ 2147483647 w 255"/>
              <a:gd name="T81" fmla="*/ 2147483647 h 163"/>
              <a:gd name="T82" fmla="*/ 2147483647 w 255"/>
              <a:gd name="T83" fmla="*/ 0 h 163"/>
              <a:gd name="T84" fmla="*/ 2147483647 w 255"/>
              <a:gd name="T85" fmla="*/ 2147483647 h 16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55" h="163">
                <a:moveTo>
                  <a:pt x="139" y="161"/>
                </a:moveTo>
                <a:cubicBezTo>
                  <a:pt x="143" y="159"/>
                  <a:pt x="145" y="153"/>
                  <a:pt x="142" y="149"/>
                </a:cubicBezTo>
                <a:cubicBezTo>
                  <a:pt x="142" y="149"/>
                  <a:pt x="138" y="141"/>
                  <a:pt x="136" y="136"/>
                </a:cubicBezTo>
                <a:cubicBezTo>
                  <a:pt x="134" y="142"/>
                  <a:pt x="131" y="144"/>
                  <a:pt x="123" y="151"/>
                </a:cubicBezTo>
                <a:cubicBezTo>
                  <a:pt x="127" y="157"/>
                  <a:pt x="127" y="157"/>
                  <a:pt x="127" y="157"/>
                </a:cubicBezTo>
                <a:cubicBezTo>
                  <a:pt x="128" y="160"/>
                  <a:pt x="134" y="163"/>
                  <a:pt x="139" y="161"/>
                </a:cubicBezTo>
                <a:close/>
                <a:moveTo>
                  <a:pt x="116" y="151"/>
                </a:moveTo>
                <a:cubicBezTo>
                  <a:pt x="128" y="140"/>
                  <a:pt x="128" y="140"/>
                  <a:pt x="128" y="140"/>
                </a:cubicBezTo>
                <a:cubicBezTo>
                  <a:pt x="132" y="137"/>
                  <a:pt x="132" y="130"/>
                  <a:pt x="128" y="127"/>
                </a:cubicBezTo>
                <a:cubicBezTo>
                  <a:pt x="125" y="124"/>
                  <a:pt x="119" y="124"/>
                  <a:pt x="116" y="127"/>
                </a:cubicBezTo>
                <a:cubicBezTo>
                  <a:pt x="104" y="137"/>
                  <a:pt x="104" y="137"/>
                  <a:pt x="104" y="137"/>
                </a:cubicBezTo>
                <a:cubicBezTo>
                  <a:pt x="100" y="140"/>
                  <a:pt x="100" y="146"/>
                  <a:pt x="103" y="150"/>
                </a:cubicBezTo>
                <a:cubicBezTo>
                  <a:pt x="106" y="153"/>
                  <a:pt x="111" y="154"/>
                  <a:pt x="116" y="151"/>
                </a:cubicBezTo>
                <a:close/>
                <a:moveTo>
                  <a:pt x="158" y="151"/>
                </a:moveTo>
                <a:cubicBezTo>
                  <a:pt x="163" y="148"/>
                  <a:pt x="164" y="143"/>
                  <a:pt x="162" y="139"/>
                </a:cubicBezTo>
                <a:cubicBezTo>
                  <a:pt x="148" y="113"/>
                  <a:pt x="148" y="113"/>
                  <a:pt x="148" y="113"/>
                </a:cubicBezTo>
                <a:cubicBezTo>
                  <a:pt x="152" y="110"/>
                  <a:pt x="152" y="110"/>
                  <a:pt x="152" y="110"/>
                </a:cubicBezTo>
                <a:cubicBezTo>
                  <a:pt x="168" y="139"/>
                  <a:pt x="168" y="139"/>
                  <a:pt x="168" y="139"/>
                </a:cubicBezTo>
                <a:cubicBezTo>
                  <a:pt x="170" y="144"/>
                  <a:pt x="175" y="145"/>
                  <a:pt x="180" y="143"/>
                </a:cubicBezTo>
                <a:cubicBezTo>
                  <a:pt x="184" y="140"/>
                  <a:pt x="186" y="135"/>
                  <a:pt x="183" y="131"/>
                </a:cubicBezTo>
                <a:cubicBezTo>
                  <a:pt x="167" y="101"/>
                  <a:pt x="167" y="101"/>
                  <a:pt x="167" y="101"/>
                </a:cubicBezTo>
                <a:cubicBezTo>
                  <a:pt x="172" y="98"/>
                  <a:pt x="172" y="98"/>
                  <a:pt x="172" y="98"/>
                </a:cubicBezTo>
                <a:cubicBezTo>
                  <a:pt x="172" y="98"/>
                  <a:pt x="182" y="119"/>
                  <a:pt x="186" y="126"/>
                </a:cubicBezTo>
                <a:cubicBezTo>
                  <a:pt x="188" y="130"/>
                  <a:pt x="194" y="132"/>
                  <a:pt x="198" y="130"/>
                </a:cubicBezTo>
                <a:cubicBezTo>
                  <a:pt x="202" y="127"/>
                  <a:pt x="204" y="122"/>
                  <a:pt x="202" y="118"/>
                </a:cubicBezTo>
                <a:cubicBezTo>
                  <a:pt x="190" y="95"/>
                  <a:pt x="192" y="100"/>
                  <a:pt x="187" y="92"/>
                </a:cubicBezTo>
                <a:cubicBezTo>
                  <a:pt x="173" y="72"/>
                  <a:pt x="152" y="58"/>
                  <a:pt x="131" y="41"/>
                </a:cubicBezTo>
                <a:cubicBezTo>
                  <a:pt x="95" y="58"/>
                  <a:pt x="95" y="58"/>
                  <a:pt x="95" y="58"/>
                </a:cubicBezTo>
                <a:cubicBezTo>
                  <a:pt x="87" y="62"/>
                  <a:pt x="79" y="58"/>
                  <a:pt x="76" y="52"/>
                </a:cubicBezTo>
                <a:cubicBezTo>
                  <a:pt x="73" y="44"/>
                  <a:pt x="76" y="36"/>
                  <a:pt x="83" y="33"/>
                </a:cubicBezTo>
                <a:cubicBezTo>
                  <a:pt x="91" y="29"/>
                  <a:pt x="91" y="29"/>
                  <a:pt x="91" y="29"/>
                </a:cubicBezTo>
                <a:cubicBezTo>
                  <a:pt x="63" y="29"/>
                  <a:pt x="63" y="29"/>
                  <a:pt x="63" y="29"/>
                </a:cubicBezTo>
                <a:cubicBezTo>
                  <a:pt x="33" y="69"/>
                  <a:pt x="33" y="69"/>
                  <a:pt x="33" y="69"/>
                </a:cubicBezTo>
                <a:cubicBezTo>
                  <a:pt x="53" y="87"/>
                  <a:pt x="53" y="87"/>
                  <a:pt x="53" y="87"/>
                </a:cubicBezTo>
                <a:cubicBezTo>
                  <a:pt x="54" y="85"/>
                  <a:pt x="55" y="84"/>
                  <a:pt x="56" y="83"/>
                </a:cubicBezTo>
                <a:cubicBezTo>
                  <a:pt x="78" y="64"/>
                  <a:pt x="78" y="64"/>
                  <a:pt x="78" y="64"/>
                </a:cubicBezTo>
                <a:cubicBezTo>
                  <a:pt x="84" y="59"/>
                  <a:pt x="93" y="59"/>
                  <a:pt x="98" y="65"/>
                </a:cubicBezTo>
                <a:cubicBezTo>
                  <a:pt x="101" y="68"/>
                  <a:pt x="102" y="72"/>
                  <a:pt x="102" y="75"/>
                </a:cubicBezTo>
                <a:cubicBezTo>
                  <a:pt x="107" y="74"/>
                  <a:pt x="112" y="76"/>
                  <a:pt x="115" y="80"/>
                </a:cubicBezTo>
                <a:cubicBezTo>
                  <a:pt x="119" y="85"/>
                  <a:pt x="120" y="91"/>
                  <a:pt x="117" y="96"/>
                </a:cubicBezTo>
                <a:cubicBezTo>
                  <a:pt x="120" y="97"/>
                  <a:pt x="123" y="98"/>
                  <a:pt x="125" y="101"/>
                </a:cubicBezTo>
                <a:cubicBezTo>
                  <a:pt x="130" y="107"/>
                  <a:pt x="130" y="115"/>
                  <a:pt x="125" y="120"/>
                </a:cubicBezTo>
                <a:cubicBezTo>
                  <a:pt x="128" y="119"/>
                  <a:pt x="132" y="121"/>
                  <a:pt x="134" y="124"/>
                </a:cubicBezTo>
                <a:cubicBezTo>
                  <a:pt x="134" y="124"/>
                  <a:pt x="143" y="141"/>
                  <a:pt x="146" y="147"/>
                </a:cubicBezTo>
                <a:cubicBezTo>
                  <a:pt x="148" y="150"/>
                  <a:pt x="154" y="153"/>
                  <a:pt x="158" y="151"/>
                </a:cubicBezTo>
                <a:close/>
                <a:moveTo>
                  <a:pt x="101" y="134"/>
                </a:moveTo>
                <a:cubicBezTo>
                  <a:pt x="120" y="117"/>
                  <a:pt x="120" y="117"/>
                  <a:pt x="120" y="117"/>
                </a:cubicBezTo>
                <a:cubicBezTo>
                  <a:pt x="124" y="114"/>
                  <a:pt x="124" y="108"/>
                  <a:pt x="121" y="104"/>
                </a:cubicBezTo>
                <a:cubicBezTo>
                  <a:pt x="118" y="101"/>
                  <a:pt x="112" y="100"/>
                  <a:pt x="109" y="103"/>
                </a:cubicBezTo>
                <a:cubicBezTo>
                  <a:pt x="108" y="104"/>
                  <a:pt x="89" y="121"/>
                  <a:pt x="88" y="121"/>
                </a:cubicBezTo>
                <a:cubicBezTo>
                  <a:pt x="85" y="124"/>
                  <a:pt x="85" y="129"/>
                  <a:pt x="88" y="133"/>
                </a:cubicBezTo>
                <a:cubicBezTo>
                  <a:pt x="91" y="136"/>
                  <a:pt x="97" y="137"/>
                  <a:pt x="101" y="134"/>
                </a:cubicBezTo>
                <a:close/>
                <a:moveTo>
                  <a:pt x="84" y="119"/>
                </a:moveTo>
                <a:cubicBezTo>
                  <a:pt x="110" y="96"/>
                  <a:pt x="110" y="96"/>
                  <a:pt x="110" y="96"/>
                </a:cubicBezTo>
                <a:cubicBezTo>
                  <a:pt x="114" y="93"/>
                  <a:pt x="115" y="87"/>
                  <a:pt x="111" y="83"/>
                </a:cubicBezTo>
                <a:cubicBezTo>
                  <a:pt x="108" y="79"/>
                  <a:pt x="102" y="79"/>
                  <a:pt x="99" y="82"/>
                </a:cubicBezTo>
                <a:cubicBezTo>
                  <a:pt x="74" y="103"/>
                  <a:pt x="74" y="103"/>
                  <a:pt x="74" y="103"/>
                </a:cubicBezTo>
                <a:cubicBezTo>
                  <a:pt x="69" y="107"/>
                  <a:pt x="68" y="114"/>
                  <a:pt x="71" y="118"/>
                </a:cubicBezTo>
                <a:cubicBezTo>
                  <a:pt x="74" y="121"/>
                  <a:pt x="80" y="122"/>
                  <a:pt x="84" y="119"/>
                </a:cubicBezTo>
                <a:close/>
                <a:moveTo>
                  <a:pt x="59" y="99"/>
                </a:moveTo>
                <a:cubicBezTo>
                  <a:pt x="56" y="95"/>
                  <a:pt x="56" y="90"/>
                  <a:pt x="60" y="86"/>
                </a:cubicBezTo>
                <a:cubicBezTo>
                  <a:pt x="82" y="67"/>
                  <a:pt x="82" y="67"/>
                  <a:pt x="82" y="67"/>
                </a:cubicBezTo>
                <a:cubicBezTo>
                  <a:pt x="85" y="64"/>
                  <a:pt x="91" y="65"/>
                  <a:pt x="94" y="68"/>
                </a:cubicBezTo>
                <a:cubicBezTo>
                  <a:pt x="97" y="72"/>
                  <a:pt x="97" y="78"/>
                  <a:pt x="93" y="81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68" y="103"/>
                  <a:pt x="62" y="103"/>
                  <a:pt x="59" y="99"/>
                </a:cubicBezTo>
                <a:close/>
                <a:moveTo>
                  <a:pt x="132" y="35"/>
                </a:moveTo>
                <a:cubicBezTo>
                  <a:pt x="93" y="54"/>
                  <a:pt x="93" y="54"/>
                  <a:pt x="93" y="54"/>
                </a:cubicBezTo>
                <a:cubicBezTo>
                  <a:pt x="88" y="56"/>
                  <a:pt x="83" y="54"/>
                  <a:pt x="81" y="49"/>
                </a:cubicBezTo>
                <a:cubicBezTo>
                  <a:pt x="79" y="45"/>
                  <a:pt x="81" y="39"/>
                  <a:pt x="85" y="37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30" y="17"/>
                  <a:pt x="136" y="16"/>
                  <a:pt x="143" y="16"/>
                </a:cubicBezTo>
                <a:cubicBezTo>
                  <a:pt x="156" y="16"/>
                  <a:pt x="185" y="23"/>
                  <a:pt x="198" y="27"/>
                </a:cubicBezTo>
                <a:cubicBezTo>
                  <a:pt x="221" y="66"/>
                  <a:pt x="221" y="66"/>
                  <a:pt x="221" y="66"/>
                </a:cubicBezTo>
                <a:cubicBezTo>
                  <a:pt x="207" y="75"/>
                  <a:pt x="207" y="75"/>
                  <a:pt x="207" y="75"/>
                </a:cubicBezTo>
                <a:cubicBezTo>
                  <a:pt x="204" y="78"/>
                  <a:pt x="202" y="87"/>
                  <a:pt x="195" y="91"/>
                </a:cubicBezTo>
                <a:cubicBezTo>
                  <a:pt x="180" y="72"/>
                  <a:pt x="155" y="52"/>
                  <a:pt x="132" y="35"/>
                </a:cubicBezTo>
                <a:close/>
                <a:moveTo>
                  <a:pt x="201" y="19"/>
                </a:moveTo>
                <a:cubicBezTo>
                  <a:pt x="226" y="4"/>
                  <a:pt x="226" y="4"/>
                  <a:pt x="226" y="4"/>
                </a:cubicBezTo>
                <a:cubicBezTo>
                  <a:pt x="255" y="53"/>
                  <a:pt x="255" y="53"/>
                  <a:pt x="255" y="53"/>
                </a:cubicBezTo>
                <a:cubicBezTo>
                  <a:pt x="230" y="67"/>
                  <a:pt x="230" y="67"/>
                  <a:pt x="230" y="67"/>
                </a:cubicBezTo>
                <a:lnTo>
                  <a:pt x="201" y="19"/>
                </a:lnTo>
                <a:close/>
                <a:moveTo>
                  <a:pt x="0" y="50"/>
                </a:moveTo>
                <a:cubicBezTo>
                  <a:pt x="34" y="0"/>
                  <a:pt x="34" y="0"/>
                  <a:pt x="34" y="0"/>
                </a:cubicBezTo>
                <a:cubicBezTo>
                  <a:pt x="60" y="20"/>
                  <a:pt x="60" y="20"/>
                  <a:pt x="60" y="20"/>
                </a:cubicBezTo>
                <a:cubicBezTo>
                  <a:pt x="26" y="67"/>
                  <a:pt x="26" y="67"/>
                  <a:pt x="26" y="67"/>
                </a:cubicBezTo>
                <a:lnTo>
                  <a:pt x="0" y="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4" name="Freeform 61"/>
          <p:cNvSpPr>
            <a:spLocks noEditPoints="1"/>
          </p:cNvSpPr>
          <p:nvPr/>
        </p:nvSpPr>
        <p:spPr bwMode="auto">
          <a:xfrm>
            <a:off x="6645275" y="5567363"/>
            <a:ext cx="463550" cy="285750"/>
          </a:xfrm>
          <a:custGeom>
            <a:avLst/>
            <a:gdLst>
              <a:gd name="T0" fmla="*/ 2147483647 w 258"/>
              <a:gd name="T1" fmla="*/ 2147483647 h 164"/>
              <a:gd name="T2" fmla="*/ 2147483647 w 258"/>
              <a:gd name="T3" fmla="*/ 2147483647 h 164"/>
              <a:gd name="T4" fmla="*/ 2147483647 w 258"/>
              <a:gd name="T5" fmla="*/ 2147483647 h 164"/>
              <a:gd name="T6" fmla="*/ 2147483647 w 258"/>
              <a:gd name="T7" fmla="*/ 2147483647 h 164"/>
              <a:gd name="T8" fmla="*/ 2147483647 w 258"/>
              <a:gd name="T9" fmla="*/ 2147483647 h 164"/>
              <a:gd name="T10" fmla="*/ 2147483647 w 258"/>
              <a:gd name="T11" fmla="*/ 2147483647 h 164"/>
              <a:gd name="T12" fmla="*/ 2147483647 w 258"/>
              <a:gd name="T13" fmla="*/ 2147483647 h 164"/>
              <a:gd name="T14" fmla="*/ 2147483647 w 258"/>
              <a:gd name="T15" fmla="*/ 2147483647 h 164"/>
              <a:gd name="T16" fmla="*/ 2147483647 w 258"/>
              <a:gd name="T17" fmla="*/ 2147483647 h 164"/>
              <a:gd name="T18" fmla="*/ 2147483647 w 258"/>
              <a:gd name="T19" fmla="*/ 2147483647 h 164"/>
              <a:gd name="T20" fmla="*/ 2147483647 w 258"/>
              <a:gd name="T21" fmla="*/ 2147483647 h 164"/>
              <a:gd name="T22" fmla="*/ 2147483647 w 258"/>
              <a:gd name="T23" fmla="*/ 2147483647 h 164"/>
              <a:gd name="T24" fmla="*/ 2147483647 w 258"/>
              <a:gd name="T25" fmla="*/ 2147483647 h 164"/>
              <a:gd name="T26" fmla="*/ 2147483647 w 258"/>
              <a:gd name="T27" fmla="*/ 2147483647 h 164"/>
              <a:gd name="T28" fmla="*/ 2147483647 w 258"/>
              <a:gd name="T29" fmla="*/ 2147483647 h 164"/>
              <a:gd name="T30" fmla="*/ 2147483647 w 258"/>
              <a:gd name="T31" fmla="*/ 2147483647 h 164"/>
              <a:gd name="T32" fmla="*/ 2147483647 w 258"/>
              <a:gd name="T33" fmla="*/ 2147483647 h 164"/>
              <a:gd name="T34" fmla="*/ 2147483647 w 258"/>
              <a:gd name="T35" fmla="*/ 2147483647 h 164"/>
              <a:gd name="T36" fmla="*/ 2147483647 w 258"/>
              <a:gd name="T37" fmla="*/ 2147483647 h 164"/>
              <a:gd name="T38" fmla="*/ 2147483647 w 258"/>
              <a:gd name="T39" fmla="*/ 2147483647 h 164"/>
              <a:gd name="T40" fmla="*/ 2147483647 w 258"/>
              <a:gd name="T41" fmla="*/ 2147483647 h 164"/>
              <a:gd name="T42" fmla="*/ 2147483647 w 258"/>
              <a:gd name="T43" fmla="*/ 2147483647 h 164"/>
              <a:gd name="T44" fmla="*/ 2147483647 w 258"/>
              <a:gd name="T45" fmla="*/ 2147483647 h 164"/>
              <a:gd name="T46" fmla="*/ 2147483647 w 258"/>
              <a:gd name="T47" fmla="*/ 2147483647 h 164"/>
              <a:gd name="T48" fmla="*/ 2147483647 w 258"/>
              <a:gd name="T49" fmla="*/ 2147483647 h 164"/>
              <a:gd name="T50" fmla="*/ 2147483647 w 258"/>
              <a:gd name="T51" fmla="*/ 2147483647 h 164"/>
              <a:gd name="T52" fmla="*/ 2147483647 w 258"/>
              <a:gd name="T53" fmla="*/ 2147483647 h 164"/>
              <a:gd name="T54" fmla="*/ 2147483647 w 258"/>
              <a:gd name="T55" fmla="*/ 2147483647 h 164"/>
              <a:gd name="T56" fmla="*/ 2147483647 w 258"/>
              <a:gd name="T57" fmla="*/ 2147483647 h 164"/>
              <a:gd name="T58" fmla="*/ 2147483647 w 258"/>
              <a:gd name="T59" fmla="*/ 2147483647 h 164"/>
              <a:gd name="T60" fmla="*/ 2147483647 w 258"/>
              <a:gd name="T61" fmla="*/ 2147483647 h 164"/>
              <a:gd name="T62" fmla="*/ 2147483647 w 258"/>
              <a:gd name="T63" fmla="*/ 2147483647 h 164"/>
              <a:gd name="T64" fmla="*/ 2147483647 w 258"/>
              <a:gd name="T65" fmla="*/ 2147483647 h 164"/>
              <a:gd name="T66" fmla="*/ 2147483647 w 258"/>
              <a:gd name="T67" fmla="*/ 2147483647 h 164"/>
              <a:gd name="T68" fmla="*/ 2147483647 w 258"/>
              <a:gd name="T69" fmla="*/ 2147483647 h 164"/>
              <a:gd name="T70" fmla="*/ 2147483647 w 258"/>
              <a:gd name="T71" fmla="*/ 2147483647 h 164"/>
              <a:gd name="T72" fmla="*/ 2147483647 w 258"/>
              <a:gd name="T73" fmla="*/ 2147483647 h 164"/>
              <a:gd name="T74" fmla="*/ 2147483647 w 258"/>
              <a:gd name="T75" fmla="*/ 2147483647 h 164"/>
              <a:gd name="T76" fmla="*/ 0 w 258"/>
              <a:gd name="T77" fmla="*/ 2147483647 h 164"/>
              <a:gd name="T78" fmla="*/ 2147483647 w 258"/>
              <a:gd name="T79" fmla="*/ 2147483647 h 164"/>
              <a:gd name="T80" fmla="*/ 0 w 258"/>
              <a:gd name="T81" fmla="*/ 2147483647 h 164"/>
              <a:gd name="T82" fmla="*/ 2147483647 w 258"/>
              <a:gd name="T83" fmla="*/ 2147483647 h 164"/>
              <a:gd name="T84" fmla="*/ 2147483647 w 258"/>
              <a:gd name="T85" fmla="*/ 2147483647 h 164"/>
              <a:gd name="T86" fmla="*/ 2147483647 w 258"/>
              <a:gd name="T87" fmla="*/ 2147483647 h 16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58" h="164">
                <a:moveTo>
                  <a:pt x="223" y="3"/>
                </a:moveTo>
                <a:cubicBezTo>
                  <a:pt x="195" y="20"/>
                  <a:pt x="195" y="20"/>
                  <a:pt x="195" y="20"/>
                </a:cubicBezTo>
                <a:cubicBezTo>
                  <a:pt x="197" y="23"/>
                  <a:pt x="197" y="23"/>
                  <a:pt x="197" y="23"/>
                </a:cubicBezTo>
                <a:cubicBezTo>
                  <a:pt x="184" y="19"/>
                  <a:pt x="157" y="12"/>
                  <a:pt x="143" y="12"/>
                </a:cubicBezTo>
                <a:cubicBezTo>
                  <a:pt x="129" y="12"/>
                  <a:pt x="122" y="16"/>
                  <a:pt x="113" y="20"/>
                </a:cubicBezTo>
                <a:cubicBezTo>
                  <a:pt x="111" y="21"/>
                  <a:pt x="96" y="29"/>
                  <a:pt x="96" y="29"/>
                </a:cubicBezTo>
                <a:cubicBezTo>
                  <a:pt x="63" y="28"/>
                  <a:pt x="63" y="28"/>
                  <a:pt x="63" y="28"/>
                </a:cubicBezTo>
                <a:cubicBezTo>
                  <a:pt x="33" y="69"/>
                  <a:pt x="33" y="69"/>
                  <a:pt x="33" y="69"/>
                </a:cubicBezTo>
                <a:cubicBezTo>
                  <a:pt x="54" y="89"/>
                  <a:pt x="54" y="89"/>
                  <a:pt x="54" y="89"/>
                </a:cubicBezTo>
                <a:cubicBezTo>
                  <a:pt x="53" y="93"/>
                  <a:pt x="54" y="98"/>
                  <a:pt x="56" y="101"/>
                </a:cubicBezTo>
                <a:cubicBezTo>
                  <a:pt x="59" y="104"/>
                  <a:pt x="63" y="106"/>
                  <a:pt x="68" y="105"/>
                </a:cubicBezTo>
                <a:cubicBezTo>
                  <a:pt x="65" y="111"/>
                  <a:pt x="65" y="116"/>
                  <a:pt x="69" y="120"/>
                </a:cubicBezTo>
                <a:cubicBezTo>
                  <a:pt x="72" y="124"/>
                  <a:pt x="77" y="126"/>
                  <a:pt x="84" y="123"/>
                </a:cubicBezTo>
                <a:cubicBezTo>
                  <a:pt x="82" y="127"/>
                  <a:pt x="83" y="131"/>
                  <a:pt x="86" y="135"/>
                </a:cubicBezTo>
                <a:cubicBezTo>
                  <a:pt x="89" y="138"/>
                  <a:pt x="93" y="140"/>
                  <a:pt x="98" y="139"/>
                </a:cubicBezTo>
                <a:cubicBezTo>
                  <a:pt x="99" y="139"/>
                  <a:pt x="99" y="139"/>
                  <a:pt x="99" y="139"/>
                </a:cubicBezTo>
                <a:cubicBezTo>
                  <a:pt x="97" y="144"/>
                  <a:pt x="98" y="148"/>
                  <a:pt x="100" y="152"/>
                </a:cubicBezTo>
                <a:cubicBezTo>
                  <a:pt x="105" y="157"/>
                  <a:pt x="113" y="158"/>
                  <a:pt x="118" y="153"/>
                </a:cubicBezTo>
                <a:cubicBezTo>
                  <a:pt x="122" y="149"/>
                  <a:pt x="122" y="149"/>
                  <a:pt x="122" y="149"/>
                </a:cubicBezTo>
                <a:cubicBezTo>
                  <a:pt x="127" y="157"/>
                  <a:pt x="127" y="157"/>
                  <a:pt x="127" y="157"/>
                </a:cubicBezTo>
                <a:cubicBezTo>
                  <a:pt x="129" y="162"/>
                  <a:pt x="134" y="164"/>
                  <a:pt x="139" y="161"/>
                </a:cubicBezTo>
                <a:cubicBezTo>
                  <a:pt x="143" y="159"/>
                  <a:pt x="145" y="153"/>
                  <a:pt x="142" y="149"/>
                </a:cubicBezTo>
                <a:cubicBezTo>
                  <a:pt x="139" y="143"/>
                  <a:pt x="134" y="134"/>
                  <a:pt x="134" y="134"/>
                </a:cubicBezTo>
                <a:cubicBezTo>
                  <a:pt x="134" y="129"/>
                  <a:pt x="133" y="127"/>
                  <a:pt x="130" y="125"/>
                </a:cubicBezTo>
                <a:cubicBezTo>
                  <a:pt x="134" y="122"/>
                  <a:pt x="134" y="122"/>
                  <a:pt x="134" y="122"/>
                </a:cubicBezTo>
                <a:cubicBezTo>
                  <a:pt x="134" y="122"/>
                  <a:pt x="143" y="141"/>
                  <a:pt x="146" y="147"/>
                </a:cubicBezTo>
                <a:cubicBezTo>
                  <a:pt x="148" y="151"/>
                  <a:pt x="154" y="153"/>
                  <a:pt x="158" y="151"/>
                </a:cubicBezTo>
                <a:cubicBezTo>
                  <a:pt x="163" y="148"/>
                  <a:pt x="164" y="143"/>
                  <a:pt x="162" y="139"/>
                </a:cubicBezTo>
                <a:cubicBezTo>
                  <a:pt x="148" y="113"/>
                  <a:pt x="148" y="113"/>
                  <a:pt x="148" y="113"/>
                </a:cubicBezTo>
                <a:cubicBezTo>
                  <a:pt x="152" y="110"/>
                  <a:pt x="152" y="110"/>
                  <a:pt x="152" y="110"/>
                </a:cubicBezTo>
                <a:cubicBezTo>
                  <a:pt x="168" y="139"/>
                  <a:pt x="168" y="139"/>
                  <a:pt x="168" y="139"/>
                </a:cubicBezTo>
                <a:cubicBezTo>
                  <a:pt x="170" y="144"/>
                  <a:pt x="175" y="145"/>
                  <a:pt x="180" y="143"/>
                </a:cubicBezTo>
                <a:cubicBezTo>
                  <a:pt x="184" y="140"/>
                  <a:pt x="186" y="135"/>
                  <a:pt x="183" y="131"/>
                </a:cubicBezTo>
                <a:cubicBezTo>
                  <a:pt x="167" y="101"/>
                  <a:pt x="167" y="101"/>
                  <a:pt x="167" y="101"/>
                </a:cubicBezTo>
                <a:cubicBezTo>
                  <a:pt x="172" y="98"/>
                  <a:pt x="172" y="98"/>
                  <a:pt x="172" y="98"/>
                </a:cubicBezTo>
                <a:cubicBezTo>
                  <a:pt x="172" y="98"/>
                  <a:pt x="182" y="119"/>
                  <a:pt x="186" y="126"/>
                </a:cubicBezTo>
                <a:cubicBezTo>
                  <a:pt x="188" y="130"/>
                  <a:pt x="193" y="132"/>
                  <a:pt x="198" y="130"/>
                </a:cubicBezTo>
                <a:cubicBezTo>
                  <a:pt x="202" y="127"/>
                  <a:pt x="204" y="122"/>
                  <a:pt x="202" y="118"/>
                </a:cubicBezTo>
                <a:cubicBezTo>
                  <a:pt x="191" y="98"/>
                  <a:pt x="191" y="98"/>
                  <a:pt x="191" y="98"/>
                </a:cubicBezTo>
                <a:cubicBezTo>
                  <a:pt x="199" y="93"/>
                  <a:pt x="204" y="86"/>
                  <a:pt x="209" y="77"/>
                </a:cubicBezTo>
                <a:cubicBezTo>
                  <a:pt x="224" y="69"/>
                  <a:pt x="224" y="69"/>
                  <a:pt x="224" y="69"/>
                </a:cubicBezTo>
                <a:cubicBezTo>
                  <a:pt x="228" y="75"/>
                  <a:pt x="228" y="75"/>
                  <a:pt x="228" y="75"/>
                </a:cubicBezTo>
                <a:cubicBezTo>
                  <a:pt x="258" y="60"/>
                  <a:pt x="258" y="60"/>
                  <a:pt x="258" y="60"/>
                </a:cubicBezTo>
                <a:lnTo>
                  <a:pt x="223" y="3"/>
                </a:lnTo>
                <a:close/>
                <a:moveTo>
                  <a:pt x="82" y="117"/>
                </a:moveTo>
                <a:cubicBezTo>
                  <a:pt x="79" y="119"/>
                  <a:pt x="75" y="119"/>
                  <a:pt x="73" y="116"/>
                </a:cubicBezTo>
                <a:cubicBezTo>
                  <a:pt x="71" y="114"/>
                  <a:pt x="71" y="108"/>
                  <a:pt x="76" y="106"/>
                </a:cubicBezTo>
                <a:cubicBezTo>
                  <a:pt x="76" y="105"/>
                  <a:pt x="100" y="84"/>
                  <a:pt x="100" y="84"/>
                </a:cubicBezTo>
                <a:cubicBezTo>
                  <a:pt x="103" y="82"/>
                  <a:pt x="107" y="82"/>
                  <a:pt x="109" y="85"/>
                </a:cubicBezTo>
                <a:cubicBezTo>
                  <a:pt x="112" y="88"/>
                  <a:pt x="111" y="92"/>
                  <a:pt x="109" y="94"/>
                </a:cubicBezTo>
                <a:lnTo>
                  <a:pt x="82" y="117"/>
                </a:lnTo>
                <a:close/>
                <a:moveTo>
                  <a:pt x="99" y="132"/>
                </a:moveTo>
                <a:cubicBezTo>
                  <a:pt x="97" y="134"/>
                  <a:pt x="92" y="134"/>
                  <a:pt x="90" y="131"/>
                </a:cubicBezTo>
                <a:cubicBezTo>
                  <a:pt x="88" y="129"/>
                  <a:pt x="88" y="125"/>
                  <a:pt x="90" y="123"/>
                </a:cubicBezTo>
                <a:cubicBezTo>
                  <a:pt x="91" y="122"/>
                  <a:pt x="110" y="106"/>
                  <a:pt x="110" y="105"/>
                </a:cubicBezTo>
                <a:cubicBezTo>
                  <a:pt x="113" y="103"/>
                  <a:pt x="117" y="103"/>
                  <a:pt x="119" y="106"/>
                </a:cubicBezTo>
                <a:cubicBezTo>
                  <a:pt x="122" y="109"/>
                  <a:pt x="121" y="113"/>
                  <a:pt x="119" y="115"/>
                </a:cubicBezTo>
                <a:lnTo>
                  <a:pt x="99" y="132"/>
                </a:lnTo>
                <a:close/>
                <a:moveTo>
                  <a:pt x="126" y="138"/>
                </a:moveTo>
                <a:cubicBezTo>
                  <a:pt x="114" y="149"/>
                  <a:pt x="114" y="149"/>
                  <a:pt x="114" y="149"/>
                </a:cubicBezTo>
                <a:cubicBezTo>
                  <a:pt x="111" y="151"/>
                  <a:pt x="107" y="151"/>
                  <a:pt x="105" y="148"/>
                </a:cubicBezTo>
                <a:cubicBezTo>
                  <a:pt x="103" y="145"/>
                  <a:pt x="103" y="141"/>
                  <a:pt x="105" y="139"/>
                </a:cubicBezTo>
                <a:cubicBezTo>
                  <a:pt x="118" y="129"/>
                  <a:pt x="118" y="129"/>
                  <a:pt x="118" y="129"/>
                </a:cubicBezTo>
                <a:cubicBezTo>
                  <a:pt x="120" y="127"/>
                  <a:pt x="124" y="126"/>
                  <a:pt x="126" y="129"/>
                </a:cubicBezTo>
                <a:cubicBezTo>
                  <a:pt x="129" y="131"/>
                  <a:pt x="129" y="135"/>
                  <a:pt x="126" y="138"/>
                </a:cubicBezTo>
                <a:moveTo>
                  <a:pt x="206" y="73"/>
                </a:moveTo>
                <a:cubicBezTo>
                  <a:pt x="205" y="73"/>
                  <a:pt x="205" y="74"/>
                  <a:pt x="205" y="74"/>
                </a:cubicBezTo>
                <a:cubicBezTo>
                  <a:pt x="201" y="81"/>
                  <a:pt x="194" y="89"/>
                  <a:pt x="188" y="92"/>
                </a:cubicBezTo>
                <a:cubicBezTo>
                  <a:pt x="164" y="59"/>
                  <a:pt x="150" y="48"/>
                  <a:pt x="133" y="32"/>
                </a:cubicBezTo>
                <a:cubicBezTo>
                  <a:pt x="92" y="51"/>
                  <a:pt x="92" y="51"/>
                  <a:pt x="92" y="51"/>
                </a:cubicBezTo>
                <a:cubicBezTo>
                  <a:pt x="88" y="53"/>
                  <a:pt x="85" y="51"/>
                  <a:pt x="83" y="48"/>
                </a:cubicBezTo>
                <a:cubicBezTo>
                  <a:pt x="82" y="45"/>
                  <a:pt x="83" y="41"/>
                  <a:pt x="86" y="4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31" y="19"/>
                  <a:pt x="136" y="18"/>
                  <a:pt x="143" y="18"/>
                </a:cubicBezTo>
                <a:cubicBezTo>
                  <a:pt x="156" y="18"/>
                  <a:pt x="188" y="27"/>
                  <a:pt x="202" y="31"/>
                </a:cubicBezTo>
                <a:cubicBezTo>
                  <a:pt x="221" y="64"/>
                  <a:pt x="221" y="64"/>
                  <a:pt x="221" y="64"/>
                </a:cubicBezTo>
                <a:lnTo>
                  <a:pt x="206" y="73"/>
                </a:lnTo>
                <a:close/>
                <a:moveTo>
                  <a:pt x="0" y="50"/>
                </a:moveTo>
                <a:cubicBezTo>
                  <a:pt x="34" y="0"/>
                  <a:pt x="34" y="0"/>
                  <a:pt x="34" y="0"/>
                </a:cubicBezTo>
                <a:cubicBezTo>
                  <a:pt x="60" y="20"/>
                  <a:pt x="60" y="20"/>
                  <a:pt x="60" y="20"/>
                </a:cubicBezTo>
                <a:cubicBezTo>
                  <a:pt x="26" y="67"/>
                  <a:pt x="26" y="67"/>
                  <a:pt x="26" y="67"/>
                </a:cubicBezTo>
                <a:lnTo>
                  <a:pt x="0" y="50"/>
                </a:lnTo>
                <a:close/>
                <a:moveTo>
                  <a:pt x="61" y="97"/>
                </a:moveTo>
                <a:cubicBezTo>
                  <a:pt x="58" y="95"/>
                  <a:pt x="59" y="91"/>
                  <a:pt x="61" y="88"/>
                </a:cubicBezTo>
                <a:cubicBezTo>
                  <a:pt x="83" y="69"/>
                  <a:pt x="83" y="69"/>
                  <a:pt x="83" y="69"/>
                </a:cubicBezTo>
                <a:cubicBezTo>
                  <a:pt x="86" y="67"/>
                  <a:pt x="90" y="67"/>
                  <a:pt x="92" y="70"/>
                </a:cubicBezTo>
                <a:cubicBezTo>
                  <a:pt x="95" y="73"/>
                  <a:pt x="94" y="77"/>
                  <a:pt x="92" y="79"/>
                </a:cubicBezTo>
                <a:cubicBezTo>
                  <a:pt x="70" y="98"/>
                  <a:pt x="70" y="98"/>
                  <a:pt x="70" y="98"/>
                </a:cubicBezTo>
                <a:cubicBezTo>
                  <a:pt x="67" y="100"/>
                  <a:pt x="63" y="100"/>
                  <a:pt x="61" y="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5" name="Freeform 65"/>
          <p:cNvSpPr>
            <a:spLocks noEditPoints="1"/>
          </p:cNvSpPr>
          <p:nvPr/>
        </p:nvSpPr>
        <p:spPr bwMode="auto">
          <a:xfrm>
            <a:off x="2676525" y="6253163"/>
            <a:ext cx="333375" cy="333375"/>
          </a:xfrm>
          <a:custGeom>
            <a:avLst/>
            <a:gdLst>
              <a:gd name="T0" fmla="*/ 2147483647 w 186"/>
              <a:gd name="T1" fmla="*/ 0 h 186"/>
              <a:gd name="T2" fmla="*/ 0 w 186"/>
              <a:gd name="T3" fmla="*/ 2147483647 h 186"/>
              <a:gd name="T4" fmla="*/ 2147483647 w 186"/>
              <a:gd name="T5" fmla="*/ 2147483647 h 186"/>
              <a:gd name="T6" fmla="*/ 2147483647 w 186"/>
              <a:gd name="T7" fmla="*/ 2147483647 h 186"/>
              <a:gd name="T8" fmla="*/ 2147483647 w 186"/>
              <a:gd name="T9" fmla="*/ 0 h 186"/>
              <a:gd name="T10" fmla="*/ 2147483647 w 186"/>
              <a:gd name="T11" fmla="*/ 2147483647 h 186"/>
              <a:gd name="T12" fmla="*/ 2147483647 w 186"/>
              <a:gd name="T13" fmla="*/ 2147483647 h 186"/>
              <a:gd name="T14" fmla="*/ 2147483647 w 186"/>
              <a:gd name="T15" fmla="*/ 2147483647 h 186"/>
              <a:gd name="T16" fmla="*/ 2147483647 w 186"/>
              <a:gd name="T17" fmla="*/ 2147483647 h 186"/>
              <a:gd name="T18" fmla="*/ 2147483647 w 186"/>
              <a:gd name="T19" fmla="*/ 2147483647 h 186"/>
              <a:gd name="T20" fmla="*/ 2147483647 w 186"/>
              <a:gd name="T21" fmla="*/ 2147483647 h 186"/>
              <a:gd name="T22" fmla="*/ 2147483647 w 186"/>
              <a:gd name="T23" fmla="*/ 2147483647 h 186"/>
              <a:gd name="T24" fmla="*/ 2147483647 w 186"/>
              <a:gd name="T25" fmla="*/ 2147483647 h 186"/>
              <a:gd name="T26" fmla="*/ 2147483647 w 186"/>
              <a:gd name="T27" fmla="*/ 2147483647 h 186"/>
              <a:gd name="T28" fmla="*/ 2147483647 w 186"/>
              <a:gd name="T29" fmla="*/ 2147483647 h 186"/>
              <a:gd name="T30" fmla="*/ 2147483647 w 186"/>
              <a:gd name="T31" fmla="*/ 2147483647 h 186"/>
              <a:gd name="T32" fmla="*/ 2147483647 w 186"/>
              <a:gd name="T33" fmla="*/ 2147483647 h 186"/>
              <a:gd name="T34" fmla="*/ 2147483647 w 186"/>
              <a:gd name="T35" fmla="*/ 2147483647 h 186"/>
              <a:gd name="T36" fmla="*/ 2147483647 w 186"/>
              <a:gd name="T37" fmla="*/ 2147483647 h 186"/>
              <a:gd name="T38" fmla="*/ 2147483647 w 186"/>
              <a:gd name="T39" fmla="*/ 2147483647 h 186"/>
              <a:gd name="T40" fmla="*/ 2147483647 w 186"/>
              <a:gd name="T41" fmla="*/ 2147483647 h 186"/>
              <a:gd name="T42" fmla="*/ 2147483647 w 186"/>
              <a:gd name="T43" fmla="*/ 2147483647 h 186"/>
              <a:gd name="T44" fmla="*/ 2147483647 w 186"/>
              <a:gd name="T45" fmla="*/ 2147483647 h 186"/>
              <a:gd name="T46" fmla="*/ 2147483647 w 186"/>
              <a:gd name="T47" fmla="*/ 2147483647 h 186"/>
              <a:gd name="T48" fmla="*/ 2147483647 w 186"/>
              <a:gd name="T49" fmla="*/ 2147483647 h 186"/>
              <a:gd name="T50" fmla="*/ 2147483647 w 186"/>
              <a:gd name="T51" fmla="*/ 2147483647 h 186"/>
              <a:gd name="T52" fmla="*/ 2147483647 w 186"/>
              <a:gd name="T53" fmla="*/ 2147483647 h 186"/>
              <a:gd name="T54" fmla="*/ 2147483647 w 186"/>
              <a:gd name="T55" fmla="*/ 2147483647 h 186"/>
              <a:gd name="T56" fmla="*/ 2147483647 w 186"/>
              <a:gd name="T57" fmla="*/ 2147483647 h 186"/>
              <a:gd name="T58" fmla="*/ 2147483647 w 186"/>
              <a:gd name="T59" fmla="*/ 2147483647 h 186"/>
              <a:gd name="T60" fmla="*/ 2147483647 w 186"/>
              <a:gd name="T61" fmla="*/ 2147483647 h 186"/>
              <a:gd name="T62" fmla="*/ 2147483647 w 186"/>
              <a:gd name="T63" fmla="*/ 2147483647 h 186"/>
              <a:gd name="T64" fmla="*/ 2147483647 w 186"/>
              <a:gd name="T65" fmla="*/ 2147483647 h 186"/>
              <a:gd name="T66" fmla="*/ 2147483647 w 186"/>
              <a:gd name="T67" fmla="*/ 2147483647 h 186"/>
              <a:gd name="T68" fmla="*/ 2147483647 w 186"/>
              <a:gd name="T69" fmla="*/ 2147483647 h 186"/>
              <a:gd name="T70" fmla="*/ 2147483647 w 186"/>
              <a:gd name="T71" fmla="*/ 2147483647 h 186"/>
              <a:gd name="T72" fmla="*/ 2147483647 w 186"/>
              <a:gd name="T73" fmla="*/ 2147483647 h 186"/>
              <a:gd name="T74" fmla="*/ 2147483647 w 186"/>
              <a:gd name="T75" fmla="*/ 2147483647 h 186"/>
              <a:gd name="T76" fmla="*/ 2147483647 w 186"/>
              <a:gd name="T77" fmla="*/ 2147483647 h 186"/>
              <a:gd name="T78" fmla="*/ 2147483647 w 186"/>
              <a:gd name="T79" fmla="*/ 2147483647 h 186"/>
              <a:gd name="T80" fmla="*/ 2147483647 w 186"/>
              <a:gd name="T81" fmla="*/ 2147483647 h 186"/>
              <a:gd name="T82" fmla="*/ 2147483647 w 186"/>
              <a:gd name="T83" fmla="*/ 2147483647 h 186"/>
              <a:gd name="T84" fmla="*/ 2147483647 w 186"/>
              <a:gd name="T85" fmla="*/ 2147483647 h 186"/>
              <a:gd name="T86" fmla="*/ 2147483647 w 186"/>
              <a:gd name="T87" fmla="*/ 2147483647 h 186"/>
              <a:gd name="T88" fmla="*/ 2147483647 w 186"/>
              <a:gd name="T89" fmla="*/ 2147483647 h 186"/>
              <a:gd name="T90" fmla="*/ 2147483647 w 186"/>
              <a:gd name="T91" fmla="*/ 2147483647 h 186"/>
              <a:gd name="T92" fmla="*/ 2147483647 w 186"/>
              <a:gd name="T93" fmla="*/ 2147483647 h 186"/>
              <a:gd name="T94" fmla="*/ 2147483647 w 186"/>
              <a:gd name="T95" fmla="*/ 2147483647 h 186"/>
              <a:gd name="T96" fmla="*/ 2147483647 w 186"/>
              <a:gd name="T97" fmla="*/ 2147483647 h 186"/>
              <a:gd name="T98" fmla="*/ 2147483647 w 186"/>
              <a:gd name="T99" fmla="*/ 2147483647 h 186"/>
              <a:gd name="T100" fmla="*/ 2147483647 w 186"/>
              <a:gd name="T101" fmla="*/ 2147483647 h 186"/>
              <a:gd name="T102" fmla="*/ 2147483647 w 186"/>
              <a:gd name="T103" fmla="*/ 2147483647 h 186"/>
              <a:gd name="T104" fmla="*/ 2147483647 w 186"/>
              <a:gd name="T105" fmla="*/ 2147483647 h 186"/>
              <a:gd name="T106" fmla="*/ 2147483647 w 186"/>
              <a:gd name="T107" fmla="*/ 2147483647 h 186"/>
              <a:gd name="T108" fmla="*/ 2147483647 w 186"/>
              <a:gd name="T109" fmla="*/ 2147483647 h 186"/>
              <a:gd name="T110" fmla="*/ 2147483647 w 186"/>
              <a:gd name="T111" fmla="*/ 2147483647 h 186"/>
              <a:gd name="T112" fmla="*/ 2147483647 w 186"/>
              <a:gd name="T113" fmla="*/ 2147483647 h 186"/>
              <a:gd name="T114" fmla="*/ 2147483647 w 186"/>
              <a:gd name="T115" fmla="*/ 2147483647 h 186"/>
              <a:gd name="T116" fmla="*/ 2147483647 w 186"/>
              <a:gd name="T117" fmla="*/ 2147483647 h 186"/>
              <a:gd name="T118" fmla="*/ 2147483647 w 186"/>
              <a:gd name="T119" fmla="*/ 2147483647 h 186"/>
              <a:gd name="T120" fmla="*/ 2147483647 w 186"/>
              <a:gd name="T121" fmla="*/ 2147483647 h 186"/>
              <a:gd name="T122" fmla="*/ 2147483647 w 186"/>
              <a:gd name="T123" fmla="*/ 2147483647 h 18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86" h="186">
                <a:moveTo>
                  <a:pt x="93" y="0"/>
                </a:moveTo>
                <a:cubicBezTo>
                  <a:pt x="42" y="0"/>
                  <a:pt x="0" y="42"/>
                  <a:pt x="0" y="93"/>
                </a:cubicBezTo>
                <a:cubicBezTo>
                  <a:pt x="0" y="144"/>
                  <a:pt x="42" y="186"/>
                  <a:pt x="93" y="186"/>
                </a:cubicBezTo>
                <a:cubicBezTo>
                  <a:pt x="144" y="186"/>
                  <a:pt x="186" y="144"/>
                  <a:pt x="186" y="93"/>
                </a:cubicBezTo>
                <a:cubicBezTo>
                  <a:pt x="186" y="42"/>
                  <a:pt x="144" y="0"/>
                  <a:pt x="93" y="0"/>
                </a:cubicBezTo>
                <a:close/>
                <a:moveTo>
                  <a:pt x="93" y="170"/>
                </a:moveTo>
                <a:cubicBezTo>
                  <a:pt x="50" y="170"/>
                  <a:pt x="15" y="136"/>
                  <a:pt x="15" y="93"/>
                </a:cubicBezTo>
                <a:cubicBezTo>
                  <a:pt x="15" y="50"/>
                  <a:pt x="50" y="15"/>
                  <a:pt x="93" y="15"/>
                </a:cubicBezTo>
                <a:cubicBezTo>
                  <a:pt x="136" y="15"/>
                  <a:pt x="170" y="50"/>
                  <a:pt x="170" y="93"/>
                </a:cubicBezTo>
                <a:cubicBezTo>
                  <a:pt x="170" y="136"/>
                  <a:pt x="136" y="170"/>
                  <a:pt x="93" y="170"/>
                </a:cubicBezTo>
                <a:close/>
                <a:moveTo>
                  <a:pt x="128" y="90"/>
                </a:moveTo>
                <a:cubicBezTo>
                  <a:pt x="131" y="86"/>
                  <a:pt x="133" y="81"/>
                  <a:pt x="133" y="75"/>
                </a:cubicBezTo>
                <a:cubicBezTo>
                  <a:pt x="133" y="61"/>
                  <a:pt x="122" y="50"/>
                  <a:pt x="110" y="50"/>
                </a:cubicBezTo>
                <a:cubicBezTo>
                  <a:pt x="106" y="50"/>
                  <a:pt x="106" y="50"/>
                  <a:pt x="106" y="50"/>
                </a:cubicBezTo>
                <a:cubicBezTo>
                  <a:pt x="106" y="31"/>
                  <a:pt x="106" y="31"/>
                  <a:pt x="106" y="31"/>
                </a:cubicBezTo>
                <a:cubicBezTo>
                  <a:pt x="106" y="30"/>
                  <a:pt x="105" y="29"/>
                  <a:pt x="104" y="29"/>
                </a:cubicBezTo>
                <a:cubicBezTo>
                  <a:pt x="97" y="29"/>
                  <a:pt x="97" y="29"/>
                  <a:pt x="97" y="29"/>
                </a:cubicBezTo>
                <a:cubicBezTo>
                  <a:pt x="96" y="29"/>
                  <a:pt x="95" y="30"/>
                  <a:pt x="95" y="31"/>
                </a:cubicBezTo>
                <a:cubicBezTo>
                  <a:pt x="95" y="50"/>
                  <a:pt x="95" y="50"/>
                  <a:pt x="95" y="50"/>
                </a:cubicBezTo>
                <a:cubicBezTo>
                  <a:pt x="85" y="50"/>
                  <a:pt x="85" y="50"/>
                  <a:pt x="85" y="50"/>
                </a:cubicBezTo>
                <a:cubicBezTo>
                  <a:pt x="85" y="31"/>
                  <a:pt x="85" y="31"/>
                  <a:pt x="85" y="31"/>
                </a:cubicBezTo>
                <a:cubicBezTo>
                  <a:pt x="85" y="30"/>
                  <a:pt x="84" y="29"/>
                  <a:pt x="83" y="29"/>
                </a:cubicBezTo>
                <a:cubicBezTo>
                  <a:pt x="76" y="29"/>
                  <a:pt x="76" y="29"/>
                  <a:pt x="76" y="29"/>
                </a:cubicBezTo>
                <a:cubicBezTo>
                  <a:pt x="75" y="29"/>
                  <a:pt x="74" y="30"/>
                  <a:pt x="74" y="31"/>
                </a:cubicBezTo>
                <a:cubicBezTo>
                  <a:pt x="74" y="50"/>
                  <a:pt x="74" y="50"/>
                  <a:pt x="74" y="50"/>
                </a:cubicBezTo>
                <a:cubicBezTo>
                  <a:pt x="52" y="50"/>
                  <a:pt x="52" y="50"/>
                  <a:pt x="52" y="50"/>
                </a:cubicBezTo>
                <a:cubicBezTo>
                  <a:pt x="51" y="50"/>
                  <a:pt x="50" y="51"/>
                  <a:pt x="50" y="52"/>
                </a:cubicBezTo>
                <a:cubicBezTo>
                  <a:pt x="50" y="59"/>
                  <a:pt x="50" y="59"/>
                  <a:pt x="50" y="59"/>
                </a:cubicBezTo>
                <a:cubicBezTo>
                  <a:pt x="50" y="60"/>
                  <a:pt x="51" y="61"/>
                  <a:pt x="52" y="61"/>
                </a:cubicBezTo>
                <a:cubicBezTo>
                  <a:pt x="60" y="62"/>
                  <a:pt x="64" y="67"/>
                  <a:pt x="64" y="73"/>
                </a:cubicBezTo>
                <a:cubicBezTo>
                  <a:pt x="64" y="114"/>
                  <a:pt x="64" y="114"/>
                  <a:pt x="64" y="114"/>
                </a:cubicBezTo>
                <a:cubicBezTo>
                  <a:pt x="64" y="120"/>
                  <a:pt x="61" y="124"/>
                  <a:pt x="55" y="125"/>
                </a:cubicBezTo>
                <a:cubicBezTo>
                  <a:pt x="54" y="125"/>
                  <a:pt x="53" y="125"/>
                  <a:pt x="53" y="126"/>
                </a:cubicBezTo>
                <a:cubicBezTo>
                  <a:pt x="51" y="133"/>
                  <a:pt x="51" y="133"/>
                  <a:pt x="51" y="133"/>
                </a:cubicBezTo>
                <a:cubicBezTo>
                  <a:pt x="51" y="134"/>
                  <a:pt x="52" y="135"/>
                  <a:pt x="53" y="135"/>
                </a:cubicBezTo>
                <a:cubicBezTo>
                  <a:pt x="74" y="135"/>
                  <a:pt x="74" y="135"/>
                  <a:pt x="74" y="135"/>
                </a:cubicBezTo>
                <a:cubicBezTo>
                  <a:pt x="74" y="154"/>
                  <a:pt x="74" y="154"/>
                  <a:pt x="74" y="154"/>
                </a:cubicBezTo>
                <a:cubicBezTo>
                  <a:pt x="74" y="156"/>
                  <a:pt x="75" y="156"/>
                  <a:pt x="76" y="156"/>
                </a:cubicBezTo>
                <a:cubicBezTo>
                  <a:pt x="83" y="156"/>
                  <a:pt x="83" y="156"/>
                  <a:pt x="83" y="156"/>
                </a:cubicBezTo>
                <a:cubicBezTo>
                  <a:pt x="84" y="156"/>
                  <a:pt x="85" y="156"/>
                  <a:pt x="85" y="154"/>
                </a:cubicBezTo>
                <a:cubicBezTo>
                  <a:pt x="85" y="135"/>
                  <a:pt x="85" y="135"/>
                  <a:pt x="85" y="135"/>
                </a:cubicBezTo>
                <a:cubicBezTo>
                  <a:pt x="95" y="135"/>
                  <a:pt x="95" y="135"/>
                  <a:pt x="95" y="135"/>
                </a:cubicBezTo>
                <a:cubicBezTo>
                  <a:pt x="95" y="154"/>
                  <a:pt x="95" y="154"/>
                  <a:pt x="95" y="154"/>
                </a:cubicBezTo>
                <a:cubicBezTo>
                  <a:pt x="95" y="156"/>
                  <a:pt x="96" y="156"/>
                  <a:pt x="97" y="15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105" y="156"/>
                  <a:pt x="106" y="156"/>
                  <a:pt x="106" y="154"/>
                </a:cubicBezTo>
                <a:cubicBezTo>
                  <a:pt x="106" y="135"/>
                  <a:pt x="106" y="135"/>
                  <a:pt x="106" y="135"/>
                </a:cubicBezTo>
                <a:cubicBezTo>
                  <a:pt x="115" y="135"/>
                  <a:pt x="115" y="135"/>
                  <a:pt x="115" y="135"/>
                </a:cubicBezTo>
                <a:cubicBezTo>
                  <a:pt x="128" y="135"/>
                  <a:pt x="138" y="124"/>
                  <a:pt x="138" y="111"/>
                </a:cubicBezTo>
                <a:cubicBezTo>
                  <a:pt x="138" y="102"/>
                  <a:pt x="134" y="95"/>
                  <a:pt x="128" y="90"/>
                </a:cubicBezTo>
                <a:close/>
                <a:moveTo>
                  <a:pt x="85" y="66"/>
                </a:moveTo>
                <a:cubicBezTo>
                  <a:pt x="101" y="66"/>
                  <a:pt x="101" y="66"/>
                  <a:pt x="101" y="66"/>
                </a:cubicBezTo>
                <a:cubicBezTo>
                  <a:pt x="107" y="66"/>
                  <a:pt x="112" y="71"/>
                  <a:pt x="112" y="77"/>
                </a:cubicBezTo>
                <a:cubicBezTo>
                  <a:pt x="112" y="83"/>
                  <a:pt x="107" y="88"/>
                  <a:pt x="101" y="88"/>
                </a:cubicBezTo>
                <a:cubicBezTo>
                  <a:pt x="85" y="88"/>
                  <a:pt x="85" y="88"/>
                  <a:pt x="85" y="88"/>
                </a:cubicBezTo>
                <a:lnTo>
                  <a:pt x="85" y="66"/>
                </a:lnTo>
                <a:close/>
                <a:moveTo>
                  <a:pt x="106" y="120"/>
                </a:moveTo>
                <a:cubicBezTo>
                  <a:pt x="85" y="120"/>
                  <a:pt x="85" y="120"/>
                  <a:pt x="85" y="120"/>
                </a:cubicBezTo>
                <a:cubicBezTo>
                  <a:pt x="85" y="98"/>
                  <a:pt x="85" y="98"/>
                  <a:pt x="85" y="98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12" y="98"/>
                  <a:pt x="117" y="103"/>
                  <a:pt x="117" y="109"/>
                </a:cubicBezTo>
                <a:cubicBezTo>
                  <a:pt x="117" y="115"/>
                  <a:pt x="112" y="120"/>
                  <a:pt x="106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6" name="Freeform 69"/>
          <p:cNvSpPr>
            <a:spLocks noEditPoints="1"/>
          </p:cNvSpPr>
          <p:nvPr/>
        </p:nvSpPr>
        <p:spPr bwMode="auto">
          <a:xfrm>
            <a:off x="3630613" y="6102350"/>
            <a:ext cx="339725" cy="557213"/>
          </a:xfrm>
          <a:custGeom>
            <a:avLst/>
            <a:gdLst>
              <a:gd name="T0" fmla="*/ 2147483647 w 137"/>
              <a:gd name="T1" fmla="*/ 2147483647 h 232"/>
              <a:gd name="T2" fmla="*/ 2147483647 w 137"/>
              <a:gd name="T3" fmla="*/ 2147483647 h 232"/>
              <a:gd name="T4" fmla="*/ 2147483647 w 137"/>
              <a:gd name="T5" fmla="*/ 2147483647 h 232"/>
              <a:gd name="T6" fmla="*/ 0 w 137"/>
              <a:gd name="T7" fmla="*/ 2147483647 h 232"/>
              <a:gd name="T8" fmla="*/ 2147483647 w 137"/>
              <a:gd name="T9" fmla="*/ 2147483647 h 232"/>
              <a:gd name="T10" fmla="*/ 2147483647 w 137"/>
              <a:gd name="T11" fmla="*/ 2147483647 h 232"/>
              <a:gd name="T12" fmla="*/ 2147483647 w 137"/>
              <a:gd name="T13" fmla="*/ 2147483647 h 232"/>
              <a:gd name="T14" fmla="*/ 2147483647 w 137"/>
              <a:gd name="T15" fmla="*/ 2147483647 h 232"/>
              <a:gd name="T16" fmla="*/ 2147483647 w 137"/>
              <a:gd name="T17" fmla="*/ 2147483647 h 232"/>
              <a:gd name="T18" fmla="*/ 2147483647 w 137"/>
              <a:gd name="T19" fmla="*/ 2147483647 h 232"/>
              <a:gd name="T20" fmla="*/ 2147483647 w 137"/>
              <a:gd name="T21" fmla="*/ 2147483647 h 232"/>
              <a:gd name="T22" fmla="*/ 2147483647 w 137"/>
              <a:gd name="T23" fmla="*/ 2147483647 h 232"/>
              <a:gd name="T24" fmla="*/ 2147483647 w 137"/>
              <a:gd name="T25" fmla="*/ 2147483647 h 232"/>
              <a:gd name="T26" fmla="*/ 2147483647 w 137"/>
              <a:gd name="T27" fmla="*/ 2147483647 h 232"/>
              <a:gd name="T28" fmla="*/ 2147483647 w 137"/>
              <a:gd name="T29" fmla="*/ 2147483647 h 232"/>
              <a:gd name="T30" fmla="*/ 2147483647 w 137"/>
              <a:gd name="T31" fmla="*/ 2147483647 h 232"/>
              <a:gd name="T32" fmla="*/ 2147483647 w 137"/>
              <a:gd name="T33" fmla="*/ 0 h 232"/>
              <a:gd name="T34" fmla="*/ 2147483647 w 137"/>
              <a:gd name="T35" fmla="*/ 2147483647 h 232"/>
              <a:gd name="T36" fmla="*/ 2147483647 w 137"/>
              <a:gd name="T37" fmla="*/ 2147483647 h 232"/>
              <a:gd name="T38" fmla="*/ 2147483647 w 137"/>
              <a:gd name="T39" fmla="*/ 2147483647 h 232"/>
              <a:gd name="T40" fmla="*/ 2147483647 w 137"/>
              <a:gd name="T41" fmla="*/ 2147483647 h 232"/>
              <a:gd name="T42" fmla="*/ 2147483647 w 137"/>
              <a:gd name="T43" fmla="*/ 2147483647 h 232"/>
              <a:gd name="T44" fmla="*/ 2147483647 w 137"/>
              <a:gd name="T45" fmla="*/ 2147483647 h 232"/>
              <a:gd name="T46" fmla="*/ 2147483647 w 137"/>
              <a:gd name="T47" fmla="*/ 2147483647 h 232"/>
              <a:gd name="T48" fmla="*/ 2147483647 w 137"/>
              <a:gd name="T49" fmla="*/ 2147483647 h 232"/>
              <a:gd name="T50" fmla="*/ 2147483647 w 137"/>
              <a:gd name="T51" fmla="*/ 2147483647 h 232"/>
              <a:gd name="T52" fmla="*/ 2147483647 w 137"/>
              <a:gd name="T53" fmla="*/ 2147483647 h 232"/>
              <a:gd name="T54" fmla="*/ 2147483647 w 137"/>
              <a:gd name="T55" fmla="*/ 2147483647 h 232"/>
              <a:gd name="T56" fmla="*/ 2147483647 w 137"/>
              <a:gd name="T57" fmla="*/ 2147483647 h 232"/>
              <a:gd name="T58" fmla="*/ 2147483647 w 137"/>
              <a:gd name="T59" fmla="*/ 2147483647 h 232"/>
              <a:gd name="T60" fmla="*/ 2147483647 w 137"/>
              <a:gd name="T61" fmla="*/ 2147483647 h 232"/>
              <a:gd name="T62" fmla="*/ 2147483647 w 137"/>
              <a:gd name="T63" fmla="*/ 2147483647 h 232"/>
              <a:gd name="T64" fmla="*/ 2147483647 w 137"/>
              <a:gd name="T65" fmla="*/ 2147483647 h 232"/>
              <a:gd name="T66" fmla="*/ 2147483647 w 137"/>
              <a:gd name="T67" fmla="*/ 2147483647 h 232"/>
              <a:gd name="T68" fmla="*/ 2147483647 w 137"/>
              <a:gd name="T69" fmla="*/ 2147483647 h 232"/>
              <a:gd name="T70" fmla="*/ 2147483647 w 137"/>
              <a:gd name="T71" fmla="*/ 2147483647 h 232"/>
              <a:gd name="T72" fmla="*/ 2147483647 w 137"/>
              <a:gd name="T73" fmla="*/ 2147483647 h 232"/>
              <a:gd name="T74" fmla="*/ 2147483647 w 137"/>
              <a:gd name="T75" fmla="*/ 2147483647 h 232"/>
              <a:gd name="T76" fmla="*/ 2147483647 w 137"/>
              <a:gd name="T77" fmla="*/ 2147483647 h 232"/>
              <a:gd name="T78" fmla="*/ 2147483647 w 137"/>
              <a:gd name="T79" fmla="*/ 2147483647 h 232"/>
              <a:gd name="T80" fmla="*/ 2147483647 w 137"/>
              <a:gd name="T81" fmla="*/ 2147483647 h 2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37" h="232">
                <a:moveTo>
                  <a:pt x="122" y="130"/>
                </a:moveTo>
                <a:cubicBezTo>
                  <a:pt x="14" y="130"/>
                  <a:pt x="14" y="130"/>
                  <a:pt x="14" y="130"/>
                </a:cubicBezTo>
                <a:cubicBezTo>
                  <a:pt x="8" y="130"/>
                  <a:pt x="2" y="125"/>
                  <a:pt x="2" y="11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5"/>
                  <a:pt x="3" y="92"/>
                  <a:pt x="6" y="92"/>
                </a:cubicBezTo>
                <a:cubicBezTo>
                  <a:pt x="130" y="92"/>
                  <a:pt x="130" y="92"/>
                  <a:pt x="130" y="92"/>
                </a:cubicBezTo>
                <a:cubicBezTo>
                  <a:pt x="134" y="92"/>
                  <a:pt x="137" y="95"/>
                  <a:pt x="136" y="98"/>
                </a:cubicBezTo>
                <a:cubicBezTo>
                  <a:pt x="135" y="118"/>
                  <a:pt x="135" y="118"/>
                  <a:pt x="135" y="118"/>
                </a:cubicBezTo>
                <a:cubicBezTo>
                  <a:pt x="134" y="125"/>
                  <a:pt x="129" y="130"/>
                  <a:pt x="122" y="130"/>
                </a:cubicBezTo>
                <a:close/>
                <a:moveTo>
                  <a:pt x="121" y="136"/>
                </a:moveTo>
                <a:cubicBezTo>
                  <a:pt x="15" y="136"/>
                  <a:pt x="15" y="136"/>
                  <a:pt x="15" y="136"/>
                </a:cubicBezTo>
                <a:cubicBezTo>
                  <a:pt x="28" y="232"/>
                  <a:pt x="28" y="232"/>
                  <a:pt x="28" y="232"/>
                </a:cubicBezTo>
                <a:cubicBezTo>
                  <a:pt x="108" y="232"/>
                  <a:pt x="108" y="232"/>
                  <a:pt x="108" y="232"/>
                </a:cubicBezTo>
                <a:lnTo>
                  <a:pt x="121" y="136"/>
                </a:lnTo>
                <a:close/>
                <a:moveTo>
                  <a:pt x="69" y="44"/>
                </a:moveTo>
                <a:cubicBezTo>
                  <a:pt x="81" y="44"/>
                  <a:pt x="90" y="34"/>
                  <a:pt x="90" y="22"/>
                </a:cubicBezTo>
                <a:cubicBezTo>
                  <a:pt x="90" y="10"/>
                  <a:pt x="81" y="0"/>
                  <a:pt x="69" y="0"/>
                </a:cubicBezTo>
                <a:cubicBezTo>
                  <a:pt x="57" y="0"/>
                  <a:pt x="47" y="10"/>
                  <a:pt x="47" y="22"/>
                </a:cubicBezTo>
                <a:cubicBezTo>
                  <a:pt x="47" y="34"/>
                  <a:pt x="57" y="44"/>
                  <a:pt x="69" y="44"/>
                </a:cubicBezTo>
                <a:close/>
                <a:moveTo>
                  <a:pt x="118" y="85"/>
                </a:moveTo>
                <a:cubicBezTo>
                  <a:pt x="113" y="64"/>
                  <a:pt x="113" y="64"/>
                  <a:pt x="113" y="64"/>
                </a:cubicBezTo>
                <a:cubicBezTo>
                  <a:pt x="112" y="59"/>
                  <a:pt x="108" y="55"/>
                  <a:pt x="102" y="54"/>
                </a:cubicBezTo>
                <a:cubicBezTo>
                  <a:pt x="83" y="51"/>
                  <a:pt x="83" y="51"/>
                  <a:pt x="83" y="51"/>
                </a:cubicBezTo>
                <a:cubicBezTo>
                  <a:pt x="73" y="73"/>
                  <a:pt x="73" y="73"/>
                  <a:pt x="73" y="73"/>
                </a:cubicBezTo>
                <a:cubicBezTo>
                  <a:pt x="72" y="62"/>
                  <a:pt x="72" y="62"/>
                  <a:pt x="72" y="62"/>
                </a:cubicBezTo>
                <a:cubicBezTo>
                  <a:pt x="72" y="62"/>
                  <a:pt x="72" y="61"/>
                  <a:pt x="72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5" y="62"/>
                  <a:pt x="65" y="62"/>
                </a:cubicBezTo>
                <a:cubicBezTo>
                  <a:pt x="64" y="73"/>
                  <a:pt x="64" y="73"/>
                  <a:pt x="64" y="73"/>
                </a:cubicBezTo>
                <a:cubicBezTo>
                  <a:pt x="55" y="51"/>
                  <a:pt x="55" y="51"/>
                  <a:pt x="55" y="51"/>
                </a:cubicBezTo>
                <a:cubicBezTo>
                  <a:pt x="35" y="54"/>
                  <a:pt x="35" y="54"/>
                  <a:pt x="35" y="54"/>
                </a:cubicBezTo>
                <a:cubicBezTo>
                  <a:pt x="30" y="55"/>
                  <a:pt x="26" y="59"/>
                  <a:pt x="24" y="64"/>
                </a:cubicBezTo>
                <a:cubicBezTo>
                  <a:pt x="20" y="85"/>
                  <a:pt x="20" y="85"/>
                  <a:pt x="20" y="85"/>
                </a:cubicBezTo>
                <a:lnTo>
                  <a:pt x="118" y="85"/>
                </a:lnTo>
                <a:close/>
                <a:moveTo>
                  <a:pt x="62" y="52"/>
                </a:moveTo>
                <a:cubicBezTo>
                  <a:pt x="62" y="54"/>
                  <a:pt x="64" y="56"/>
                  <a:pt x="65" y="57"/>
                </a:cubicBezTo>
                <a:cubicBezTo>
                  <a:pt x="66" y="58"/>
                  <a:pt x="67" y="58"/>
                  <a:pt x="69" y="58"/>
                </a:cubicBezTo>
                <a:cubicBezTo>
                  <a:pt x="70" y="58"/>
                  <a:pt x="72" y="58"/>
                  <a:pt x="73" y="57"/>
                </a:cubicBezTo>
                <a:cubicBezTo>
                  <a:pt x="74" y="56"/>
                  <a:pt x="75" y="54"/>
                  <a:pt x="75" y="52"/>
                </a:cubicBezTo>
                <a:cubicBezTo>
                  <a:pt x="75" y="50"/>
                  <a:pt x="71" y="49"/>
                  <a:pt x="69" y="49"/>
                </a:cubicBezTo>
                <a:cubicBezTo>
                  <a:pt x="66" y="49"/>
                  <a:pt x="62" y="50"/>
                  <a:pt x="62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7" name="AutoShape 71"/>
          <p:cNvSpPr>
            <a:spLocks noChangeAspect="1" noChangeArrowheads="1" noTextEdit="1"/>
          </p:cNvSpPr>
          <p:nvPr/>
        </p:nvSpPr>
        <p:spPr bwMode="auto">
          <a:xfrm>
            <a:off x="4703763" y="6183313"/>
            <a:ext cx="4333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8" name="Freeform 73"/>
          <p:cNvSpPr>
            <a:spLocks noEditPoints="1"/>
          </p:cNvSpPr>
          <p:nvPr/>
        </p:nvSpPr>
        <p:spPr bwMode="auto">
          <a:xfrm>
            <a:off x="4703763" y="6181725"/>
            <a:ext cx="433387" cy="479425"/>
          </a:xfrm>
          <a:custGeom>
            <a:avLst/>
            <a:gdLst>
              <a:gd name="T0" fmla="*/ 2147483647 w 243"/>
              <a:gd name="T1" fmla="*/ 2147483647 h 269"/>
              <a:gd name="T2" fmla="*/ 2147483647 w 243"/>
              <a:gd name="T3" fmla="*/ 2147483647 h 269"/>
              <a:gd name="T4" fmla="*/ 2147483647 w 243"/>
              <a:gd name="T5" fmla="*/ 2147483647 h 269"/>
              <a:gd name="T6" fmla="*/ 2147483647 w 243"/>
              <a:gd name="T7" fmla="*/ 2147483647 h 269"/>
              <a:gd name="T8" fmla="*/ 2147483647 w 243"/>
              <a:gd name="T9" fmla="*/ 2147483647 h 269"/>
              <a:gd name="T10" fmla="*/ 2147483647 w 243"/>
              <a:gd name="T11" fmla="*/ 2147483647 h 269"/>
              <a:gd name="T12" fmla="*/ 2147483647 w 243"/>
              <a:gd name="T13" fmla="*/ 2147483647 h 269"/>
              <a:gd name="T14" fmla="*/ 2147483647 w 243"/>
              <a:gd name="T15" fmla="*/ 2147483647 h 269"/>
              <a:gd name="T16" fmla="*/ 2147483647 w 243"/>
              <a:gd name="T17" fmla="*/ 2147483647 h 269"/>
              <a:gd name="T18" fmla="*/ 2147483647 w 243"/>
              <a:gd name="T19" fmla="*/ 2147483647 h 269"/>
              <a:gd name="T20" fmla="*/ 2147483647 w 243"/>
              <a:gd name="T21" fmla="*/ 2147483647 h 269"/>
              <a:gd name="T22" fmla="*/ 2147483647 w 243"/>
              <a:gd name="T23" fmla="*/ 2147483647 h 269"/>
              <a:gd name="T24" fmla="*/ 2147483647 w 243"/>
              <a:gd name="T25" fmla="*/ 2147483647 h 269"/>
              <a:gd name="T26" fmla="*/ 2147483647 w 243"/>
              <a:gd name="T27" fmla="*/ 2147483647 h 269"/>
              <a:gd name="T28" fmla="*/ 2147483647 w 243"/>
              <a:gd name="T29" fmla="*/ 2147483647 h 269"/>
              <a:gd name="T30" fmla="*/ 2147483647 w 243"/>
              <a:gd name="T31" fmla="*/ 2147483647 h 269"/>
              <a:gd name="T32" fmla="*/ 2147483647 w 243"/>
              <a:gd name="T33" fmla="*/ 0 h 269"/>
              <a:gd name="T34" fmla="*/ 2147483647 w 243"/>
              <a:gd name="T35" fmla="*/ 2147483647 h 269"/>
              <a:gd name="T36" fmla="*/ 2147483647 w 243"/>
              <a:gd name="T37" fmla="*/ 2147483647 h 269"/>
              <a:gd name="T38" fmla="*/ 2147483647 w 243"/>
              <a:gd name="T39" fmla="*/ 2147483647 h 269"/>
              <a:gd name="T40" fmla="*/ 2147483647 w 243"/>
              <a:gd name="T41" fmla="*/ 2147483647 h 269"/>
              <a:gd name="T42" fmla="*/ 2147483647 w 243"/>
              <a:gd name="T43" fmla="*/ 2147483647 h 269"/>
              <a:gd name="T44" fmla="*/ 2147483647 w 243"/>
              <a:gd name="T45" fmla="*/ 2147483647 h 269"/>
              <a:gd name="T46" fmla="*/ 2147483647 w 243"/>
              <a:gd name="T47" fmla="*/ 2147483647 h 269"/>
              <a:gd name="T48" fmla="*/ 2147483647 w 243"/>
              <a:gd name="T49" fmla="*/ 2147483647 h 269"/>
              <a:gd name="T50" fmla="*/ 2147483647 w 243"/>
              <a:gd name="T51" fmla="*/ 2147483647 h 269"/>
              <a:gd name="T52" fmla="*/ 2147483647 w 243"/>
              <a:gd name="T53" fmla="*/ 2147483647 h 269"/>
              <a:gd name="T54" fmla="*/ 2147483647 w 243"/>
              <a:gd name="T55" fmla="*/ 2147483647 h 269"/>
              <a:gd name="T56" fmla="*/ 2147483647 w 243"/>
              <a:gd name="T57" fmla="*/ 2147483647 h 269"/>
              <a:gd name="T58" fmla="*/ 2147483647 w 243"/>
              <a:gd name="T59" fmla="*/ 2147483647 h 269"/>
              <a:gd name="T60" fmla="*/ 2147483647 w 243"/>
              <a:gd name="T61" fmla="*/ 2147483647 h 269"/>
              <a:gd name="T62" fmla="*/ 2147483647 w 243"/>
              <a:gd name="T63" fmla="*/ 2147483647 h 269"/>
              <a:gd name="T64" fmla="*/ 2147483647 w 243"/>
              <a:gd name="T65" fmla="*/ 2147483647 h 269"/>
              <a:gd name="T66" fmla="*/ 2147483647 w 243"/>
              <a:gd name="T67" fmla="*/ 2147483647 h 269"/>
              <a:gd name="T68" fmla="*/ 2147483647 w 243"/>
              <a:gd name="T69" fmla="*/ 2147483647 h 269"/>
              <a:gd name="T70" fmla="*/ 2147483647 w 243"/>
              <a:gd name="T71" fmla="*/ 2147483647 h 269"/>
              <a:gd name="T72" fmla="*/ 2147483647 w 243"/>
              <a:gd name="T73" fmla="*/ 2147483647 h 269"/>
              <a:gd name="T74" fmla="*/ 2147483647 w 243"/>
              <a:gd name="T75" fmla="*/ 2147483647 h 269"/>
              <a:gd name="T76" fmla="*/ 2147483647 w 243"/>
              <a:gd name="T77" fmla="*/ 2147483647 h 269"/>
              <a:gd name="T78" fmla="*/ 2147483647 w 243"/>
              <a:gd name="T79" fmla="*/ 2147483647 h 269"/>
              <a:gd name="T80" fmla="*/ 2147483647 w 243"/>
              <a:gd name="T81" fmla="*/ 2147483647 h 269"/>
              <a:gd name="T82" fmla="*/ 2147483647 w 243"/>
              <a:gd name="T83" fmla="*/ 2147483647 h 269"/>
              <a:gd name="T84" fmla="*/ 2147483647 w 243"/>
              <a:gd name="T85" fmla="*/ 2147483647 h 269"/>
              <a:gd name="T86" fmla="*/ 2147483647 w 243"/>
              <a:gd name="T87" fmla="*/ 2147483647 h 269"/>
              <a:gd name="T88" fmla="*/ 2147483647 w 243"/>
              <a:gd name="T89" fmla="*/ 2147483647 h 269"/>
              <a:gd name="T90" fmla="*/ 2147483647 w 243"/>
              <a:gd name="T91" fmla="*/ 2147483647 h 269"/>
              <a:gd name="T92" fmla="*/ 2147483647 w 243"/>
              <a:gd name="T93" fmla="*/ 2147483647 h 269"/>
              <a:gd name="T94" fmla="*/ 2147483647 w 243"/>
              <a:gd name="T95" fmla="*/ 2147483647 h 269"/>
              <a:gd name="T96" fmla="*/ 2147483647 w 243"/>
              <a:gd name="T97" fmla="*/ 2147483647 h 269"/>
              <a:gd name="T98" fmla="*/ 2147483647 w 243"/>
              <a:gd name="T99" fmla="*/ 2147483647 h 269"/>
              <a:gd name="T100" fmla="*/ 2147483647 w 243"/>
              <a:gd name="T101" fmla="*/ 2147483647 h 269"/>
              <a:gd name="T102" fmla="*/ 2147483647 w 243"/>
              <a:gd name="T103" fmla="*/ 2147483647 h 269"/>
              <a:gd name="T104" fmla="*/ 2147483647 w 243"/>
              <a:gd name="T105" fmla="*/ 2147483647 h 269"/>
              <a:gd name="T106" fmla="*/ 2147483647 w 243"/>
              <a:gd name="T107" fmla="*/ 2147483647 h 269"/>
              <a:gd name="T108" fmla="*/ 2147483647 w 243"/>
              <a:gd name="T109" fmla="*/ 2147483647 h 26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43" h="269">
                <a:moveTo>
                  <a:pt x="153" y="252"/>
                </a:moveTo>
                <a:cubicBezTo>
                  <a:pt x="152" y="254"/>
                  <a:pt x="150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43" y="256"/>
                  <a:pt x="140" y="258"/>
                  <a:pt x="138" y="261"/>
                </a:cubicBezTo>
                <a:cubicBezTo>
                  <a:pt x="138" y="262"/>
                  <a:pt x="138" y="262"/>
                  <a:pt x="138" y="262"/>
                </a:cubicBezTo>
                <a:cubicBezTo>
                  <a:pt x="136" y="266"/>
                  <a:pt x="131" y="269"/>
                  <a:pt x="126" y="269"/>
                </a:cubicBezTo>
                <a:cubicBezTo>
                  <a:pt x="117" y="269"/>
                  <a:pt x="117" y="269"/>
                  <a:pt x="117" y="269"/>
                </a:cubicBezTo>
                <a:cubicBezTo>
                  <a:pt x="112" y="269"/>
                  <a:pt x="107" y="266"/>
                  <a:pt x="105" y="262"/>
                </a:cubicBezTo>
                <a:cubicBezTo>
                  <a:pt x="105" y="261"/>
                  <a:pt x="105" y="261"/>
                  <a:pt x="105" y="261"/>
                </a:cubicBezTo>
                <a:cubicBezTo>
                  <a:pt x="103" y="258"/>
                  <a:pt x="100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93" y="256"/>
                  <a:pt x="91" y="254"/>
                  <a:pt x="90" y="252"/>
                </a:cubicBezTo>
                <a:cubicBezTo>
                  <a:pt x="89" y="247"/>
                  <a:pt x="92" y="243"/>
                  <a:pt x="96" y="243"/>
                </a:cubicBezTo>
                <a:cubicBezTo>
                  <a:pt x="147" y="243"/>
                  <a:pt x="147" y="243"/>
                  <a:pt x="147" y="243"/>
                </a:cubicBezTo>
                <a:cubicBezTo>
                  <a:pt x="151" y="243"/>
                  <a:pt x="155" y="247"/>
                  <a:pt x="153" y="25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147" y="227"/>
                </a:moveTo>
                <a:cubicBezTo>
                  <a:pt x="96" y="227"/>
                  <a:pt x="96" y="227"/>
                  <a:pt x="96" y="227"/>
                </a:cubicBezTo>
                <a:cubicBezTo>
                  <a:pt x="92" y="227"/>
                  <a:pt x="90" y="230"/>
                  <a:pt x="90" y="234"/>
                </a:cubicBezTo>
                <a:cubicBezTo>
                  <a:pt x="90" y="237"/>
                  <a:pt x="92" y="240"/>
                  <a:pt x="96" y="240"/>
                </a:cubicBezTo>
                <a:cubicBezTo>
                  <a:pt x="147" y="240"/>
                  <a:pt x="147" y="240"/>
                  <a:pt x="147" y="240"/>
                </a:cubicBezTo>
                <a:cubicBezTo>
                  <a:pt x="151" y="240"/>
                  <a:pt x="154" y="237"/>
                  <a:pt x="154" y="234"/>
                </a:cubicBezTo>
                <a:cubicBezTo>
                  <a:pt x="154" y="230"/>
                  <a:pt x="151" y="227"/>
                  <a:pt x="147" y="227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47" y="108"/>
                </a:moveTo>
                <a:cubicBezTo>
                  <a:pt x="145" y="102"/>
                  <a:pt x="138" y="94"/>
                  <a:pt x="127" y="93"/>
                </a:cubicBezTo>
                <a:cubicBezTo>
                  <a:pt x="127" y="85"/>
                  <a:pt x="127" y="85"/>
                  <a:pt x="127" y="85"/>
                </a:cubicBezTo>
                <a:cubicBezTo>
                  <a:pt x="127" y="82"/>
                  <a:pt x="124" y="80"/>
                  <a:pt x="122" y="80"/>
                </a:cubicBezTo>
                <a:cubicBezTo>
                  <a:pt x="119" y="80"/>
                  <a:pt x="117" y="82"/>
                  <a:pt x="117" y="85"/>
                </a:cubicBezTo>
                <a:cubicBezTo>
                  <a:pt x="117" y="93"/>
                  <a:pt x="117" y="93"/>
                  <a:pt x="117" y="93"/>
                </a:cubicBezTo>
                <a:cubicBezTo>
                  <a:pt x="107" y="95"/>
                  <a:pt x="100" y="103"/>
                  <a:pt x="99" y="112"/>
                </a:cubicBezTo>
                <a:cubicBezTo>
                  <a:pt x="98" y="121"/>
                  <a:pt x="103" y="133"/>
                  <a:pt x="121" y="137"/>
                </a:cubicBezTo>
                <a:cubicBezTo>
                  <a:pt x="130" y="139"/>
                  <a:pt x="136" y="144"/>
                  <a:pt x="135" y="151"/>
                </a:cubicBezTo>
                <a:cubicBezTo>
                  <a:pt x="135" y="157"/>
                  <a:pt x="130" y="162"/>
                  <a:pt x="122" y="162"/>
                </a:cubicBezTo>
                <a:cubicBezTo>
                  <a:pt x="112" y="162"/>
                  <a:pt x="107" y="157"/>
                  <a:pt x="105" y="153"/>
                </a:cubicBezTo>
                <a:cubicBezTo>
                  <a:pt x="105" y="150"/>
                  <a:pt x="102" y="149"/>
                  <a:pt x="99" y="150"/>
                </a:cubicBezTo>
                <a:cubicBezTo>
                  <a:pt x="97" y="151"/>
                  <a:pt x="95" y="153"/>
                  <a:pt x="96" y="156"/>
                </a:cubicBezTo>
                <a:cubicBezTo>
                  <a:pt x="98" y="162"/>
                  <a:pt x="105" y="170"/>
                  <a:pt x="117" y="171"/>
                </a:cubicBezTo>
                <a:cubicBezTo>
                  <a:pt x="117" y="179"/>
                  <a:pt x="117" y="179"/>
                  <a:pt x="117" y="179"/>
                </a:cubicBezTo>
                <a:cubicBezTo>
                  <a:pt x="117" y="182"/>
                  <a:pt x="119" y="184"/>
                  <a:pt x="122" y="184"/>
                </a:cubicBezTo>
                <a:cubicBezTo>
                  <a:pt x="124" y="184"/>
                  <a:pt x="127" y="182"/>
                  <a:pt x="127" y="179"/>
                </a:cubicBezTo>
                <a:cubicBezTo>
                  <a:pt x="127" y="171"/>
                  <a:pt x="127" y="171"/>
                  <a:pt x="127" y="171"/>
                </a:cubicBezTo>
                <a:cubicBezTo>
                  <a:pt x="136" y="169"/>
                  <a:pt x="144" y="162"/>
                  <a:pt x="145" y="152"/>
                </a:cubicBezTo>
                <a:cubicBezTo>
                  <a:pt x="146" y="143"/>
                  <a:pt x="141" y="131"/>
                  <a:pt x="123" y="127"/>
                </a:cubicBezTo>
                <a:cubicBezTo>
                  <a:pt x="113" y="125"/>
                  <a:pt x="107" y="120"/>
                  <a:pt x="108" y="113"/>
                </a:cubicBezTo>
                <a:cubicBezTo>
                  <a:pt x="109" y="108"/>
                  <a:pt x="113" y="102"/>
                  <a:pt x="122" y="102"/>
                </a:cubicBezTo>
                <a:cubicBezTo>
                  <a:pt x="131" y="102"/>
                  <a:pt x="137" y="107"/>
                  <a:pt x="138" y="112"/>
                </a:cubicBezTo>
                <a:cubicBezTo>
                  <a:pt x="139" y="114"/>
                  <a:pt x="142" y="115"/>
                  <a:pt x="144" y="115"/>
                </a:cubicBezTo>
                <a:cubicBezTo>
                  <a:pt x="147" y="114"/>
                  <a:pt x="148" y="111"/>
                  <a:pt x="147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9" name="Freeform 77"/>
          <p:cNvSpPr>
            <a:spLocks noEditPoints="1"/>
          </p:cNvSpPr>
          <p:nvPr/>
        </p:nvSpPr>
        <p:spPr bwMode="auto">
          <a:xfrm>
            <a:off x="6711950" y="6215063"/>
            <a:ext cx="482600" cy="444500"/>
          </a:xfrm>
          <a:custGeom>
            <a:avLst/>
            <a:gdLst>
              <a:gd name="T0" fmla="*/ 2147483647 w 270"/>
              <a:gd name="T1" fmla="*/ 2147483647 h 249"/>
              <a:gd name="T2" fmla="*/ 2147483647 w 270"/>
              <a:gd name="T3" fmla="*/ 2147483647 h 249"/>
              <a:gd name="T4" fmla="*/ 2147483647 w 270"/>
              <a:gd name="T5" fmla="*/ 2147483647 h 249"/>
              <a:gd name="T6" fmla="*/ 2147483647 w 270"/>
              <a:gd name="T7" fmla="*/ 2147483647 h 249"/>
              <a:gd name="T8" fmla="*/ 2147483647 w 270"/>
              <a:gd name="T9" fmla="*/ 0 h 249"/>
              <a:gd name="T10" fmla="*/ 2147483647 w 270"/>
              <a:gd name="T11" fmla="*/ 2147483647 h 249"/>
              <a:gd name="T12" fmla="*/ 2147483647 w 270"/>
              <a:gd name="T13" fmla="*/ 2147483647 h 249"/>
              <a:gd name="T14" fmla="*/ 2147483647 w 270"/>
              <a:gd name="T15" fmla="*/ 2147483647 h 249"/>
              <a:gd name="T16" fmla="*/ 0 w 270"/>
              <a:gd name="T17" fmla="*/ 2147483647 h 249"/>
              <a:gd name="T18" fmla="*/ 2147483647 w 270"/>
              <a:gd name="T19" fmla="*/ 2147483647 h 249"/>
              <a:gd name="T20" fmla="*/ 2147483647 w 270"/>
              <a:gd name="T21" fmla="*/ 2147483647 h 249"/>
              <a:gd name="T22" fmla="*/ 2147483647 w 270"/>
              <a:gd name="T23" fmla="*/ 2147483647 h 249"/>
              <a:gd name="T24" fmla="*/ 2147483647 w 270"/>
              <a:gd name="T25" fmla="*/ 2147483647 h 249"/>
              <a:gd name="T26" fmla="*/ 2147483647 w 270"/>
              <a:gd name="T27" fmla="*/ 2147483647 h 249"/>
              <a:gd name="T28" fmla="*/ 2147483647 w 270"/>
              <a:gd name="T29" fmla="*/ 2147483647 h 249"/>
              <a:gd name="T30" fmla="*/ 2147483647 w 270"/>
              <a:gd name="T31" fmla="*/ 2147483647 h 249"/>
              <a:gd name="T32" fmla="*/ 2147483647 w 270"/>
              <a:gd name="T33" fmla="*/ 2147483647 h 249"/>
              <a:gd name="T34" fmla="*/ 2147483647 w 270"/>
              <a:gd name="T35" fmla="*/ 2147483647 h 249"/>
              <a:gd name="T36" fmla="*/ 2147483647 w 270"/>
              <a:gd name="T37" fmla="*/ 2147483647 h 249"/>
              <a:gd name="T38" fmla="*/ 2147483647 w 270"/>
              <a:gd name="T39" fmla="*/ 2147483647 h 249"/>
              <a:gd name="T40" fmla="*/ 2147483647 w 270"/>
              <a:gd name="T41" fmla="*/ 2147483647 h 249"/>
              <a:gd name="T42" fmla="*/ 2147483647 w 270"/>
              <a:gd name="T43" fmla="*/ 2147483647 h 249"/>
              <a:gd name="T44" fmla="*/ 2147483647 w 270"/>
              <a:gd name="T45" fmla="*/ 2147483647 h 249"/>
              <a:gd name="T46" fmla="*/ 2147483647 w 270"/>
              <a:gd name="T47" fmla="*/ 2147483647 h 249"/>
              <a:gd name="T48" fmla="*/ 2147483647 w 270"/>
              <a:gd name="T49" fmla="*/ 2147483647 h 249"/>
              <a:gd name="T50" fmla="*/ 2147483647 w 270"/>
              <a:gd name="T51" fmla="*/ 2147483647 h 249"/>
              <a:gd name="T52" fmla="*/ 2147483647 w 270"/>
              <a:gd name="T53" fmla="*/ 2147483647 h 249"/>
              <a:gd name="T54" fmla="*/ 2147483647 w 270"/>
              <a:gd name="T55" fmla="*/ 2147483647 h 249"/>
              <a:gd name="T56" fmla="*/ 2147483647 w 270"/>
              <a:gd name="T57" fmla="*/ 2147483647 h 249"/>
              <a:gd name="T58" fmla="*/ 2147483647 w 270"/>
              <a:gd name="T59" fmla="*/ 2147483647 h 249"/>
              <a:gd name="T60" fmla="*/ 2147483647 w 270"/>
              <a:gd name="T61" fmla="*/ 2147483647 h 249"/>
              <a:gd name="T62" fmla="*/ 2147483647 w 270"/>
              <a:gd name="T63" fmla="*/ 2147483647 h 249"/>
              <a:gd name="T64" fmla="*/ 2147483647 w 270"/>
              <a:gd name="T65" fmla="*/ 2147483647 h 249"/>
              <a:gd name="T66" fmla="*/ 2147483647 w 270"/>
              <a:gd name="T67" fmla="*/ 2147483647 h 249"/>
              <a:gd name="T68" fmla="*/ 2147483647 w 270"/>
              <a:gd name="T69" fmla="*/ 2147483647 h 249"/>
              <a:gd name="T70" fmla="*/ 2147483647 w 270"/>
              <a:gd name="T71" fmla="*/ 2147483647 h 249"/>
              <a:gd name="T72" fmla="*/ 2147483647 w 270"/>
              <a:gd name="T73" fmla="*/ 2147483647 h 249"/>
              <a:gd name="T74" fmla="*/ 2147483647 w 270"/>
              <a:gd name="T75" fmla="*/ 2147483647 h 249"/>
              <a:gd name="T76" fmla="*/ 2147483647 w 270"/>
              <a:gd name="T77" fmla="*/ 2147483647 h 249"/>
              <a:gd name="T78" fmla="*/ 2147483647 w 270"/>
              <a:gd name="T79" fmla="*/ 2147483647 h 249"/>
              <a:gd name="T80" fmla="*/ 2147483647 w 270"/>
              <a:gd name="T81" fmla="*/ 2147483647 h 249"/>
              <a:gd name="T82" fmla="*/ 2147483647 w 270"/>
              <a:gd name="T83" fmla="*/ 2147483647 h 249"/>
              <a:gd name="T84" fmla="*/ 2147483647 w 270"/>
              <a:gd name="T85" fmla="*/ 2147483647 h 249"/>
              <a:gd name="T86" fmla="*/ 2147483647 w 270"/>
              <a:gd name="T87" fmla="*/ 2147483647 h 249"/>
              <a:gd name="T88" fmla="*/ 2147483647 w 270"/>
              <a:gd name="T89" fmla="*/ 2147483647 h 249"/>
              <a:gd name="T90" fmla="*/ 2147483647 w 270"/>
              <a:gd name="T91" fmla="*/ 2147483647 h 249"/>
              <a:gd name="T92" fmla="*/ 2147483647 w 270"/>
              <a:gd name="T93" fmla="*/ 2147483647 h 249"/>
              <a:gd name="T94" fmla="*/ 2147483647 w 270"/>
              <a:gd name="T95" fmla="*/ 2147483647 h 249"/>
              <a:gd name="T96" fmla="*/ 2147483647 w 270"/>
              <a:gd name="T97" fmla="*/ 2147483647 h 249"/>
              <a:gd name="T98" fmla="*/ 2147483647 w 270"/>
              <a:gd name="T99" fmla="*/ 2147483647 h 249"/>
              <a:gd name="T100" fmla="*/ 2147483647 w 270"/>
              <a:gd name="T101" fmla="*/ 2147483647 h 249"/>
              <a:gd name="T102" fmla="*/ 2147483647 w 270"/>
              <a:gd name="T103" fmla="*/ 2147483647 h 249"/>
              <a:gd name="T104" fmla="*/ 2147483647 w 270"/>
              <a:gd name="T105" fmla="*/ 2147483647 h 249"/>
              <a:gd name="T106" fmla="*/ 2147483647 w 270"/>
              <a:gd name="T107" fmla="*/ 2147483647 h 249"/>
              <a:gd name="T108" fmla="*/ 2147483647 w 270"/>
              <a:gd name="T109" fmla="*/ 2147483647 h 249"/>
              <a:gd name="T110" fmla="*/ 2147483647 w 270"/>
              <a:gd name="T111" fmla="*/ 2147483647 h 249"/>
              <a:gd name="T112" fmla="*/ 2147483647 w 270"/>
              <a:gd name="T113" fmla="*/ 2147483647 h 24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70" h="249">
                <a:moveTo>
                  <a:pt x="144" y="82"/>
                </a:moveTo>
                <a:cubicBezTo>
                  <a:pt x="144" y="62"/>
                  <a:pt x="144" y="62"/>
                  <a:pt x="144" y="62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18" y="54"/>
                  <a:pt x="117" y="52"/>
                  <a:pt x="116" y="49"/>
                </a:cubicBezTo>
                <a:cubicBezTo>
                  <a:pt x="130" y="28"/>
                  <a:pt x="130" y="28"/>
                  <a:pt x="130" y="28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95" y="28"/>
                  <a:pt x="95" y="28"/>
                  <a:pt x="95" y="28"/>
                </a:cubicBezTo>
                <a:cubicBezTo>
                  <a:pt x="92" y="27"/>
                  <a:pt x="90" y="26"/>
                  <a:pt x="87" y="25"/>
                </a:cubicBezTo>
                <a:cubicBezTo>
                  <a:pt x="82" y="0"/>
                  <a:pt x="82" y="0"/>
                  <a:pt x="82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57" y="25"/>
                  <a:pt x="57" y="25"/>
                  <a:pt x="57" y="25"/>
                </a:cubicBezTo>
                <a:cubicBezTo>
                  <a:pt x="54" y="26"/>
                  <a:pt x="52" y="27"/>
                  <a:pt x="49" y="28"/>
                </a:cubicBezTo>
                <a:cubicBezTo>
                  <a:pt x="28" y="14"/>
                  <a:pt x="28" y="14"/>
                  <a:pt x="28" y="14"/>
                </a:cubicBezTo>
                <a:cubicBezTo>
                  <a:pt x="14" y="28"/>
                  <a:pt x="14" y="28"/>
                  <a:pt x="14" y="28"/>
                </a:cubicBezTo>
                <a:cubicBezTo>
                  <a:pt x="28" y="49"/>
                  <a:pt x="28" y="49"/>
                  <a:pt x="28" y="49"/>
                </a:cubicBezTo>
                <a:cubicBezTo>
                  <a:pt x="27" y="52"/>
                  <a:pt x="26" y="54"/>
                  <a:pt x="25" y="5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82"/>
                  <a:pt x="0" y="82"/>
                  <a:pt x="0" y="82"/>
                </a:cubicBezTo>
                <a:cubicBezTo>
                  <a:pt x="25" y="87"/>
                  <a:pt x="25" y="87"/>
                  <a:pt x="25" y="87"/>
                </a:cubicBezTo>
                <a:cubicBezTo>
                  <a:pt x="26" y="90"/>
                  <a:pt x="27" y="92"/>
                  <a:pt x="28" y="95"/>
                </a:cubicBezTo>
                <a:cubicBezTo>
                  <a:pt x="14" y="116"/>
                  <a:pt x="14" y="116"/>
                  <a:pt x="14" y="116"/>
                </a:cubicBezTo>
                <a:cubicBezTo>
                  <a:pt x="28" y="130"/>
                  <a:pt x="28" y="130"/>
                  <a:pt x="28" y="130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52" y="117"/>
                  <a:pt x="54" y="118"/>
                  <a:pt x="57" y="119"/>
                </a:cubicBezTo>
                <a:cubicBezTo>
                  <a:pt x="62" y="144"/>
                  <a:pt x="62" y="144"/>
                  <a:pt x="62" y="144"/>
                </a:cubicBezTo>
                <a:cubicBezTo>
                  <a:pt x="82" y="144"/>
                  <a:pt x="82" y="144"/>
                  <a:pt x="82" y="144"/>
                </a:cubicBezTo>
                <a:cubicBezTo>
                  <a:pt x="87" y="119"/>
                  <a:pt x="87" y="119"/>
                  <a:pt x="87" y="119"/>
                </a:cubicBezTo>
                <a:cubicBezTo>
                  <a:pt x="90" y="118"/>
                  <a:pt x="92" y="117"/>
                  <a:pt x="95" y="116"/>
                </a:cubicBezTo>
                <a:cubicBezTo>
                  <a:pt x="116" y="130"/>
                  <a:pt x="116" y="130"/>
                  <a:pt x="116" y="130"/>
                </a:cubicBezTo>
                <a:cubicBezTo>
                  <a:pt x="130" y="116"/>
                  <a:pt x="130" y="116"/>
                  <a:pt x="130" y="116"/>
                </a:cubicBezTo>
                <a:cubicBezTo>
                  <a:pt x="116" y="95"/>
                  <a:pt x="116" y="95"/>
                  <a:pt x="116" y="95"/>
                </a:cubicBezTo>
                <a:cubicBezTo>
                  <a:pt x="117" y="92"/>
                  <a:pt x="118" y="90"/>
                  <a:pt x="119" y="87"/>
                </a:cubicBezTo>
                <a:lnTo>
                  <a:pt x="144" y="82"/>
                </a:lnTo>
                <a:close/>
                <a:moveTo>
                  <a:pt x="72" y="96"/>
                </a:moveTo>
                <a:cubicBezTo>
                  <a:pt x="59" y="96"/>
                  <a:pt x="48" y="85"/>
                  <a:pt x="48" y="72"/>
                </a:cubicBezTo>
                <a:cubicBezTo>
                  <a:pt x="48" y="59"/>
                  <a:pt x="59" y="48"/>
                  <a:pt x="72" y="48"/>
                </a:cubicBezTo>
                <a:cubicBezTo>
                  <a:pt x="85" y="48"/>
                  <a:pt x="96" y="59"/>
                  <a:pt x="96" y="72"/>
                </a:cubicBezTo>
                <a:cubicBezTo>
                  <a:pt x="96" y="85"/>
                  <a:pt x="85" y="96"/>
                  <a:pt x="72" y="96"/>
                </a:cubicBezTo>
                <a:close/>
                <a:moveTo>
                  <a:pt x="175" y="221"/>
                </a:moveTo>
                <a:cubicBezTo>
                  <a:pt x="181" y="206"/>
                  <a:pt x="181" y="206"/>
                  <a:pt x="181" y="206"/>
                </a:cubicBezTo>
                <a:cubicBezTo>
                  <a:pt x="164" y="194"/>
                  <a:pt x="164" y="194"/>
                  <a:pt x="164" y="194"/>
                </a:cubicBezTo>
                <a:cubicBezTo>
                  <a:pt x="164" y="192"/>
                  <a:pt x="164" y="190"/>
                  <a:pt x="164" y="187"/>
                </a:cubicBezTo>
                <a:cubicBezTo>
                  <a:pt x="181" y="175"/>
                  <a:pt x="181" y="175"/>
                  <a:pt x="181" y="175"/>
                </a:cubicBezTo>
                <a:cubicBezTo>
                  <a:pt x="175" y="161"/>
                  <a:pt x="175" y="161"/>
                  <a:pt x="175" y="161"/>
                </a:cubicBezTo>
                <a:cubicBezTo>
                  <a:pt x="154" y="164"/>
                  <a:pt x="154" y="164"/>
                  <a:pt x="154" y="164"/>
                </a:cubicBezTo>
                <a:cubicBezTo>
                  <a:pt x="152" y="163"/>
                  <a:pt x="151" y="161"/>
                  <a:pt x="149" y="159"/>
                </a:cubicBezTo>
                <a:cubicBezTo>
                  <a:pt x="153" y="139"/>
                  <a:pt x="153" y="139"/>
                  <a:pt x="153" y="139"/>
                </a:cubicBezTo>
                <a:cubicBezTo>
                  <a:pt x="138" y="133"/>
                  <a:pt x="138" y="133"/>
                  <a:pt x="138" y="133"/>
                </a:cubicBezTo>
                <a:cubicBezTo>
                  <a:pt x="126" y="150"/>
                  <a:pt x="126" y="150"/>
                  <a:pt x="126" y="150"/>
                </a:cubicBezTo>
                <a:cubicBezTo>
                  <a:pt x="124" y="150"/>
                  <a:pt x="121" y="150"/>
                  <a:pt x="119" y="150"/>
                </a:cubicBezTo>
                <a:cubicBezTo>
                  <a:pt x="107" y="133"/>
                  <a:pt x="107" y="133"/>
                  <a:pt x="107" y="133"/>
                </a:cubicBezTo>
                <a:cubicBezTo>
                  <a:pt x="92" y="139"/>
                  <a:pt x="92" y="139"/>
                  <a:pt x="92" y="139"/>
                </a:cubicBezTo>
                <a:cubicBezTo>
                  <a:pt x="96" y="160"/>
                  <a:pt x="96" y="160"/>
                  <a:pt x="96" y="160"/>
                </a:cubicBezTo>
                <a:cubicBezTo>
                  <a:pt x="94" y="161"/>
                  <a:pt x="92" y="163"/>
                  <a:pt x="91" y="165"/>
                </a:cubicBezTo>
                <a:cubicBezTo>
                  <a:pt x="70" y="161"/>
                  <a:pt x="70" y="161"/>
                  <a:pt x="70" y="161"/>
                </a:cubicBezTo>
                <a:cubicBezTo>
                  <a:pt x="64" y="176"/>
                  <a:pt x="64" y="176"/>
                  <a:pt x="64" y="176"/>
                </a:cubicBezTo>
                <a:cubicBezTo>
                  <a:pt x="81" y="188"/>
                  <a:pt x="81" y="188"/>
                  <a:pt x="81" y="188"/>
                </a:cubicBezTo>
                <a:cubicBezTo>
                  <a:pt x="81" y="190"/>
                  <a:pt x="81" y="192"/>
                  <a:pt x="81" y="195"/>
                </a:cubicBezTo>
                <a:cubicBezTo>
                  <a:pt x="64" y="207"/>
                  <a:pt x="64" y="207"/>
                  <a:pt x="64" y="207"/>
                </a:cubicBezTo>
                <a:cubicBezTo>
                  <a:pt x="70" y="222"/>
                  <a:pt x="70" y="222"/>
                  <a:pt x="70" y="222"/>
                </a:cubicBezTo>
                <a:cubicBezTo>
                  <a:pt x="91" y="218"/>
                  <a:pt x="91" y="218"/>
                  <a:pt x="91" y="218"/>
                </a:cubicBezTo>
                <a:cubicBezTo>
                  <a:pt x="93" y="220"/>
                  <a:pt x="94" y="221"/>
                  <a:pt x="96" y="223"/>
                </a:cubicBezTo>
                <a:cubicBezTo>
                  <a:pt x="92" y="243"/>
                  <a:pt x="92" y="243"/>
                  <a:pt x="92" y="243"/>
                </a:cubicBezTo>
                <a:cubicBezTo>
                  <a:pt x="107" y="249"/>
                  <a:pt x="107" y="249"/>
                  <a:pt x="107" y="249"/>
                </a:cubicBezTo>
                <a:cubicBezTo>
                  <a:pt x="119" y="232"/>
                  <a:pt x="119" y="232"/>
                  <a:pt x="119" y="232"/>
                </a:cubicBezTo>
                <a:cubicBezTo>
                  <a:pt x="122" y="232"/>
                  <a:pt x="124" y="232"/>
                  <a:pt x="126" y="232"/>
                </a:cubicBezTo>
                <a:cubicBezTo>
                  <a:pt x="138" y="249"/>
                  <a:pt x="138" y="249"/>
                  <a:pt x="138" y="249"/>
                </a:cubicBezTo>
                <a:cubicBezTo>
                  <a:pt x="153" y="243"/>
                  <a:pt x="153" y="243"/>
                  <a:pt x="153" y="243"/>
                </a:cubicBezTo>
                <a:cubicBezTo>
                  <a:pt x="149" y="222"/>
                  <a:pt x="149" y="222"/>
                  <a:pt x="149" y="222"/>
                </a:cubicBezTo>
                <a:cubicBezTo>
                  <a:pt x="151" y="221"/>
                  <a:pt x="153" y="219"/>
                  <a:pt x="154" y="218"/>
                </a:cubicBezTo>
                <a:lnTo>
                  <a:pt x="175" y="221"/>
                </a:lnTo>
                <a:close/>
                <a:moveTo>
                  <a:pt x="115" y="210"/>
                </a:moveTo>
                <a:cubicBezTo>
                  <a:pt x="105" y="205"/>
                  <a:pt x="100" y="194"/>
                  <a:pt x="104" y="183"/>
                </a:cubicBezTo>
                <a:cubicBezTo>
                  <a:pt x="108" y="173"/>
                  <a:pt x="120" y="168"/>
                  <a:pt x="130" y="173"/>
                </a:cubicBezTo>
                <a:cubicBezTo>
                  <a:pt x="140" y="177"/>
                  <a:pt x="145" y="188"/>
                  <a:pt x="141" y="199"/>
                </a:cubicBezTo>
                <a:cubicBezTo>
                  <a:pt x="137" y="209"/>
                  <a:pt x="125" y="214"/>
                  <a:pt x="115" y="210"/>
                </a:cubicBezTo>
                <a:close/>
                <a:moveTo>
                  <a:pt x="270" y="68"/>
                </a:moveTo>
                <a:cubicBezTo>
                  <a:pt x="265" y="52"/>
                  <a:pt x="265" y="52"/>
                  <a:pt x="265" y="52"/>
                </a:cubicBezTo>
                <a:cubicBezTo>
                  <a:pt x="243" y="54"/>
                  <a:pt x="243" y="54"/>
                  <a:pt x="243" y="54"/>
                </a:cubicBezTo>
                <a:cubicBezTo>
                  <a:pt x="242" y="53"/>
                  <a:pt x="240" y="51"/>
                  <a:pt x="239" y="49"/>
                </a:cubicBezTo>
                <a:cubicBezTo>
                  <a:pt x="244" y="28"/>
                  <a:pt x="244" y="28"/>
                  <a:pt x="244" y="28"/>
                </a:cubicBezTo>
                <a:cubicBezTo>
                  <a:pt x="229" y="20"/>
                  <a:pt x="229" y="20"/>
                  <a:pt x="229" y="20"/>
                </a:cubicBezTo>
                <a:cubicBezTo>
                  <a:pt x="216" y="37"/>
                  <a:pt x="216" y="37"/>
                  <a:pt x="216" y="37"/>
                </a:cubicBezTo>
                <a:cubicBezTo>
                  <a:pt x="213" y="37"/>
                  <a:pt x="211" y="37"/>
                  <a:pt x="208" y="37"/>
                </a:cubicBezTo>
                <a:cubicBezTo>
                  <a:pt x="197" y="18"/>
                  <a:pt x="197" y="18"/>
                  <a:pt x="197" y="18"/>
                </a:cubicBezTo>
                <a:cubicBezTo>
                  <a:pt x="182" y="23"/>
                  <a:pt x="182" y="23"/>
                  <a:pt x="182" y="23"/>
                </a:cubicBezTo>
                <a:cubicBezTo>
                  <a:pt x="184" y="45"/>
                  <a:pt x="184" y="45"/>
                  <a:pt x="184" y="45"/>
                </a:cubicBezTo>
                <a:cubicBezTo>
                  <a:pt x="182" y="46"/>
                  <a:pt x="180" y="48"/>
                  <a:pt x="178" y="49"/>
                </a:cubicBezTo>
                <a:cubicBezTo>
                  <a:pt x="157" y="44"/>
                  <a:pt x="157" y="44"/>
                  <a:pt x="157" y="44"/>
                </a:cubicBezTo>
                <a:cubicBezTo>
                  <a:pt x="150" y="59"/>
                  <a:pt x="150" y="59"/>
                  <a:pt x="150" y="59"/>
                </a:cubicBezTo>
                <a:cubicBezTo>
                  <a:pt x="167" y="72"/>
                  <a:pt x="167" y="72"/>
                  <a:pt x="167" y="72"/>
                </a:cubicBezTo>
                <a:cubicBezTo>
                  <a:pt x="166" y="75"/>
                  <a:pt x="166" y="77"/>
                  <a:pt x="166" y="80"/>
                </a:cubicBezTo>
                <a:cubicBezTo>
                  <a:pt x="147" y="91"/>
                  <a:pt x="147" y="91"/>
                  <a:pt x="147" y="91"/>
                </a:cubicBezTo>
                <a:cubicBezTo>
                  <a:pt x="152" y="106"/>
                  <a:pt x="152" y="106"/>
                  <a:pt x="152" y="106"/>
                </a:cubicBezTo>
                <a:cubicBezTo>
                  <a:pt x="174" y="104"/>
                  <a:pt x="174" y="104"/>
                  <a:pt x="174" y="104"/>
                </a:cubicBezTo>
                <a:cubicBezTo>
                  <a:pt x="175" y="106"/>
                  <a:pt x="177" y="108"/>
                  <a:pt x="179" y="110"/>
                </a:cubicBezTo>
                <a:cubicBezTo>
                  <a:pt x="173" y="131"/>
                  <a:pt x="173" y="131"/>
                  <a:pt x="173" y="131"/>
                </a:cubicBezTo>
                <a:cubicBezTo>
                  <a:pt x="188" y="138"/>
                  <a:pt x="188" y="138"/>
                  <a:pt x="188" y="138"/>
                </a:cubicBezTo>
                <a:cubicBezTo>
                  <a:pt x="202" y="121"/>
                  <a:pt x="202" y="121"/>
                  <a:pt x="202" y="121"/>
                </a:cubicBezTo>
                <a:cubicBezTo>
                  <a:pt x="204" y="122"/>
                  <a:pt x="206" y="122"/>
                  <a:pt x="209" y="122"/>
                </a:cubicBezTo>
                <a:cubicBezTo>
                  <a:pt x="220" y="141"/>
                  <a:pt x="220" y="141"/>
                  <a:pt x="220" y="141"/>
                </a:cubicBezTo>
                <a:cubicBezTo>
                  <a:pt x="236" y="136"/>
                  <a:pt x="236" y="136"/>
                  <a:pt x="236" y="136"/>
                </a:cubicBezTo>
                <a:cubicBezTo>
                  <a:pt x="234" y="114"/>
                  <a:pt x="234" y="114"/>
                  <a:pt x="234" y="114"/>
                </a:cubicBezTo>
                <a:cubicBezTo>
                  <a:pt x="235" y="113"/>
                  <a:pt x="237" y="111"/>
                  <a:pt x="239" y="109"/>
                </a:cubicBezTo>
                <a:cubicBezTo>
                  <a:pt x="260" y="115"/>
                  <a:pt x="260" y="115"/>
                  <a:pt x="260" y="115"/>
                </a:cubicBezTo>
                <a:cubicBezTo>
                  <a:pt x="268" y="100"/>
                  <a:pt x="268" y="100"/>
                  <a:pt x="268" y="100"/>
                </a:cubicBezTo>
                <a:cubicBezTo>
                  <a:pt x="251" y="86"/>
                  <a:pt x="251" y="86"/>
                  <a:pt x="251" y="86"/>
                </a:cubicBezTo>
                <a:cubicBezTo>
                  <a:pt x="251" y="84"/>
                  <a:pt x="251" y="82"/>
                  <a:pt x="251" y="79"/>
                </a:cubicBezTo>
                <a:lnTo>
                  <a:pt x="270" y="68"/>
                </a:lnTo>
                <a:close/>
                <a:moveTo>
                  <a:pt x="215" y="99"/>
                </a:moveTo>
                <a:cubicBezTo>
                  <a:pt x="204" y="103"/>
                  <a:pt x="193" y="97"/>
                  <a:pt x="189" y="86"/>
                </a:cubicBezTo>
                <a:cubicBezTo>
                  <a:pt x="185" y="75"/>
                  <a:pt x="191" y="63"/>
                  <a:pt x="202" y="60"/>
                </a:cubicBezTo>
                <a:cubicBezTo>
                  <a:pt x="213" y="56"/>
                  <a:pt x="225" y="62"/>
                  <a:pt x="228" y="73"/>
                </a:cubicBezTo>
                <a:cubicBezTo>
                  <a:pt x="232" y="84"/>
                  <a:pt x="226" y="95"/>
                  <a:pt x="215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0" name="Freeform 81"/>
          <p:cNvSpPr>
            <a:spLocks noEditPoints="1"/>
          </p:cNvSpPr>
          <p:nvPr/>
        </p:nvSpPr>
        <p:spPr bwMode="auto">
          <a:xfrm>
            <a:off x="5829300" y="6253163"/>
            <a:ext cx="117475" cy="406400"/>
          </a:xfrm>
          <a:custGeom>
            <a:avLst/>
            <a:gdLst>
              <a:gd name="T0" fmla="*/ 2147483647 w 64"/>
              <a:gd name="T1" fmla="*/ 2147483647 h 227"/>
              <a:gd name="T2" fmla="*/ 2147483647 w 64"/>
              <a:gd name="T3" fmla="*/ 2147483647 h 227"/>
              <a:gd name="T4" fmla="*/ 2147483647 w 64"/>
              <a:gd name="T5" fmla="*/ 2147483647 h 227"/>
              <a:gd name="T6" fmla="*/ 2147483647 w 64"/>
              <a:gd name="T7" fmla="*/ 2147483647 h 227"/>
              <a:gd name="T8" fmla="*/ 0 w 64"/>
              <a:gd name="T9" fmla="*/ 2147483647 h 227"/>
              <a:gd name="T10" fmla="*/ 2147483647 w 64"/>
              <a:gd name="T11" fmla="*/ 0 h 227"/>
              <a:gd name="T12" fmla="*/ 2147483647 w 64"/>
              <a:gd name="T13" fmla="*/ 2147483647 h 227"/>
              <a:gd name="T14" fmla="*/ 2147483647 w 64"/>
              <a:gd name="T15" fmla="*/ 2147483647 h 227"/>
              <a:gd name="T16" fmla="*/ 2147483647 w 64"/>
              <a:gd name="T17" fmla="*/ 2147483647 h 227"/>
              <a:gd name="T18" fmla="*/ 2147483647 w 64"/>
              <a:gd name="T19" fmla="*/ 2147483647 h 227"/>
              <a:gd name="T20" fmla="*/ 2147483647 w 64"/>
              <a:gd name="T21" fmla="*/ 2147483647 h 227"/>
              <a:gd name="T22" fmla="*/ 2147483647 w 64"/>
              <a:gd name="T23" fmla="*/ 2147483647 h 227"/>
              <a:gd name="T24" fmla="*/ 2147483647 w 64"/>
              <a:gd name="T25" fmla="*/ 2147483647 h 227"/>
              <a:gd name="T26" fmla="*/ 2147483647 w 64"/>
              <a:gd name="T27" fmla="*/ 2147483647 h 227"/>
              <a:gd name="T28" fmla="*/ 2147483647 w 64"/>
              <a:gd name="T29" fmla="*/ 2147483647 h 227"/>
              <a:gd name="T30" fmla="*/ 2147483647 w 64"/>
              <a:gd name="T31" fmla="*/ 2147483647 h 227"/>
              <a:gd name="T32" fmla="*/ 2147483647 w 64"/>
              <a:gd name="T33" fmla="*/ 2147483647 h 22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4" h="227">
                <a:moveTo>
                  <a:pt x="64" y="13"/>
                </a:moveTo>
                <a:cubicBezTo>
                  <a:pt x="64" y="22"/>
                  <a:pt x="56" y="35"/>
                  <a:pt x="51" y="40"/>
                </a:cubicBezTo>
                <a:cubicBezTo>
                  <a:pt x="46" y="45"/>
                  <a:pt x="38" y="45"/>
                  <a:pt x="32" y="45"/>
                </a:cubicBezTo>
                <a:cubicBezTo>
                  <a:pt x="26" y="45"/>
                  <a:pt x="18" y="45"/>
                  <a:pt x="13" y="40"/>
                </a:cubicBezTo>
                <a:cubicBezTo>
                  <a:pt x="8" y="35"/>
                  <a:pt x="0" y="22"/>
                  <a:pt x="0" y="13"/>
                </a:cubicBezTo>
                <a:cubicBezTo>
                  <a:pt x="0" y="2"/>
                  <a:pt x="20" y="0"/>
                  <a:pt x="32" y="0"/>
                </a:cubicBezTo>
                <a:cubicBezTo>
                  <a:pt x="44" y="0"/>
                  <a:pt x="64" y="2"/>
                  <a:pt x="64" y="13"/>
                </a:cubicBezTo>
                <a:close/>
                <a:moveTo>
                  <a:pt x="16" y="53"/>
                </a:moveTo>
                <a:cubicBezTo>
                  <a:pt x="5" y="180"/>
                  <a:pt x="5" y="180"/>
                  <a:pt x="5" y="180"/>
                </a:cubicBezTo>
                <a:cubicBezTo>
                  <a:pt x="4" y="190"/>
                  <a:pt x="7" y="199"/>
                  <a:pt x="13" y="207"/>
                </a:cubicBezTo>
                <a:cubicBezTo>
                  <a:pt x="32" y="227"/>
                  <a:pt x="32" y="227"/>
                  <a:pt x="32" y="227"/>
                </a:cubicBezTo>
                <a:cubicBezTo>
                  <a:pt x="51" y="207"/>
                  <a:pt x="51" y="207"/>
                  <a:pt x="51" y="207"/>
                </a:cubicBezTo>
                <a:cubicBezTo>
                  <a:pt x="58" y="199"/>
                  <a:pt x="62" y="189"/>
                  <a:pt x="61" y="179"/>
                </a:cubicBezTo>
                <a:cubicBezTo>
                  <a:pt x="48" y="52"/>
                  <a:pt x="48" y="52"/>
                  <a:pt x="48" y="52"/>
                </a:cubicBezTo>
                <a:cubicBezTo>
                  <a:pt x="48" y="51"/>
                  <a:pt x="47" y="50"/>
                  <a:pt x="45" y="50"/>
                </a:cubicBezTo>
                <a:cubicBezTo>
                  <a:pt x="19" y="50"/>
                  <a:pt x="19" y="50"/>
                  <a:pt x="19" y="50"/>
                </a:cubicBezTo>
                <a:cubicBezTo>
                  <a:pt x="17" y="50"/>
                  <a:pt x="16" y="51"/>
                  <a:pt x="16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1" name="Freeform 5"/>
          <p:cNvSpPr>
            <a:spLocks noEditPoints="1"/>
          </p:cNvSpPr>
          <p:nvPr/>
        </p:nvSpPr>
        <p:spPr bwMode="auto">
          <a:xfrm>
            <a:off x="7629525" y="4256088"/>
            <a:ext cx="354013" cy="350837"/>
          </a:xfrm>
          <a:custGeom>
            <a:avLst/>
            <a:gdLst>
              <a:gd name="T0" fmla="*/ 2147483647 w 219"/>
              <a:gd name="T1" fmla="*/ 2147483647 h 217"/>
              <a:gd name="T2" fmla="*/ 2147483647 w 219"/>
              <a:gd name="T3" fmla="*/ 2147483647 h 217"/>
              <a:gd name="T4" fmla="*/ 2147483647 w 219"/>
              <a:gd name="T5" fmla="*/ 2147483647 h 217"/>
              <a:gd name="T6" fmla="*/ 2147483647 w 219"/>
              <a:gd name="T7" fmla="*/ 2147483647 h 217"/>
              <a:gd name="T8" fmla="*/ 2147483647 w 219"/>
              <a:gd name="T9" fmla="*/ 2147483647 h 217"/>
              <a:gd name="T10" fmla="*/ 2147483647 w 219"/>
              <a:gd name="T11" fmla="*/ 2147483647 h 217"/>
              <a:gd name="T12" fmla="*/ 2147483647 w 219"/>
              <a:gd name="T13" fmla="*/ 2147483647 h 217"/>
              <a:gd name="T14" fmla="*/ 2147483647 w 219"/>
              <a:gd name="T15" fmla="*/ 2147483647 h 217"/>
              <a:gd name="T16" fmla="*/ 2147483647 w 219"/>
              <a:gd name="T17" fmla="*/ 2147483647 h 217"/>
              <a:gd name="T18" fmla="*/ 2147483647 w 219"/>
              <a:gd name="T19" fmla="*/ 2147483647 h 217"/>
              <a:gd name="T20" fmla="*/ 2147483647 w 219"/>
              <a:gd name="T21" fmla="*/ 2147483647 h 217"/>
              <a:gd name="T22" fmla="*/ 2147483647 w 219"/>
              <a:gd name="T23" fmla="*/ 2147483647 h 217"/>
              <a:gd name="T24" fmla="*/ 2147483647 w 219"/>
              <a:gd name="T25" fmla="*/ 2147483647 h 217"/>
              <a:gd name="T26" fmla="*/ 2147483647 w 219"/>
              <a:gd name="T27" fmla="*/ 0 h 217"/>
              <a:gd name="T28" fmla="*/ 2147483647 w 219"/>
              <a:gd name="T29" fmla="*/ 2147483647 h 217"/>
              <a:gd name="T30" fmla="*/ 2147483647 w 219"/>
              <a:gd name="T31" fmla="*/ 2147483647 h 217"/>
              <a:gd name="T32" fmla="*/ 2147483647 w 219"/>
              <a:gd name="T33" fmla="*/ 2147483647 h 217"/>
              <a:gd name="T34" fmla="*/ 2147483647 w 219"/>
              <a:gd name="T35" fmla="*/ 2147483647 h 217"/>
              <a:gd name="T36" fmla="*/ 2147483647 w 219"/>
              <a:gd name="T37" fmla="*/ 2147483647 h 217"/>
              <a:gd name="T38" fmla="*/ 2147483647 w 219"/>
              <a:gd name="T39" fmla="*/ 2147483647 h 217"/>
              <a:gd name="T40" fmla="*/ 2147483647 w 219"/>
              <a:gd name="T41" fmla="*/ 2147483647 h 217"/>
              <a:gd name="T42" fmla="*/ 2147483647 w 219"/>
              <a:gd name="T43" fmla="*/ 2147483647 h 217"/>
              <a:gd name="T44" fmla="*/ 2147483647 w 219"/>
              <a:gd name="T45" fmla="*/ 2147483647 h 217"/>
              <a:gd name="T46" fmla="*/ 2147483647 w 219"/>
              <a:gd name="T47" fmla="*/ 2147483647 h 217"/>
              <a:gd name="T48" fmla="*/ 2147483647 w 219"/>
              <a:gd name="T49" fmla="*/ 2147483647 h 217"/>
              <a:gd name="T50" fmla="*/ 2147483647 w 219"/>
              <a:gd name="T51" fmla="*/ 2147483647 h 217"/>
              <a:gd name="T52" fmla="*/ 2147483647 w 219"/>
              <a:gd name="T53" fmla="*/ 2147483647 h 217"/>
              <a:gd name="T54" fmla="*/ 2147483647 w 219"/>
              <a:gd name="T55" fmla="*/ 2147483647 h 217"/>
              <a:gd name="T56" fmla="*/ 2147483647 w 219"/>
              <a:gd name="T57" fmla="*/ 2147483647 h 217"/>
              <a:gd name="T58" fmla="*/ 0 w 219"/>
              <a:gd name="T59" fmla="*/ 2147483647 h 217"/>
              <a:gd name="T60" fmla="*/ 2147483647 w 219"/>
              <a:gd name="T61" fmla="*/ 2147483647 h 217"/>
              <a:gd name="T62" fmla="*/ 2147483647 w 219"/>
              <a:gd name="T63" fmla="*/ 2147483647 h 217"/>
              <a:gd name="T64" fmla="*/ 2147483647 w 219"/>
              <a:gd name="T65" fmla="*/ 2147483647 h 217"/>
              <a:gd name="T66" fmla="*/ 2147483647 w 219"/>
              <a:gd name="T67" fmla="*/ 2147483647 h 21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19" h="217">
                <a:moveTo>
                  <a:pt x="108" y="109"/>
                </a:moveTo>
                <a:cubicBezTo>
                  <a:pt x="93" y="109"/>
                  <a:pt x="81" y="96"/>
                  <a:pt x="81" y="81"/>
                </a:cubicBezTo>
                <a:cubicBezTo>
                  <a:pt x="81" y="65"/>
                  <a:pt x="93" y="53"/>
                  <a:pt x="108" y="53"/>
                </a:cubicBezTo>
                <a:cubicBezTo>
                  <a:pt x="124" y="53"/>
                  <a:pt x="136" y="65"/>
                  <a:pt x="136" y="81"/>
                </a:cubicBezTo>
                <a:cubicBezTo>
                  <a:pt x="136" y="96"/>
                  <a:pt x="124" y="109"/>
                  <a:pt x="108" y="109"/>
                </a:cubicBezTo>
                <a:close/>
                <a:moveTo>
                  <a:pt x="65" y="149"/>
                </a:moveTo>
                <a:cubicBezTo>
                  <a:pt x="65" y="161"/>
                  <a:pt x="65" y="161"/>
                  <a:pt x="65" y="161"/>
                </a:cubicBezTo>
                <a:cubicBezTo>
                  <a:pt x="152" y="161"/>
                  <a:pt x="152" y="161"/>
                  <a:pt x="152" y="161"/>
                </a:cubicBezTo>
                <a:cubicBezTo>
                  <a:pt x="152" y="149"/>
                  <a:pt x="152" y="149"/>
                  <a:pt x="152" y="149"/>
                </a:cubicBezTo>
                <a:cubicBezTo>
                  <a:pt x="152" y="132"/>
                  <a:pt x="138" y="118"/>
                  <a:pt x="121" y="118"/>
                </a:cubicBezTo>
                <a:cubicBezTo>
                  <a:pt x="96" y="118"/>
                  <a:pt x="96" y="118"/>
                  <a:pt x="96" y="118"/>
                </a:cubicBezTo>
                <a:cubicBezTo>
                  <a:pt x="79" y="118"/>
                  <a:pt x="65" y="132"/>
                  <a:pt x="65" y="149"/>
                </a:cubicBezTo>
                <a:close/>
                <a:moveTo>
                  <a:pt x="204" y="58"/>
                </a:moveTo>
                <a:cubicBezTo>
                  <a:pt x="186" y="22"/>
                  <a:pt x="149" y="0"/>
                  <a:pt x="108" y="0"/>
                </a:cubicBezTo>
                <a:cubicBezTo>
                  <a:pt x="66" y="0"/>
                  <a:pt x="27" y="25"/>
                  <a:pt x="9" y="64"/>
                </a:cubicBezTo>
                <a:cubicBezTo>
                  <a:pt x="8" y="68"/>
                  <a:pt x="9" y="73"/>
                  <a:pt x="13" y="74"/>
                </a:cubicBezTo>
                <a:cubicBezTo>
                  <a:pt x="17" y="76"/>
                  <a:pt x="22" y="75"/>
                  <a:pt x="24" y="70"/>
                </a:cubicBezTo>
                <a:cubicBezTo>
                  <a:pt x="39" y="37"/>
                  <a:pt x="72" y="16"/>
                  <a:pt x="108" y="16"/>
                </a:cubicBezTo>
                <a:cubicBezTo>
                  <a:pt x="142" y="16"/>
                  <a:pt x="174" y="35"/>
                  <a:pt x="190" y="64"/>
                </a:cubicBezTo>
                <a:cubicBezTo>
                  <a:pt x="176" y="71"/>
                  <a:pt x="176" y="71"/>
                  <a:pt x="176" y="71"/>
                </a:cubicBezTo>
                <a:cubicBezTo>
                  <a:pt x="214" y="99"/>
                  <a:pt x="214" y="99"/>
                  <a:pt x="214" y="99"/>
                </a:cubicBezTo>
                <a:cubicBezTo>
                  <a:pt x="219" y="51"/>
                  <a:pt x="219" y="51"/>
                  <a:pt x="219" y="51"/>
                </a:cubicBezTo>
                <a:lnTo>
                  <a:pt x="204" y="58"/>
                </a:lnTo>
                <a:close/>
                <a:moveTo>
                  <a:pt x="202" y="146"/>
                </a:moveTo>
                <a:cubicBezTo>
                  <a:pt x="198" y="144"/>
                  <a:pt x="193" y="146"/>
                  <a:pt x="191" y="150"/>
                </a:cubicBezTo>
                <a:cubicBezTo>
                  <a:pt x="176" y="182"/>
                  <a:pt x="144" y="201"/>
                  <a:pt x="108" y="201"/>
                </a:cubicBezTo>
                <a:cubicBezTo>
                  <a:pt x="75" y="201"/>
                  <a:pt x="46" y="184"/>
                  <a:pt x="29" y="156"/>
                </a:cubicBezTo>
                <a:cubicBezTo>
                  <a:pt x="43" y="149"/>
                  <a:pt x="43" y="149"/>
                  <a:pt x="43" y="149"/>
                </a:cubicBezTo>
                <a:cubicBezTo>
                  <a:pt x="3" y="123"/>
                  <a:pt x="3" y="123"/>
                  <a:pt x="3" y="123"/>
                </a:cubicBezTo>
                <a:cubicBezTo>
                  <a:pt x="0" y="171"/>
                  <a:pt x="0" y="171"/>
                  <a:pt x="0" y="171"/>
                </a:cubicBezTo>
                <a:cubicBezTo>
                  <a:pt x="14" y="163"/>
                  <a:pt x="14" y="163"/>
                  <a:pt x="14" y="163"/>
                </a:cubicBezTo>
                <a:cubicBezTo>
                  <a:pt x="34" y="197"/>
                  <a:pt x="69" y="217"/>
                  <a:pt x="108" y="217"/>
                </a:cubicBezTo>
                <a:cubicBezTo>
                  <a:pt x="150" y="217"/>
                  <a:pt x="187" y="194"/>
                  <a:pt x="206" y="157"/>
                </a:cubicBezTo>
                <a:cubicBezTo>
                  <a:pt x="208" y="153"/>
                  <a:pt x="206" y="148"/>
                  <a:pt x="202" y="1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2" name="Freeform 9"/>
          <p:cNvSpPr>
            <a:spLocks noEditPoints="1"/>
          </p:cNvSpPr>
          <p:nvPr/>
        </p:nvSpPr>
        <p:spPr bwMode="auto">
          <a:xfrm>
            <a:off x="8501063" y="4267200"/>
            <a:ext cx="360362" cy="328613"/>
          </a:xfrm>
          <a:custGeom>
            <a:avLst/>
            <a:gdLst>
              <a:gd name="T0" fmla="*/ 2147483647 w 223"/>
              <a:gd name="T1" fmla="*/ 2147483647 h 204"/>
              <a:gd name="T2" fmla="*/ 2147483647 w 223"/>
              <a:gd name="T3" fmla="*/ 2147483647 h 204"/>
              <a:gd name="T4" fmla="*/ 2147483647 w 223"/>
              <a:gd name="T5" fmla="*/ 2147483647 h 204"/>
              <a:gd name="T6" fmla="*/ 2147483647 w 223"/>
              <a:gd name="T7" fmla="*/ 2147483647 h 204"/>
              <a:gd name="T8" fmla="*/ 2147483647 w 223"/>
              <a:gd name="T9" fmla="*/ 2147483647 h 204"/>
              <a:gd name="T10" fmla="*/ 2147483647 w 223"/>
              <a:gd name="T11" fmla="*/ 2147483647 h 204"/>
              <a:gd name="T12" fmla="*/ 2147483647 w 223"/>
              <a:gd name="T13" fmla="*/ 2147483647 h 204"/>
              <a:gd name="T14" fmla="*/ 2147483647 w 223"/>
              <a:gd name="T15" fmla="*/ 2147483647 h 204"/>
              <a:gd name="T16" fmla="*/ 2147483647 w 223"/>
              <a:gd name="T17" fmla="*/ 2147483647 h 204"/>
              <a:gd name="T18" fmla="*/ 2147483647 w 223"/>
              <a:gd name="T19" fmla="*/ 2147483647 h 204"/>
              <a:gd name="T20" fmla="*/ 2147483647 w 223"/>
              <a:gd name="T21" fmla="*/ 2147483647 h 204"/>
              <a:gd name="T22" fmla="*/ 2147483647 w 223"/>
              <a:gd name="T23" fmla="*/ 2147483647 h 204"/>
              <a:gd name="T24" fmla="*/ 2147483647 w 223"/>
              <a:gd name="T25" fmla="*/ 2147483647 h 204"/>
              <a:gd name="T26" fmla="*/ 2147483647 w 223"/>
              <a:gd name="T27" fmla="*/ 2147483647 h 204"/>
              <a:gd name="T28" fmla="*/ 2147483647 w 223"/>
              <a:gd name="T29" fmla="*/ 2147483647 h 204"/>
              <a:gd name="T30" fmla="*/ 2147483647 w 223"/>
              <a:gd name="T31" fmla="*/ 2147483647 h 204"/>
              <a:gd name="T32" fmla="*/ 2147483647 w 223"/>
              <a:gd name="T33" fmla="*/ 2147483647 h 204"/>
              <a:gd name="T34" fmla="*/ 2147483647 w 223"/>
              <a:gd name="T35" fmla="*/ 2147483647 h 204"/>
              <a:gd name="T36" fmla="*/ 2147483647 w 223"/>
              <a:gd name="T37" fmla="*/ 0 h 204"/>
              <a:gd name="T38" fmla="*/ 2147483647 w 223"/>
              <a:gd name="T39" fmla="*/ 2147483647 h 204"/>
              <a:gd name="T40" fmla="*/ 2147483647 w 223"/>
              <a:gd name="T41" fmla="*/ 2147483647 h 204"/>
              <a:gd name="T42" fmla="*/ 2147483647 w 223"/>
              <a:gd name="T43" fmla="*/ 2147483647 h 204"/>
              <a:gd name="T44" fmla="*/ 2147483647 w 223"/>
              <a:gd name="T45" fmla="*/ 2147483647 h 204"/>
              <a:gd name="T46" fmla="*/ 2147483647 w 223"/>
              <a:gd name="T47" fmla="*/ 2147483647 h 204"/>
              <a:gd name="T48" fmla="*/ 2147483647 w 223"/>
              <a:gd name="T49" fmla="*/ 2147483647 h 204"/>
              <a:gd name="T50" fmla="*/ 2147483647 w 223"/>
              <a:gd name="T51" fmla="*/ 2147483647 h 204"/>
              <a:gd name="T52" fmla="*/ 2147483647 w 223"/>
              <a:gd name="T53" fmla="*/ 2147483647 h 204"/>
              <a:gd name="T54" fmla="*/ 2147483647 w 223"/>
              <a:gd name="T55" fmla="*/ 2147483647 h 204"/>
              <a:gd name="T56" fmla="*/ 2147483647 w 223"/>
              <a:gd name="T57" fmla="*/ 2147483647 h 204"/>
              <a:gd name="T58" fmla="*/ 2147483647 w 223"/>
              <a:gd name="T59" fmla="*/ 2147483647 h 204"/>
              <a:gd name="T60" fmla="*/ 2147483647 w 223"/>
              <a:gd name="T61" fmla="*/ 2147483647 h 204"/>
              <a:gd name="T62" fmla="*/ 2147483647 w 223"/>
              <a:gd name="T63" fmla="*/ 2147483647 h 204"/>
              <a:gd name="T64" fmla="*/ 2147483647 w 223"/>
              <a:gd name="T65" fmla="*/ 2147483647 h 204"/>
              <a:gd name="T66" fmla="*/ 2147483647 w 223"/>
              <a:gd name="T67" fmla="*/ 2147483647 h 204"/>
              <a:gd name="T68" fmla="*/ 2147483647 w 223"/>
              <a:gd name="T69" fmla="*/ 2147483647 h 204"/>
              <a:gd name="T70" fmla="*/ 2147483647 w 223"/>
              <a:gd name="T71" fmla="*/ 2147483647 h 204"/>
              <a:gd name="T72" fmla="*/ 2147483647 w 223"/>
              <a:gd name="T73" fmla="*/ 2147483647 h 204"/>
              <a:gd name="T74" fmla="*/ 2147483647 w 223"/>
              <a:gd name="T75" fmla="*/ 2147483647 h 204"/>
              <a:gd name="T76" fmla="*/ 2147483647 w 223"/>
              <a:gd name="T77" fmla="*/ 2147483647 h 204"/>
              <a:gd name="T78" fmla="*/ 2147483647 w 223"/>
              <a:gd name="T79" fmla="*/ 2147483647 h 204"/>
              <a:gd name="T80" fmla="*/ 2147483647 w 223"/>
              <a:gd name="T81" fmla="*/ 2147483647 h 204"/>
              <a:gd name="T82" fmla="*/ 2147483647 w 223"/>
              <a:gd name="T83" fmla="*/ 2147483647 h 204"/>
              <a:gd name="T84" fmla="*/ 2147483647 w 223"/>
              <a:gd name="T85" fmla="*/ 2147483647 h 204"/>
              <a:gd name="T86" fmla="*/ 2147483647 w 223"/>
              <a:gd name="T87" fmla="*/ 2147483647 h 204"/>
              <a:gd name="T88" fmla="*/ 2147483647 w 223"/>
              <a:gd name="T89" fmla="*/ 2147483647 h 204"/>
              <a:gd name="T90" fmla="*/ 2147483647 w 223"/>
              <a:gd name="T91" fmla="*/ 2147483647 h 204"/>
              <a:gd name="T92" fmla="*/ 2147483647 w 223"/>
              <a:gd name="T93" fmla="*/ 2147483647 h 204"/>
              <a:gd name="T94" fmla="*/ 2147483647 w 223"/>
              <a:gd name="T95" fmla="*/ 2147483647 h 204"/>
              <a:gd name="T96" fmla="*/ 2147483647 w 223"/>
              <a:gd name="T97" fmla="*/ 2147483647 h 204"/>
              <a:gd name="T98" fmla="*/ 2147483647 w 223"/>
              <a:gd name="T99" fmla="*/ 2147483647 h 204"/>
              <a:gd name="T100" fmla="*/ 2147483647 w 223"/>
              <a:gd name="T101" fmla="*/ 2147483647 h 204"/>
              <a:gd name="T102" fmla="*/ 2147483647 w 223"/>
              <a:gd name="T103" fmla="*/ 2147483647 h 204"/>
              <a:gd name="T104" fmla="*/ 2147483647 w 223"/>
              <a:gd name="T105" fmla="*/ 2147483647 h 204"/>
              <a:gd name="T106" fmla="*/ 2147483647 w 223"/>
              <a:gd name="T107" fmla="*/ 2147483647 h 204"/>
              <a:gd name="T108" fmla="*/ 2147483647 w 223"/>
              <a:gd name="T109" fmla="*/ 2147483647 h 204"/>
              <a:gd name="T110" fmla="*/ 2147483647 w 223"/>
              <a:gd name="T111" fmla="*/ 2147483647 h 204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223" h="204">
                <a:moveTo>
                  <a:pt x="209" y="56"/>
                </a:moveTo>
                <a:cubicBezTo>
                  <a:pt x="196" y="43"/>
                  <a:pt x="196" y="43"/>
                  <a:pt x="196" y="43"/>
                </a:cubicBezTo>
                <a:cubicBezTo>
                  <a:pt x="123" y="118"/>
                  <a:pt x="123" y="118"/>
                  <a:pt x="123" y="118"/>
                </a:cubicBezTo>
                <a:cubicBezTo>
                  <a:pt x="121" y="120"/>
                  <a:pt x="119" y="121"/>
                  <a:pt x="116" y="121"/>
                </a:cubicBezTo>
                <a:cubicBezTo>
                  <a:pt x="116" y="121"/>
                  <a:pt x="116" y="121"/>
                  <a:pt x="116" y="121"/>
                </a:cubicBezTo>
                <a:cubicBezTo>
                  <a:pt x="114" y="121"/>
                  <a:pt x="111" y="120"/>
                  <a:pt x="109" y="118"/>
                </a:cubicBezTo>
                <a:cubicBezTo>
                  <a:pt x="71" y="79"/>
                  <a:pt x="71" y="79"/>
                  <a:pt x="71" y="79"/>
                </a:cubicBezTo>
                <a:cubicBezTo>
                  <a:pt x="18" y="136"/>
                  <a:pt x="18" y="136"/>
                  <a:pt x="18" y="136"/>
                </a:cubicBezTo>
                <a:cubicBezTo>
                  <a:pt x="16" y="138"/>
                  <a:pt x="13" y="139"/>
                  <a:pt x="11" y="139"/>
                </a:cubicBezTo>
                <a:cubicBezTo>
                  <a:pt x="8" y="139"/>
                  <a:pt x="6" y="138"/>
                  <a:pt x="4" y="136"/>
                </a:cubicBezTo>
                <a:cubicBezTo>
                  <a:pt x="0" y="132"/>
                  <a:pt x="0" y="126"/>
                  <a:pt x="4" y="122"/>
                </a:cubicBezTo>
                <a:cubicBezTo>
                  <a:pt x="64" y="58"/>
                  <a:pt x="64" y="58"/>
                  <a:pt x="64" y="58"/>
                </a:cubicBezTo>
                <a:cubicBezTo>
                  <a:pt x="66" y="56"/>
                  <a:pt x="69" y="55"/>
                  <a:pt x="71" y="55"/>
                </a:cubicBezTo>
                <a:cubicBezTo>
                  <a:pt x="71" y="55"/>
                  <a:pt x="71" y="55"/>
                  <a:pt x="71" y="55"/>
                </a:cubicBezTo>
                <a:cubicBezTo>
                  <a:pt x="74" y="55"/>
                  <a:pt x="77" y="56"/>
                  <a:pt x="78" y="58"/>
                </a:cubicBezTo>
                <a:cubicBezTo>
                  <a:pt x="116" y="98"/>
                  <a:pt x="116" y="98"/>
                  <a:pt x="116" y="98"/>
                </a:cubicBezTo>
                <a:cubicBezTo>
                  <a:pt x="182" y="29"/>
                  <a:pt x="182" y="29"/>
                  <a:pt x="182" y="29"/>
                </a:cubicBezTo>
                <a:cubicBezTo>
                  <a:pt x="168" y="16"/>
                  <a:pt x="168" y="16"/>
                  <a:pt x="168" y="16"/>
                </a:cubicBezTo>
                <a:cubicBezTo>
                  <a:pt x="223" y="0"/>
                  <a:pt x="223" y="0"/>
                  <a:pt x="223" y="0"/>
                </a:cubicBezTo>
                <a:lnTo>
                  <a:pt x="209" y="56"/>
                </a:lnTo>
                <a:close/>
                <a:moveTo>
                  <a:pt x="11" y="151"/>
                </a:moveTo>
                <a:cubicBezTo>
                  <a:pt x="8" y="151"/>
                  <a:pt x="6" y="151"/>
                  <a:pt x="4" y="150"/>
                </a:cubicBezTo>
                <a:cubicBezTo>
                  <a:pt x="4" y="204"/>
                  <a:pt x="4" y="204"/>
                  <a:pt x="4" y="204"/>
                </a:cubicBezTo>
                <a:cubicBezTo>
                  <a:pt x="33" y="204"/>
                  <a:pt x="33" y="204"/>
                  <a:pt x="33" y="204"/>
                </a:cubicBezTo>
                <a:cubicBezTo>
                  <a:pt x="33" y="138"/>
                  <a:pt x="33" y="138"/>
                  <a:pt x="33" y="138"/>
                </a:cubicBezTo>
                <a:cubicBezTo>
                  <a:pt x="27" y="144"/>
                  <a:pt x="27" y="144"/>
                  <a:pt x="27" y="144"/>
                </a:cubicBezTo>
                <a:cubicBezTo>
                  <a:pt x="23" y="149"/>
                  <a:pt x="17" y="151"/>
                  <a:pt x="11" y="151"/>
                </a:cubicBezTo>
                <a:close/>
                <a:moveTo>
                  <a:pt x="39" y="204"/>
                </a:moveTo>
                <a:cubicBezTo>
                  <a:pt x="68" y="204"/>
                  <a:pt x="68" y="204"/>
                  <a:pt x="68" y="204"/>
                </a:cubicBezTo>
                <a:cubicBezTo>
                  <a:pt x="68" y="101"/>
                  <a:pt x="68" y="101"/>
                  <a:pt x="68" y="101"/>
                </a:cubicBezTo>
                <a:cubicBezTo>
                  <a:pt x="39" y="131"/>
                  <a:pt x="39" y="131"/>
                  <a:pt x="39" y="131"/>
                </a:cubicBezTo>
                <a:lnTo>
                  <a:pt x="39" y="204"/>
                </a:lnTo>
                <a:close/>
                <a:moveTo>
                  <a:pt x="100" y="127"/>
                </a:moveTo>
                <a:cubicBezTo>
                  <a:pt x="75" y="101"/>
                  <a:pt x="75" y="101"/>
                  <a:pt x="75" y="101"/>
                </a:cubicBezTo>
                <a:cubicBezTo>
                  <a:pt x="75" y="204"/>
                  <a:pt x="75" y="204"/>
                  <a:pt x="75" y="204"/>
                </a:cubicBezTo>
                <a:cubicBezTo>
                  <a:pt x="103" y="204"/>
                  <a:pt x="103" y="204"/>
                  <a:pt x="103" y="204"/>
                </a:cubicBezTo>
                <a:cubicBezTo>
                  <a:pt x="103" y="130"/>
                  <a:pt x="103" y="130"/>
                  <a:pt x="103" y="130"/>
                </a:cubicBezTo>
                <a:cubicBezTo>
                  <a:pt x="102" y="129"/>
                  <a:pt x="101" y="128"/>
                  <a:pt x="100" y="127"/>
                </a:cubicBezTo>
                <a:close/>
                <a:moveTo>
                  <a:pt x="116" y="134"/>
                </a:moveTo>
                <a:cubicBezTo>
                  <a:pt x="114" y="134"/>
                  <a:pt x="112" y="133"/>
                  <a:pt x="110" y="133"/>
                </a:cubicBezTo>
                <a:cubicBezTo>
                  <a:pt x="110" y="204"/>
                  <a:pt x="110" y="204"/>
                  <a:pt x="110" y="204"/>
                </a:cubicBezTo>
                <a:cubicBezTo>
                  <a:pt x="139" y="204"/>
                  <a:pt x="139" y="204"/>
                  <a:pt x="139" y="204"/>
                </a:cubicBezTo>
                <a:cubicBezTo>
                  <a:pt x="139" y="120"/>
                  <a:pt x="139" y="120"/>
                  <a:pt x="139" y="120"/>
                </a:cubicBezTo>
                <a:cubicBezTo>
                  <a:pt x="132" y="127"/>
                  <a:pt x="132" y="127"/>
                  <a:pt x="132" y="127"/>
                </a:cubicBezTo>
                <a:cubicBezTo>
                  <a:pt x="128" y="131"/>
                  <a:pt x="122" y="134"/>
                  <a:pt x="116" y="134"/>
                </a:cubicBezTo>
                <a:close/>
                <a:moveTo>
                  <a:pt x="145" y="114"/>
                </a:moveTo>
                <a:cubicBezTo>
                  <a:pt x="145" y="204"/>
                  <a:pt x="145" y="204"/>
                  <a:pt x="145" y="204"/>
                </a:cubicBezTo>
                <a:cubicBezTo>
                  <a:pt x="174" y="204"/>
                  <a:pt x="174" y="204"/>
                  <a:pt x="174" y="204"/>
                </a:cubicBezTo>
                <a:cubicBezTo>
                  <a:pt x="174" y="84"/>
                  <a:pt x="174" y="84"/>
                  <a:pt x="174" y="84"/>
                </a:cubicBezTo>
                <a:lnTo>
                  <a:pt x="145" y="114"/>
                </a:lnTo>
                <a:close/>
                <a:moveTo>
                  <a:pt x="196" y="61"/>
                </a:moveTo>
                <a:cubicBezTo>
                  <a:pt x="180" y="77"/>
                  <a:pt x="180" y="77"/>
                  <a:pt x="180" y="77"/>
                </a:cubicBezTo>
                <a:cubicBezTo>
                  <a:pt x="180" y="204"/>
                  <a:pt x="180" y="204"/>
                  <a:pt x="180" y="204"/>
                </a:cubicBezTo>
                <a:cubicBezTo>
                  <a:pt x="209" y="204"/>
                  <a:pt x="209" y="204"/>
                  <a:pt x="209" y="204"/>
                </a:cubicBezTo>
                <a:cubicBezTo>
                  <a:pt x="209" y="73"/>
                  <a:pt x="209" y="73"/>
                  <a:pt x="209" y="73"/>
                </a:cubicBezTo>
                <a:lnTo>
                  <a:pt x="196" y="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3" name="Freeform 13"/>
          <p:cNvSpPr>
            <a:spLocks noEditPoints="1"/>
          </p:cNvSpPr>
          <p:nvPr/>
        </p:nvSpPr>
        <p:spPr bwMode="auto">
          <a:xfrm>
            <a:off x="9378950" y="4308475"/>
            <a:ext cx="292100" cy="295275"/>
          </a:xfrm>
          <a:custGeom>
            <a:avLst/>
            <a:gdLst>
              <a:gd name="T0" fmla="*/ 2147483647 w 180"/>
              <a:gd name="T1" fmla="*/ 2147483647 h 183"/>
              <a:gd name="T2" fmla="*/ 2147483647 w 180"/>
              <a:gd name="T3" fmla="*/ 2147483647 h 183"/>
              <a:gd name="T4" fmla="*/ 2147483647 w 180"/>
              <a:gd name="T5" fmla="*/ 2147483647 h 183"/>
              <a:gd name="T6" fmla="*/ 2147483647 w 180"/>
              <a:gd name="T7" fmla="*/ 2147483647 h 183"/>
              <a:gd name="T8" fmla="*/ 2147483647 w 180"/>
              <a:gd name="T9" fmla="*/ 2147483647 h 183"/>
              <a:gd name="T10" fmla="*/ 2147483647 w 180"/>
              <a:gd name="T11" fmla="*/ 2147483647 h 183"/>
              <a:gd name="T12" fmla="*/ 2147483647 w 180"/>
              <a:gd name="T13" fmla="*/ 2147483647 h 183"/>
              <a:gd name="T14" fmla="*/ 2147483647 w 180"/>
              <a:gd name="T15" fmla="*/ 2147483647 h 183"/>
              <a:gd name="T16" fmla="*/ 2147483647 w 180"/>
              <a:gd name="T17" fmla="*/ 2147483647 h 183"/>
              <a:gd name="T18" fmla="*/ 2147483647 w 180"/>
              <a:gd name="T19" fmla="*/ 2147483647 h 183"/>
              <a:gd name="T20" fmla="*/ 2147483647 w 180"/>
              <a:gd name="T21" fmla="*/ 2147483647 h 183"/>
              <a:gd name="T22" fmla="*/ 2147483647 w 180"/>
              <a:gd name="T23" fmla="*/ 2147483647 h 183"/>
              <a:gd name="T24" fmla="*/ 2147483647 w 180"/>
              <a:gd name="T25" fmla="*/ 2147483647 h 183"/>
              <a:gd name="T26" fmla="*/ 0 w 180"/>
              <a:gd name="T27" fmla="*/ 2147483647 h 183"/>
              <a:gd name="T28" fmla="*/ 2147483647 w 180"/>
              <a:gd name="T29" fmla="*/ 2147483647 h 183"/>
              <a:gd name="T30" fmla="*/ 2147483647 w 180"/>
              <a:gd name="T31" fmla="*/ 2147483647 h 183"/>
              <a:gd name="T32" fmla="*/ 2147483647 w 180"/>
              <a:gd name="T33" fmla="*/ 2147483647 h 183"/>
              <a:gd name="T34" fmla="*/ 2147483647 w 180"/>
              <a:gd name="T35" fmla="*/ 0 h 183"/>
              <a:gd name="T36" fmla="*/ 2147483647 w 180"/>
              <a:gd name="T37" fmla="*/ 2147483647 h 183"/>
              <a:gd name="T38" fmla="*/ 2147483647 w 180"/>
              <a:gd name="T39" fmla="*/ 2147483647 h 183"/>
              <a:gd name="T40" fmla="*/ 2147483647 w 180"/>
              <a:gd name="T41" fmla="*/ 2147483647 h 183"/>
              <a:gd name="T42" fmla="*/ 2147483647 w 180"/>
              <a:gd name="T43" fmla="*/ 2147483647 h 183"/>
              <a:gd name="T44" fmla="*/ 2147483647 w 180"/>
              <a:gd name="T45" fmla="*/ 2147483647 h 183"/>
              <a:gd name="T46" fmla="*/ 2147483647 w 180"/>
              <a:gd name="T47" fmla="*/ 2147483647 h 183"/>
              <a:gd name="T48" fmla="*/ 2147483647 w 180"/>
              <a:gd name="T49" fmla="*/ 2147483647 h 183"/>
              <a:gd name="T50" fmla="*/ 2147483647 w 180"/>
              <a:gd name="T51" fmla="*/ 2147483647 h 183"/>
              <a:gd name="T52" fmla="*/ 2147483647 w 180"/>
              <a:gd name="T53" fmla="*/ 2147483647 h 183"/>
              <a:gd name="T54" fmla="*/ 2147483647 w 180"/>
              <a:gd name="T55" fmla="*/ 2147483647 h 183"/>
              <a:gd name="T56" fmla="*/ 2147483647 w 180"/>
              <a:gd name="T57" fmla="*/ 2147483647 h 183"/>
              <a:gd name="T58" fmla="*/ 2147483647 w 180"/>
              <a:gd name="T59" fmla="*/ 2147483647 h 183"/>
              <a:gd name="T60" fmla="*/ 2147483647 w 180"/>
              <a:gd name="T61" fmla="*/ 2147483647 h 183"/>
              <a:gd name="T62" fmla="*/ 2147483647 w 180"/>
              <a:gd name="T63" fmla="*/ 2147483647 h 183"/>
              <a:gd name="T64" fmla="*/ 2147483647 w 180"/>
              <a:gd name="T65" fmla="*/ 2147483647 h 183"/>
              <a:gd name="T66" fmla="*/ 2147483647 w 180"/>
              <a:gd name="T67" fmla="*/ 2147483647 h 183"/>
              <a:gd name="T68" fmla="*/ 2147483647 w 180"/>
              <a:gd name="T69" fmla="*/ 2147483647 h 183"/>
              <a:gd name="T70" fmla="*/ 2147483647 w 180"/>
              <a:gd name="T71" fmla="*/ 2147483647 h 183"/>
              <a:gd name="T72" fmla="*/ 2147483647 w 180"/>
              <a:gd name="T73" fmla="*/ 2147483647 h 183"/>
              <a:gd name="T74" fmla="*/ 2147483647 w 180"/>
              <a:gd name="T75" fmla="*/ 2147483647 h 183"/>
              <a:gd name="T76" fmla="*/ 2147483647 w 180"/>
              <a:gd name="T77" fmla="*/ 2147483647 h 18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180" h="183">
                <a:moveTo>
                  <a:pt x="43" y="119"/>
                </a:moveTo>
                <a:cubicBezTo>
                  <a:pt x="64" y="119"/>
                  <a:pt x="82" y="102"/>
                  <a:pt x="82" y="80"/>
                </a:cubicBezTo>
                <a:cubicBezTo>
                  <a:pt x="82" y="59"/>
                  <a:pt x="64" y="42"/>
                  <a:pt x="43" y="42"/>
                </a:cubicBezTo>
                <a:cubicBezTo>
                  <a:pt x="22" y="42"/>
                  <a:pt x="5" y="59"/>
                  <a:pt x="5" y="80"/>
                </a:cubicBezTo>
                <a:cubicBezTo>
                  <a:pt x="5" y="102"/>
                  <a:pt x="22" y="119"/>
                  <a:pt x="43" y="119"/>
                </a:cubicBezTo>
                <a:close/>
                <a:moveTo>
                  <a:pt x="43" y="58"/>
                </a:moveTo>
                <a:cubicBezTo>
                  <a:pt x="56" y="58"/>
                  <a:pt x="66" y="68"/>
                  <a:pt x="66" y="80"/>
                </a:cubicBezTo>
                <a:cubicBezTo>
                  <a:pt x="66" y="93"/>
                  <a:pt x="56" y="103"/>
                  <a:pt x="43" y="103"/>
                </a:cubicBezTo>
                <a:cubicBezTo>
                  <a:pt x="31" y="103"/>
                  <a:pt x="21" y="93"/>
                  <a:pt x="21" y="80"/>
                </a:cubicBezTo>
                <a:cubicBezTo>
                  <a:pt x="21" y="68"/>
                  <a:pt x="31" y="58"/>
                  <a:pt x="43" y="58"/>
                </a:cubicBezTo>
                <a:close/>
                <a:moveTo>
                  <a:pt x="129" y="43"/>
                </a:moveTo>
                <a:cubicBezTo>
                  <a:pt x="128" y="74"/>
                  <a:pt x="119" y="104"/>
                  <a:pt x="104" y="127"/>
                </a:cubicBezTo>
                <a:cubicBezTo>
                  <a:pt x="82" y="159"/>
                  <a:pt x="49" y="176"/>
                  <a:pt x="8" y="176"/>
                </a:cubicBezTo>
                <a:cubicBezTo>
                  <a:pt x="4" y="176"/>
                  <a:pt x="0" y="173"/>
                  <a:pt x="0" y="168"/>
                </a:cubicBezTo>
                <a:cubicBezTo>
                  <a:pt x="0" y="164"/>
                  <a:pt x="4" y="160"/>
                  <a:pt x="8" y="160"/>
                </a:cubicBezTo>
                <a:cubicBezTo>
                  <a:pt x="87" y="160"/>
                  <a:pt x="111" y="90"/>
                  <a:pt x="113" y="43"/>
                </a:cubicBezTo>
                <a:cubicBezTo>
                  <a:pt x="97" y="43"/>
                  <a:pt x="97" y="43"/>
                  <a:pt x="97" y="43"/>
                </a:cubicBezTo>
                <a:cubicBezTo>
                  <a:pt x="122" y="0"/>
                  <a:pt x="122" y="0"/>
                  <a:pt x="122" y="0"/>
                </a:cubicBezTo>
                <a:cubicBezTo>
                  <a:pt x="146" y="43"/>
                  <a:pt x="146" y="43"/>
                  <a:pt x="146" y="43"/>
                </a:cubicBezTo>
                <a:lnTo>
                  <a:pt x="129" y="43"/>
                </a:lnTo>
                <a:close/>
                <a:moveTo>
                  <a:pt x="177" y="169"/>
                </a:moveTo>
                <a:cubicBezTo>
                  <a:pt x="180" y="172"/>
                  <a:pt x="180" y="177"/>
                  <a:pt x="177" y="180"/>
                </a:cubicBezTo>
                <a:cubicBezTo>
                  <a:pt x="175" y="182"/>
                  <a:pt x="173" y="183"/>
                  <a:pt x="171" y="183"/>
                </a:cubicBezTo>
                <a:cubicBezTo>
                  <a:pt x="169" y="183"/>
                  <a:pt x="167" y="182"/>
                  <a:pt x="166" y="180"/>
                </a:cubicBezTo>
                <a:cubicBezTo>
                  <a:pt x="149" y="164"/>
                  <a:pt x="149" y="164"/>
                  <a:pt x="149" y="164"/>
                </a:cubicBezTo>
                <a:cubicBezTo>
                  <a:pt x="132" y="180"/>
                  <a:pt x="132" y="180"/>
                  <a:pt x="132" y="180"/>
                </a:cubicBezTo>
                <a:cubicBezTo>
                  <a:pt x="131" y="182"/>
                  <a:pt x="128" y="183"/>
                  <a:pt x="126" y="183"/>
                </a:cubicBezTo>
                <a:cubicBezTo>
                  <a:pt x="124" y="183"/>
                  <a:pt x="122" y="182"/>
                  <a:pt x="121" y="180"/>
                </a:cubicBezTo>
                <a:cubicBezTo>
                  <a:pt x="118" y="177"/>
                  <a:pt x="118" y="172"/>
                  <a:pt x="121" y="169"/>
                </a:cubicBezTo>
                <a:cubicBezTo>
                  <a:pt x="137" y="152"/>
                  <a:pt x="137" y="152"/>
                  <a:pt x="137" y="152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18" y="133"/>
                  <a:pt x="118" y="127"/>
                  <a:pt x="121" y="124"/>
                </a:cubicBezTo>
                <a:cubicBezTo>
                  <a:pt x="124" y="121"/>
                  <a:pt x="129" y="121"/>
                  <a:pt x="132" y="124"/>
                </a:cubicBezTo>
                <a:cubicBezTo>
                  <a:pt x="149" y="141"/>
                  <a:pt x="149" y="141"/>
                  <a:pt x="149" y="141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9" y="121"/>
                  <a:pt x="174" y="121"/>
                  <a:pt x="177" y="124"/>
                </a:cubicBezTo>
                <a:cubicBezTo>
                  <a:pt x="180" y="127"/>
                  <a:pt x="180" y="133"/>
                  <a:pt x="177" y="136"/>
                </a:cubicBezTo>
                <a:cubicBezTo>
                  <a:pt x="160" y="152"/>
                  <a:pt x="160" y="152"/>
                  <a:pt x="160" y="152"/>
                </a:cubicBezTo>
                <a:lnTo>
                  <a:pt x="177" y="1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4" name="Freeform 17"/>
          <p:cNvSpPr>
            <a:spLocks noEditPoints="1"/>
          </p:cNvSpPr>
          <p:nvPr/>
        </p:nvSpPr>
        <p:spPr bwMode="auto">
          <a:xfrm>
            <a:off x="10188575" y="4281488"/>
            <a:ext cx="371475" cy="369887"/>
          </a:xfrm>
          <a:custGeom>
            <a:avLst/>
            <a:gdLst>
              <a:gd name="T0" fmla="*/ 2147483647 w 230"/>
              <a:gd name="T1" fmla="*/ 2147483647 h 230"/>
              <a:gd name="T2" fmla="*/ 2147483647 w 230"/>
              <a:gd name="T3" fmla="*/ 2147483647 h 230"/>
              <a:gd name="T4" fmla="*/ 2147483647 w 230"/>
              <a:gd name="T5" fmla="*/ 0 h 230"/>
              <a:gd name="T6" fmla="*/ 2147483647 w 230"/>
              <a:gd name="T7" fmla="*/ 2147483647 h 230"/>
              <a:gd name="T8" fmla="*/ 2147483647 w 230"/>
              <a:gd name="T9" fmla="*/ 2147483647 h 230"/>
              <a:gd name="T10" fmla="*/ 0 w 230"/>
              <a:gd name="T11" fmla="*/ 2147483647 h 230"/>
              <a:gd name="T12" fmla="*/ 2147483647 w 230"/>
              <a:gd name="T13" fmla="*/ 2147483647 h 230"/>
              <a:gd name="T14" fmla="*/ 2147483647 w 230"/>
              <a:gd name="T15" fmla="*/ 2147483647 h 230"/>
              <a:gd name="T16" fmla="*/ 2147483647 w 230"/>
              <a:gd name="T17" fmla="*/ 2147483647 h 230"/>
              <a:gd name="T18" fmla="*/ 2147483647 w 230"/>
              <a:gd name="T19" fmla="*/ 2147483647 h 230"/>
              <a:gd name="T20" fmla="*/ 2147483647 w 230"/>
              <a:gd name="T21" fmla="*/ 2147483647 h 230"/>
              <a:gd name="T22" fmla="*/ 2147483647 w 230"/>
              <a:gd name="T23" fmla="*/ 2147483647 h 230"/>
              <a:gd name="T24" fmla="*/ 2147483647 w 230"/>
              <a:gd name="T25" fmla="*/ 2147483647 h 230"/>
              <a:gd name="T26" fmla="*/ 2147483647 w 230"/>
              <a:gd name="T27" fmla="*/ 2147483647 h 230"/>
              <a:gd name="T28" fmla="*/ 2147483647 w 230"/>
              <a:gd name="T29" fmla="*/ 2147483647 h 230"/>
              <a:gd name="T30" fmla="*/ 2147483647 w 230"/>
              <a:gd name="T31" fmla="*/ 2147483647 h 230"/>
              <a:gd name="T32" fmla="*/ 2147483647 w 230"/>
              <a:gd name="T33" fmla="*/ 2147483647 h 230"/>
              <a:gd name="T34" fmla="*/ 2147483647 w 230"/>
              <a:gd name="T35" fmla="*/ 2147483647 h 230"/>
              <a:gd name="T36" fmla="*/ 2147483647 w 230"/>
              <a:gd name="T37" fmla="*/ 2147483647 h 230"/>
              <a:gd name="T38" fmla="*/ 2147483647 w 230"/>
              <a:gd name="T39" fmla="*/ 2147483647 h 230"/>
              <a:gd name="T40" fmla="*/ 2147483647 w 230"/>
              <a:gd name="T41" fmla="*/ 2147483647 h 230"/>
              <a:gd name="T42" fmla="*/ 2147483647 w 230"/>
              <a:gd name="T43" fmla="*/ 2147483647 h 230"/>
              <a:gd name="T44" fmla="*/ 2147483647 w 230"/>
              <a:gd name="T45" fmla="*/ 2147483647 h 230"/>
              <a:gd name="T46" fmla="*/ 2147483647 w 230"/>
              <a:gd name="T47" fmla="*/ 2147483647 h 230"/>
              <a:gd name="T48" fmla="*/ 2147483647 w 230"/>
              <a:gd name="T49" fmla="*/ 2147483647 h 230"/>
              <a:gd name="T50" fmla="*/ 2147483647 w 230"/>
              <a:gd name="T51" fmla="*/ 2147483647 h 230"/>
              <a:gd name="T52" fmla="*/ 2147483647 w 230"/>
              <a:gd name="T53" fmla="*/ 2147483647 h 230"/>
              <a:gd name="T54" fmla="*/ 2147483647 w 230"/>
              <a:gd name="T55" fmla="*/ 2147483647 h 230"/>
              <a:gd name="T56" fmla="*/ 2147483647 w 230"/>
              <a:gd name="T57" fmla="*/ 2147483647 h 230"/>
              <a:gd name="T58" fmla="*/ 2147483647 w 230"/>
              <a:gd name="T59" fmla="*/ 2147483647 h 230"/>
              <a:gd name="T60" fmla="*/ 2147483647 w 230"/>
              <a:gd name="T61" fmla="*/ 2147483647 h 230"/>
              <a:gd name="T62" fmla="*/ 2147483647 w 230"/>
              <a:gd name="T63" fmla="*/ 2147483647 h 230"/>
              <a:gd name="T64" fmla="*/ 2147483647 w 230"/>
              <a:gd name="T65" fmla="*/ 2147483647 h 230"/>
              <a:gd name="T66" fmla="*/ 2147483647 w 230"/>
              <a:gd name="T67" fmla="*/ 2147483647 h 230"/>
              <a:gd name="T68" fmla="*/ 2147483647 w 230"/>
              <a:gd name="T69" fmla="*/ 2147483647 h 2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30" h="230">
                <a:moveTo>
                  <a:pt x="224" y="109"/>
                </a:moveTo>
                <a:cubicBezTo>
                  <a:pt x="211" y="109"/>
                  <a:pt x="211" y="109"/>
                  <a:pt x="211" y="109"/>
                </a:cubicBezTo>
                <a:cubicBezTo>
                  <a:pt x="208" y="61"/>
                  <a:pt x="169" y="23"/>
                  <a:pt x="122" y="19"/>
                </a:cubicBezTo>
                <a:cubicBezTo>
                  <a:pt x="122" y="6"/>
                  <a:pt x="122" y="6"/>
                  <a:pt x="122" y="6"/>
                </a:cubicBezTo>
                <a:cubicBezTo>
                  <a:pt x="122" y="3"/>
                  <a:pt x="119" y="0"/>
                  <a:pt x="115" y="0"/>
                </a:cubicBezTo>
                <a:cubicBezTo>
                  <a:pt x="115" y="0"/>
                  <a:pt x="115" y="0"/>
                  <a:pt x="115" y="0"/>
                </a:cubicBezTo>
                <a:cubicBezTo>
                  <a:pt x="112" y="0"/>
                  <a:pt x="109" y="3"/>
                  <a:pt x="109" y="6"/>
                </a:cubicBezTo>
                <a:cubicBezTo>
                  <a:pt x="109" y="19"/>
                  <a:pt x="109" y="19"/>
                  <a:pt x="109" y="19"/>
                </a:cubicBezTo>
                <a:cubicBezTo>
                  <a:pt x="61" y="23"/>
                  <a:pt x="23" y="61"/>
                  <a:pt x="19" y="109"/>
                </a:cubicBezTo>
                <a:cubicBezTo>
                  <a:pt x="6" y="109"/>
                  <a:pt x="6" y="109"/>
                  <a:pt x="6" y="109"/>
                </a:cubicBezTo>
                <a:cubicBezTo>
                  <a:pt x="3" y="109"/>
                  <a:pt x="0" y="112"/>
                  <a:pt x="0" y="115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19"/>
                  <a:pt x="3" y="122"/>
                  <a:pt x="6" y="122"/>
                </a:cubicBezTo>
                <a:cubicBezTo>
                  <a:pt x="19" y="122"/>
                  <a:pt x="19" y="122"/>
                  <a:pt x="19" y="122"/>
                </a:cubicBezTo>
                <a:cubicBezTo>
                  <a:pt x="23" y="169"/>
                  <a:pt x="61" y="208"/>
                  <a:pt x="109" y="211"/>
                </a:cubicBezTo>
                <a:cubicBezTo>
                  <a:pt x="109" y="224"/>
                  <a:pt x="109" y="224"/>
                  <a:pt x="109" y="224"/>
                </a:cubicBezTo>
                <a:cubicBezTo>
                  <a:pt x="109" y="228"/>
                  <a:pt x="112" y="230"/>
                  <a:pt x="115" y="230"/>
                </a:cubicBezTo>
                <a:cubicBezTo>
                  <a:pt x="115" y="230"/>
                  <a:pt x="115" y="230"/>
                  <a:pt x="115" y="230"/>
                </a:cubicBezTo>
                <a:cubicBezTo>
                  <a:pt x="119" y="230"/>
                  <a:pt x="122" y="228"/>
                  <a:pt x="122" y="224"/>
                </a:cubicBezTo>
                <a:cubicBezTo>
                  <a:pt x="122" y="211"/>
                  <a:pt x="122" y="211"/>
                  <a:pt x="122" y="211"/>
                </a:cubicBezTo>
                <a:cubicBezTo>
                  <a:pt x="169" y="208"/>
                  <a:pt x="208" y="169"/>
                  <a:pt x="211" y="122"/>
                </a:cubicBezTo>
                <a:cubicBezTo>
                  <a:pt x="224" y="122"/>
                  <a:pt x="224" y="122"/>
                  <a:pt x="224" y="122"/>
                </a:cubicBezTo>
                <a:cubicBezTo>
                  <a:pt x="228" y="122"/>
                  <a:pt x="230" y="119"/>
                  <a:pt x="230" y="115"/>
                </a:cubicBezTo>
                <a:cubicBezTo>
                  <a:pt x="230" y="115"/>
                  <a:pt x="230" y="115"/>
                  <a:pt x="230" y="115"/>
                </a:cubicBezTo>
                <a:cubicBezTo>
                  <a:pt x="230" y="112"/>
                  <a:pt x="228" y="109"/>
                  <a:pt x="224" y="109"/>
                </a:cubicBezTo>
                <a:close/>
                <a:moveTo>
                  <a:pt x="192" y="109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7" y="78"/>
                  <a:pt x="153" y="53"/>
                  <a:pt x="122" y="50"/>
                </a:cubicBezTo>
                <a:cubicBezTo>
                  <a:pt x="122" y="39"/>
                  <a:pt x="122" y="39"/>
                  <a:pt x="122" y="39"/>
                </a:cubicBezTo>
                <a:cubicBezTo>
                  <a:pt x="159" y="42"/>
                  <a:pt x="189" y="72"/>
                  <a:pt x="192" y="109"/>
                </a:cubicBezTo>
                <a:close/>
                <a:moveTo>
                  <a:pt x="150" y="122"/>
                </a:moveTo>
                <a:cubicBezTo>
                  <a:pt x="171" y="122"/>
                  <a:pt x="171" y="122"/>
                  <a:pt x="171" y="122"/>
                </a:cubicBezTo>
                <a:cubicBezTo>
                  <a:pt x="168" y="147"/>
                  <a:pt x="147" y="168"/>
                  <a:pt x="122" y="171"/>
                </a:cubicBezTo>
                <a:cubicBezTo>
                  <a:pt x="122" y="150"/>
                  <a:pt x="122" y="150"/>
                  <a:pt x="122" y="150"/>
                </a:cubicBezTo>
                <a:cubicBezTo>
                  <a:pt x="122" y="147"/>
                  <a:pt x="119" y="144"/>
                  <a:pt x="115" y="144"/>
                </a:cubicBezTo>
                <a:cubicBezTo>
                  <a:pt x="115" y="144"/>
                  <a:pt x="115" y="144"/>
                  <a:pt x="115" y="144"/>
                </a:cubicBezTo>
                <a:cubicBezTo>
                  <a:pt x="112" y="144"/>
                  <a:pt x="109" y="147"/>
                  <a:pt x="109" y="150"/>
                </a:cubicBezTo>
                <a:cubicBezTo>
                  <a:pt x="109" y="171"/>
                  <a:pt x="109" y="171"/>
                  <a:pt x="109" y="171"/>
                </a:cubicBezTo>
                <a:cubicBezTo>
                  <a:pt x="83" y="168"/>
                  <a:pt x="63" y="147"/>
                  <a:pt x="60" y="122"/>
                </a:cubicBezTo>
                <a:cubicBezTo>
                  <a:pt x="80" y="122"/>
                  <a:pt x="80" y="122"/>
                  <a:pt x="80" y="122"/>
                </a:cubicBezTo>
                <a:cubicBezTo>
                  <a:pt x="84" y="122"/>
                  <a:pt x="86" y="119"/>
                  <a:pt x="86" y="115"/>
                </a:cubicBezTo>
                <a:cubicBezTo>
                  <a:pt x="86" y="115"/>
                  <a:pt x="86" y="115"/>
                  <a:pt x="86" y="115"/>
                </a:cubicBezTo>
                <a:cubicBezTo>
                  <a:pt x="86" y="112"/>
                  <a:pt x="84" y="109"/>
                  <a:pt x="80" y="109"/>
                </a:cubicBezTo>
                <a:cubicBezTo>
                  <a:pt x="60" y="109"/>
                  <a:pt x="60" y="109"/>
                  <a:pt x="60" y="109"/>
                </a:cubicBezTo>
                <a:cubicBezTo>
                  <a:pt x="63" y="83"/>
                  <a:pt x="83" y="63"/>
                  <a:pt x="109" y="60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09" y="84"/>
                  <a:pt x="112" y="86"/>
                  <a:pt x="115" y="86"/>
                </a:cubicBezTo>
                <a:cubicBezTo>
                  <a:pt x="115" y="86"/>
                  <a:pt x="115" y="86"/>
                  <a:pt x="115" y="86"/>
                </a:cubicBezTo>
                <a:cubicBezTo>
                  <a:pt x="119" y="86"/>
                  <a:pt x="122" y="84"/>
                  <a:pt x="122" y="80"/>
                </a:cubicBezTo>
                <a:cubicBezTo>
                  <a:pt x="122" y="60"/>
                  <a:pt x="122" y="60"/>
                  <a:pt x="122" y="60"/>
                </a:cubicBezTo>
                <a:cubicBezTo>
                  <a:pt x="147" y="63"/>
                  <a:pt x="168" y="83"/>
                  <a:pt x="171" y="109"/>
                </a:cubicBezTo>
                <a:cubicBezTo>
                  <a:pt x="150" y="109"/>
                  <a:pt x="150" y="109"/>
                  <a:pt x="150" y="109"/>
                </a:cubicBezTo>
                <a:cubicBezTo>
                  <a:pt x="147" y="109"/>
                  <a:pt x="144" y="112"/>
                  <a:pt x="144" y="115"/>
                </a:cubicBezTo>
                <a:cubicBezTo>
                  <a:pt x="144" y="115"/>
                  <a:pt x="144" y="115"/>
                  <a:pt x="144" y="115"/>
                </a:cubicBezTo>
                <a:cubicBezTo>
                  <a:pt x="144" y="119"/>
                  <a:pt x="147" y="122"/>
                  <a:pt x="150" y="122"/>
                </a:cubicBezTo>
                <a:close/>
                <a:moveTo>
                  <a:pt x="109" y="39"/>
                </a:moveTo>
                <a:cubicBezTo>
                  <a:pt x="109" y="50"/>
                  <a:pt x="109" y="50"/>
                  <a:pt x="109" y="50"/>
                </a:cubicBezTo>
                <a:cubicBezTo>
                  <a:pt x="78" y="53"/>
                  <a:pt x="53" y="78"/>
                  <a:pt x="50" y="109"/>
                </a:cubicBezTo>
                <a:cubicBezTo>
                  <a:pt x="39" y="109"/>
                  <a:pt x="39" y="109"/>
                  <a:pt x="39" y="109"/>
                </a:cubicBezTo>
                <a:cubicBezTo>
                  <a:pt x="42" y="72"/>
                  <a:pt x="72" y="42"/>
                  <a:pt x="109" y="39"/>
                </a:cubicBezTo>
                <a:close/>
                <a:moveTo>
                  <a:pt x="39" y="122"/>
                </a:moveTo>
                <a:cubicBezTo>
                  <a:pt x="50" y="122"/>
                  <a:pt x="50" y="122"/>
                  <a:pt x="50" y="122"/>
                </a:cubicBezTo>
                <a:cubicBezTo>
                  <a:pt x="53" y="153"/>
                  <a:pt x="78" y="177"/>
                  <a:pt x="109" y="180"/>
                </a:cubicBezTo>
                <a:cubicBezTo>
                  <a:pt x="109" y="192"/>
                  <a:pt x="109" y="192"/>
                  <a:pt x="109" y="192"/>
                </a:cubicBezTo>
                <a:cubicBezTo>
                  <a:pt x="72" y="189"/>
                  <a:pt x="42" y="159"/>
                  <a:pt x="39" y="122"/>
                </a:cubicBezTo>
                <a:close/>
                <a:moveTo>
                  <a:pt x="122" y="192"/>
                </a:moveTo>
                <a:cubicBezTo>
                  <a:pt x="122" y="180"/>
                  <a:pt x="122" y="180"/>
                  <a:pt x="122" y="180"/>
                </a:cubicBezTo>
                <a:cubicBezTo>
                  <a:pt x="153" y="177"/>
                  <a:pt x="177" y="153"/>
                  <a:pt x="180" y="122"/>
                </a:cubicBezTo>
                <a:cubicBezTo>
                  <a:pt x="192" y="122"/>
                  <a:pt x="192" y="122"/>
                  <a:pt x="192" y="122"/>
                </a:cubicBezTo>
                <a:cubicBezTo>
                  <a:pt x="189" y="159"/>
                  <a:pt x="159" y="189"/>
                  <a:pt x="122" y="1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5" name="Freeform 21"/>
          <p:cNvSpPr>
            <a:spLocks noEditPoints="1"/>
          </p:cNvSpPr>
          <p:nvPr/>
        </p:nvSpPr>
        <p:spPr bwMode="auto">
          <a:xfrm>
            <a:off x="11077575" y="4256088"/>
            <a:ext cx="330200" cy="338137"/>
          </a:xfrm>
          <a:custGeom>
            <a:avLst/>
            <a:gdLst>
              <a:gd name="T0" fmla="*/ 2147483647 w 204"/>
              <a:gd name="T1" fmla="*/ 2147483647 h 210"/>
              <a:gd name="T2" fmla="*/ 2147483647 w 204"/>
              <a:gd name="T3" fmla="*/ 2147483647 h 210"/>
              <a:gd name="T4" fmla="*/ 0 w 204"/>
              <a:gd name="T5" fmla="*/ 2147483647 h 210"/>
              <a:gd name="T6" fmla="*/ 0 w 204"/>
              <a:gd name="T7" fmla="*/ 2147483647 h 210"/>
              <a:gd name="T8" fmla="*/ 2147483647 w 204"/>
              <a:gd name="T9" fmla="*/ 2147483647 h 210"/>
              <a:gd name="T10" fmla="*/ 2147483647 w 204"/>
              <a:gd name="T11" fmla="*/ 2147483647 h 210"/>
              <a:gd name="T12" fmla="*/ 2147483647 w 204"/>
              <a:gd name="T13" fmla="*/ 2147483647 h 210"/>
              <a:gd name="T14" fmla="*/ 2147483647 w 204"/>
              <a:gd name="T15" fmla="*/ 2147483647 h 210"/>
              <a:gd name="T16" fmla="*/ 2147483647 w 204"/>
              <a:gd name="T17" fmla="*/ 2147483647 h 210"/>
              <a:gd name="T18" fmla="*/ 2147483647 w 204"/>
              <a:gd name="T19" fmla="*/ 2147483647 h 210"/>
              <a:gd name="T20" fmla="*/ 2147483647 w 204"/>
              <a:gd name="T21" fmla="*/ 2147483647 h 210"/>
              <a:gd name="T22" fmla="*/ 2147483647 w 204"/>
              <a:gd name="T23" fmla="*/ 2147483647 h 210"/>
              <a:gd name="T24" fmla="*/ 2147483647 w 204"/>
              <a:gd name="T25" fmla="*/ 2147483647 h 210"/>
              <a:gd name="T26" fmla="*/ 2147483647 w 204"/>
              <a:gd name="T27" fmla="*/ 2147483647 h 210"/>
              <a:gd name="T28" fmla="*/ 2147483647 w 204"/>
              <a:gd name="T29" fmla="*/ 2147483647 h 210"/>
              <a:gd name="T30" fmla="*/ 2147483647 w 204"/>
              <a:gd name="T31" fmla="*/ 2147483647 h 210"/>
              <a:gd name="T32" fmla="*/ 2147483647 w 204"/>
              <a:gd name="T33" fmla="*/ 2147483647 h 210"/>
              <a:gd name="T34" fmla="*/ 2147483647 w 204"/>
              <a:gd name="T35" fmla="*/ 2147483647 h 210"/>
              <a:gd name="T36" fmla="*/ 2147483647 w 204"/>
              <a:gd name="T37" fmla="*/ 2147483647 h 210"/>
              <a:gd name="T38" fmla="*/ 2147483647 w 204"/>
              <a:gd name="T39" fmla="*/ 2147483647 h 210"/>
              <a:gd name="T40" fmla="*/ 2147483647 w 204"/>
              <a:gd name="T41" fmla="*/ 2147483647 h 210"/>
              <a:gd name="T42" fmla="*/ 2147483647 w 204"/>
              <a:gd name="T43" fmla="*/ 2147483647 h 210"/>
              <a:gd name="T44" fmla="*/ 2147483647 w 204"/>
              <a:gd name="T45" fmla="*/ 2147483647 h 210"/>
              <a:gd name="T46" fmla="*/ 2147483647 w 204"/>
              <a:gd name="T47" fmla="*/ 2147483647 h 210"/>
              <a:gd name="T48" fmla="*/ 2147483647 w 204"/>
              <a:gd name="T49" fmla="*/ 2147483647 h 210"/>
              <a:gd name="T50" fmla="*/ 2147483647 w 204"/>
              <a:gd name="T51" fmla="*/ 2147483647 h 210"/>
              <a:gd name="T52" fmla="*/ 2147483647 w 204"/>
              <a:gd name="T53" fmla="*/ 2147483647 h 210"/>
              <a:gd name="T54" fmla="*/ 2147483647 w 204"/>
              <a:gd name="T55" fmla="*/ 2147483647 h 210"/>
              <a:gd name="T56" fmla="*/ 2147483647 w 204"/>
              <a:gd name="T57" fmla="*/ 2147483647 h 210"/>
              <a:gd name="T58" fmla="*/ 2147483647 w 204"/>
              <a:gd name="T59" fmla="*/ 2147483647 h 210"/>
              <a:gd name="T60" fmla="*/ 2147483647 w 204"/>
              <a:gd name="T61" fmla="*/ 2147483647 h 21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04" h="210">
                <a:moveTo>
                  <a:pt x="45" y="210"/>
                </a:moveTo>
                <a:cubicBezTo>
                  <a:pt x="3" y="210"/>
                  <a:pt x="3" y="210"/>
                  <a:pt x="3" y="210"/>
                </a:cubicBezTo>
                <a:cubicBezTo>
                  <a:pt x="1" y="210"/>
                  <a:pt x="0" y="209"/>
                  <a:pt x="0" y="207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7"/>
                  <a:pt x="1" y="146"/>
                  <a:pt x="3" y="146"/>
                </a:cubicBezTo>
                <a:cubicBezTo>
                  <a:pt x="45" y="146"/>
                  <a:pt x="45" y="146"/>
                  <a:pt x="45" y="146"/>
                </a:cubicBezTo>
                <a:cubicBezTo>
                  <a:pt x="47" y="146"/>
                  <a:pt x="48" y="147"/>
                  <a:pt x="48" y="149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48" y="209"/>
                  <a:pt x="47" y="210"/>
                  <a:pt x="45" y="210"/>
                </a:cubicBezTo>
                <a:close/>
                <a:moveTo>
                  <a:pt x="122" y="207"/>
                </a:moveTo>
                <a:cubicBezTo>
                  <a:pt x="122" y="104"/>
                  <a:pt x="122" y="104"/>
                  <a:pt x="122" y="104"/>
                </a:cubicBezTo>
                <a:cubicBezTo>
                  <a:pt x="122" y="103"/>
                  <a:pt x="120" y="101"/>
                  <a:pt x="118" y="101"/>
                </a:cubicBezTo>
                <a:cubicBezTo>
                  <a:pt x="77" y="101"/>
                  <a:pt x="77" y="101"/>
                  <a:pt x="77" y="101"/>
                </a:cubicBezTo>
                <a:cubicBezTo>
                  <a:pt x="75" y="101"/>
                  <a:pt x="74" y="103"/>
                  <a:pt x="74" y="104"/>
                </a:cubicBezTo>
                <a:cubicBezTo>
                  <a:pt x="74" y="207"/>
                  <a:pt x="74" y="207"/>
                  <a:pt x="74" y="207"/>
                </a:cubicBezTo>
                <a:cubicBezTo>
                  <a:pt x="74" y="209"/>
                  <a:pt x="75" y="210"/>
                  <a:pt x="77" y="210"/>
                </a:cubicBezTo>
                <a:cubicBezTo>
                  <a:pt x="118" y="210"/>
                  <a:pt x="118" y="210"/>
                  <a:pt x="118" y="210"/>
                </a:cubicBezTo>
                <a:cubicBezTo>
                  <a:pt x="120" y="210"/>
                  <a:pt x="122" y="209"/>
                  <a:pt x="122" y="207"/>
                </a:cubicBezTo>
                <a:close/>
                <a:moveTo>
                  <a:pt x="203" y="58"/>
                </a:moveTo>
                <a:cubicBezTo>
                  <a:pt x="171" y="3"/>
                  <a:pt x="171" y="3"/>
                  <a:pt x="171" y="3"/>
                </a:cubicBezTo>
                <a:cubicBezTo>
                  <a:pt x="169" y="0"/>
                  <a:pt x="167" y="0"/>
                  <a:pt x="165" y="3"/>
                </a:cubicBezTo>
                <a:cubicBezTo>
                  <a:pt x="133" y="58"/>
                  <a:pt x="133" y="58"/>
                  <a:pt x="133" y="58"/>
                </a:cubicBezTo>
                <a:cubicBezTo>
                  <a:pt x="132" y="61"/>
                  <a:pt x="133" y="63"/>
                  <a:pt x="136" y="63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7" y="207"/>
                  <a:pt x="147" y="207"/>
                  <a:pt x="147" y="207"/>
                </a:cubicBezTo>
                <a:cubicBezTo>
                  <a:pt x="147" y="209"/>
                  <a:pt x="149" y="210"/>
                  <a:pt x="150" y="210"/>
                </a:cubicBezTo>
                <a:cubicBezTo>
                  <a:pt x="186" y="210"/>
                  <a:pt x="186" y="210"/>
                  <a:pt x="186" y="210"/>
                </a:cubicBezTo>
                <a:cubicBezTo>
                  <a:pt x="187" y="210"/>
                  <a:pt x="189" y="209"/>
                  <a:pt x="189" y="207"/>
                </a:cubicBezTo>
                <a:cubicBezTo>
                  <a:pt x="189" y="63"/>
                  <a:pt x="189" y="63"/>
                  <a:pt x="189" y="63"/>
                </a:cubicBezTo>
                <a:cubicBezTo>
                  <a:pt x="200" y="63"/>
                  <a:pt x="200" y="63"/>
                  <a:pt x="200" y="63"/>
                </a:cubicBezTo>
                <a:cubicBezTo>
                  <a:pt x="203" y="63"/>
                  <a:pt x="204" y="61"/>
                  <a:pt x="203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6" name="Freeform 25"/>
          <p:cNvSpPr>
            <a:spLocks noEditPoints="1"/>
          </p:cNvSpPr>
          <p:nvPr/>
        </p:nvSpPr>
        <p:spPr bwMode="auto">
          <a:xfrm>
            <a:off x="7616825" y="4924425"/>
            <a:ext cx="331788" cy="330200"/>
          </a:xfrm>
          <a:custGeom>
            <a:avLst/>
            <a:gdLst>
              <a:gd name="T0" fmla="*/ 2147483647 w 205"/>
              <a:gd name="T1" fmla="*/ 2147483647 h 205"/>
              <a:gd name="T2" fmla="*/ 2147483647 w 205"/>
              <a:gd name="T3" fmla="*/ 2147483647 h 205"/>
              <a:gd name="T4" fmla="*/ 2147483647 w 205"/>
              <a:gd name="T5" fmla="*/ 2147483647 h 205"/>
              <a:gd name="T6" fmla="*/ 2147483647 w 205"/>
              <a:gd name="T7" fmla="*/ 2147483647 h 205"/>
              <a:gd name="T8" fmla="*/ 2147483647 w 205"/>
              <a:gd name="T9" fmla="*/ 2147483647 h 205"/>
              <a:gd name="T10" fmla="*/ 2147483647 w 205"/>
              <a:gd name="T11" fmla="*/ 2147483647 h 205"/>
              <a:gd name="T12" fmla="*/ 2147483647 w 205"/>
              <a:gd name="T13" fmla="*/ 2147483647 h 205"/>
              <a:gd name="T14" fmla="*/ 2147483647 w 205"/>
              <a:gd name="T15" fmla="*/ 2147483647 h 205"/>
              <a:gd name="T16" fmla="*/ 2147483647 w 205"/>
              <a:gd name="T17" fmla="*/ 2147483647 h 205"/>
              <a:gd name="T18" fmla="*/ 2147483647 w 205"/>
              <a:gd name="T19" fmla="*/ 2147483647 h 205"/>
              <a:gd name="T20" fmla="*/ 2147483647 w 205"/>
              <a:gd name="T21" fmla="*/ 2147483647 h 205"/>
              <a:gd name="T22" fmla="*/ 2147483647 w 205"/>
              <a:gd name="T23" fmla="*/ 2147483647 h 205"/>
              <a:gd name="T24" fmla="*/ 2147483647 w 205"/>
              <a:gd name="T25" fmla="*/ 2147483647 h 205"/>
              <a:gd name="T26" fmla="*/ 2147483647 w 205"/>
              <a:gd name="T27" fmla="*/ 2147483647 h 205"/>
              <a:gd name="T28" fmla="*/ 2147483647 w 205"/>
              <a:gd name="T29" fmla="*/ 2147483647 h 205"/>
              <a:gd name="T30" fmla="*/ 2147483647 w 205"/>
              <a:gd name="T31" fmla="*/ 2147483647 h 205"/>
              <a:gd name="T32" fmla="*/ 2147483647 w 205"/>
              <a:gd name="T33" fmla="*/ 2147483647 h 205"/>
              <a:gd name="T34" fmla="*/ 2147483647 w 205"/>
              <a:gd name="T35" fmla="*/ 2147483647 h 205"/>
              <a:gd name="T36" fmla="*/ 2147483647 w 205"/>
              <a:gd name="T37" fmla="*/ 2147483647 h 205"/>
              <a:gd name="T38" fmla="*/ 2147483647 w 205"/>
              <a:gd name="T39" fmla="*/ 2147483647 h 205"/>
              <a:gd name="T40" fmla="*/ 2147483647 w 205"/>
              <a:gd name="T41" fmla="*/ 2147483647 h 205"/>
              <a:gd name="T42" fmla="*/ 2147483647 w 205"/>
              <a:gd name="T43" fmla="*/ 2147483647 h 205"/>
              <a:gd name="T44" fmla="*/ 2147483647 w 205"/>
              <a:gd name="T45" fmla="*/ 2147483647 h 205"/>
              <a:gd name="T46" fmla="*/ 2147483647 w 205"/>
              <a:gd name="T47" fmla="*/ 2147483647 h 205"/>
              <a:gd name="T48" fmla="*/ 2147483647 w 205"/>
              <a:gd name="T49" fmla="*/ 2147483647 h 205"/>
              <a:gd name="T50" fmla="*/ 2147483647 w 205"/>
              <a:gd name="T51" fmla="*/ 2147483647 h 205"/>
              <a:gd name="T52" fmla="*/ 2147483647 w 205"/>
              <a:gd name="T53" fmla="*/ 2147483647 h 205"/>
              <a:gd name="T54" fmla="*/ 2147483647 w 205"/>
              <a:gd name="T55" fmla="*/ 2147483647 h 205"/>
              <a:gd name="T56" fmla="*/ 2147483647 w 205"/>
              <a:gd name="T57" fmla="*/ 2147483647 h 205"/>
              <a:gd name="T58" fmla="*/ 2147483647 w 205"/>
              <a:gd name="T59" fmla="*/ 2147483647 h 205"/>
              <a:gd name="T60" fmla="*/ 2147483647 w 205"/>
              <a:gd name="T61" fmla="*/ 2147483647 h 20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05" h="205">
                <a:moveTo>
                  <a:pt x="83" y="122"/>
                </a:moveTo>
                <a:cubicBezTo>
                  <a:pt x="100" y="140"/>
                  <a:pt x="121" y="156"/>
                  <a:pt x="129" y="148"/>
                </a:cubicBezTo>
                <a:cubicBezTo>
                  <a:pt x="140" y="137"/>
                  <a:pt x="147" y="127"/>
                  <a:pt x="172" y="147"/>
                </a:cubicBezTo>
                <a:cubicBezTo>
                  <a:pt x="198" y="167"/>
                  <a:pt x="178" y="181"/>
                  <a:pt x="167" y="192"/>
                </a:cubicBezTo>
                <a:cubicBezTo>
                  <a:pt x="155" y="205"/>
                  <a:pt x="107" y="193"/>
                  <a:pt x="60" y="146"/>
                </a:cubicBezTo>
                <a:cubicBezTo>
                  <a:pt x="12" y="99"/>
                  <a:pt x="0" y="51"/>
                  <a:pt x="13" y="39"/>
                </a:cubicBezTo>
                <a:cubicBezTo>
                  <a:pt x="24" y="27"/>
                  <a:pt x="37" y="8"/>
                  <a:pt x="58" y="33"/>
                </a:cubicBezTo>
                <a:cubicBezTo>
                  <a:pt x="78" y="58"/>
                  <a:pt x="68" y="65"/>
                  <a:pt x="57" y="77"/>
                </a:cubicBezTo>
                <a:cubicBezTo>
                  <a:pt x="49" y="85"/>
                  <a:pt x="65" y="105"/>
                  <a:pt x="83" y="122"/>
                </a:cubicBezTo>
                <a:close/>
                <a:moveTo>
                  <a:pt x="108" y="40"/>
                </a:moveTo>
                <a:cubicBezTo>
                  <a:pt x="108" y="40"/>
                  <a:pt x="103" y="39"/>
                  <a:pt x="99" y="42"/>
                </a:cubicBezTo>
                <a:cubicBezTo>
                  <a:pt x="96" y="46"/>
                  <a:pt x="95" y="53"/>
                  <a:pt x="99" y="57"/>
                </a:cubicBezTo>
                <a:cubicBezTo>
                  <a:pt x="102" y="59"/>
                  <a:pt x="105" y="60"/>
                  <a:pt x="105" y="60"/>
                </a:cubicBezTo>
                <a:cubicBezTo>
                  <a:pt x="112" y="61"/>
                  <a:pt x="121" y="63"/>
                  <a:pt x="132" y="73"/>
                </a:cubicBezTo>
                <a:cubicBezTo>
                  <a:pt x="142" y="84"/>
                  <a:pt x="144" y="94"/>
                  <a:pt x="146" y="100"/>
                </a:cubicBezTo>
                <a:cubicBezTo>
                  <a:pt x="146" y="100"/>
                  <a:pt x="146" y="104"/>
                  <a:pt x="148" y="106"/>
                </a:cubicBezTo>
                <a:cubicBezTo>
                  <a:pt x="152" y="110"/>
                  <a:pt x="159" y="110"/>
                  <a:pt x="163" y="106"/>
                </a:cubicBezTo>
                <a:cubicBezTo>
                  <a:pt x="167" y="102"/>
                  <a:pt x="166" y="97"/>
                  <a:pt x="166" y="97"/>
                </a:cubicBezTo>
                <a:cubicBezTo>
                  <a:pt x="164" y="84"/>
                  <a:pt x="157" y="70"/>
                  <a:pt x="146" y="59"/>
                </a:cubicBezTo>
                <a:cubicBezTo>
                  <a:pt x="135" y="48"/>
                  <a:pt x="121" y="42"/>
                  <a:pt x="108" y="40"/>
                </a:cubicBezTo>
                <a:close/>
                <a:moveTo>
                  <a:pt x="158" y="47"/>
                </a:moveTo>
                <a:cubicBezTo>
                  <a:pt x="177" y="67"/>
                  <a:pt x="185" y="88"/>
                  <a:pt x="183" y="106"/>
                </a:cubicBezTo>
                <a:cubicBezTo>
                  <a:pt x="183" y="106"/>
                  <a:pt x="182" y="112"/>
                  <a:pt x="185" y="115"/>
                </a:cubicBezTo>
                <a:cubicBezTo>
                  <a:pt x="189" y="119"/>
                  <a:pt x="196" y="119"/>
                  <a:pt x="200" y="115"/>
                </a:cubicBezTo>
                <a:cubicBezTo>
                  <a:pt x="202" y="113"/>
                  <a:pt x="203" y="109"/>
                  <a:pt x="203" y="109"/>
                </a:cubicBezTo>
                <a:cubicBezTo>
                  <a:pt x="205" y="93"/>
                  <a:pt x="202" y="63"/>
                  <a:pt x="172" y="33"/>
                </a:cubicBezTo>
                <a:cubicBezTo>
                  <a:pt x="142" y="3"/>
                  <a:pt x="112" y="0"/>
                  <a:pt x="97" y="3"/>
                </a:cubicBezTo>
                <a:cubicBezTo>
                  <a:pt x="97" y="3"/>
                  <a:pt x="93" y="3"/>
                  <a:pt x="90" y="6"/>
                </a:cubicBezTo>
                <a:cubicBezTo>
                  <a:pt x="86" y="9"/>
                  <a:pt x="86" y="16"/>
                  <a:pt x="90" y="20"/>
                </a:cubicBezTo>
                <a:cubicBezTo>
                  <a:pt x="94" y="24"/>
                  <a:pt x="99" y="23"/>
                  <a:pt x="99" y="23"/>
                </a:cubicBezTo>
                <a:cubicBezTo>
                  <a:pt x="117" y="20"/>
                  <a:pt x="139" y="28"/>
                  <a:pt x="158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7" name="Freeform 29"/>
          <p:cNvSpPr>
            <a:spLocks/>
          </p:cNvSpPr>
          <p:nvPr/>
        </p:nvSpPr>
        <p:spPr bwMode="auto">
          <a:xfrm>
            <a:off x="8501063" y="4930775"/>
            <a:ext cx="325437" cy="325438"/>
          </a:xfrm>
          <a:custGeom>
            <a:avLst/>
            <a:gdLst>
              <a:gd name="T0" fmla="*/ 2147483647 w 202"/>
              <a:gd name="T1" fmla="*/ 0 h 202"/>
              <a:gd name="T2" fmla="*/ 2147483647 w 202"/>
              <a:gd name="T3" fmla="*/ 2147483647 h 202"/>
              <a:gd name="T4" fmla="*/ 2147483647 w 202"/>
              <a:gd name="T5" fmla="*/ 2147483647 h 202"/>
              <a:gd name="T6" fmla="*/ 2147483647 w 202"/>
              <a:gd name="T7" fmla="*/ 2147483647 h 202"/>
              <a:gd name="T8" fmla="*/ 2147483647 w 202"/>
              <a:gd name="T9" fmla="*/ 2147483647 h 202"/>
              <a:gd name="T10" fmla="*/ 2147483647 w 202"/>
              <a:gd name="T11" fmla="*/ 2147483647 h 202"/>
              <a:gd name="T12" fmla="*/ 2147483647 w 202"/>
              <a:gd name="T13" fmla="*/ 2147483647 h 202"/>
              <a:gd name="T14" fmla="*/ 2147483647 w 202"/>
              <a:gd name="T15" fmla="*/ 2147483647 h 202"/>
              <a:gd name="T16" fmla="*/ 2147483647 w 202"/>
              <a:gd name="T17" fmla="*/ 2147483647 h 202"/>
              <a:gd name="T18" fmla="*/ 2147483647 w 202"/>
              <a:gd name="T19" fmla="*/ 2147483647 h 202"/>
              <a:gd name="T20" fmla="*/ 2147483647 w 202"/>
              <a:gd name="T21" fmla="*/ 2147483647 h 202"/>
              <a:gd name="T22" fmla="*/ 2147483647 w 202"/>
              <a:gd name="T23" fmla="*/ 2147483647 h 202"/>
              <a:gd name="T24" fmla="*/ 2147483647 w 202"/>
              <a:gd name="T25" fmla="*/ 2147483647 h 202"/>
              <a:gd name="T26" fmla="*/ 2147483647 w 202"/>
              <a:gd name="T27" fmla="*/ 2147483647 h 202"/>
              <a:gd name="T28" fmla="*/ 2147483647 w 202"/>
              <a:gd name="T29" fmla="*/ 2147483647 h 202"/>
              <a:gd name="T30" fmla="*/ 2147483647 w 202"/>
              <a:gd name="T31" fmla="*/ 2147483647 h 202"/>
              <a:gd name="T32" fmla="*/ 2147483647 w 202"/>
              <a:gd name="T33" fmla="*/ 2147483647 h 202"/>
              <a:gd name="T34" fmla="*/ 2147483647 w 202"/>
              <a:gd name="T35" fmla="*/ 2147483647 h 202"/>
              <a:gd name="T36" fmla="*/ 2147483647 w 202"/>
              <a:gd name="T37" fmla="*/ 2147483647 h 202"/>
              <a:gd name="T38" fmla="*/ 2147483647 w 202"/>
              <a:gd name="T39" fmla="*/ 2147483647 h 202"/>
              <a:gd name="T40" fmla="*/ 2147483647 w 202"/>
              <a:gd name="T41" fmla="*/ 2147483647 h 202"/>
              <a:gd name="T42" fmla="*/ 0 w 202"/>
              <a:gd name="T43" fmla="*/ 2147483647 h 202"/>
              <a:gd name="T44" fmla="*/ 2147483647 w 202"/>
              <a:gd name="T45" fmla="*/ 2147483647 h 202"/>
              <a:gd name="T46" fmla="*/ 2147483647 w 202"/>
              <a:gd name="T47" fmla="*/ 2147483647 h 202"/>
              <a:gd name="T48" fmla="*/ 2147483647 w 202"/>
              <a:gd name="T49" fmla="*/ 0 h 20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02" h="202">
                <a:moveTo>
                  <a:pt x="101" y="0"/>
                </a:moveTo>
                <a:cubicBezTo>
                  <a:pt x="95" y="0"/>
                  <a:pt x="90" y="0"/>
                  <a:pt x="85" y="1"/>
                </a:cubicBezTo>
                <a:cubicBezTo>
                  <a:pt x="87" y="2"/>
                  <a:pt x="90" y="3"/>
                  <a:pt x="94" y="2"/>
                </a:cubicBezTo>
                <a:cubicBezTo>
                  <a:pt x="107" y="2"/>
                  <a:pt x="116" y="4"/>
                  <a:pt x="106" y="8"/>
                </a:cubicBezTo>
                <a:cubicBezTo>
                  <a:pt x="96" y="12"/>
                  <a:pt x="98" y="16"/>
                  <a:pt x="103" y="17"/>
                </a:cubicBezTo>
                <a:cubicBezTo>
                  <a:pt x="107" y="17"/>
                  <a:pt x="118" y="12"/>
                  <a:pt x="121" y="16"/>
                </a:cubicBezTo>
                <a:cubicBezTo>
                  <a:pt x="125" y="21"/>
                  <a:pt x="117" y="28"/>
                  <a:pt x="122" y="36"/>
                </a:cubicBezTo>
                <a:cubicBezTo>
                  <a:pt x="129" y="47"/>
                  <a:pt x="105" y="50"/>
                  <a:pt x="99" y="59"/>
                </a:cubicBezTo>
                <a:cubicBezTo>
                  <a:pt x="94" y="67"/>
                  <a:pt x="91" y="76"/>
                  <a:pt x="97" y="88"/>
                </a:cubicBezTo>
                <a:cubicBezTo>
                  <a:pt x="103" y="100"/>
                  <a:pt x="105" y="93"/>
                  <a:pt x="116" y="94"/>
                </a:cubicBezTo>
                <a:cubicBezTo>
                  <a:pt x="139" y="97"/>
                  <a:pt x="132" y="114"/>
                  <a:pt x="160" y="120"/>
                </a:cubicBezTo>
                <a:cubicBezTo>
                  <a:pt x="170" y="122"/>
                  <a:pt x="163" y="145"/>
                  <a:pt x="145" y="156"/>
                </a:cubicBezTo>
                <a:cubicBezTo>
                  <a:pt x="127" y="167"/>
                  <a:pt x="132" y="179"/>
                  <a:pt x="107" y="187"/>
                </a:cubicBezTo>
                <a:cubicBezTo>
                  <a:pt x="101" y="189"/>
                  <a:pt x="96" y="188"/>
                  <a:pt x="101" y="181"/>
                </a:cubicBezTo>
                <a:cubicBezTo>
                  <a:pt x="110" y="168"/>
                  <a:pt x="109" y="153"/>
                  <a:pt x="101" y="147"/>
                </a:cubicBezTo>
                <a:cubicBezTo>
                  <a:pt x="92" y="140"/>
                  <a:pt x="83" y="139"/>
                  <a:pt x="85" y="129"/>
                </a:cubicBezTo>
                <a:cubicBezTo>
                  <a:pt x="88" y="118"/>
                  <a:pt x="96" y="115"/>
                  <a:pt x="97" y="106"/>
                </a:cubicBezTo>
                <a:cubicBezTo>
                  <a:pt x="98" y="97"/>
                  <a:pt x="84" y="67"/>
                  <a:pt x="66" y="73"/>
                </a:cubicBezTo>
                <a:cubicBezTo>
                  <a:pt x="56" y="76"/>
                  <a:pt x="37" y="64"/>
                  <a:pt x="38" y="47"/>
                </a:cubicBezTo>
                <a:cubicBezTo>
                  <a:pt x="39" y="28"/>
                  <a:pt x="54" y="25"/>
                  <a:pt x="51" y="13"/>
                </a:cubicBezTo>
                <a:cubicBezTo>
                  <a:pt x="51" y="13"/>
                  <a:pt x="51" y="13"/>
                  <a:pt x="51" y="13"/>
                </a:cubicBezTo>
                <a:cubicBezTo>
                  <a:pt x="20" y="31"/>
                  <a:pt x="0" y="63"/>
                  <a:pt x="0" y="101"/>
                </a:cubicBezTo>
                <a:cubicBezTo>
                  <a:pt x="0" y="156"/>
                  <a:pt x="45" y="202"/>
                  <a:pt x="101" y="202"/>
                </a:cubicBezTo>
                <a:cubicBezTo>
                  <a:pt x="156" y="202"/>
                  <a:pt x="202" y="156"/>
                  <a:pt x="202" y="101"/>
                </a:cubicBezTo>
                <a:cubicBezTo>
                  <a:pt x="202" y="45"/>
                  <a:pt x="156" y="0"/>
                  <a:pt x="1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8" name="Freeform 33"/>
          <p:cNvSpPr>
            <a:spLocks noEditPoints="1"/>
          </p:cNvSpPr>
          <p:nvPr/>
        </p:nvSpPr>
        <p:spPr bwMode="auto">
          <a:xfrm>
            <a:off x="9301163" y="4854575"/>
            <a:ext cx="368300" cy="357188"/>
          </a:xfrm>
          <a:custGeom>
            <a:avLst/>
            <a:gdLst>
              <a:gd name="T0" fmla="*/ 2147483647 w 228"/>
              <a:gd name="T1" fmla="*/ 2147483647 h 222"/>
              <a:gd name="T2" fmla="*/ 2147483647 w 228"/>
              <a:gd name="T3" fmla="*/ 2147483647 h 222"/>
              <a:gd name="T4" fmla="*/ 2147483647 w 228"/>
              <a:gd name="T5" fmla="*/ 2147483647 h 222"/>
              <a:gd name="T6" fmla="*/ 2147483647 w 228"/>
              <a:gd name="T7" fmla="*/ 2147483647 h 222"/>
              <a:gd name="T8" fmla="*/ 2147483647 w 228"/>
              <a:gd name="T9" fmla="*/ 2147483647 h 222"/>
              <a:gd name="T10" fmla="*/ 2147483647 w 228"/>
              <a:gd name="T11" fmla="*/ 2147483647 h 222"/>
              <a:gd name="T12" fmla="*/ 2147483647 w 228"/>
              <a:gd name="T13" fmla="*/ 2147483647 h 222"/>
              <a:gd name="T14" fmla="*/ 2147483647 w 228"/>
              <a:gd name="T15" fmla="*/ 2147483647 h 222"/>
              <a:gd name="T16" fmla="*/ 2147483647 w 228"/>
              <a:gd name="T17" fmla="*/ 2147483647 h 222"/>
              <a:gd name="T18" fmla="*/ 2147483647 w 228"/>
              <a:gd name="T19" fmla="*/ 2147483647 h 222"/>
              <a:gd name="T20" fmla="*/ 2147483647 w 228"/>
              <a:gd name="T21" fmla="*/ 2147483647 h 222"/>
              <a:gd name="T22" fmla="*/ 2147483647 w 228"/>
              <a:gd name="T23" fmla="*/ 2147483647 h 222"/>
              <a:gd name="T24" fmla="*/ 2147483647 w 228"/>
              <a:gd name="T25" fmla="*/ 2147483647 h 222"/>
              <a:gd name="T26" fmla="*/ 2147483647 w 228"/>
              <a:gd name="T27" fmla="*/ 0 h 222"/>
              <a:gd name="T28" fmla="*/ 2147483647 w 228"/>
              <a:gd name="T29" fmla="*/ 2147483647 h 222"/>
              <a:gd name="T30" fmla="*/ 2147483647 w 228"/>
              <a:gd name="T31" fmla="*/ 2147483647 h 222"/>
              <a:gd name="T32" fmla="*/ 2147483647 w 228"/>
              <a:gd name="T33" fmla="*/ 2147483647 h 222"/>
              <a:gd name="T34" fmla="*/ 2147483647 w 228"/>
              <a:gd name="T35" fmla="*/ 2147483647 h 222"/>
              <a:gd name="T36" fmla="*/ 2147483647 w 228"/>
              <a:gd name="T37" fmla="*/ 2147483647 h 222"/>
              <a:gd name="T38" fmla="*/ 2147483647 w 228"/>
              <a:gd name="T39" fmla="*/ 2147483647 h 222"/>
              <a:gd name="T40" fmla="*/ 2147483647 w 228"/>
              <a:gd name="T41" fmla="*/ 2147483647 h 222"/>
              <a:gd name="T42" fmla="*/ 2147483647 w 228"/>
              <a:gd name="T43" fmla="*/ 2147483647 h 222"/>
              <a:gd name="T44" fmla="*/ 2147483647 w 228"/>
              <a:gd name="T45" fmla="*/ 2147483647 h 222"/>
              <a:gd name="T46" fmla="*/ 2147483647 w 228"/>
              <a:gd name="T47" fmla="*/ 2147483647 h 222"/>
              <a:gd name="T48" fmla="*/ 2147483647 w 228"/>
              <a:gd name="T49" fmla="*/ 2147483647 h 222"/>
              <a:gd name="T50" fmla="*/ 2147483647 w 228"/>
              <a:gd name="T51" fmla="*/ 2147483647 h 222"/>
              <a:gd name="T52" fmla="*/ 2147483647 w 228"/>
              <a:gd name="T53" fmla="*/ 2147483647 h 222"/>
              <a:gd name="T54" fmla="*/ 2147483647 w 228"/>
              <a:gd name="T55" fmla="*/ 2147483647 h 222"/>
              <a:gd name="T56" fmla="*/ 2147483647 w 228"/>
              <a:gd name="T57" fmla="*/ 2147483647 h 222"/>
              <a:gd name="T58" fmla="*/ 2147483647 w 228"/>
              <a:gd name="T59" fmla="*/ 2147483647 h 222"/>
              <a:gd name="T60" fmla="*/ 2147483647 w 228"/>
              <a:gd name="T61" fmla="*/ 2147483647 h 222"/>
              <a:gd name="T62" fmla="*/ 2147483647 w 228"/>
              <a:gd name="T63" fmla="*/ 2147483647 h 222"/>
              <a:gd name="T64" fmla="*/ 2147483647 w 228"/>
              <a:gd name="T65" fmla="*/ 2147483647 h 222"/>
              <a:gd name="T66" fmla="*/ 2147483647 w 228"/>
              <a:gd name="T67" fmla="*/ 2147483647 h 222"/>
              <a:gd name="T68" fmla="*/ 2147483647 w 228"/>
              <a:gd name="T69" fmla="*/ 2147483647 h 222"/>
              <a:gd name="T70" fmla="*/ 2147483647 w 228"/>
              <a:gd name="T71" fmla="*/ 2147483647 h 222"/>
              <a:gd name="T72" fmla="*/ 2147483647 w 228"/>
              <a:gd name="T73" fmla="*/ 2147483647 h 222"/>
              <a:gd name="T74" fmla="*/ 2147483647 w 228"/>
              <a:gd name="T75" fmla="*/ 2147483647 h 222"/>
              <a:gd name="T76" fmla="*/ 2147483647 w 228"/>
              <a:gd name="T77" fmla="*/ 2147483647 h 222"/>
              <a:gd name="T78" fmla="*/ 0 w 228"/>
              <a:gd name="T79" fmla="*/ 2147483647 h 222"/>
              <a:gd name="T80" fmla="*/ 2147483647 w 228"/>
              <a:gd name="T81" fmla="*/ 2147483647 h 222"/>
              <a:gd name="T82" fmla="*/ 2147483647 w 228"/>
              <a:gd name="T83" fmla="*/ 2147483647 h 222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228" h="222">
                <a:moveTo>
                  <a:pt x="152" y="113"/>
                </a:moveTo>
                <a:cubicBezTo>
                  <a:pt x="152" y="134"/>
                  <a:pt x="135" y="151"/>
                  <a:pt x="114" y="151"/>
                </a:cubicBezTo>
                <a:cubicBezTo>
                  <a:pt x="93" y="151"/>
                  <a:pt x="76" y="134"/>
                  <a:pt x="76" y="113"/>
                </a:cubicBezTo>
                <a:cubicBezTo>
                  <a:pt x="76" y="92"/>
                  <a:pt x="93" y="76"/>
                  <a:pt x="114" y="76"/>
                </a:cubicBezTo>
                <a:cubicBezTo>
                  <a:pt x="135" y="76"/>
                  <a:pt x="152" y="92"/>
                  <a:pt x="152" y="113"/>
                </a:cubicBezTo>
                <a:close/>
                <a:moveTo>
                  <a:pt x="172" y="205"/>
                </a:moveTo>
                <a:cubicBezTo>
                  <a:pt x="172" y="182"/>
                  <a:pt x="154" y="163"/>
                  <a:pt x="131" y="163"/>
                </a:cubicBezTo>
                <a:cubicBezTo>
                  <a:pt x="97" y="163"/>
                  <a:pt x="97" y="163"/>
                  <a:pt x="97" y="163"/>
                </a:cubicBezTo>
                <a:cubicBezTo>
                  <a:pt x="74" y="163"/>
                  <a:pt x="56" y="182"/>
                  <a:pt x="56" y="205"/>
                </a:cubicBezTo>
                <a:cubicBezTo>
                  <a:pt x="56" y="222"/>
                  <a:pt x="56" y="222"/>
                  <a:pt x="56" y="222"/>
                </a:cubicBezTo>
                <a:cubicBezTo>
                  <a:pt x="172" y="222"/>
                  <a:pt x="172" y="222"/>
                  <a:pt x="172" y="222"/>
                </a:cubicBezTo>
                <a:lnTo>
                  <a:pt x="172" y="205"/>
                </a:lnTo>
                <a:close/>
                <a:moveTo>
                  <a:pt x="141" y="28"/>
                </a:moveTo>
                <a:cubicBezTo>
                  <a:pt x="116" y="0"/>
                  <a:pt x="116" y="0"/>
                  <a:pt x="116" y="0"/>
                </a:cubicBezTo>
                <a:cubicBezTo>
                  <a:pt x="90" y="28"/>
                  <a:pt x="90" y="28"/>
                  <a:pt x="90" y="28"/>
                </a:cubicBezTo>
                <a:cubicBezTo>
                  <a:pt x="94" y="32"/>
                  <a:pt x="94" y="32"/>
                  <a:pt x="94" y="32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09" y="63"/>
                  <a:pt x="109" y="63"/>
                  <a:pt x="109" y="63"/>
                </a:cubicBezTo>
                <a:cubicBezTo>
                  <a:pt x="122" y="63"/>
                  <a:pt x="122" y="63"/>
                  <a:pt x="122" y="63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37" y="32"/>
                  <a:pt x="137" y="32"/>
                  <a:pt x="137" y="32"/>
                </a:cubicBezTo>
                <a:lnTo>
                  <a:pt x="141" y="28"/>
                </a:lnTo>
                <a:close/>
                <a:moveTo>
                  <a:pt x="200" y="139"/>
                </a:moveTo>
                <a:cubicBezTo>
                  <a:pt x="228" y="113"/>
                  <a:pt x="228" y="113"/>
                  <a:pt x="228" y="113"/>
                </a:cubicBezTo>
                <a:cubicBezTo>
                  <a:pt x="200" y="87"/>
                  <a:pt x="200" y="87"/>
                  <a:pt x="200" y="87"/>
                </a:cubicBezTo>
                <a:cubicBezTo>
                  <a:pt x="196" y="92"/>
                  <a:pt x="196" y="92"/>
                  <a:pt x="196" y="92"/>
                </a:cubicBezTo>
                <a:cubicBezTo>
                  <a:pt x="212" y="107"/>
                  <a:pt x="212" y="107"/>
                  <a:pt x="212" y="107"/>
                </a:cubicBezTo>
                <a:cubicBezTo>
                  <a:pt x="165" y="107"/>
                  <a:pt x="165" y="107"/>
                  <a:pt x="165" y="107"/>
                </a:cubicBezTo>
                <a:cubicBezTo>
                  <a:pt x="165" y="120"/>
                  <a:pt x="165" y="120"/>
                  <a:pt x="165" y="120"/>
                </a:cubicBezTo>
                <a:cubicBezTo>
                  <a:pt x="212" y="120"/>
                  <a:pt x="212" y="120"/>
                  <a:pt x="212" y="120"/>
                </a:cubicBezTo>
                <a:cubicBezTo>
                  <a:pt x="196" y="134"/>
                  <a:pt x="196" y="134"/>
                  <a:pt x="196" y="134"/>
                </a:cubicBezTo>
                <a:lnTo>
                  <a:pt x="200" y="139"/>
                </a:lnTo>
                <a:close/>
                <a:moveTo>
                  <a:pt x="32" y="134"/>
                </a:moveTo>
                <a:cubicBezTo>
                  <a:pt x="16" y="120"/>
                  <a:pt x="16" y="120"/>
                  <a:pt x="16" y="120"/>
                </a:cubicBezTo>
                <a:cubicBezTo>
                  <a:pt x="63" y="120"/>
                  <a:pt x="63" y="120"/>
                  <a:pt x="63" y="120"/>
                </a:cubicBezTo>
                <a:cubicBezTo>
                  <a:pt x="63" y="107"/>
                  <a:pt x="63" y="107"/>
                  <a:pt x="63" y="107"/>
                </a:cubicBezTo>
                <a:cubicBezTo>
                  <a:pt x="16" y="107"/>
                  <a:pt x="16" y="107"/>
                  <a:pt x="16" y="107"/>
                </a:cubicBezTo>
                <a:cubicBezTo>
                  <a:pt x="32" y="92"/>
                  <a:pt x="32" y="92"/>
                  <a:pt x="32" y="92"/>
                </a:cubicBezTo>
                <a:cubicBezTo>
                  <a:pt x="28" y="87"/>
                  <a:pt x="28" y="87"/>
                  <a:pt x="28" y="87"/>
                </a:cubicBezTo>
                <a:cubicBezTo>
                  <a:pt x="0" y="113"/>
                  <a:pt x="0" y="113"/>
                  <a:pt x="0" y="113"/>
                </a:cubicBezTo>
                <a:cubicBezTo>
                  <a:pt x="28" y="139"/>
                  <a:pt x="28" y="139"/>
                  <a:pt x="28" y="139"/>
                </a:cubicBezTo>
                <a:lnTo>
                  <a:pt x="32" y="1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9" name="Freeform 37"/>
          <p:cNvSpPr>
            <a:spLocks/>
          </p:cNvSpPr>
          <p:nvPr/>
        </p:nvSpPr>
        <p:spPr bwMode="auto">
          <a:xfrm>
            <a:off x="10164763" y="4854575"/>
            <a:ext cx="419100" cy="373063"/>
          </a:xfrm>
          <a:custGeom>
            <a:avLst/>
            <a:gdLst>
              <a:gd name="T0" fmla="*/ 2147483647 w 261"/>
              <a:gd name="T1" fmla="*/ 2147483647 h 231"/>
              <a:gd name="T2" fmla="*/ 2147483647 w 261"/>
              <a:gd name="T3" fmla="*/ 2147483647 h 231"/>
              <a:gd name="T4" fmla="*/ 2147483647 w 261"/>
              <a:gd name="T5" fmla="*/ 0 h 231"/>
              <a:gd name="T6" fmla="*/ 2147483647 w 261"/>
              <a:gd name="T7" fmla="*/ 2147483647 h 231"/>
              <a:gd name="T8" fmla="*/ 2147483647 w 261"/>
              <a:gd name="T9" fmla="*/ 2147483647 h 231"/>
              <a:gd name="T10" fmla="*/ 0 w 261"/>
              <a:gd name="T11" fmla="*/ 2147483647 h 231"/>
              <a:gd name="T12" fmla="*/ 2147483647 w 261"/>
              <a:gd name="T13" fmla="*/ 2147483647 h 231"/>
              <a:gd name="T14" fmla="*/ 2147483647 w 261"/>
              <a:gd name="T15" fmla="*/ 2147483647 h 231"/>
              <a:gd name="T16" fmla="*/ 2147483647 w 261"/>
              <a:gd name="T17" fmla="*/ 2147483647 h 231"/>
              <a:gd name="T18" fmla="*/ 2147483647 w 261"/>
              <a:gd name="T19" fmla="*/ 2147483647 h 231"/>
              <a:gd name="T20" fmla="*/ 2147483647 w 261"/>
              <a:gd name="T21" fmla="*/ 2147483647 h 231"/>
              <a:gd name="T22" fmla="*/ 2147483647 w 261"/>
              <a:gd name="T23" fmla="*/ 2147483647 h 231"/>
              <a:gd name="T24" fmla="*/ 2147483647 w 261"/>
              <a:gd name="T25" fmla="*/ 2147483647 h 231"/>
              <a:gd name="T26" fmla="*/ 2147483647 w 261"/>
              <a:gd name="T27" fmla="*/ 2147483647 h 231"/>
              <a:gd name="T28" fmla="*/ 2147483647 w 261"/>
              <a:gd name="T29" fmla="*/ 2147483647 h 231"/>
              <a:gd name="T30" fmla="*/ 2147483647 w 261"/>
              <a:gd name="T31" fmla="*/ 2147483647 h 231"/>
              <a:gd name="T32" fmla="*/ 2147483647 w 261"/>
              <a:gd name="T33" fmla="*/ 2147483647 h 231"/>
              <a:gd name="T34" fmla="*/ 2147483647 w 261"/>
              <a:gd name="T35" fmla="*/ 2147483647 h 231"/>
              <a:gd name="T36" fmla="*/ 2147483647 w 261"/>
              <a:gd name="T37" fmla="*/ 2147483647 h 231"/>
              <a:gd name="T38" fmla="*/ 2147483647 w 261"/>
              <a:gd name="T39" fmla="*/ 2147483647 h 231"/>
              <a:gd name="T40" fmla="*/ 2147483647 w 261"/>
              <a:gd name="T41" fmla="*/ 2147483647 h 231"/>
              <a:gd name="T42" fmla="*/ 2147483647 w 261"/>
              <a:gd name="T43" fmla="*/ 2147483647 h 231"/>
              <a:gd name="T44" fmla="*/ 2147483647 w 261"/>
              <a:gd name="T45" fmla="*/ 2147483647 h 231"/>
              <a:gd name="T46" fmla="*/ 2147483647 w 261"/>
              <a:gd name="T47" fmla="*/ 2147483647 h 231"/>
              <a:gd name="T48" fmla="*/ 2147483647 w 261"/>
              <a:gd name="T49" fmla="*/ 2147483647 h 231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61" h="231">
                <a:moveTo>
                  <a:pt x="138" y="14"/>
                </a:moveTo>
                <a:cubicBezTo>
                  <a:pt x="138" y="8"/>
                  <a:pt x="138" y="8"/>
                  <a:pt x="138" y="8"/>
                </a:cubicBezTo>
                <a:cubicBezTo>
                  <a:pt x="138" y="3"/>
                  <a:pt x="135" y="0"/>
                  <a:pt x="131" y="0"/>
                </a:cubicBezTo>
                <a:cubicBezTo>
                  <a:pt x="126" y="0"/>
                  <a:pt x="123" y="3"/>
                  <a:pt x="123" y="8"/>
                </a:cubicBezTo>
                <a:cubicBezTo>
                  <a:pt x="123" y="14"/>
                  <a:pt x="123" y="14"/>
                  <a:pt x="123" y="14"/>
                </a:cubicBezTo>
                <a:cubicBezTo>
                  <a:pt x="58" y="17"/>
                  <a:pt x="5" y="61"/>
                  <a:pt x="0" y="117"/>
                </a:cubicBezTo>
                <a:cubicBezTo>
                  <a:pt x="6" y="112"/>
                  <a:pt x="16" y="109"/>
                  <a:pt x="27" y="109"/>
                </a:cubicBezTo>
                <a:cubicBezTo>
                  <a:pt x="44" y="109"/>
                  <a:pt x="58" y="117"/>
                  <a:pt x="61" y="126"/>
                </a:cubicBezTo>
                <a:cubicBezTo>
                  <a:pt x="62" y="126"/>
                  <a:pt x="62" y="126"/>
                  <a:pt x="62" y="126"/>
                </a:cubicBezTo>
                <a:cubicBezTo>
                  <a:pt x="65" y="117"/>
                  <a:pt x="79" y="110"/>
                  <a:pt x="96" y="110"/>
                </a:cubicBezTo>
                <a:cubicBezTo>
                  <a:pt x="107" y="110"/>
                  <a:pt x="116" y="113"/>
                  <a:pt x="123" y="117"/>
                </a:cubicBezTo>
                <a:cubicBezTo>
                  <a:pt x="123" y="196"/>
                  <a:pt x="123" y="196"/>
                  <a:pt x="123" y="196"/>
                </a:cubicBezTo>
                <a:cubicBezTo>
                  <a:pt x="123" y="206"/>
                  <a:pt x="114" y="215"/>
                  <a:pt x="103" y="215"/>
                </a:cubicBezTo>
                <a:cubicBezTo>
                  <a:pt x="92" y="215"/>
                  <a:pt x="83" y="206"/>
                  <a:pt x="83" y="196"/>
                </a:cubicBezTo>
                <a:cubicBezTo>
                  <a:pt x="83" y="191"/>
                  <a:pt x="80" y="188"/>
                  <a:pt x="75" y="188"/>
                </a:cubicBezTo>
                <a:cubicBezTo>
                  <a:pt x="71" y="188"/>
                  <a:pt x="68" y="191"/>
                  <a:pt x="68" y="196"/>
                </a:cubicBezTo>
                <a:cubicBezTo>
                  <a:pt x="68" y="215"/>
                  <a:pt x="83" y="231"/>
                  <a:pt x="103" y="231"/>
                </a:cubicBezTo>
                <a:cubicBezTo>
                  <a:pt x="123" y="231"/>
                  <a:pt x="138" y="215"/>
                  <a:pt x="138" y="196"/>
                </a:cubicBezTo>
                <a:cubicBezTo>
                  <a:pt x="138" y="117"/>
                  <a:pt x="138" y="117"/>
                  <a:pt x="138" y="117"/>
                </a:cubicBezTo>
                <a:cubicBezTo>
                  <a:pt x="145" y="112"/>
                  <a:pt x="154" y="109"/>
                  <a:pt x="165" y="109"/>
                </a:cubicBezTo>
                <a:cubicBezTo>
                  <a:pt x="182" y="109"/>
                  <a:pt x="196" y="117"/>
                  <a:pt x="199" y="126"/>
                </a:cubicBezTo>
                <a:cubicBezTo>
                  <a:pt x="201" y="126"/>
                  <a:pt x="201" y="126"/>
                  <a:pt x="201" y="126"/>
                </a:cubicBezTo>
                <a:cubicBezTo>
                  <a:pt x="204" y="117"/>
                  <a:pt x="218" y="110"/>
                  <a:pt x="234" y="110"/>
                </a:cubicBezTo>
                <a:cubicBezTo>
                  <a:pt x="245" y="110"/>
                  <a:pt x="255" y="113"/>
                  <a:pt x="261" y="117"/>
                </a:cubicBezTo>
                <a:cubicBezTo>
                  <a:pt x="256" y="61"/>
                  <a:pt x="204" y="17"/>
                  <a:pt x="138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0" name="Freeform 41"/>
          <p:cNvSpPr>
            <a:spLocks noEditPoints="1"/>
          </p:cNvSpPr>
          <p:nvPr/>
        </p:nvSpPr>
        <p:spPr bwMode="auto">
          <a:xfrm>
            <a:off x="11133138" y="4854575"/>
            <a:ext cx="342900" cy="444500"/>
          </a:xfrm>
          <a:custGeom>
            <a:avLst/>
            <a:gdLst>
              <a:gd name="T0" fmla="*/ 2147483647 w 213"/>
              <a:gd name="T1" fmla="*/ 2147483647 h 277"/>
              <a:gd name="T2" fmla="*/ 2147483647 w 213"/>
              <a:gd name="T3" fmla="*/ 2147483647 h 277"/>
              <a:gd name="T4" fmla="*/ 2147483647 w 213"/>
              <a:gd name="T5" fmla="*/ 2147483647 h 277"/>
              <a:gd name="T6" fmla="*/ 2147483647 w 213"/>
              <a:gd name="T7" fmla="*/ 2147483647 h 277"/>
              <a:gd name="T8" fmla="*/ 2147483647 w 213"/>
              <a:gd name="T9" fmla="*/ 2147483647 h 277"/>
              <a:gd name="T10" fmla="*/ 2147483647 w 213"/>
              <a:gd name="T11" fmla="*/ 2147483647 h 277"/>
              <a:gd name="T12" fmla="*/ 2147483647 w 213"/>
              <a:gd name="T13" fmla="*/ 2147483647 h 277"/>
              <a:gd name="T14" fmla="*/ 2147483647 w 213"/>
              <a:gd name="T15" fmla="*/ 2147483647 h 277"/>
              <a:gd name="T16" fmla="*/ 2147483647 w 213"/>
              <a:gd name="T17" fmla="*/ 2147483647 h 277"/>
              <a:gd name="T18" fmla="*/ 2147483647 w 213"/>
              <a:gd name="T19" fmla="*/ 2147483647 h 277"/>
              <a:gd name="T20" fmla="*/ 2147483647 w 213"/>
              <a:gd name="T21" fmla="*/ 2147483647 h 277"/>
              <a:gd name="T22" fmla="*/ 2147483647 w 213"/>
              <a:gd name="T23" fmla="*/ 2147483647 h 277"/>
              <a:gd name="T24" fmla="*/ 2147483647 w 213"/>
              <a:gd name="T25" fmla="*/ 2147483647 h 277"/>
              <a:gd name="T26" fmla="*/ 2147483647 w 213"/>
              <a:gd name="T27" fmla="*/ 2147483647 h 277"/>
              <a:gd name="T28" fmla="*/ 2147483647 w 213"/>
              <a:gd name="T29" fmla="*/ 2147483647 h 277"/>
              <a:gd name="T30" fmla="*/ 2147483647 w 213"/>
              <a:gd name="T31" fmla="*/ 2147483647 h 277"/>
              <a:gd name="T32" fmla="*/ 2147483647 w 213"/>
              <a:gd name="T33" fmla="*/ 2147483647 h 277"/>
              <a:gd name="T34" fmla="*/ 0 w 213"/>
              <a:gd name="T35" fmla="*/ 2147483647 h 277"/>
              <a:gd name="T36" fmla="*/ 0 w 213"/>
              <a:gd name="T37" fmla="*/ 2147483647 h 277"/>
              <a:gd name="T38" fmla="*/ 2147483647 w 213"/>
              <a:gd name="T39" fmla="*/ 2147483647 h 277"/>
              <a:gd name="T40" fmla="*/ 2147483647 w 213"/>
              <a:gd name="T41" fmla="*/ 2147483647 h 277"/>
              <a:gd name="T42" fmla="*/ 2147483647 w 213"/>
              <a:gd name="T43" fmla="*/ 2147483647 h 277"/>
              <a:gd name="T44" fmla="*/ 2147483647 w 213"/>
              <a:gd name="T45" fmla="*/ 2147483647 h 277"/>
              <a:gd name="T46" fmla="*/ 2147483647 w 213"/>
              <a:gd name="T47" fmla="*/ 2147483647 h 277"/>
              <a:gd name="T48" fmla="*/ 2147483647 w 213"/>
              <a:gd name="T49" fmla="*/ 2147483647 h 277"/>
              <a:gd name="T50" fmla="*/ 2147483647 w 213"/>
              <a:gd name="T51" fmla="*/ 2147483647 h 277"/>
              <a:gd name="T52" fmla="*/ 2147483647 w 213"/>
              <a:gd name="T53" fmla="*/ 2147483647 h 277"/>
              <a:gd name="T54" fmla="*/ 2147483647 w 213"/>
              <a:gd name="T55" fmla="*/ 2147483647 h 277"/>
              <a:gd name="T56" fmla="*/ 2147483647 w 213"/>
              <a:gd name="T57" fmla="*/ 2147483647 h 277"/>
              <a:gd name="T58" fmla="*/ 2147483647 w 213"/>
              <a:gd name="T59" fmla="*/ 2147483647 h 277"/>
              <a:gd name="T60" fmla="*/ 2147483647 w 213"/>
              <a:gd name="T61" fmla="*/ 2147483647 h 277"/>
              <a:gd name="T62" fmla="*/ 2147483647 w 213"/>
              <a:gd name="T63" fmla="*/ 2147483647 h 277"/>
              <a:gd name="T64" fmla="*/ 2147483647 w 213"/>
              <a:gd name="T65" fmla="*/ 2147483647 h 277"/>
              <a:gd name="T66" fmla="*/ 2147483647 w 213"/>
              <a:gd name="T67" fmla="*/ 2147483647 h 277"/>
              <a:gd name="T68" fmla="*/ 2147483647 w 213"/>
              <a:gd name="T69" fmla="*/ 2147483647 h 277"/>
              <a:gd name="T70" fmla="*/ 2147483647 w 213"/>
              <a:gd name="T71" fmla="*/ 2147483647 h 277"/>
              <a:gd name="T72" fmla="*/ 2147483647 w 213"/>
              <a:gd name="T73" fmla="*/ 2147483647 h 277"/>
              <a:gd name="T74" fmla="*/ 2147483647 w 213"/>
              <a:gd name="T75" fmla="*/ 2147483647 h 277"/>
              <a:gd name="T76" fmla="*/ 2147483647 w 213"/>
              <a:gd name="T77" fmla="*/ 2147483647 h 277"/>
              <a:gd name="T78" fmla="*/ 2147483647 w 213"/>
              <a:gd name="T79" fmla="*/ 2147483647 h 277"/>
              <a:gd name="T80" fmla="*/ 2147483647 w 213"/>
              <a:gd name="T81" fmla="*/ 2147483647 h 277"/>
              <a:gd name="T82" fmla="*/ 2147483647 w 213"/>
              <a:gd name="T83" fmla="*/ 2147483647 h 277"/>
              <a:gd name="T84" fmla="*/ 2147483647 w 213"/>
              <a:gd name="T85" fmla="*/ 2147483647 h 277"/>
              <a:gd name="T86" fmla="*/ 2147483647 w 213"/>
              <a:gd name="T87" fmla="*/ 2147483647 h 277"/>
              <a:gd name="T88" fmla="*/ 2147483647 w 213"/>
              <a:gd name="T89" fmla="*/ 2147483647 h 277"/>
              <a:gd name="T90" fmla="*/ 2147483647 w 213"/>
              <a:gd name="T91" fmla="*/ 2147483647 h 277"/>
              <a:gd name="T92" fmla="*/ 2147483647 w 213"/>
              <a:gd name="T93" fmla="*/ 2147483647 h 277"/>
              <a:gd name="T94" fmla="*/ 2147483647 w 213"/>
              <a:gd name="T95" fmla="*/ 0 h 277"/>
              <a:gd name="T96" fmla="*/ 2147483647 w 213"/>
              <a:gd name="T97" fmla="*/ 2147483647 h 277"/>
              <a:gd name="T98" fmla="*/ 2147483647 w 213"/>
              <a:gd name="T99" fmla="*/ 2147483647 h 277"/>
              <a:gd name="T100" fmla="*/ 2147483647 w 213"/>
              <a:gd name="T101" fmla="*/ 2147483647 h 277"/>
              <a:gd name="T102" fmla="*/ 2147483647 w 213"/>
              <a:gd name="T103" fmla="*/ 2147483647 h 277"/>
              <a:gd name="T104" fmla="*/ 2147483647 w 213"/>
              <a:gd name="T105" fmla="*/ 2147483647 h 277"/>
              <a:gd name="T106" fmla="*/ 2147483647 w 213"/>
              <a:gd name="T107" fmla="*/ 2147483647 h 277"/>
              <a:gd name="T108" fmla="*/ 2147483647 w 213"/>
              <a:gd name="T109" fmla="*/ 2147483647 h 277"/>
              <a:gd name="T110" fmla="*/ 2147483647 w 213"/>
              <a:gd name="T111" fmla="*/ 2147483647 h 277"/>
              <a:gd name="T112" fmla="*/ 2147483647 w 213"/>
              <a:gd name="T113" fmla="*/ 2147483647 h 277"/>
              <a:gd name="T114" fmla="*/ 2147483647 w 213"/>
              <a:gd name="T115" fmla="*/ 2147483647 h 277"/>
              <a:gd name="T116" fmla="*/ 2147483647 w 213"/>
              <a:gd name="T117" fmla="*/ 2147483647 h 277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13" h="277">
                <a:moveTo>
                  <a:pt x="19" y="83"/>
                </a:moveTo>
                <a:cubicBezTo>
                  <a:pt x="19" y="67"/>
                  <a:pt x="32" y="54"/>
                  <a:pt x="48" y="54"/>
                </a:cubicBezTo>
                <a:cubicBezTo>
                  <a:pt x="65" y="54"/>
                  <a:pt x="78" y="67"/>
                  <a:pt x="78" y="83"/>
                </a:cubicBezTo>
                <a:cubicBezTo>
                  <a:pt x="78" y="99"/>
                  <a:pt x="65" y="113"/>
                  <a:pt x="48" y="113"/>
                </a:cubicBezTo>
                <a:cubicBezTo>
                  <a:pt x="32" y="113"/>
                  <a:pt x="19" y="99"/>
                  <a:pt x="19" y="83"/>
                </a:cubicBezTo>
                <a:close/>
                <a:moveTo>
                  <a:pt x="127" y="189"/>
                </a:moveTo>
                <a:cubicBezTo>
                  <a:pt x="125" y="193"/>
                  <a:pt x="119" y="193"/>
                  <a:pt x="114" y="191"/>
                </a:cubicBezTo>
                <a:cubicBezTo>
                  <a:pt x="88" y="179"/>
                  <a:pt x="88" y="179"/>
                  <a:pt x="88" y="179"/>
                </a:cubicBezTo>
                <a:cubicBezTo>
                  <a:pt x="84" y="177"/>
                  <a:pt x="82" y="174"/>
                  <a:pt x="81" y="170"/>
                </a:cubicBezTo>
                <a:cubicBezTo>
                  <a:pt x="75" y="149"/>
                  <a:pt x="75" y="149"/>
                  <a:pt x="75" y="149"/>
                </a:cubicBezTo>
                <a:cubicBezTo>
                  <a:pt x="75" y="263"/>
                  <a:pt x="75" y="263"/>
                  <a:pt x="75" y="263"/>
                </a:cubicBezTo>
                <a:cubicBezTo>
                  <a:pt x="75" y="270"/>
                  <a:pt x="70" y="276"/>
                  <a:pt x="64" y="277"/>
                </a:cubicBezTo>
                <a:cubicBezTo>
                  <a:pt x="56" y="277"/>
                  <a:pt x="49" y="271"/>
                  <a:pt x="49" y="264"/>
                </a:cubicBezTo>
                <a:cubicBezTo>
                  <a:pt x="49" y="271"/>
                  <a:pt x="43" y="277"/>
                  <a:pt x="35" y="277"/>
                </a:cubicBezTo>
                <a:cubicBezTo>
                  <a:pt x="28" y="276"/>
                  <a:pt x="23" y="270"/>
                  <a:pt x="23" y="263"/>
                </a:cubicBezTo>
                <a:cubicBezTo>
                  <a:pt x="23" y="195"/>
                  <a:pt x="23" y="195"/>
                  <a:pt x="23" y="195"/>
                </a:cubicBezTo>
                <a:cubicBezTo>
                  <a:pt x="23" y="200"/>
                  <a:pt x="17" y="205"/>
                  <a:pt x="11" y="205"/>
                </a:cubicBezTo>
                <a:cubicBezTo>
                  <a:pt x="5" y="205"/>
                  <a:pt x="0" y="199"/>
                  <a:pt x="0" y="194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33"/>
                  <a:pt x="10" y="123"/>
                  <a:pt x="23" y="123"/>
                </a:cubicBezTo>
                <a:cubicBezTo>
                  <a:pt x="77" y="123"/>
                  <a:pt x="77" y="123"/>
                  <a:pt x="77" y="123"/>
                </a:cubicBezTo>
                <a:cubicBezTo>
                  <a:pt x="86" y="123"/>
                  <a:pt x="97" y="127"/>
                  <a:pt x="98" y="138"/>
                </a:cubicBezTo>
                <a:cubicBezTo>
                  <a:pt x="100" y="145"/>
                  <a:pt x="101" y="163"/>
                  <a:pt x="101" y="163"/>
                </a:cubicBezTo>
                <a:cubicBezTo>
                  <a:pt x="101" y="164"/>
                  <a:pt x="102" y="165"/>
                  <a:pt x="103" y="166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28" y="178"/>
                  <a:pt x="130" y="184"/>
                  <a:pt x="127" y="189"/>
                </a:cubicBezTo>
                <a:close/>
                <a:moveTo>
                  <a:pt x="180" y="142"/>
                </a:moveTo>
                <a:cubicBezTo>
                  <a:pt x="139" y="142"/>
                  <a:pt x="139" y="142"/>
                  <a:pt x="139" y="142"/>
                </a:cubicBezTo>
                <a:cubicBezTo>
                  <a:pt x="135" y="142"/>
                  <a:pt x="133" y="145"/>
                  <a:pt x="134" y="149"/>
                </a:cubicBezTo>
                <a:cubicBezTo>
                  <a:pt x="134" y="151"/>
                  <a:pt x="137" y="152"/>
                  <a:pt x="139" y="152"/>
                </a:cubicBezTo>
                <a:cubicBezTo>
                  <a:pt x="139" y="152"/>
                  <a:pt x="139" y="152"/>
                  <a:pt x="139" y="152"/>
                </a:cubicBezTo>
                <a:cubicBezTo>
                  <a:pt x="142" y="152"/>
                  <a:pt x="145" y="154"/>
                  <a:pt x="146" y="157"/>
                </a:cubicBezTo>
                <a:cubicBezTo>
                  <a:pt x="146" y="157"/>
                  <a:pt x="146" y="157"/>
                  <a:pt x="146" y="157"/>
                </a:cubicBezTo>
                <a:cubicBezTo>
                  <a:pt x="148" y="160"/>
                  <a:pt x="152" y="163"/>
                  <a:pt x="156" y="163"/>
                </a:cubicBezTo>
                <a:cubicBezTo>
                  <a:pt x="163" y="163"/>
                  <a:pt x="163" y="163"/>
                  <a:pt x="163" y="163"/>
                </a:cubicBezTo>
                <a:cubicBezTo>
                  <a:pt x="167" y="163"/>
                  <a:pt x="171" y="160"/>
                  <a:pt x="173" y="157"/>
                </a:cubicBezTo>
                <a:cubicBezTo>
                  <a:pt x="173" y="157"/>
                  <a:pt x="173" y="157"/>
                  <a:pt x="173" y="157"/>
                </a:cubicBezTo>
                <a:cubicBezTo>
                  <a:pt x="174" y="154"/>
                  <a:pt x="177" y="152"/>
                  <a:pt x="180" y="152"/>
                </a:cubicBezTo>
                <a:cubicBezTo>
                  <a:pt x="180" y="152"/>
                  <a:pt x="180" y="152"/>
                  <a:pt x="180" y="152"/>
                </a:cubicBezTo>
                <a:cubicBezTo>
                  <a:pt x="182" y="152"/>
                  <a:pt x="184" y="151"/>
                  <a:pt x="185" y="149"/>
                </a:cubicBezTo>
                <a:cubicBezTo>
                  <a:pt x="186" y="145"/>
                  <a:pt x="183" y="142"/>
                  <a:pt x="180" y="142"/>
                </a:cubicBezTo>
                <a:close/>
                <a:moveTo>
                  <a:pt x="185" y="129"/>
                </a:moveTo>
                <a:cubicBezTo>
                  <a:pt x="185" y="132"/>
                  <a:pt x="183" y="134"/>
                  <a:pt x="180" y="134"/>
                </a:cubicBezTo>
                <a:cubicBezTo>
                  <a:pt x="138" y="134"/>
                  <a:pt x="138" y="134"/>
                  <a:pt x="138" y="134"/>
                </a:cubicBezTo>
                <a:cubicBezTo>
                  <a:pt x="136" y="134"/>
                  <a:pt x="133" y="132"/>
                  <a:pt x="133" y="129"/>
                </a:cubicBezTo>
                <a:cubicBezTo>
                  <a:pt x="133" y="126"/>
                  <a:pt x="135" y="124"/>
                  <a:pt x="138" y="124"/>
                </a:cubicBezTo>
                <a:cubicBezTo>
                  <a:pt x="135" y="95"/>
                  <a:pt x="105" y="88"/>
                  <a:pt x="105" y="54"/>
                </a:cubicBezTo>
                <a:cubicBezTo>
                  <a:pt x="105" y="24"/>
                  <a:pt x="129" y="0"/>
                  <a:pt x="159" y="0"/>
                </a:cubicBezTo>
                <a:cubicBezTo>
                  <a:pt x="189" y="0"/>
                  <a:pt x="213" y="24"/>
                  <a:pt x="213" y="54"/>
                </a:cubicBezTo>
                <a:cubicBezTo>
                  <a:pt x="213" y="88"/>
                  <a:pt x="183" y="95"/>
                  <a:pt x="180" y="124"/>
                </a:cubicBezTo>
                <a:cubicBezTo>
                  <a:pt x="183" y="124"/>
                  <a:pt x="185" y="126"/>
                  <a:pt x="185" y="129"/>
                </a:cubicBezTo>
                <a:close/>
                <a:moveTo>
                  <a:pt x="147" y="14"/>
                </a:moveTo>
                <a:cubicBezTo>
                  <a:pt x="146" y="13"/>
                  <a:pt x="144" y="12"/>
                  <a:pt x="142" y="12"/>
                </a:cubicBezTo>
                <a:cubicBezTo>
                  <a:pt x="129" y="18"/>
                  <a:pt x="119" y="29"/>
                  <a:pt x="115" y="43"/>
                </a:cubicBezTo>
                <a:cubicBezTo>
                  <a:pt x="115" y="45"/>
                  <a:pt x="116" y="47"/>
                  <a:pt x="118" y="48"/>
                </a:cubicBezTo>
                <a:cubicBezTo>
                  <a:pt x="118" y="48"/>
                  <a:pt x="119" y="48"/>
                  <a:pt x="119" y="48"/>
                </a:cubicBezTo>
                <a:cubicBezTo>
                  <a:pt x="121" y="48"/>
                  <a:pt x="122" y="47"/>
                  <a:pt x="123" y="45"/>
                </a:cubicBezTo>
                <a:cubicBezTo>
                  <a:pt x="126" y="33"/>
                  <a:pt x="134" y="24"/>
                  <a:pt x="145" y="20"/>
                </a:cubicBezTo>
                <a:cubicBezTo>
                  <a:pt x="147" y="19"/>
                  <a:pt x="148" y="16"/>
                  <a:pt x="14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1" name="Freeform 45"/>
          <p:cNvSpPr>
            <a:spLocks noEditPoints="1"/>
          </p:cNvSpPr>
          <p:nvPr/>
        </p:nvSpPr>
        <p:spPr bwMode="auto">
          <a:xfrm>
            <a:off x="7608888" y="5491163"/>
            <a:ext cx="374650" cy="406400"/>
          </a:xfrm>
          <a:custGeom>
            <a:avLst/>
            <a:gdLst>
              <a:gd name="T0" fmla="*/ 2147483647 w 232"/>
              <a:gd name="T1" fmla="*/ 2147483647 h 252"/>
              <a:gd name="T2" fmla="*/ 2147483647 w 232"/>
              <a:gd name="T3" fmla="*/ 2147483647 h 252"/>
              <a:gd name="T4" fmla="*/ 2147483647 w 232"/>
              <a:gd name="T5" fmla="*/ 2147483647 h 252"/>
              <a:gd name="T6" fmla="*/ 2147483647 w 232"/>
              <a:gd name="T7" fmla="*/ 2147483647 h 252"/>
              <a:gd name="T8" fmla="*/ 2147483647 w 232"/>
              <a:gd name="T9" fmla="*/ 2147483647 h 252"/>
              <a:gd name="T10" fmla="*/ 2147483647 w 232"/>
              <a:gd name="T11" fmla="*/ 2147483647 h 252"/>
              <a:gd name="T12" fmla="*/ 2147483647 w 232"/>
              <a:gd name="T13" fmla="*/ 2147483647 h 252"/>
              <a:gd name="T14" fmla="*/ 2147483647 w 232"/>
              <a:gd name="T15" fmla="*/ 2147483647 h 252"/>
              <a:gd name="T16" fmla="*/ 0 w 232"/>
              <a:gd name="T17" fmla="*/ 2147483647 h 252"/>
              <a:gd name="T18" fmla="*/ 0 w 232"/>
              <a:gd name="T19" fmla="*/ 2147483647 h 252"/>
              <a:gd name="T20" fmla="*/ 2147483647 w 232"/>
              <a:gd name="T21" fmla="*/ 2147483647 h 252"/>
              <a:gd name="T22" fmla="*/ 2147483647 w 232"/>
              <a:gd name="T23" fmla="*/ 2147483647 h 252"/>
              <a:gd name="T24" fmla="*/ 2147483647 w 232"/>
              <a:gd name="T25" fmla="*/ 2147483647 h 252"/>
              <a:gd name="T26" fmla="*/ 2147483647 w 232"/>
              <a:gd name="T27" fmla="*/ 2147483647 h 252"/>
              <a:gd name="T28" fmla="*/ 2147483647 w 232"/>
              <a:gd name="T29" fmla="*/ 2147483647 h 252"/>
              <a:gd name="T30" fmla="*/ 2147483647 w 232"/>
              <a:gd name="T31" fmla="*/ 2147483647 h 252"/>
              <a:gd name="T32" fmla="*/ 2147483647 w 232"/>
              <a:gd name="T33" fmla="*/ 2147483647 h 252"/>
              <a:gd name="T34" fmla="*/ 2147483647 w 232"/>
              <a:gd name="T35" fmla="*/ 2147483647 h 252"/>
              <a:gd name="T36" fmla="*/ 2147483647 w 232"/>
              <a:gd name="T37" fmla="*/ 2147483647 h 252"/>
              <a:gd name="T38" fmla="*/ 2147483647 w 232"/>
              <a:gd name="T39" fmla="*/ 2147483647 h 252"/>
              <a:gd name="T40" fmla="*/ 2147483647 w 232"/>
              <a:gd name="T41" fmla="*/ 2147483647 h 252"/>
              <a:gd name="T42" fmla="*/ 2147483647 w 232"/>
              <a:gd name="T43" fmla="*/ 2147483647 h 252"/>
              <a:gd name="T44" fmla="*/ 2147483647 w 232"/>
              <a:gd name="T45" fmla="*/ 2147483647 h 252"/>
              <a:gd name="T46" fmla="*/ 2147483647 w 232"/>
              <a:gd name="T47" fmla="*/ 2147483647 h 252"/>
              <a:gd name="T48" fmla="*/ 2147483647 w 232"/>
              <a:gd name="T49" fmla="*/ 2147483647 h 252"/>
              <a:gd name="T50" fmla="*/ 2147483647 w 232"/>
              <a:gd name="T51" fmla="*/ 2147483647 h 252"/>
              <a:gd name="T52" fmla="*/ 2147483647 w 232"/>
              <a:gd name="T53" fmla="*/ 2147483647 h 252"/>
              <a:gd name="T54" fmla="*/ 2147483647 w 232"/>
              <a:gd name="T55" fmla="*/ 2147483647 h 252"/>
              <a:gd name="T56" fmla="*/ 2147483647 w 232"/>
              <a:gd name="T57" fmla="*/ 2147483647 h 252"/>
              <a:gd name="T58" fmla="*/ 2147483647 w 232"/>
              <a:gd name="T59" fmla="*/ 2147483647 h 252"/>
              <a:gd name="T60" fmla="*/ 2147483647 w 232"/>
              <a:gd name="T61" fmla="*/ 2147483647 h 252"/>
              <a:gd name="T62" fmla="*/ 2147483647 w 232"/>
              <a:gd name="T63" fmla="*/ 2147483647 h 252"/>
              <a:gd name="T64" fmla="*/ 2147483647 w 232"/>
              <a:gd name="T65" fmla="*/ 2147483647 h 252"/>
              <a:gd name="T66" fmla="*/ 2147483647 w 232"/>
              <a:gd name="T67" fmla="*/ 2147483647 h 252"/>
              <a:gd name="T68" fmla="*/ 2147483647 w 232"/>
              <a:gd name="T69" fmla="*/ 2147483647 h 252"/>
              <a:gd name="T70" fmla="*/ 2147483647 w 232"/>
              <a:gd name="T71" fmla="*/ 2147483647 h 252"/>
              <a:gd name="T72" fmla="*/ 2147483647 w 232"/>
              <a:gd name="T73" fmla="*/ 2147483647 h 252"/>
              <a:gd name="T74" fmla="*/ 2147483647 w 232"/>
              <a:gd name="T75" fmla="*/ 2147483647 h 252"/>
              <a:gd name="T76" fmla="*/ 2147483647 w 232"/>
              <a:gd name="T77" fmla="*/ 2147483647 h 252"/>
              <a:gd name="T78" fmla="*/ 2147483647 w 232"/>
              <a:gd name="T79" fmla="*/ 2147483647 h 252"/>
              <a:gd name="T80" fmla="*/ 2147483647 w 232"/>
              <a:gd name="T81" fmla="*/ 2147483647 h 252"/>
              <a:gd name="T82" fmla="*/ 2147483647 w 232"/>
              <a:gd name="T83" fmla="*/ 2147483647 h 252"/>
              <a:gd name="T84" fmla="*/ 2147483647 w 232"/>
              <a:gd name="T85" fmla="*/ 2147483647 h 252"/>
              <a:gd name="T86" fmla="*/ 2147483647 w 232"/>
              <a:gd name="T87" fmla="*/ 0 h 252"/>
              <a:gd name="T88" fmla="*/ 2147483647 w 232"/>
              <a:gd name="T89" fmla="*/ 2147483647 h 252"/>
              <a:gd name="T90" fmla="*/ 2147483647 w 232"/>
              <a:gd name="T91" fmla="*/ 2147483647 h 252"/>
              <a:gd name="T92" fmla="*/ 2147483647 w 232"/>
              <a:gd name="T93" fmla="*/ 2147483647 h 252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32" h="252">
                <a:moveTo>
                  <a:pt x="16" y="97"/>
                </a:moveTo>
                <a:cubicBezTo>
                  <a:pt x="16" y="81"/>
                  <a:pt x="29" y="68"/>
                  <a:pt x="45" y="68"/>
                </a:cubicBezTo>
                <a:cubicBezTo>
                  <a:pt x="61" y="68"/>
                  <a:pt x="74" y="81"/>
                  <a:pt x="74" y="97"/>
                </a:cubicBezTo>
                <a:cubicBezTo>
                  <a:pt x="74" y="112"/>
                  <a:pt x="61" y="125"/>
                  <a:pt x="45" y="125"/>
                </a:cubicBezTo>
                <a:cubicBezTo>
                  <a:pt x="29" y="125"/>
                  <a:pt x="16" y="112"/>
                  <a:pt x="16" y="97"/>
                </a:cubicBezTo>
                <a:close/>
                <a:moveTo>
                  <a:pt x="90" y="167"/>
                </a:moveTo>
                <a:cubicBezTo>
                  <a:pt x="90" y="149"/>
                  <a:pt x="75" y="135"/>
                  <a:pt x="58" y="135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14" y="135"/>
                  <a:pt x="0" y="149"/>
                  <a:pt x="0" y="167"/>
                </a:cubicBezTo>
                <a:cubicBezTo>
                  <a:pt x="0" y="180"/>
                  <a:pt x="0" y="180"/>
                  <a:pt x="0" y="180"/>
                </a:cubicBezTo>
                <a:cubicBezTo>
                  <a:pt x="90" y="180"/>
                  <a:pt x="90" y="180"/>
                  <a:pt x="90" y="180"/>
                </a:cubicBezTo>
                <a:lnTo>
                  <a:pt x="90" y="167"/>
                </a:lnTo>
                <a:close/>
                <a:moveTo>
                  <a:pt x="158" y="97"/>
                </a:moveTo>
                <a:cubicBezTo>
                  <a:pt x="158" y="112"/>
                  <a:pt x="171" y="125"/>
                  <a:pt x="187" y="125"/>
                </a:cubicBezTo>
                <a:cubicBezTo>
                  <a:pt x="203" y="125"/>
                  <a:pt x="216" y="112"/>
                  <a:pt x="216" y="97"/>
                </a:cubicBezTo>
                <a:cubicBezTo>
                  <a:pt x="216" y="81"/>
                  <a:pt x="203" y="68"/>
                  <a:pt x="187" y="68"/>
                </a:cubicBezTo>
                <a:cubicBezTo>
                  <a:pt x="171" y="68"/>
                  <a:pt x="158" y="81"/>
                  <a:pt x="158" y="97"/>
                </a:cubicBezTo>
                <a:close/>
                <a:moveTo>
                  <a:pt x="200" y="135"/>
                </a:moveTo>
                <a:cubicBezTo>
                  <a:pt x="174" y="135"/>
                  <a:pt x="174" y="135"/>
                  <a:pt x="174" y="135"/>
                </a:cubicBezTo>
                <a:cubicBezTo>
                  <a:pt x="157" y="135"/>
                  <a:pt x="142" y="149"/>
                  <a:pt x="142" y="167"/>
                </a:cubicBezTo>
                <a:cubicBezTo>
                  <a:pt x="142" y="180"/>
                  <a:pt x="142" y="180"/>
                  <a:pt x="142" y="180"/>
                </a:cubicBezTo>
                <a:cubicBezTo>
                  <a:pt x="232" y="180"/>
                  <a:pt x="232" y="180"/>
                  <a:pt x="232" y="180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32" y="149"/>
                  <a:pt x="218" y="135"/>
                  <a:pt x="200" y="135"/>
                </a:cubicBezTo>
                <a:close/>
                <a:moveTo>
                  <a:pt x="150" y="224"/>
                </a:moveTo>
                <a:cubicBezTo>
                  <a:pt x="141" y="226"/>
                  <a:pt x="132" y="227"/>
                  <a:pt x="122" y="227"/>
                </a:cubicBezTo>
                <a:cubicBezTo>
                  <a:pt x="76" y="227"/>
                  <a:pt x="61" y="206"/>
                  <a:pt x="60" y="205"/>
                </a:cubicBezTo>
                <a:cubicBezTo>
                  <a:pt x="57" y="201"/>
                  <a:pt x="52" y="200"/>
                  <a:pt x="49" y="203"/>
                </a:cubicBezTo>
                <a:cubicBezTo>
                  <a:pt x="45" y="205"/>
                  <a:pt x="44" y="210"/>
                  <a:pt x="47" y="214"/>
                </a:cubicBezTo>
                <a:cubicBezTo>
                  <a:pt x="47" y="215"/>
                  <a:pt x="67" y="243"/>
                  <a:pt x="122" y="243"/>
                </a:cubicBezTo>
                <a:cubicBezTo>
                  <a:pt x="135" y="243"/>
                  <a:pt x="148" y="241"/>
                  <a:pt x="159" y="238"/>
                </a:cubicBezTo>
                <a:cubicBezTo>
                  <a:pt x="167" y="252"/>
                  <a:pt x="167" y="252"/>
                  <a:pt x="167" y="252"/>
                </a:cubicBezTo>
                <a:cubicBezTo>
                  <a:pt x="190" y="209"/>
                  <a:pt x="190" y="209"/>
                  <a:pt x="190" y="209"/>
                </a:cubicBezTo>
                <a:cubicBezTo>
                  <a:pt x="142" y="211"/>
                  <a:pt x="142" y="211"/>
                  <a:pt x="142" y="211"/>
                </a:cubicBezTo>
                <a:lnTo>
                  <a:pt x="150" y="224"/>
                </a:lnTo>
                <a:close/>
                <a:moveTo>
                  <a:pt x="81" y="28"/>
                </a:moveTo>
                <a:cubicBezTo>
                  <a:pt x="90" y="25"/>
                  <a:pt x="100" y="24"/>
                  <a:pt x="110" y="24"/>
                </a:cubicBezTo>
                <a:cubicBezTo>
                  <a:pt x="155" y="24"/>
                  <a:pt x="171" y="45"/>
                  <a:pt x="172" y="46"/>
                </a:cubicBezTo>
                <a:cubicBezTo>
                  <a:pt x="173" y="49"/>
                  <a:pt x="176" y="50"/>
                  <a:pt x="178" y="50"/>
                </a:cubicBezTo>
                <a:cubicBezTo>
                  <a:pt x="180" y="50"/>
                  <a:pt x="181" y="49"/>
                  <a:pt x="183" y="49"/>
                </a:cubicBezTo>
                <a:cubicBezTo>
                  <a:pt x="186" y="46"/>
                  <a:pt x="187" y="41"/>
                  <a:pt x="185" y="37"/>
                </a:cubicBezTo>
                <a:cubicBezTo>
                  <a:pt x="184" y="36"/>
                  <a:pt x="165" y="8"/>
                  <a:pt x="110" y="8"/>
                </a:cubicBezTo>
                <a:cubicBezTo>
                  <a:pt x="96" y="8"/>
                  <a:pt x="84" y="10"/>
                  <a:pt x="73" y="13"/>
                </a:cubicBezTo>
                <a:cubicBezTo>
                  <a:pt x="64" y="0"/>
                  <a:pt x="64" y="0"/>
                  <a:pt x="64" y="0"/>
                </a:cubicBezTo>
                <a:cubicBezTo>
                  <a:pt x="42" y="42"/>
                  <a:pt x="42" y="42"/>
                  <a:pt x="42" y="42"/>
                </a:cubicBezTo>
                <a:cubicBezTo>
                  <a:pt x="89" y="40"/>
                  <a:pt x="89" y="40"/>
                  <a:pt x="89" y="40"/>
                </a:cubicBezTo>
                <a:lnTo>
                  <a:pt x="81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2" name="Freeform 49"/>
          <p:cNvSpPr>
            <a:spLocks noEditPoints="1"/>
          </p:cNvSpPr>
          <p:nvPr/>
        </p:nvSpPr>
        <p:spPr bwMode="auto">
          <a:xfrm>
            <a:off x="8485188" y="5522913"/>
            <a:ext cx="341312" cy="342900"/>
          </a:xfrm>
          <a:custGeom>
            <a:avLst/>
            <a:gdLst>
              <a:gd name="T0" fmla="*/ 2147483647 w 211"/>
              <a:gd name="T1" fmla="*/ 2147483647 h 213"/>
              <a:gd name="T2" fmla="*/ 2147483647 w 211"/>
              <a:gd name="T3" fmla="*/ 2147483647 h 213"/>
              <a:gd name="T4" fmla="*/ 2147483647 w 211"/>
              <a:gd name="T5" fmla="*/ 2147483647 h 213"/>
              <a:gd name="T6" fmla="*/ 2147483647 w 211"/>
              <a:gd name="T7" fmla="*/ 2147483647 h 213"/>
              <a:gd name="T8" fmla="*/ 2147483647 w 211"/>
              <a:gd name="T9" fmla="*/ 2147483647 h 213"/>
              <a:gd name="T10" fmla="*/ 2147483647 w 211"/>
              <a:gd name="T11" fmla="*/ 2147483647 h 213"/>
              <a:gd name="T12" fmla="*/ 2147483647 w 211"/>
              <a:gd name="T13" fmla="*/ 2147483647 h 213"/>
              <a:gd name="T14" fmla="*/ 2147483647 w 211"/>
              <a:gd name="T15" fmla="*/ 2147483647 h 213"/>
              <a:gd name="T16" fmla="*/ 2147483647 w 211"/>
              <a:gd name="T17" fmla="*/ 2147483647 h 213"/>
              <a:gd name="T18" fmla="*/ 2147483647 w 211"/>
              <a:gd name="T19" fmla="*/ 2147483647 h 213"/>
              <a:gd name="T20" fmla="*/ 2147483647 w 211"/>
              <a:gd name="T21" fmla="*/ 2147483647 h 213"/>
              <a:gd name="T22" fmla="*/ 2147483647 w 211"/>
              <a:gd name="T23" fmla="*/ 2147483647 h 213"/>
              <a:gd name="T24" fmla="*/ 2147483647 w 211"/>
              <a:gd name="T25" fmla="*/ 2147483647 h 213"/>
              <a:gd name="T26" fmla="*/ 2147483647 w 211"/>
              <a:gd name="T27" fmla="*/ 2147483647 h 213"/>
              <a:gd name="T28" fmla="*/ 2147483647 w 211"/>
              <a:gd name="T29" fmla="*/ 2147483647 h 213"/>
              <a:gd name="T30" fmla="*/ 2147483647 w 211"/>
              <a:gd name="T31" fmla="*/ 2147483647 h 213"/>
              <a:gd name="T32" fmla="*/ 2147483647 w 211"/>
              <a:gd name="T33" fmla="*/ 2147483647 h 213"/>
              <a:gd name="T34" fmla="*/ 2147483647 w 211"/>
              <a:gd name="T35" fmla="*/ 2147483647 h 213"/>
              <a:gd name="T36" fmla="*/ 2147483647 w 211"/>
              <a:gd name="T37" fmla="*/ 2147483647 h 213"/>
              <a:gd name="T38" fmla="*/ 2147483647 w 211"/>
              <a:gd name="T39" fmla="*/ 2147483647 h 213"/>
              <a:gd name="T40" fmla="*/ 2147483647 w 211"/>
              <a:gd name="T41" fmla="*/ 2147483647 h 213"/>
              <a:gd name="T42" fmla="*/ 2147483647 w 211"/>
              <a:gd name="T43" fmla="*/ 2147483647 h 213"/>
              <a:gd name="T44" fmla="*/ 0 w 211"/>
              <a:gd name="T45" fmla="*/ 2147483647 h 213"/>
              <a:gd name="T46" fmla="*/ 2147483647 w 211"/>
              <a:gd name="T47" fmla="*/ 2147483647 h 213"/>
              <a:gd name="T48" fmla="*/ 2147483647 w 211"/>
              <a:gd name="T49" fmla="*/ 2147483647 h 213"/>
              <a:gd name="T50" fmla="*/ 2147483647 w 211"/>
              <a:gd name="T51" fmla="*/ 2147483647 h 213"/>
              <a:gd name="T52" fmla="*/ 2147483647 w 211"/>
              <a:gd name="T53" fmla="*/ 2147483647 h 213"/>
              <a:gd name="T54" fmla="*/ 2147483647 w 211"/>
              <a:gd name="T55" fmla="*/ 2147483647 h 213"/>
              <a:gd name="T56" fmla="*/ 2147483647 w 211"/>
              <a:gd name="T57" fmla="*/ 2147483647 h 213"/>
              <a:gd name="T58" fmla="*/ 2147483647 w 211"/>
              <a:gd name="T59" fmla="*/ 2147483647 h 213"/>
              <a:gd name="T60" fmla="*/ 2147483647 w 211"/>
              <a:gd name="T61" fmla="*/ 2147483647 h 213"/>
              <a:gd name="T62" fmla="*/ 2147483647 w 211"/>
              <a:gd name="T63" fmla="*/ 2147483647 h 21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11" h="213">
                <a:moveTo>
                  <a:pt x="106" y="83"/>
                </a:moveTo>
                <a:cubicBezTo>
                  <a:pt x="129" y="83"/>
                  <a:pt x="147" y="65"/>
                  <a:pt x="147" y="42"/>
                </a:cubicBezTo>
                <a:cubicBezTo>
                  <a:pt x="147" y="19"/>
                  <a:pt x="129" y="0"/>
                  <a:pt x="106" y="0"/>
                </a:cubicBezTo>
                <a:cubicBezTo>
                  <a:pt x="83" y="0"/>
                  <a:pt x="64" y="19"/>
                  <a:pt x="64" y="42"/>
                </a:cubicBezTo>
                <a:cubicBezTo>
                  <a:pt x="64" y="65"/>
                  <a:pt x="83" y="83"/>
                  <a:pt x="106" y="83"/>
                </a:cubicBezTo>
                <a:close/>
                <a:moveTo>
                  <a:pt x="91" y="52"/>
                </a:moveTo>
                <a:cubicBezTo>
                  <a:pt x="92" y="51"/>
                  <a:pt x="93" y="50"/>
                  <a:pt x="94" y="50"/>
                </a:cubicBezTo>
                <a:cubicBezTo>
                  <a:pt x="94" y="49"/>
                  <a:pt x="94" y="49"/>
                  <a:pt x="95" y="49"/>
                </a:cubicBezTo>
                <a:cubicBezTo>
                  <a:pt x="97" y="49"/>
                  <a:pt x="98" y="50"/>
                  <a:pt x="99" y="52"/>
                </a:cubicBezTo>
                <a:cubicBezTo>
                  <a:pt x="99" y="54"/>
                  <a:pt x="102" y="56"/>
                  <a:pt x="106" y="56"/>
                </a:cubicBezTo>
                <a:cubicBezTo>
                  <a:pt x="109" y="56"/>
                  <a:pt x="111" y="54"/>
                  <a:pt x="112" y="51"/>
                </a:cubicBezTo>
                <a:cubicBezTo>
                  <a:pt x="112" y="49"/>
                  <a:pt x="110" y="47"/>
                  <a:pt x="105" y="46"/>
                </a:cubicBezTo>
                <a:cubicBezTo>
                  <a:pt x="95" y="43"/>
                  <a:pt x="92" y="36"/>
                  <a:pt x="92" y="31"/>
                </a:cubicBezTo>
                <a:cubicBezTo>
                  <a:pt x="93" y="26"/>
                  <a:pt x="97" y="21"/>
                  <a:pt x="102" y="20"/>
                </a:cubicBezTo>
                <a:cubicBezTo>
                  <a:pt x="102" y="17"/>
                  <a:pt x="102" y="17"/>
                  <a:pt x="102" y="17"/>
                </a:cubicBezTo>
                <a:cubicBezTo>
                  <a:pt x="102" y="15"/>
                  <a:pt x="104" y="13"/>
                  <a:pt x="106" y="13"/>
                </a:cubicBezTo>
                <a:cubicBezTo>
                  <a:pt x="108" y="13"/>
                  <a:pt x="110" y="15"/>
                  <a:pt x="110" y="17"/>
                </a:cubicBezTo>
                <a:cubicBezTo>
                  <a:pt x="110" y="20"/>
                  <a:pt x="110" y="20"/>
                  <a:pt x="110" y="20"/>
                </a:cubicBezTo>
                <a:cubicBezTo>
                  <a:pt x="116" y="21"/>
                  <a:pt x="119" y="25"/>
                  <a:pt x="121" y="29"/>
                </a:cubicBezTo>
                <a:cubicBezTo>
                  <a:pt x="121" y="31"/>
                  <a:pt x="120" y="33"/>
                  <a:pt x="118" y="34"/>
                </a:cubicBezTo>
                <a:cubicBezTo>
                  <a:pt x="118" y="34"/>
                  <a:pt x="117" y="34"/>
                  <a:pt x="117" y="34"/>
                </a:cubicBezTo>
                <a:cubicBezTo>
                  <a:pt x="115" y="34"/>
                  <a:pt x="114" y="33"/>
                  <a:pt x="113" y="31"/>
                </a:cubicBezTo>
                <a:cubicBezTo>
                  <a:pt x="112" y="29"/>
                  <a:pt x="110" y="27"/>
                  <a:pt x="106" y="27"/>
                </a:cubicBezTo>
                <a:cubicBezTo>
                  <a:pt x="102" y="27"/>
                  <a:pt x="100" y="30"/>
                  <a:pt x="100" y="32"/>
                </a:cubicBezTo>
                <a:cubicBezTo>
                  <a:pt x="100" y="34"/>
                  <a:pt x="102" y="37"/>
                  <a:pt x="107" y="38"/>
                </a:cubicBezTo>
                <a:cubicBezTo>
                  <a:pt x="117" y="40"/>
                  <a:pt x="120" y="47"/>
                  <a:pt x="120" y="52"/>
                </a:cubicBezTo>
                <a:cubicBezTo>
                  <a:pt x="119" y="58"/>
                  <a:pt x="115" y="62"/>
                  <a:pt x="110" y="63"/>
                </a:cubicBezTo>
                <a:cubicBezTo>
                  <a:pt x="110" y="66"/>
                  <a:pt x="110" y="66"/>
                  <a:pt x="110" y="66"/>
                </a:cubicBezTo>
                <a:cubicBezTo>
                  <a:pt x="110" y="69"/>
                  <a:pt x="108" y="70"/>
                  <a:pt x="106" y="70"/>
                </a:cubicBezTo>
                <a:cubicBezTo>
                  <a:pt x="104" y="70"/>
                  <a:pt x="102" y="69"/>
                  <a:pt x="102" y="66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96" y="62"/>
                  <a:pt x="92" y="58"/>
                  <a:pt x="91" y="55"/>
                </a:cubicBezTo>
                <a:cubicBezTo>
                  <a:pt x="91" y="54"/>
                  <a:pt x="91" y="53"/>
                  <a:pt x="91" y="52"/>
                </a:cubicBezTo>
                <a:close/>
                <a:moveTo>
                  <a:pt x="191" y="123"/>
                </a:moveTo>
                <a:cubicBezTo>
                  <a:pt x="189" y="112"/>
                  <a:pt x="180" y="105"/>
                  <a:pt x="170" y="103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2" y="119"/>
                  <a:pt x="112" y="119"/>
                  <a:pt x="112" y="119"/>
                </a:cubicBezTo>
                <a:cubicBezTo>
                  <a:pt x="112" y="118"/>
                  <a:pt x="112" y="118"/>
                  <a:pt x="111" y="118"/>
                </a:cubicBezTo>
                <a:cubicBezTo>
                  <a:pt x="100" y="118"/>
                  <a:pt x="100" y="118"/>
                  <a:pt x="100" y="118"/>
                </a:cubicBezTo>
                <a:cubicBezTo>
                  <a:pt x="100" y="118"/>
                  <a:pt x="99" y="118"/>
                  <a:pt x="99" y="119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78" y="98"/>
                  <a:pt x="78" y="98"/>
                  <a:pt x="78" y="98"/>
                </a:cubicBezTo>
                <a:cubicBezTo>
                  <a:pt x="41" y="103"/>
                  <a:pt x="41" y="103"/>
                  <a:pt x="41" y="103"/>
                </a:cubicBezTo>
                <a:cubicBezTo>
                  <a:pt x="31" y="105"/>
                  <a:pt x="22" y="112"/>
                  <a:pt x="20" y="123"/>
                </a:cubicBezTo>
                <a:cubicBezTo>
                  <a:pt x="0" y="213"/>
                  <a:pt x="0" y="213"/>
                  <a:pt x="0" y="213"/>
                </a:cubicBezTo>
                <a:cubicBezTo>
                  <a:pt x="35" y="213"/>
                  <a:pt x="35" y="213"/>
                  <a:pt x="35" y="213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50" y="213"/>
                  <a:pt x="50" y="213"/>
                  <a:pt x="50" y="213"/>
                </a:cubicBezTo>
                <a:cubicBezTo>
                  <a:pt x="162" y="213"/>
                  <a:pt x="162" y="213"/>
                  <a:pt x="162" y="213"/>
                </a:cubicBezTo>
                <a:cubicBezTo>
                  <a:pt x="165" y="165"/>
                  <a:pt x="165" y="165"/>
                  <a:pt x="165" y="165"/>
                </a:cubicBezTo>
                <a:cubicBezTo>
                  <a:pt x="176" y="213"/>
                  <a:pt x="176" y="213"/>
                  <a:pt x="176" y="213"/>
                </a:cubicBezTo>
                <a:cubicBezTo>
                  <a:pt x="211" y="213"/>
                  <a:pt x="211" y="213"/>
                  <a:pt x="211" y="213"/>
                </a:cubicBezTo>
                <a:lnTo>
                  <a:pt x="191" y="123"/>
                </a:lnTo>
                <a:close/>
                <a:moveTo>
                  <a:pt x="128" y="155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54" y="155"/>
                  <a:pt x="154" y="155"/>
                  <a:pt x="154" y="155"/>
                </a:cubicBezTo>
                <a:lnTo>
                  <a:pt x="128" y="155"/>
                </a:lnTo>
                <a:close/>
                <a:moveTo>
                  <a:pt x="106" y="94"/>
                </a:moveTo>
                <a:cubicBezTo>
                  <a:pt x="111" y="94"/>
                  <a:pt x="118" y="95"/>
                  <a:pt x="118" y="99"/>
                </a:cubicBezTo>
                <a:cubicBezTo>
                  <a:pt x="118" y="103"/>
                  <a:pt x="115" y="108"/>
                  <a:pt x="113" y="110"/>
                </a:cubicBezTo>
                <a:cubicBezTo>
                  <a:pt x="111" y="112"/>
                  <a:pt x="108" y="112"/>
                  <a:pt x="106" y="112"/>
                </a:cubicBezTo>
                <a:cubicBezTo>
                  <a:pt x="103" y="112"/>
                  <a:pt x="100" y="112"/>
                  <a:pt x="98" y="110"/>
                </a:cubicBezTo>
                <a:cubicBezTo>
                  <a:pt x="96" y="108"/>
                  <a:pt x="93" y="103"/>
                  <a:pt x="93" y="99"/>
                </a:cubicBezTo>
                <a:cubicBezTo>
                  <a:pt x="93" y="95"/>
                  <a:pt x="101" y="94"/>
                  <a:pt x="106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3" name="Freeform 53"/>
          <p:cNvSpPr>
            <a:spLocks noEditPoints="1"/>
          </p:cNvSpPr>
          <p:nvPr/>
        </p:nvSpPr>
        <p:spPr bwMode="auto">
          <a:xfrm>
            <a:off x="9355138" y="5513388"/>
            <a:ext cx="341312" cy="342900"/>
          </a:xfrm>
          <a:custGeom>
            <a:avLst/>
            <a:gdLst>
              <a:gd name="T0" fmla="*/ 2147483647 w 211"/>
              <a:gd name="T1" fmla="*/ 2147483647 h 213"/>
              <a:gd name="T2" fmla="*/ 2147483647 w 211"/>
              <a:gd name="T3" fmla="*/ 2147483647 h 213"/>
              <a:gd name="T4" fmla="*/ 2147483647 w 211"/>
              <a:gd name="T5" fmla="*/ 2147483647 h 213"/>
              <a:gd name="T6" fmla="*/ 2147483647 w 211"/>
              <a:gd name="T7" fmla="*/ 2147483647 h 213"/>
              <a:gd name="T8" fmla="*/ 2147483647 w 211"/>
              <a:gd name="T9" fmla="*/ 2147483647 h 213"/>
              <a:gd name="T10" fmla="*/ 2147483647 w 211"/>
              <a:gd name="T11" fmla="*/ 2147483647 h 213"/>
              <a:gd name="T12" fmla="*/ 2147483647 w 211"/>
              <a:gd name="T13" fmla="*/ 2147483647 h 213"/>
              <a:gd name="T14" fmla="*/ 2147483647 w 211"/>
              <a:gd name="T15" fmla="*/ 2147483647 h 213"/>
              <a:gd name="T16" fmla="*/ 2147483647 w 211"/>
              <a:gd name="T17" fmla="*/ 2147483647 h 213"/>
              <a:gd name="T18" fmla="*/ 2147483647 w 211"/>
              <a:gd name="T19" fmla="*/ 2147483647 h 213"/>
              <a:gd name="T20" fmla="*/ 2147483647 w 211"/>
              <a:gd name="T21" fmla="*/ 2147483647 h 213"/>
              <a:gd name="T22" fmla="*/ 2147483647 w 211"/>
              <a:gd name="T23" fmla="*/ 2147483647 h 213"/>
              <a:gd name="T24" fmla="*/ 2147483647 w 211"/>
              <a:gd name="T25" fmla="*/ 2147483647 h 213"/>
              <a:gd name="T26" fmla="*/ 2147483647 w 211"/>
              <a:gd name="T27" fmla="*/ 2147483647 h 213"/>
              <a:gd name="T28" fmla="*/ 0 w 211"/>
              <a:gd name="T29" fmla="*/ 2147483647 h 213"/>
              <a:gd name="T30" fmla="*/ 2147483647 w 211"/>
              <a:gd name="T31" fmla="*/ 2147483647 h 213"/>
              <a:gd name="T32" fmla="*/ 2147483647 w 211"/>
              <a:gd name="T33" fmla="*/ 2147483647 h 213"/>
              <a:gd name="T34" fmla="*/ 2147483647 w 211"/>
              <a:gd name="T35" fmla="*/ 2147483647 h 213"/>
              <a:gd name="T36" fmla="*/ 2147483647 w 211"/>
              <a:gd name="T37" fmla="*/ 2147483647 h 213"/>
              <a:gd name="T38" fmla="*/ 2147483647 w 211"/>
              <a:gd name="T39" fmla="*/ 2147483647 h 213"/>
              <a:gd name="T40" fmla="*/ 2147483647 w 211"/>
              <a:gd name="T41" fmla="*/ 2147483647 h 213"/>
              <a:gd name="T42" fmla="*/ 2147483647 w 211"/>
              <a:gd name="T43" fmla="*/ 2147483647 h 213"/>
              <a:gd name="T44" fmla="*/ 2147483647 w 211"/>
              <a:gd name="T45" fmla="*/ 2147483647 h 213"/>
              <a:gd name="T46" fmla="*/ 2147483647 w 211"/>
              <a:gd name="T47" fmla="*/ 2147483647 h 213"/>
              <a:gd name="T48" fmla="*/ 2147483647 w 211"/>
              <a:gd name="T49" fmla="*/ 2147483647 h 213"/>
              <a:gd name="T50" fmla="*/ 2147483647 w 211"/>
              <a:gd name="T51" fmla="*/ 2147483647 h 213"/>
              <a:gd name="T52" fmla="*/ 2147483647 w 211"/>
              <a:gd name="T53" fmla="*/ 2147483647 h 213"/>
              <a:gd name="T54" fmla="*/ 2147483647 w 211"/>
              <a:gd name="T55" fmla="*/ 2147483647 h 213"/>
              <a:gd name="T56" fmla="*/ 2147483647 w 211"/>
              <a:gd name="T57" fmla="*/ 2147483647 h 213"/>
              <a:gd name="T58" fmla="*/ 2147483647 w 211"/>
              <a:gd name="T59" fmla="*/ 2147483647 h 213"/>
              <a:gd name="T60" fmla="*/ 2147483647 w 211"/>
              <a:gd name="T61" fmla="*/ 2147483647 h 213"/>
              <a:gd name="T62" fmla="*/ 2147483647 w 211"/>
              <a:gd name="T63" fmla="*/ 2147483647 h 213"/>
              <a:gd name="T64" fmla="*/ 2147483647 w 211"/>
              <a:gd name="T65" fmla="*/ 0 h 213"/>
              <a:gd name="T66" fmla="*/ 2147483647 w 211"/>
              <a:gd name="T67" fmla="*/ 2147483647 h 213"/>
              <a:gd name="T68" fmla="*/ 2147483647 w 211"/>
              <a:gd name="T69" fmla="*/ 2147483647 h 213"/>
              <a:gd name="T70" fmla="*/ 2147483647 w 211"/>
              <a:gd name="T71" fmla="*/ 2147483647 h 213"/>
              <a:gd name="T72" fmla="*/ 2147483647 w 211"/>
              <a:gd name="T73" fmla="*/ 0 h 213"/>
              <a:gd name="T74" fmla="*/ 2147483647 w 211"/>
              <a:gd name="T75" fmla="*/ 2147483647 h 213"/>
              <a:gd name="T76" fmla="*/ 2147483647 w 211"/>
              <a:gd name="T77" fmla="*/ 2147483647 h 213"/>
              <a:gd name="T78" fmla="*/ 2147483647 w 211"/>
              <a:gd name="T79" fmla="*/ 2147483647 h 213"/>
              <a:gd name="T80" fmla="*/ 2147483647 w 211"/>
              <a:gd name="T81" fmla="*/ 2147483647 h 213"/>
              <a:gd name="T82" fmla="*/ 2147483647 w 211"/>
              <a:gd name="T83" fmla="*/ 2147483647 h 213"/>
              <a:gd name="T84" fmla="*/ 2147483647 w 211"/>
              <a:gd name="T85" fmla="*/ 2147483647 h 213"/>
              <a:gd name="T86" fmla="*/ 2147483647 w 211"/>
              <a:gd name="T87" fmla="*/ 2147483647 h 213"/>
              <a:gd name="T88" fmla="*/ 2147483647 w 211"/>
              <a:gd name="T89" fmla="*/ 2147483647 h 213"/>
              <a:gd name="T90" fmla="*/ 2147483647 w 211"/>
              <a:gd name="T91" fmla="*/ 2147483647 h 213"/>
              <a:gd name="T92" fmla="*/ 2147483647 w 211"/>
              <a:gd name="T93" fmla="*/ 2147483647 h 21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11" h="213">
                <a:moveTo>
                  <a:pt x="106" y="112"/>
                </a:moveTo>
                <a:cubicBezTo>
                  <a:pt x="108" y="112"/>
                  <a:pt x="111" y="112"/>
                  <a:pt x="113" y="110"/>
                </a:cubicBezTo>
                <a:cubicBezTo>
                  <a:pt x="115" y="108"/>
                  <a:pt x="118" y="103"/>
                  <a:pt x="118" y="99"/>
                </a:cubicBezTo>
                <a:cubicBezTo>
                  <a:pt x="118" y="95"/>
                  <a:pt x="111" y="94"/>
                  <a:pt x="106" y="94"/>
                </a:cubicBezTo>
                <a:cubicBezTo>
                  <a:pt x="101" y="94"/>
                  <a:pt x="93" y="95"/>
                  <a:pt x="93" y="99"/>
                </a:cubicBezTo>
                <a:cubicBezTo>
                  <a:pt x="93" y="103"/>
                  <a:pt x="96" y="108"/>
                  <a:pt x="98" y="110"/>
                </a:cubicBezTo>
                <a:cubicBezTo>
                  <a:pt x="100" y="112"/>
                  <a:pt x="103" y="112"/>
                  <a:pt x="106" y="112"/>
                </a:cubicBezTo>
                <a:close/>
                <a:moveTo>
                  <a:pt x="211" y="213"/>
                </a:moveTo>
                <a:cubicBezTo>
                  <a:pt x="176" y="213"/>
                  <a:pt x="176" y="213"/>
                  <a:pt x="176" y="213"/>
                </a:cubicBezTo>
                <a:cubicBezTo>
                  <a:pt x="165" y="165"/>
                  <a:pt x="165" y="165"/>
                  <a:pt x="165" y="165"/>
                </a:cubicBezTo>
                <a:cubicBezTo>
                  <a:pt x="162" y="213"/>
                  <a:pt x="162" y="213"/>
                  <a:pt x="162" y="213"/>
                </a:cubicBezTo>
                <a:cubicBezTo>
                  <a:pt x="50" y="213"/>
                  <a:pt x="50" y="213"/>
                  <a:pt x="50" y="213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35" y="213"/>
                  <a:pt x="35" y="213"/>
                  <a:pt x="35" y="213"/>
                </a:cubicBezTo>
                <a:cubicBezTo>
                  <a:pt x="0" y="213"/>
                  <a:pt x="0" y="213"/>
                  <a:pt x="0" y="213"/>
                </a:cubicBezTo>
                <a:cubicBezTo>
                  <a:pt x="20" y="123"/>
                  <a:pt x="20" y="123"/>
                  <a:pt x="20" y="123"/>
                </a:cubicBezTo>
                <a:cubicBezTo>
                  <a:pt x="22" y="112"/>
                  <a:pt x="31" y="105"/>
                  <a:pt x="41" y="103"/>
                </a:cubicBezTo>
                <a:cubicBezTo>
                  <a:pt x="78" y="98"/>
                  <a:pt x="78" y="98"/>
                  <a:pt x="78" y="98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9" y="119"/>
                  <a:pt x="99" y="119"/>
                  <a:pt x="99" y="119"/>
                </a:cubicBezTo>
                <a:cubicBezTo>
                  <a:pt x="99" y="118"/>
                  <a:pt x="100" y="118"/>
                  <a:pt x="100" y="118"/>
                </a:cubicBezTo>
                <a:cubicBezTo>
                  <a:pt x="111" y="118"/>
                  <a:pt x="111" y="118"/>
                  <a:pt x="111" y="118"/>
                </a:cubicBezTo>
                <a:cubicBezTo>
                  <a:pt x="112" y="118"/>
                  <a:pt x="112" y="118"/>
                  <a:pt x="112" y="119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170" y="103"/>
                  <a:pt x="170" y="103"/>
                  <a:pt x="170" y="103"/>
                </a:cubicBezTo>
                <a:cubicBezTo>
                  <a:pt x="180" y="105"/>
                  <a:pt x="189" y="112"/>
                  <a:pt x="191" y="123"/>
                </a:cubicBezTo>
                <a:lnTo>
                  <a:pt x="211" y="213"/>
                </a:lnTo>
                <a:close/>
                <a:moveTo>
                  <a:pt x="154" y="155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28" y="155"/>
                  <a:pt x="128" y="155"/>
                  <a:pt x="128" y="155"/>
                </a:cubicBezTo>
                <a:lnTo>
                  <a:pt x="154" y="155"/>
                </a:lnTo>
                <a:close/>
                <a:moveTo>
                  <a:pt x="106" y="0"/>
                </a:moveTo>
                <a:cubicBezTo>
                  <a:pt x="83" y="0"/>
                  <a:pt x="64" y="19"/>
                  <a:pt x="64" y="42"/>
                </a:cubicBezTo>
                <a:cubicBezTo>
                  <a:pt x="64" y="65"/>
                  <a:pt x="83" y="83"/>
                  <a:pt x="106" y="83"/>
                </a:cubicBezTo>
                <a:cubicBezTo>
                  <a:pt x="129" y="83"/>
                  <a:pt x="147" y="65"/>
                  <a:pt x="147" y="42"/>
                </a:cubicBezTo>
                <a:cubicBezTo>
                  <a:pt x="147" y="19"/>
                  <a:pt x="129" y="0"/>
                  <a:pt x="106" y="0"/>
                </a:cubicBezTo>
                <a:close/>
                <a:moveTo>
                  <a:pt x="124" y="47"/>
                </a:moveTo>
                <a:cubicBezTo>
                  <a:pt x="109" y="47"/>
                  <a:pt x="109" y="47"/>
                  <a:pt x="109" y="47"/>
                </a:cubicBezTo>
                <a:cubicBezTo>
                  <a:pt x="105" y="47"/>
                  <a:pt x="101" y="44"/>
                  <a:pt x="101" y="39"/>
                </a:cubicBezTo>
                <a:cubicBezTo>
                  <a:pt x="101" y="15"/>
                  <a:pt x="101" y="15"/>
                  <a:pt x="101" y="15"/>
                </a:cubicBezTo>
                <a:cubicBezTo>
                  <a:pt x="101" y="13"/>
                  <a:pt x="103" y="10"/>
                  <a:pt x="106" y="10"/>
                </a:cubicBezTo>
                <a:cubicBezTo>
                  <a:pt x="109" y="10"/>
                  <a:pt x="111" y="13"/>
                  <a:pt x="111" y="15"/>
                </a:cubicBezTo>
                <a:cubicBezTo>
                  <a:pt x="111" y="38"/>
                  <a:pt x="111" y="38"/>
                  <a:pt x="111" y="38"/>
                </a:cubicBezTo>
                <a:cubicBezTo>
                  <a:pt x="124" y="38"/>
                  <a:pt x="124" y="38"/>
                  <a:pt x="124" y="38"/>
                </a:cubicBezTo>
                <a:cubicBezTo>
                  <a:pt x="126" y="38"/>
                  <a:pt x="128" y="40"/>
                  <a:pt x="128" y="42"/>
                </a:cubicBezTo>
                <a:cubicBezTo>
                  <a:pt x="128" y="45"/>
                  <a:pt x="126" y="47"/>
                  <a:pt x="124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4" name="Freeform 57"/>
          <p:cNvSpPr>
            <a:spLocks noEditPoints="1"/>
          </p:cNvSpPr>
          <p:nvPr/>
        </p:nvSpPr>
        <p:spPr bwMode="auto">
          <a:xfrm>
            <a:off x="10223500" y="5530850"/>
            <a:ext cx="309563" cy="307975"/>
          </a:xfrm>
          <a:custGeom>
            <a:avLst/>
            <a:gdLst>
              <a:gd name="T0" fmla="*/ 2147483647 w 191"/>
              <a:gd name="T1" fmla="*/ 2147483647 h 191"/>
              <a:gd name="T2" fmla="*/ 2147483647 w 191"/>
              <a:gd name="T3" fmla="*/ 2147483647 h 191"/>
              <a:gd name="T4" fmla="*/ 0 w 191"/>
              <a:gd name="T5" fmla="*/ 2147483647 h 191"/>
              <a:gd name="T6" fmla="*/ 0 w 191"/>
              <a:gd name="T7" fmla="*/ 2147483647 h 191"/>
              <a:gd name="T8" fmla="*/ 2147483647 w 191"/>
              <a:gd name="T9" fmla="*/ 2147483647 h 191"/>
              <a:gd name="T10" fmla="*/ 2147483647 w 191"/>
              <a:gd name="T11" fmla="*/ 2147483647 h 191"/>
              <a:gd name="T12" fmla="*/ 2147483647 w 191"/>
              <a:gd name="T13" fmla="*/ 2147483647 h 191"/>
              <a:gd name="T14" fmla="*/ 2147483647 w 191"/>
              <a:gd name="T15" fmla="*/ 2147483647 h 191"/>
              <a:gd name="T16" fmla="*/ 2147483647 w 191"/>
              <a:gd name="T17" fmla="*/ 2147483647 h 191"/>
              <a:gd name="T18" fmla="*/ 2147483647 w 191"/>
              <a:gd name="T19" fmla="*/ 2147483647 h 191"/>
              <a:gd name="T20" fmla="*/ 2147483647 w 191"/>
              <a:gd name="T21" fmla="*/ 0 h 191"/>
              <a:gd name="T22" fmla="*/ 2147483647 w 191"/>
              <a:gd name="T23" fmla="*/ 2147483647 h 191"/>
              <a:gd name="T24" fmla="*/ 2147483647 w 191"/>
              <a:gd name="T25" fmla="*/ 2147483647 h 191"/>
              <a:gd name="T26" fmla="*/ 2147483647 w 191"/>
              <a:gd name="T27" fmla="*/ 2147483647 h 191"/>
              <a:gd name="T28" fmla="*/ 2147483647 w 191"/>
              <a:gd name="T29" fmla="*/ 0 h 191"/>
              <a:gd name="T30" fmla="*/ 2147483647 w 191"/>
              <a:gd name="T31" fmla="*/ 2147483647 h 191"/>
              <a:gd name="T32" fmla="*/ 2147483647 w 191"/>
              <a:gd name="T33" fmla="*/ 2147483647 h 191"/>
              <a:gd name="T34" fmla="*/ 2147483647 w 191"/>
              <a:gd name="T35" fmla="*/ 2147483647 h 191"/>
              <a:gd name="T36" fmla="*/ 2147483647 w 191"/>
              <a:gd name="T37" fmla="*/ 2147483647 h 191"/>
              <a:gd name="T38" fmla="*/ 2147483647 w 191"/>
              <a:gd name="T39" fmla="*/ 2147483647 h 191"/>
              <a:gd name="T40" fmla="*/ 2147483647 w 191"/>
              <a:gd name="T41" fmla="*/ 2147483647 h 191"/>
              <a:gd name="T42" fmla="*/ 2147483647 w 191"/>
              <a:gd name="T43" fmla="*/ 2147483647 h 191"/>
              <a:gd name="T44" fmla="*/ 2147483647 w 191"/>
              <a:gd name="T45" fmla="*/ 2147483647 h 191"/>
              <a:gd name="T46" fmla="*/ 2147483647 w 191"/>
              <a:gd name="T47" fmla="*/ 2147483647 h 191"/>
              <a:gd name="T48" fmla="*/ 2147483647 w 191"/>
              <a:gd name="T49" fmla="*/ 2147483647 h 191"/>
              <a:gd name="T50" fmla="*/ 2147483647 w 191"/>
              <a:gd name="T51" fmla="*/ 2147483647 h 191"/>
              <a:gd name="T52" fmla="*/ 2147483647 w 191"/>
              <a:gd name="T53" fmla="*/ 2147483647 h 191"/>
              <a:gd name="T54" fmla="*/ 2147483647 w 191"/>
              <a:gd name="T55" fmla="*/ 2147483647 h 191"/>
              <a:gd name="T56" fmla="*/ 2147483647 w 191"/>
              <a:gd name="T57" fmla="*/ 2147483647 h 191"/>
              <a:gd name="T58" fmla="*/ 2147483647 w 191"/>
              <a:gd name="T59" fmla="*/ 2147483647 h 191"/>
              <a:gd name="T60" fmla="*/ 2147483647 w 191"/>
              <a:gd name="T61" fmla="*/ 2147483647 h 191"/>
              <a:gd name="T62" fmla="*/ 2147483647 w 191"/>
              <a:gd name="T63" fmla="*/ 2147483647 h 19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91" h="191">
                <a:moveTo>
                  <a:pt x="117" y="93"/>
                </a:moveTo>
                <a:cubicBezTo>
                  <a:pt x="61" y="93"/>
                  <a:pt x="61" y="93"/>
                  <a:pt x="61" y="93"/>
                </a:cubicBezTo>
                <a:cubicBezTo>
                  <a:pt x="30" y="93"/>
                  <a:pt x="0" y="120"/>
                  <a:pt x="0" y="151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63"/>
                  <a:pt x="6" y="170"/>
                  <a:pt x="14" y="170"/>
                </a:cubicBezTo>
                <a:cubicBezTo>
                  <a:pt x="113" y="170"/>
                  <a:pt x="113" y="170"/>
                  <a:pt x="113" y="170"/>
                </a:cubicBezTo>
                <a:cubicBezTo>
                  <a:pt x="111" y="165"/>
                  <a:pt x="110" y="160"/>
                  <a:pt x="110" y="155"/>
                </a:cubicBezTo>
                <a:cubicBezTo>
                  <a:pt x="110" y="130"/>
                  <a:pt x="130" y="110"/>
                  <a:pt x="155" y="110"/>
                </a:cubicBezTo>
                <a:cubicBezTo>
                  <a:pt x="157" y="110"/>
                  <a:pt x="158" y="110"/>
                  <a:pt x="160" y="111"/>
                </a:cubicBezTo>
                <a:cubicBezTo>
                  <a:pt x="148" y="100"/>
                  <a:pt x="133" y="93"/>
                  <a:pt x="117" y="93"/>
                </a:cubicBezTo>
                <a:close/>
                <a:moveTo>
                  <a:pt x="89" y="0"/>
                </a:moveTo>
                <a:cubicBezTo>
                  <a:pt x="66" y="0"/>
                  <a:pt x="47" y="19"/>
                  <a:pt x="47" y="42"/>
                </a:cubicBezTo>
                <a:cubicBezTo>
                  <a:pt x="47" y="66"/>
                  <a:pt x="66" y="85"/>
                  <a:pt x="89" y="85"/>
                </a:cubicBezTo>
                <a:cubicBezTo>
                  <a:pt x="113" y="85"/>
                  <a:pt x="132" y="66"/>
                  <a:pt x="132" y="42"/>
                </a:cubicBezTo>
                <a:cubicBezTo>
                  <a:pt x="132" y="19"/>
                  <a:pt x="113" y="0"/>
                  <a:pt x="89" y="0"/>
                </a:cubicBezTo>
                <a:close/>
                <a:moveTo>
                  <a:pt x="155" y="119"/>
                </a:moveTo>
                <a:cubicBezTo>
                  <a:pt x="135" y="119"/>
                  <a:pt x="119" y="135"/>
                  <a:pt x="119" y="155"/>
                </a:cubicBezTo>
                <a:cubicBezTo>
                  <a:pt x="119" y="175"/>
                  <a:pt x="135" y="191"/>
                  <a:pt x="155" y="191"/>
                </a:cubicBezTo>
                <a:cubicBezTo>
                  <a:pt x="175" y="191"/>
                  <a:pt x="191" y="175"/>
                  <a:pt x="191" y="155"/>
                </a:cubicBezTo>
                <a:cubicBezTo>
                  <a:pt x="191" y="135"/>
                  <a:pt x="175" y="119"/>
                  <a:pt x="155" y="119"/>
                </a:cubicBezTo>
                <a:close/>
                <a:moveTo>
                  <a:pt x="175" y="148"/>
                </a:moveTo>
                <a:cubicBezTo>
                  <a:pt x="152" y="171"/>
                  <a:pt x="152" y="171"/>
                  <a:pt x="152" y="171"/>
                </a:cubicBezTo>
                <a:cubicBezTo>
                  <a:pt x="151" y="173"/>
                  <a:pt x="148" y="173"/>
                  <a:pt x="146" y="171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33" y="158"/>
                  <a:pt x="133" y="155"/>
                  <a:pt x="135" y="153"/>
                </a:cubicBezTo>
                <a:cubicBezTo>
                  <a:pt x="138" y="150"/>
                  <a:pt x="138" y="150"/>
                  <a:pt x="138" y="150"/>
                </a:cubicBezTo>
                <a:cubicBezTo>
                  <a:pt x="139" y="149"/>
                  <a:pt x="142" y="149"/>
                  <a:pt x="144" y="150"/>
                </a:cubicBezTo>
                <a:cubicBezTo>
                  <a:pt x="149" y="156"/>
                  <a:pt x="149" y="156"/>
                  <a:pt x="149" y="156"/>
                </a:cubicBezTo>
                <a:cubicBezTo>
                  <a:pt x="166" y="139"/>
                  <a:pt x="166" y="139"/>
                  <a:pt x="166" y="139"/>
                </a:cubicBezTo>
                <a:cubicBezTo>
                  <a:pt x="168" y="137"/>
                  <a:pt x="171" y="137"/>
                  <a:pt x="172" y="139"/>
                </a:cubicBezTo>
                <a:cubicBezTo>
                  <a:pt x="175" y="142"/>
                  <a:pt x="175" y="142"/>
                  <a:pt x="175" y="142"/>
                </a:cubicBezTo>
                <a:cubicBezTo>
                  <a:pt x="177" y="144"/>
                  <a:pt x="177" y="146"/>
                  <a:pt x="175" y="1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5" name="Freeform 61"/>
          <p:cNvSpPr>
            <a:spLocks noEditPoints="1"/>
          </p:cNvSpPr>
          <p:nvPr/>
        </p:nvSpPr>
        <p:spPr bwMode="auto">
          <a:xfrm>
            <a:off x="11085513" y="5540375"/>
            <a:ext cx="425450" cy="309563"/>
          </a:xfrm>
          <a:custGeom>
            <a:avLst/>
            <a:gdLst>
              <a:gd name="T0" fmla="*/ 2147483647 w 264"/>
              <a:gd name="T1" fmla="*/ 2147483647 h 192"/>
              <a:gd name="T2" fmla="*/ 2147483647 w 264"/>
              <a:gd name="T3" fmla="*/ 2147483647 h 192"/>
              <a:gd name="T4" fmla="*/ 2147483647 w 264"/>
              <a:gd name="T5" fmla="*/ 2147483647 h 192"/>
              <a:gd name="T6" fmla="*/ 2147483647 w 264"/>
              <a:gd name="T7" fmla="*/ 2147483647 h 192"/>
              <a:gd name="T8" fmla="*/ 2147483647 w 264"/>
              <a:gd name="T9" fmla="*/ 2147483647 h 192"/>
              <a:gd name="T10" fmla="*/ 2147483647 w 264"/>
              <a:gd name="T11" fmla="*/ 2147483647 h 192"/>
              <a:gd name="T12" fmla="*/ 2147483647 w 264"/>
              <a:gd name="T13" fmla="*/ 2147483647 h 192"/>
              <a:gd name="T14" fmla="*/ 0 w 264"/>
              <a:gd name="T15" fmla="*/ 2147483647 h 192"/>
              <a:gd name="T16" fmla="*/ 2147483647 w 264"/>
              <a:gd name="T17" fmla="*/ 2147483647 h 192"/>
              <a:gd name="T18" fmla="*/ 2147483647 w 264"/>
              <a:gd name="T19" fmla="*/ 2147483647 h 192"/>
              <a:gd name="T20" fmla="*/ 2147483647 w 264"/>
              <a:gd name="T21" fmla="*/ 2147483647 h 192"/>
              <a:gd name="T22" fmla="*/ 2147483647 w 264"/>
              <a:gd name="T23" fmla="*/ 2147483647 h 192"/>
              <a:gd name="T24" fmla="*/ 2147483647 w 264"/>
              <a:gd name="T25" fmla="*/ 2147483647 h 192"/>
              <a:gd name="T26" fmla="*/ 2147483647 w 264"/>
              <a:gd name="T27" fmla="*/ 2147483647 h 192"/>
              <a:gd name="T28" fmla="*/ 2147483647 w 264"/>
              <a:gd name="T29" fmla="*/ 2147483647 h 192"/>
              <a:gd name="T30" fmla="*/ 2147483647 w 264"/>
              <a:gd name="T31" fmla="*/ 2147483647 h 192"/>
              <a:gd name="T32" fmla="*/ 2147483647 w 264"/>
              <a:gd name="T33" fmla="*/ 2147483647 h 192"/>
              <a:gd name="T34" fmla="*/ 2147483647 w 264"/>
              <a:gd name="T35" fmla="*/ 2147483647 h 192"/>
              <a:gd name="T36" fmla="*/ 2147483647 w 264"/>
              <a:gd name="T37" fmla="*/ 2147483647 h 192"/>
              <a:gd name="T38" fmla="*/ 2147483647 w 264"/>
              <a:gd name="T39" fmla="*/ 2147483647 h 192"/>
              <a:gd name="T40" fmla="*/ 2147483647 w 264"/>
              <a:gd name="T41" fmla="*/ 2147483647 h 192"/>
              <a:gd name="T42" fmla="*/ 2147483647 w 264"/>
              <a:gd name="T43" fmla="*/ 2147483647 h 192"/>
              <a:gd name="T44" fmla="*/ 2147483647 w 264"/>
              <a:gd name="T45" fmla="*/ 2147483647 h 192"/>
              <a:gd name="T46" fmla="*/ 2147483647 w 264"/>
              <a:gd name="T47" fmla="*/ 2147483647 h 192"/>
              <a:gd name="T48" fmla="*/ 2147483647 w 264"/>
              <a:gd name="T49" fmla="*/ 2147483647 h 192"/>
              <a:gd name="T50" fmla="*/ 2147483647 w 264"/>
              <a:gd name="T51" fmla="*/ 2147483647 h 192"/>
              <a:gd name="T52" fmla="*/ 2147483647 w 264"/>
              <a:gd name="T53" fmla="*/ 2147483647 h 192"/>
              <a:gd name="T54" fmla="*/ 2147483647 w 264"/>
              <a:gd name="T55" fmla="*/ 2147483647 h 192"/>
              <a:gd name="T56" fmla="*/ 2147483647 w 264"/>
              <a:gd name="T57" fmla="*/ 2147483647 h 192"/>
              <a:gd name="T58" fmla="*/ 2147483647 w 264"/>
              <a:gd name="T59" fmla="*/ 2147483647 h 192"/>
              <a:gd name="T60" fmla="*/ 2147483647 w 264"/>
              <a:gd name="T61" fmla="*/ 2147483647 h 192"/>
              <a:gd name="T62" fmla="*/ 2147483647 w 264"/>
              <a:gd name="T63" fmla="*/ 2147483647 h 192"/>
              <a:gd name="T64" fmla="*/ 2147483647 w 264"/>
              <a:gd name="T65" fmla="*/ 2147483647 h 19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64" h="192">
                <a:moveTo>
                  <a:pt x="176" y="8"/>
                </a:moveTo>
                <a:cubicBezTo>
                  <a:pt x="176" y="170"/>
                  <a:pt x="176" y="170"/>
                  <a:pt x="176" y="170"/>
                </a:cubicBezTo>
                <a:cubicBezTo>
                  <a:pt x="176" y="176"/>
                  <a:pt x="168" y="178"/>
                  <a:pt x="165" y="173"/>
                </a:cubicBezTo>
                <a:cubicBezTo>
                  <a:pt x="147" y="145"/>
                  <a:pt x="129" y="130"/>
                  <a:pt x="66" y="127"/>
                </a:cubicBezTo>
                <a:cubicBezTo>
                  <a:pt x="86" y="192"/>
                  <a:pt x="86" y="192"/>
                  <a:pt x="86" y="192"/>
                </a:cubicBezTo>
                <a:cubicBezTo>
                  <a:pt x="56" y="192"/>
                  <a:pt x="56" y="192"/>
                  <a:pt x="56" y="192"/>
                </a:cubicBezTo>
                <a:cubicBezTo>
                  <a:pt x="36" y="126"/>
                  <a:pt x="36" y="126"/>
                  <a:pt x="36" y="126"/>
                </a:cubicBezTo>
                <a:cubicBezTo>
                  <a:pt x="16" y="125"/>
                  <a:pt x="0" y="109"/>
                  <a:pt x="0" y="89"/>
                </a:cubicBezTo>
                <a:cubicBezTo>
                  <a:pt x="0" y="69"/>
                  <a:pt x="17" y="52"/>
                  <a:pt x="37" y="52"/>
                </a:cubicBezTo>
                <a:cubicBezTo>
                  <a:pt x="124" y="52"/>
                  <a:pt x="144" y="37"/>
                  <a:pt x="165" y="5"/>
                </a:cubicBezTo>
                <a:cubicBezTo>
                  <a:pt x="168" y="0"/>
                  <a:pt x="176" y="2"/>
                  <a:pt x="176" y="8"/>
                </a:cubicBezTo>
                <a:close/>
                <a:moveTo>
                  <a:pt x="227" y="97"/>
                </a:moveTo>
                <a:cubicBezTo>
                  <a:pt x="227" y="112"/>
                  <a:pt x="222" y="127"/>
                  <a:pt x="214" y="138"/>
                </a:cubicBezTo>
                <a:cubicBezTo>
                  <a:pt x="214" y="138"/>
                  <a:pt x="211" y="142"/>
                  <a:pt x="206" y="142"/>
                </a:cubicBezTo>
                <a:cubicBezTo>
                  <a:pt x="200" y="142"/>
                  <a:pt x="196" y="137"/>
                  <a:pt x="196" y="132"/>
                </a:cubicBezTo>
                <a:cubicBezTo>
                  <a:pt x="196" y="128"/>
                  <a:pt x="198" y="126"/>
                  <a:pt x="198" y="126"/>
                </a:cubicBezTo>
                <a:cubicBezTo>
                  <a:pt x="201" y="120"/>
                  <a:pt x="207" y="112"/>
                  <a:pt x="207" y="97"/>
                </a:cubicBezTo>
                <a:cubicBezTo>
                  <a:pt x="207" y="82"/>
                  <a:pt x="201" y="74"/>
                  <a:pt x="198" y="68"/>
                </a:cubicBezTo>
                <a:cubicBezTo>
                  <a:pt x="198" y="68"/>
                  <a:pt x="196" y="66"/>
                  <a:pt x="196" y="62"/>
                </a:cubicBezTo>
                <a:cubicBezTo>
                  <a:pt x="196" y="57"/>
                  <a:pt x="200" y="52"/>
                  <a:pt x="206" y="52"/>
                </a:cubicBezTo>
                <a:cubicBezTo>
                  <a:pt x="211" y="52"/>
                  <a:pt x="214" y="56"/>
                  <a:pt x="214" y="56"/>
                </a:cubicBezTo>
                <a:cubicBezTo>
                  <a:pt x="222" y="67"/>
                  <a:pt x="227" y="81"/>
                  <a:pt x="227" y="97"/>
                </a:cubicBezTo>
                <a:close/>
                <a:moveTo>
                  <a:pt x="220" y="38"/>
                </a:moveTo>
                <a:cubicBezTo>
                  <a:pt x="220" y="38"/>
                  <a:pt x="215" y="35"/>
                  <a:pt x="215" y="30"/>
                </a:cubicBezTo>
                <a:cubicBezTo>
                  <a:pt x="215" y="24"/>
                  <a:pt x="220" y="19"/>
                  <a:pt x="225" y="19"/>
                </a:cubicBezTo>
                <a:cubicBezTo>
                  <a:pt x="229" y="19"/>
                  <a:pt x="232" y="22"/>
                  <a:pt x="232" y="22"/>
                </a:cubicBezTo>
                <a:cubicBezTo>
                  <a:pt x="244" y="31"/>
                  <a:pt x="264" y="55"/>
                  <a:pt x="264" y="97"/>
                </a:cubicBezTo>
                <a:cubicBezTo>
                  <a:pt x="264" y="139"/>
                  <a:pt x="244" y="163"/>
                  <a:pt x="232" y="172"/>
                </a:cubicBezTo>
                <a:cubicBezTo>
                  <a:pt x="232" y="172"/>
                  <a:pt x="229" y="174"/>
                  <a:pt x="225" y="174"/>
                </a:cubicBezTo>
                <a:cubicBezTo>
                  <a:pt x="220" y="174"/>
                  <a:pt x="215" y="170"/>
                  <a:pt x="215" y="164"/>
                </a:cubicBezTo>
                <a:cubicBezTo>
                  <a:pt x="215" y="159"/>
                  <a:pt x="220" y="156"/>
                  <a:pt x="220" y="156"/>
                </a:cubicBezTo>
                <a:cubicBezTo>
                  <a:pt x="234" y="145"/>
                  <a:pt x="244" y="124"/>
                  <a:pt x="244" y="97"/>
                </a:cubicBezTo>
                <a:cubicBezTo>
                  <a:pt x="244" y="70"/>
                  <a:pt x="234" y="49"/>
                  <a:pt x="220" y="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6" name="Freeform 69"/>
          <p:cNvSpPr>
            <a:spLocks noEditPoints="1"/>
          </p:cNvSpPr>
          <p:nvPr/>
        </p:nvSpPr>
        <p:spPr bwMode="auto">
          <a:xfrm>
            <a:off x="8494713" y="6188075"/>
            <a:ext cx="331787" cy="342900"/>
          </a:xfrm>
          <a:custGeom>
            <a:avLst/>
            <a:gdLst>
              <a:gd name="T0" fmla="*/ 2147483647 w 205"/>
              <a:gd name="T1" fmla="*/ 2147483647 h 213"/>
              <a:gd name="T2" fmla="*/ 2147483647 w 205"/>
              <a:gd name="T3" fmla="*/ 0 h 213"/>
              <a:gd name="T4" fmla="*/ 2147483647 w 205"/>
              <a:gd name="T5" fmla="*/ 2147483647 h 213"/>
              <a:gd name="T6" fmla="*/ 2147483647 w 205"/>
              <a:gd name="T7" fmla="*/ 2147483647 h 213"/>
              <a:gd name="T8" fmla="*/ 2147483647 w 205"/>
              <a:gd name="T9" fmla="*/ 2147483647 h 213"/>
              <a:gd name="T10" fmla="*/ 2147483647 w 205"/>
              <a:gd name="T11" fmla="*/ 2147483647 h 213"/>
              <a:gd name="T12" fmla="*/ 2147483647 w 205"/>
              <a:gd name="T13" fmla="*/ 2147483647 h 213"/>
              <a:gd name="T14" fmla="*/ 2147483647 w 205"/>
              <a:gd name="T15" fmla="*/ 2147483647 h 213"/>
              <a:gd name="T16" fmla="*/ 2147483647 w 205"/>
              <a:gd name="T17" fmla="*/ 2147483647 h 213"/>
              <a:gd name="T18" fmla="*/ 0 w 205"/>
              <a:gd name="T19" fmla="*/ 2147483647 h 213"/>
              <a:gd name="T20" fmla="*/ 2147483647 w 205"/>
              <a:gd name="T21" fmla="*/ 2147483647 h 213"/>
              <a:gd name="T22" fmla="*/ 2147483647 w 205"/>
              <a:gd name="T23" fmla="*/ 2147483647 h 213"/>
              <a:gd name="T24" fmla="*/ 2147483647 w 205"/>
              <a:gd name="T25" fmla="*/ 2147483647 h 213"/>
              <a:gd name="T26" fmla="*/ 2147483647 w 205"/>
              <a:gd name="T27" fmla="*/ 2147483647 h 213"/>
              <a:gd name="T28" fmla="*/ 2147483647 w 205"/>
              <a:gd name="T29" fmla="*/ 2147483647 h 213"/>
              <a:gd name="T30" fmla="*/ 0 w 205"/>
              <a:gd name="T31" fmla="*/ 2147483647 h 21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05" h="213">
                <a:moveTo>
                  <a:pt x="205" y="114"/>
                </a:moveTo>
                <a:cubicBezTo>
                  <a:pt x="205" y="98"/>
                  <a:pt x="182" y="0"/>
                  <a:pt x="166" y="0"/>
                </a:cubicBezTo>
                <a:cubicBezTo>
                  <a:pt x="124" y="0"/>
                  <a:pt x="74" y="16"/>
                  <a:pt x="67" y="30"/>
                </a:cubicBezTo>
                <a:cubicBezTo>
                  <a:pt x="67" y="30"/>
                  <a:pt x="61" y="48"/>
                  <a:pt x="61" y="67"/>
                </a:cubicBezTo>
                <a:cubicBezTo>
                  <a:pt x="61" y="86"/>
                  <a:pt x="67" y="108"/>
                  <a:pt x="67" y="108"/>
                </a:cubicBezTo>
                <a:cubicBezTo>
                  <a:pt x="70" y="122"/>
                  <a:pt x="103" y="142"/>
                  <a:pt x="118" y="153"/>
                </a:cubicBezTo>
                <a:cubicBezTo>
                  <a:pt x="146" y="171"/>
                  <a:pt x="165" y="213"/>
                  <a:pt x="171" y="206"/>
                </a:cubicBezTo>
                <a:cubicBezTo>
                  <a:pt x="195" y="175"/>
                  <a:pt x="153" y="138"/>
                  <a:pt x="155" y="133"/>
                </a:cubicBezTo>
                <a:cubicBezTo>
                  <a:pt x="156" y="129"/>
                  <a:pt x="205" y="130"/>
                  <a:pt x="205" y="114"/>
                </a:cubicBezTo>
                <a:close/>
                <a:moveTo>
                  <a:pt x="0" y="64"/>
                </a:moveTo>
                <a:cubicBezTo>
                  <a:pt x="0" y="38"/>
                  <a:pt x="10" y="13"/>
                  <a:pt x="10" y="13"/>
                </a:cubicBezTo>
                <a:cubicBezTo>
                  <a:pt x="58" y="13"/>
                  <a:pt x="58" y="13"/>
                  <a:pt x="58" y="13"/>
                </a:cubicBezTo>
                <a:cubicBezTo>
                  <a:pt x="58" y="13"/>
                  <a:pt x="48" y="29"/>
                  <a:pt x="48" y="67"/>
                </a:cubicBezTo>
                <a:cubicBezTo>
                  <a:pt x="48" y="99"/>
                  <a:pt x="58" y="125"/>
                  <a:pt x="58" y="125"/>
                </a:cubicBezTo>
                <a:cubicBezTo>
                  <a:pt x="10" y="125"/>
                  <a:pt x="10" y="125"/>
                  <a:pt x="10" y="125"/>
                </a:cubicBezTo>
                <a:cubicBezTo>
                  <a:pt x="10" y="125"/>
                  <a:pt x="0" y="106"/>
                  <a:pt x="0" y="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7" name="Freeform 73"/>
          <p:cNvSpPr>
            <a:spLocks noEditPoints="1"/>
          </p:cNvSpPr>
          <p:nvPr/>
        </p:nvSpPr>
        <p:spPr bwMode="auto">
          <a:xfrm>
            <a:off x="9324975" y="6135688"/>
            <a:ext cx="331788" cy="342900"/>
          </a:xfrm>
          <a:custGeom>
            <a:avLst/>
            <a:gdLst>
              <a:gd name="T0" fmla="*/ 2147483647 w 205"/>
              <a:gd name="T1" fmla="*/ 2147483647 h 212"/>
              <a:gd name="T2" fmla="*/ 2147483647 w 205"/>
              <a:gd name="T3" fmla="*/ 2147483647 h 212"/>
              <a:gd name="T4" fmla="*/ 2147483647 w 205"/>
              <a:gd name="T5" fmla="*/ 2147483647 h 212"/>
              <a:gd name="T6" fmla="*/ 2147483647 w 205"/>
              <a:gd name="T7" fmla="*/ 2147483647 h 212"/>
              <a:gd name="T8" fmla="*/ 2147483647 w 205"/>
              <a:gd name="T9" fmla="*/ 2147483647 h 212"/>
              <a:gd name="T10" fmla="*/ 2147483647 w 205"/>
              <a:gd name="T11" fmla="*/ 2147483647 h 212"/>
              <a:gd name="T12" fmla="*/ 2147483647 w 205"/>
              <a:gd name="T13" fmla="*/ 2147483647 h 212"/>
              <a:gd name="T14" fmla="*/ 2147483647 w 205"/>
              <a:gd name="T15" fmla="*/ 2147483647 h 212"/>
              <a:gd name="T16" fmla="*/ 2147483647 w 205"/>
              <a:gd name="T17" fmla="*/ 2147483647 h 212"/>
              <a:gd name="T18" fmla="*/ 2147483647 w 205"/>
              <a:gd name="T19" fmla="*/ 2147483647 h 212"/>
              <a:gd name="T20" fmla="*/ 2147483647 w 205"/>
              <a:gd name="T21" fmla="*/ 2147483647 h 212"/>
              <a:gd name="T22" fmla="*/ 2147483647 w 205"/>
              <a:gd name="T23" fmla="*/ 2147483647 h 212"/>
              <a:gd name="T24" fmla="*/ 2147483647 w 205"/>
              <a:gd name="T25" fmla="*/ 2147483647 h 212"/>
              <a:gd name="T26" fmla="*/ 2147483647 w 205"/>
              <a:gd name="T27" fmla="*/ 2147483647 h 212"/>
              <a:gd name="T28" fmla="*/ 0 w 205"/>
              <a:gd name="T29" fmla="*/ 2147483647 h 212"/>
              <a:gd name="T30" fmla="*/ 2147483647 w 205"/>
              <a:gd name="T31" fmla="*/ 2147483647 h 21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05" h="212">
                <a:moveTo>
                  <a:pt x="155" y="79"/>
                </a:moveTo>
                <a:cubicBezTo>
                  <a:pt x="153" y="75"/>
                  <a:pt x="195" y="37"/>
                  <a:pt x="171" y="7"/>
                </a:cubicBezTo>
                <a:cubicBezTo>
                  <a:pt x="165" y="0"/>
                  <a:pt x="146" y="41"/>
                  <a:pt x="118" y="60"/>
                </a:cubicBezTo>
                <a:cubicBezTo>
                  <a:pt x="103" y="70"/>
                  <a:pt x="70" y="91"/>
                  <a:pt x="67" y="104"/>
                </a:cubicBezTo>
                <a:cubicBezTo>
                  <a:pt x="67" y="104"/>
                  <a:pt x="61" y="126"/>
                  <a:pt x="61" y="145"/>
                </a:cubicBezTo>
                <a:cubicBezTo>
                  <a:pt x="61" y="164"/>
                  <a:pt x="67" y="182"/>
                  <a:pt x="67" y="182"/>
                </a:cubicBezTo>
                <a:cubicBezTo>
                  <a:pt x="74" y="196"/>
                  <a:pt x="124" y="212"/>
                  <a:pt x="166" y="212"/>
                </a:cubicBezTo>
                <a:cubicBezTo>
                  <a:pt x="182" y="212"/>
                  <a:pt x="205" y="114"/>
                  <a:pt x="205" y="98"/>
                </a:cubicBezTo>
                <a:cubicBezTo>
                  <a:pt x="205" y="83"/>
                  <a:pt x="156" y="83"/>
                  <a:pt x="155" y="79"/>
                </a:cubicBezTo>
                <a:close/>
                <a:moveTo>
                  <a:pt x="10" y="88"/>
                </a:moveTo>
                <a:cubicBezTo>
                  <a:pt x="58" y="88"/>
                  <a:pt x="58" y="88"/>
                  <a:pt x="58" y="88"/>
                </a:cubicBezTo>
                <a:cubicBezTo>
                  <a:pt x="58" y="88"/>
                  <a:pt x="48" y="113"/>
                  <a:pt x="48" y="145"/>
                </a:cubicBezTo>
                <a:cubicBezTo>
                  <a:pt x="48" y="184"/>
                  <a:pt x="58" y="200"/>
                  <a:pt x="58" y="200"/>
                </a:cubicBezTo>
                <a:cubicBezTo>
                  <a:pt x="10" y="200"/>
                  <a:pt x="10" y="200"/>
                  <a:pt x="10" y="200"/>
                </a:cubicBezTo>
                <a:cubicBezTo>
                  <a:pt x="10" y="200"/>
                  <a:pt x="0" y="174"/>
                  <a:pt x="0" y="148"/>
                </a:cubicBezTo>
                <a:cubicBezTo>
                  <a:pt x="0" y="107"/>
                  <a:pt x="10" y="88"/>
                  <a:pt x="10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8" name="Freeform 77"/>
          <p:cNvSpPr>
            <a:spLocks noEditPoints="1"/>
          </p:cNvSpPr>
          <p:nvPr/>
        </p:nvSpPr>
        <p:spPr bwMode="auto">
          <a:xfrm>
            <a:off x="10272713" y="6221413"/>
            <a:ext cx="249237" cy="309562"/>
          </a:xfrm>
          <a:custGeom>
            <a:avLst/>
            <a:gdLst>
              <a:gd name="T0" fmla="*/ 2147483647 w 154"/>
              <a:gd name="T1" fmla="*/ 0 h 192"/>
              <a:gd name="T2" fmla="*/ 0 w 154"/>
              <a:gd name="T3" fmla="*/ 2147483647 h 192"/>
              <a:gd name="T4" fmla="*/ 2147483647 w 154"/>
              <a:gd name="T5" fmla="*/ 2147483647 h 192"/>
              <a:gd name="T6" fmla="*/ 2147483647 w 154"/>
              <a:gd name="T7" fmla="*/ 2147483647 h 192"/>
              <a:gd name="T8" fmla="*/ 2147483647 w 154"/>
              <a:gd name="T9" fmla="*/ 2147483647 h 192"/>
              <a:gd name="T10" fmla="*/ 2147483647 w 154"/>
              <a:gd name="T11" fmla="*/ 2147483647 h 192"/>
              <a:gd name="T12" fmla="*/ 2147483647 w 154"/>
              <a:gd name="T13" fmla="*/ 2147483647 h 192"/>
              <a:gd name="T14" fmla="*/ 2147483647 w 154"/>
              <a:gd name="T15" fmla="*/ 2147483647 h 192"/>
              <a:gd name="T16" fmla="*/ 2147483647 w 154"/>
              <a:gd name="T17" fmla="*/ 2147483647 h 192"/>
              <a:gd name="T18" fmla="*/ 2147483647 w 154"/>
              <a:gd name="T19" fmla="*/ 2147483647 h 192"/>
              <a:gd name="T20" fmla="*/ 2147483647 w 154"/>
              <a:gd name="T21" fmla="*/ 2147483647 h 192"/>
              <a:gd name="T22" fmla="*/ 2147483647 w 154"/>
              <a:gd name="T23" fmla="*/ 2147483647 h 192"/>
              <a:gd name="T24" fmla="*/ 2147483647 w 154"/>
              <a:gd name="T25" fmla="*/ 2147483647 h 192"/>
              <a:gd name="T26" fmla="*/ 2147483647 w 154"/>
              <a:gd name="T27" fmla="*/ 2147483647 h 192"/>
              <a:gd name="T28" fmla="*/ 2147483647 w 154"/>
              <a:gd name="T29" fmla="*/ 2147483647 h 192"/>
              <a:gd name="T30" fmla="*/ 2147483647 w 154"/>
              <a:gd name="T31" fmla="*/ 2147483647 h 192"/>
              <a:gd name="T32" fmla="*/ 2147483647 w 154"/>
              <a:gd name="T33" fmla="*/ 2147483647 h 192"/>
              <a:gd name="T34" fmla="*/ 2147483647 w 154"/>
              <a:gd name="T35" fmla="*/ 2147483647 h 192"/>
              <a:gd name="T36" fmla="*/ 2147483647 w 154"/>
              <a:gd name="T37" fmla="*/ 2147483647 h 192"/>
              <a:gd name="T38" fmla="*/ 2147483647 w 154"/>
              <a:gd name="T39" fmla="*/ 2147483647 h 192"/>
              <a:gd name="T40" fmla="*/ 2147483647 w 154"/>
              <a:gd name="T41" fmla="*/ 2147483647 h 192"/>
              <a:gd name="T42" fmla="*/ 2147483647 w 154"/>
              <a:gd name="T43" fmla="*/ 2147483647 h 192"/>
              <a:gd name="T44" fmla="*/ 2147483647 w 154"/>
              <a:gd name="T45" fmla="*/ 2147483647 h 192"/>
              <a:gd name="T46" fmla="*/ 2147483647 w 154"/>
              <a:gd name="T47" fmla="*/ 2147483647 h 192"/>
              <a:gd name="T48" fmla="*/ 2147483647 w 154"/>
              <a:gd name="T49" fmla="*/ 2147483647 h 192"/>
              <a:gd name="T50" fmla="*/ 2147483647 w 154"/>
              <a:gd name="T51" fmla="*/ 2147483647 h 192"/>
              <a:gd name="T52" fmla="*/ 2147483647 w 154"/>
              <a:gd name="T53" fmla="*/ 2147483647 h 192"/>
              <a:gd name="T54" fmla="*/ 2147483647 w 154"/>
              <a:gd name="T55" fmla="*/ 2147483647 h 192"/>
              <a:gd name="T56" fmla="*/ 2147483647 w 154"/>
              <a:gd name="T57" fmla="*/ 2147483647 h 192"/>
              <a:gd name="T58" fmla="*/ 2147483647 w 154"/>
              <a:gd name="T59" fmla="*/ 2147483647 h 192"/>
              <a:gd name="T60" fmla="*/ 2147483647 w 154"/>
              <a:gd name="T61" fmla="*/ 2147483647 h 192"/>
              <a:gd name="T62" fmla="*/ 2147483647 w 154"/>
              <a:gd name="T63" fmla="*/ 2147483647 h 192"/>
              <a:gd name="T64" fmla="*/ 2147483647 w 154"/>
              <a:gd name="T65" fmla="*/ 2147483647 h 192"/>
              <a:gd name="T66" fmla="*/ 2147483647 w 154"/>
              <a:gd name="T67" fmla="*/ 2147483647 h 192"/>
              <a:gd name="T68" fmla="*/ 2147483647 w 154"/>
              <a:gd name="T69" fmla="*/ 2147483647 h 192"/>
              <a:gd name="T70" fmla="*/ 2147483647 w 154"/>
              <a:gd name="T71" fmla="*/ 2147483647 h 192"/>
              <a:gd name="T72" fmla="*/ 2147483647 w 154"/>
              <a:gd name="T73" fmla="*/ 2147483647 h 19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4" h="192">
                <a:moveTo>
                  <a:pt x="144" y="0"/>
                </a:move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82"/>
                  <a:pt x="0" y="182"/>
                  <a:pt x="0" y="182"/>
                </a:cubicBezTo>
                <a:cubicBezTo>
                  <a:pt x="0" y="188"/>
                  <a:pt x="4" y="192"/>
                  <a:pt x="10" y="192"/>
                </a:cubicBezTo>
                <a:cubicBezTo>
                  <a:pt x="144" y="192"/>
                  <a:pt x="144" y="192"/>
                  <a:pt x="144" y="192"/>
                </a:cubicBezTo>
                <a:cubicBezTo>
                  <a:pt x="149" y="192"/>
                  <a:pt x="154" y="188"/>
                  <a:pt x="154" y="182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4"/>
                  <a:pt x="149" y="0"/>
                  <a:pt x="144" y="0"/>
                </a:cubicBezTo>
                <a:close/>
                <a:moveTo>
                  <a:pt x="48" y="29"/>
                </a:moveTo>
                <a:cubicBezTo>
                  <a:pt x="48" y="27"/>
                  <a:pt x="49" y="26"/>
                  <a:pt x="51" y="2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6"/>
                  <a:pt x="106" y="27"/>
                  <a:pt x="106" y="29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6" y="34"/>
                  <a:pt x="104" y="35"/>
                  <a:pt x="102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49" y="35"/>
                  <a:pt x="48" y="34"/>
                  <a:pt x="48" y="32"/>
                </a:cubicBezTo>
                <a:lnTo>
                  <a:pt x="48" y="29"/>
                </a:lnTo>
                <a:close/>
                <a:moveTo>
                  <a:pt x="26" y="58"/>
                </a:moveTo>
                <a:cubicBezTo>
                  <a:pt x="26" y="56"/>
                  <a:pt x="27" y="54"/>
                  <a:pt x="29" y="54"/>
                </a:cubicBezTo>
                <a:cubicBezTo>
                  <a:pt x="125" y="54"/>
                  <a:pt x="125" y="54"/>
                  <a:pt x="125" y="54"/>
                </a:cubicBezTo>
                <a:cubicBezTo>
                  <a:pt x="127" y="54"/>
                  <a:pt x="128" y="56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9"/>
                  <a:pt x="127" y="61"/>
                  <a:pt x="125" y="61"/>
                </a:cubicBezTo>
                <a:cubicBezTo>
                  <a:pt x="29" y="61"/>
                  <a:pt x="29" y="61"/>
                  <a:pt x="29" y="61"/>
                </a:cubicBezTo>
                <a:cubicBezTo>
                  <a:pt x="27" y="61"/>
                  <a:pt x="26" y="59"/>
                  <a:pt x="26" y="58"/>
                </a:cubicBezTo>
                <a:close/>
                <a:moveTo>
                  <a:pt x="26" y="80"/>
                </a:moveTo>
                <a:cubicBezTo>
                  <a:pt x="26" y="78"/>
                  <a:pt x="27" y="77"/>
                  <a:pt x="29" y="77"/>
                </a:cubicBezTo>
                <a:cubicBezTo>
                  <a:pt x="125" y="77"/>
                  <a:pt x="125" y="77"/>
                  <a:pt x="125" y="77"/>
                </a:cubicBezTo>
                <a:cubicBezTo>
                  <a:pt x="127" y="77"/>
                  <a:pt x="128" y="78"/>
                  <a:pt x="128" y="80"/>
                </a:cubicBezTo>
                <a:cubicBezTo>
                  <a:pt x="128" y="80"/>
                  <a:pt x="128" y="80"/>
                  <a:pt x="128" y="80"/>
                </a:cubicBezTo>
                <a:cubicBezTo>
                  <a:pt x="128" y="82"/>
                  <a:pt x="127" y="83"/>
                  <a:pt x="125" y="83"/>
                </a:cubicBezTo>
                <a:cubicBezTo>
                  <a:pt x="29" y="83"/>
                  <a:pt x="29" y="83"/>
                  <a:pt x="29" y="83"/>
                </a:cubicBezTo>
                <a:cubicBezTo>
                  <a:pt x="27" y="83"/>
                  <a:pt x="26" y="82"/>
                  <a:pt x="26" y="80"/>
                </a:cubicBezTo>
                <a:close/>
                <a:moveTo>
                  <a:pt x="26" y="99"/>
                </a:moveTo>
                <a:cubicBezTo>
                  <a:pt x="26" y="97"/>
                  <a:pt x="27" y="96"/>
                  <a:pt x="29" y="9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27" y="96"/>
                  <a:pt x="128" y="97"/>
                  <a:pt x="128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01"/>
                  <a:pt x="127" y="102"/>
                  <a:pt x="125" y="102"/>
                </a:cubicBezTo>
                <a:cubicBezTo>
                  <a:pt x="29" y="102"/>
                  <a:pt x="29" y="102"/>
                  <a:pt x="29" y="102"/>
                </a:cubicBezTo>
                <a:cubicBezTo>
                  <a:pt x="27" y="102"/>
                  <a:pt x="26" y="101"/>
                  <a:pt x="26" y="99"/>
                </a:cubicBezTo>
                <a:close/>
                <a:moveTo>
                  <a:pt x="26" y="118"/>
                </a:moveTo>
                <a:cubicBezTo>
                  <a:pt x="26" y="117"/>
                  <a:pt x="27" y="115"/>
                  <a:pt x="29" y="115"/>
                </a:cubicBezTo>
                <a:cubicBezTo>
                  <a:pt x="125" y="115"/>
                  <a:pt x="125" y="115"/>
                  <a:pt x="125" y="115"/>
                </a:cubicBezTo>
                <a:cubicBezTo>
                  <a:pt x="127" y="115"/>
                  <a:pt x="128" y="117"/>
                  <a:pt x="128" y="118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20"/>
                  <a:pt x="127" y="122"/>
                  <a:pt x="125" y="122"/>
                </a:cubicBezTo>
                <a:cubicBezTo>
                  <a:pt x="29" y="122"/>
                  <a:pt x="29" y="122"/>
                  <a:pt x="29" y="122"/>
                </a:cubicBezTo>
                <a:cubicBezTo>
                  <a:pt x="27" y="122"/>
                  <a:pt x="26" y="120"/>
                  <a:pt x="26" y="118"/>
                </a:cubicBezTo>
                <a:close/>
                <a:moveTo>
                  <a:pt x="26" y="141"/>
                </a:moveTo>
                <a:cubicBezTo>
                  <a:pt x="26" y="141"/>
                  <a:pt x="26" y="141"/>
                  <a:pt x="26" y="141"/>
                </a:cubicBezTo>
                <a:cubicBezTo>
                  <a:pt x="26" y="139"/>
                  <a:pt x="27" y="138"/>
                  <a:pt x="29" y="138"/>
                </a:cubicBezTo>
                <a:cubicBezTo>
                  <a:pt x="125" y="138"/>
                  <a:pt x="125" y="138"/>
                  <a:pt x="125" y="138"/>
                </a:cubicBezTo>
                <a:cubicBezTo>
                  <a:pt x="127" y="138"/>
                  <a:pt x="128" y="139"/>
                  <a:pt x="128" y="141"/>
                </a:cubicBezTo>
                <a:cubicBezTo>
                  <a:pt x="128" y="141"/>
                  <a:pt x="128" y="141"/>
                  <a:pt x="128" y="141"/>
                </a:cubicBezTo>
                <a:cubicBezTo>
                  <a:pt x="128" y="143"/>
                  <a:pt x="127" y="144"/>
                  <a:pt x="125" y="144"/>
                </a:cubicBezTo>
                <a:cubicBezTo>
                  <a:pt x="29" y="144"/>
                  <a:pt x="29" y="144"/>
                  <a:pt x="29" y="144"/>
                </a:cubicBezTo>
                <a:cubicBezTo>
                  <a:pt x="27" y="144"/>
                  <a:pt x="26" y="143"/>
                  <a:pt x="26" y="141"/>
                </a:cubicBezTo>
                <a:close/>
                <a:moveTo>
                  <a:pt x="126" y="165"/>
                </a:moveTo>
                <a:cubicBezTo>
                  <a:pt x="123" y="163"/>
                  <a:pt x="123" y="163"/>
                  <a:pt x="118" y="163"/>
                </a:cubicBezTo>
                <a:cubicBezTo>
                  <a:pt x="116" y="163"/>
                  <a:pt x="114" y="164"/>
                  <a:pt x="111" y="165"/>
                </a:cubicBezTo>
                <a:cubicBezTo>
                  <a:pt x="109" y="165"/>
                  <a:pt x="106" y="166"/>
                  <a:pt x="102" y="166"/>
                </a:cubicBezTo>
                <a:cubicBezTo>
                  <a:pt x="97" y="166"/>
                  <a:pt x="96" y="163"/>
                  <a:pt x="95" y="161"/>
                </a:cubicBezTo>
                <a:cubicBezTo>
                  <a:pt x="94" y="160"/>
                  <a:pt x="94" y="160"/>
                  <a:pt x="93" y="160"/>
                </a:cubicBezTo>
                <a:cubicBezTo>
                  <a:pt x="90" y="160"/>
                  <a:pt x="90" y="166"/>
                  <a:pt x="90" y="166"/>
                </a:cubicBezTo>
                <a:cubicBezTo>
                  <a:pt x="83" y="166"/>
                  <a:pt x="83" y="166"/>
                  <a:pt x="83" y="166"/>
                </a:cubicBezTo>
                <a:cubicBezTo>
                  <a:pt x="83" y="162"/>
                  <a:pt x="85" y="154"/>
                  <a:pt x="93" y="154"/>
                </a:cubicBezTo>
                <a:cubicBezTo>
                  <a:pt x="98" y="154"/>
                  <a:pt x="100" y="157"/>
                  <a:pt x="100" y="159"/>
                </a:cubicBezTo>
                <a:cubicBezTo>
                  <a:pt x="101" y="160"/>
                  <a:pt x="101" y="160"/>
                  <a:pt x="102" y="160"/>
                </a:cubicBezTo>
                <a:cubicBezTo>
                  <a:pt x="105" y="160"/>
                  <a:pt x="107" y="159"/>
                  <a:pt x="109" y="159"/>
                </a:cubicBezTo>
                <a:cubicBezTo>
                  <a:pt x="112" y="158"/>
                  <a:pt x="115" y="157"/>
                  <a:pt x="118" y="157"/>
                </a:cubicBezTo>
                <a:cubicBezTo>
                  <a:pt x="125" y="157"/>
                  <a:pt x="126" y="157"/>
                  <a:pt x="130" y="161"/>
                </a:cubicBezTo>
                <a:lnTo>
                  <a:pt x="126" y="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9" name="Freeform 81"/>
          <p:cNvSpPr>
            <a:spLocks noEditPoints="1"/>
          </p:cNvSpPr>
          <p:nvPr/>
        </p:nvSpPr>
        <p:spPr bwMode="auto">
          <a:xfrm>
            <a:off x="11139488" y="6238875"/>
            <a:ext cx="376237" cy="319088"/>
          </a:xfrm>
          <a:custGeom>
            <a:avLst/>
            <a:gdLst>
              <a:gd name="T0" fmla="*/ 2147483647 w 234"/>
              <a:gd name="T1" fmla="*/ 2147483647 h 198"/>
              <a:gd name="T2" fmla="*/ 2147483647 w 234"/>
              <a:gd name="T3" fmla="*/ 2147483647 h 198"/>
              <a:gd name="T4" fmla="*/ 2147483647 w 234"/>
              <a:gd name="T5" fmla="*/ 2147483647 h 198"/>
              <a:gd name="T6" fmla="*/ 2147483647 w 234"/>
              <a:gd name="T7" fmla="*/ 2147483647 h 198"/>
              <a:gd name="T8" fmla="*/ 0 w 234"/>
              <a:gd name="T9" fmla="*/ 2147483647 h 198"/>
              <a:gd name="T10" fmla="*/ 0 w 234"/>
              <a:gd name="T11" fmla="*/ 2147483647 h 198"/>
              <a:gd name="T12" fmla="*/ 2147483647 w 234"/>
              <a:gd name="T13" fmla="*/ 0 h 198"/>
              <a:gd name="T14" fmla="*/ 2147483647 w 234"/>
              <a:gd name="T15" fmla="*/ 0 h 198"/>
              <a:gd name="T16" fmla="*/ 2147483647 w 234"/>
              <a:gd name="T17" fmla="*/ 2147483647 h 198"/>
              <a:gd name="T18" fmla="*/ 2147483647 w 234"/>
              <a:gd name="T19" fmla="*/ 2147483647 h 198"/>
              <a:gd name="T20" fmla="*/ 2147483647 w 234"/>
              <a:gd name="T21" fmla="*/ 2147483647 h 198"/>
              <a:gd name="T22" fmla="*/ 2147483647 w 234"/>
              <a:gd name="T23" fmla="*/ 2147483647 h 198"/>
              <a:gd name="T24" fmla="*/ 2147483647 w 234"/>
              <a:gd name="T25" fmla="*/ 2147483647 h 198"/>
              <a:gd name="T26" fmla="*/ 2147483647 w 234"/>
              <a:gd name="T27" fmla="*/ 2147483647 h 198"/>
              <a:gd name="T28" fmla="*/ 2147483647 w 234"/>
              <a:gd name="T29" fmla="*/ 2147483647 h 198"/>
              <a:gd name="T30" fmla="*/ 2147483647 w 234"/>
              <a:gd name="T31" fmla="*/ 2147483647 h 198"/>
              <a:gd name="T32" fmla="*/ 2147483647 w 234"/>
              <a:gd name="T33" fmla="*/ 2147483647 h 198"/>
              <a:gd name="T34" fmla="*/ 2147483647 w 234"/>
              <a:gd name="T35" fmla="*/ 2147483647 h 198"/>
              <a:gd name="T36" fmla="*/ 2147483647 w 234"/>
              <a:gd name="T37" fmla="*/ 2147483647 h 198"/>
              <a:gd name="T38" fmla="*/ 2147483647 w 234"/>
              <a:gd name="T39" fmla="*/ 2147483647 h 198"/>
              <a:gd name="T40" fmla="*/ 2147483647 w 234"/>
              <a:gd name="T41" fmla="*/ 2147483647 h 198"/>
              <a:gd name="T42" fmla="*/ 2147483647 w 234"/>
              <a:gd name="T43" fmla="*/ 2147483647 h 198"/>
              <a:gd name="T44" fmla="*/ 2147483647 w 234"/>
              <a:gd name="T45" fmla="*/ 2147483647 h 198"/>
              <a:gd name="T46" fmla="*/ 2147483647 w 234"/>
              <a:gd name="T47" fmla="*/ 2147483647 h 198"/>
              <a:gd name="T48" fmla="*/ 2147483647 w 234"/>
              <a:gd name="T49" fmla="*/ 2147483647 h 198"/>
              <a:gd name="T50" fmla="*/ 2147483647 w 234"/>
              <a:gd name="T51" fmla="*/ 2147483647 h 198"/>
              <a:gd name="T52" fmla="*/ 2147483647 w 234"/>
              <a:gd name="T53" fmla="*/ 2147483647 h 198"/>
              <a:gd name="T54" fmla="*/ 2147483647 w 234"/>
              <a:gd name="T55" fmla="*/ 2147483647 h 198"/>
              <a:gd name="T56" fmla="*/ 2147483647 w 234"/>
              <a:gd name="T57" fmla="*/ 2147483647 h 198"/>
              <a:gd name="T58" fmla="*/ 2147483647 w 234"/>
              <a:gd name="T59" fmla="*/ 2147483647 h 198"/>
              <a:gd name="T60" fmla="*/ 2147483647 w 234"/>
              <a:gd name="T61" fmla="*/ 2147483647 h 198"/>
              <a:gd name="T62" fmla="*/ 2147483647 w 234"/>
              <a:gd name="T63" fmla="*/ 2147483647 h 198"/>
              <a:gd name="T64" fmla="*/ 2147483647 w 234"/>
              <a:gd name="T65" fmla="*/ 2147483647 h 198"/>
              <a:gd name="T66" fmla="*/ 2147483647 w 234"/>
              <a:gd name="T67" fmla="*/ 2147483647 h 198"/>
              <a:gd name="T68" fmla="*/ 2147483647 w 234"/>
              <a:gd name="T69" fmla="*/ 2147483647 h 198"/>
              <a:gd name="T70" fmla="*/ 2147483647 w 234"/>
              <a:gd name="T71" fmla="*/ 2147483647 h 198"/>
              <a:gd name="T72" fmla="*/ 2147483647 w 234"/>
              <a:gd name="T73" fmla="*/ 2147483647 h 198"/>
              <a:gd name="T74" fmla="*/ 2147483647 w 234"/>
              <a:gd name="T75" fmla="*/ 2147483647 h 198"/>
              <a:gd name="T76" fmla="*/ 2147483647 w 234"/>
              <a:gd name="T77" fmla="*/ 2147483647 h 198"/>
              <a:gd name="T78" fmla="*/ 2147483647 w 234"/>
              <a:gd name="T79" fmla="*/ 2147483647 h 19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234" h="198">
                <a:moveTo>
                  <a:pt x="234" y="192"/>
                </a:moveTo>
                <a:cubicBezTo>
                  <a:pt x="234" y="195"/>
                  <a:pt x="234" y="195"/>
                  <a:pt x="234" y="195"/>
                </a:cubicBezTo>
                <a:cubicBezTo>
                  <a:pt x="234" y="197"/>
                  <a:pt x="232" y="198"/>
                  <a:pt x="230" y="198"/>
                </a:cubicBezTo>
                <a:cubicBezTo>
                  <a:pt x="10" y="198"/>
                  <a:pt x="10" y="198"/>
                  <a:pt x="10" y="198"/>
                </a:cubicBezTo>
                <a:cubicBezTo>
                  <a:pt x="4" y="198"/>
                  <a:pt x="0" y="194"/>
                  <a:pt x="0" y="189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6" y="0"/>
                  <a:pt x="6" y="0"/>
                  <a:pt x="6" y="0"/>
                </a:cubicBezTo>
                <a:cubicBezTo>
                  <a:pt x="8" y="0"/>
                  <a:pt x="10" y="1"/>
                  <a:pt x="10" y="3"/>
                </a:cubicBezTo>
                <a:cubicBezTo>
                  <a:pt x="10" y="186"/>
                  <a:pt x="10" y="186"/>
                  <a:pt x="10" y="186"/>
                </a:cubicBezTo>
                <a:cubicBezTo>
                  <a:pt x="10" y="187"/>
                  <a:pt x="11" y="189"/>
                  <a:pt x="13" y="189"/>
                </a:cubicBezTo>
                <a:cubicBezTo>
                  <a:pt x="230" y="189"/>
                  <a:pt x="230" y="189"/>
                  <a:pt x="230" y="189"/>
                </a:cubicBezTo>
                <a:cubicBezTo>
                  <a:pt x="232" y="189"/>
                  <a:pt x="234" y="190"/>
                  <a:pt x="234" y="192"/>
                </a:cubicBezTo>
                <a:close/>
                <a:moveTo>
                  <a:pt x="32" y="179"/>
                </a:moveTo>
                <a:cubicBezTo>
                  <a:pt x="70" y="179"/>
                  <a:pt x="70" y="179"/>
                  <a:pt x="70" y="179"/>
                </a:cubicBezTo>
                <a:cubicBezTo>
                  <a:pt x="72" y="179"/>
                  <a:pt x="74" y="178"/>
                  <a:pt x="74" y="176"/>
                </a:cubicBezTo>
                <a:cubicBezTo>
                  <a:pt x="74" y="48"/>
                  <a:pt x="74" y="48"/>
                  <a:pt x="74" y="48"/>
                </a:cubicBezTo>
                <a:cubicBezTo>
                  <a:pt x="74" y="46"/>
                  <a:pt x="72" y="45"/>
                  <a:pt x="70" y="45"/>
                </a:cubicBezTo>
                <a:cubicBezTo>
                  <a:pt x="32" y="45"/>
                  <a:pt x="32" y="45"/>
                  <a:pt x="32" y="45"/>
                </a:cubicBezTo>
                <a:cubicBezTo>
                  <a:pt x="30" y="45"/>
                  <a:pt x="29" y="46"/>
                  <a:pt x="29" y="48"/>
                </a:cubicBezTo>
                <a:cubicBezTo>
                  <a:pt x="29" y="176"/>
                  <a:pt x="29" y="176"/>
                  <a:pt x="29" y="176"/>
                </a:cubicBezTo>
                <a:cubicBezTo>
                  <a:pt x="29" y="178"/>
                  <a:pt x="30" y="179"/>
                  <a:pt x="32" y="179"/>
                </a:cubicBezTo>
                <a:close/>
                <a:moveTo>
                  <a:pt x="93" y="179"/>
                </a:moveTo>
                <a:cubicBezTo>
                  <a:pt x="131" y="179"/>
                  <a:pt x="131" y="179"/>
                  <a:pt x="131" y="179"/>
                </a:cubicBezTo>
                <a:cubicBezTo>
                  <a:pt x="133" y="179"/>
                  <a:pt x="134" y="178"/>
                  <a:pt x="134" y="176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4" y="21"/>
                  <a:pt x="133" y="19"/>
                  <a:pt x="131" y="19"/>
                </a:cubicBezTo>
                <a:cubicBezTo>
                  <a:pt x="93" y="19"/>
                  <a:pt x="93" y="19"/>
                  <a:pt x="93" y="19"/>
                </a:cubicBezTo>
                <a:cubicBezTo>
                  <a:pt x="91" y="19"/>
                  <a:pt x="90" y="21"/>
                  <a:pt x="90" y="22"/>
                </a:cubicBezTo>
                <a:cubicBezTo>
                  <a:pt x="90" y="176"/>
                  <a:pt x="90" y="176"/>
                  <a:pt x="90" y="176"/>
                </a:cubicBezTo>
                <a:cubicBezTo>
                  <a:pt x="90" y="178"/>
                  <a:pt x="91" y="179"/>
                  <a:pt x="93" y="179"/>
                </a:cubicBezTo>
                <a:close/>
                <a:moveTo>
                  <a:pt x="154" y="179"/>
                </a:moveTo>
                <a:cubicBezTo>
                  <a:pt x="192" y="179"/>
                  <a:pt x="192" y="179"/>
                  <a:pt x="192" y="179"/>
                </a:cubicBezTo>
                <a:cubicBezTo>
                  <a:pt x="194" y="179"/>
                  <a:pt x="195" y="178"/>
                  <a:pt x="195" y="176"/>
                </a:cubicBezTo>
                <a:cubicBezTo>
                  <a:pt x="195" y="96"/>
                  <a:pt x="195" y="96"/>
                  <a:pt x="195" y="96"/>
                </a:cubicBezTo>
                <a:cubicBezTo>
                  <a:pt x="195" y="94"/>
                  <a:pt x="194" y="93"/>
                  <a:pt x="192" y="93"/>
                </a:cubicBezTo>
                <a:cubicBezTo>
                  <a:pt x="154" y="93"/>
                  <a:pt x="154" y="93"/>
                  <a:pt x="154" y="93"/>
                </a:cubicBezTo>
                <a:cubicBezTo>
                  <a:pt x="152" y="93"/>
                  <a:pt x="150" y="94"/>
                  <a:pt x="150" y="96"/>
                </a:cubicBezTo>
                <a:cubicBezTo>
                  <a:pt x="150" y="176"/>
                  <a:pt x="150" y="176"/>
                  <a:pt x="150" y="176"/>
                </a:cubicBezTo>
                <a:cubicBezTo>
                  <a:pt x="150" y="178"/>
                  <a:pt x="152" y="179"/>
                  <a:pt x="154" y="1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30" name="Freeform 89"/>
          <p:cNvSpPr>
            <a:spLocks noEditPoints="1"/>
          </p:cNvSpPr>
          <p:nvPr/>
        </p:nvSpPr>
        <p:spPr bwMode="auto">
          <a:xfrm>
            <a:off x="7593013" y="6245225"/>
            <a:ext cx="401637" cy="306388"/>
          </a:xfrm>
          <a:custGeom>
            <a:avLst/>
            <a:gdLst>
              <a:gd name="T0" fmla="*/ 2147483647 w 250"/>
              <a:gd name="T1" fmla="*/ 2147483647 h 190"/>
              <a:gd name="T2" fmla="*/ 2147483647 w 250"/>
              <a:gd name="T3" fmla="*/ 2147483647 h 190"/>
              <a:gd name="T4" fmla="*/ 2147483647 w 250"/>
              <a:gd name="T5" fmla="*/ 2147483647 h 190"/>
              <a:gd name="T6" fmla="*/ 2147483647 w 250"/>
              <a:gd name="T7" fmla="*/ 0 h 190"/>
              <a:gd name="T8" fmla="*/ 2147483647 w 250"/>
              <a:gd name="T9" fmla="*/ 2147483647 h 190"/>
              <a:gd name="T10" fmla="*/ 2147483647 w 250"/>
              <a:gd name="T11" fmla="*/ 2147483647 h 190"/>
              <a:gd name="T12" fmla="*/ 2147483647 w 250"/>
              <a:gd name="T13" fmla="*/ 0 h 190"/>
              <a:gd name="T14" fmla="*/ 2147483647 w 250"/>
              <a:gd name="T15" fmla="*/ 2147483647 h 190"/>
              <a:gd name="T16" fmla="*/ 2147483647 w 250"/>
              <a:gd name="T17" fmla="*/ 2147483647 h 190"/>
              <a:gd name="T18" fmla="*/ 2147483647 w 250"/>
              <a:gd name="T19" fmla="*/ 2147483647 h 190"/>
              <a:gd name="T20" fmla="*/ 2147483647 w 250"/>
              <a:gd name="T21" fmla="*/ 2147483647 h 190"/>
              <a:gd name="T22" fmla="*/ 2147483647 w 250"/>
              <a:gd name="T23" fmla="*/ 2147483647 h 190"/>
              <a:gd name="T24" fmla="*/ 2147483647 w 250"/>
              <a:gd name="T25" fmla="*/ 2147483647 h 190"/>
              <a:gd name="T26" fmla="*/ 2147483647 w 250"/>
              <a:gd name="T27" fmla="*/ 2147483647 h 190"/>
              <a:gd name="T28" fmla="*/ 2147483647 w 250"/>
              <a:gd name="T29" fmla="*/ 2147483647 h 190"/>
              <a:gd name="T30" fmla="*/ 2147483647 w 250"/>
              <a:gd name="T31" fmla="*/ 2147483647 h 190"/>
              <a:gd name="T32" fmla="*/ 2147483647 w 250"/>
              <a:gd name="T33" fmla="*/ 2147483647 h 190"/>
              <a:gd name="T34" fmla="*/ 2147483647 w 250"/>
              <a:gd name="T35" fmla="*/ 2147483647 h 190"/>
              <a:gd name="T36" fmla="*/ 2147483647 w 250"/>
              <a:gd name="T37" fmla="*/ 2147483647 h 190"/>
              <a:gd name="T38" fmla="*/ 2147483647 w 250"/>
              <a:gd name="T39" fmla="*/ 2147483647 h 190"/>
              <a:gd name="T40" fmla="*/ 2147483647 w 250"/>
              <a:gd name="T41" fmla="*/ 2147483647 h 190"/>
              <a:gd name="T42" fmla="*/ 0 w 250"/>
              <a:gd name="T43" fmla="*/ 2147483647 h 190"/>
              <a:gd name="T44" fmla="*/ 2147483647 w 250"/>
              <a:gd name="T45" fmla="*/ 2147483647 h 190"/>
              <a:gd name="T46" fmla="*/ 2147483647 w 250"/>
              <a:gd name="T47" fmla="*/ 2147483647 h 190"/>
              <a:gd name="T48" fmla="*/ 2147483647 w 250"/>
              <a:gd name="T49" fmla="*/ 2147483647 h 190"/>
              <a:gd name="T50" fmla="*/ 2147483647 w 250"/>
              <a:gd name="T51" fmla="*/ 2147483647 h 190"/>
              <a:gd name="T52" fmla="*/ 2147483647 w 250"/>
              <a:gd name="T53" fmla="*/ 2147483647 h 190"/>
              <a:gd name="T54" fmla="*/ 2147483647 w 250"/>
              <a:gd name="T55" fmla="*/ 2147483647 h 190"/>
              <a:gd name="T56" fmla="*/ 2147483647 w 250"/>
              <a:gd name="T57" fmla="*/ 2147483647 h 190"/>
              <a:gd name="T58" fmla="*/ 2147483647 w 250"/>
              <a:gd name="T59" fmla="*/ 2147483647 h 190"/>
              <a:gd name="T60" fmla="*/ 2147483647 w 250"/>
              <a:gd name="T61" fmla="*/ 2147483647 h 190"/>
              <a:gd name="T62" fmla="*/ 2147483647 w 250"/>
              <a:gd name="T63" fmla="*/ 2147483647 h 190"/>
              <a:gd name="T64" fmla="*/ 2147483647 w 250"/>
              <a:gd name="T65" fmla="*/ 2147483647 h 190"/>
              <a:gd name="T66" fmla="*/ 2147483647 w 250"/>
              <a:gd name="T67" fmla="*/ 2147483647 h 190"/>
              <a:gd name="T68" fmla="*/ 2147483647 w 250"/>
              <a:gd name="T69" fmla="*/ 2147483647 h 190"/>
              <a:gd name="T70" fmla="*/ 2147483647 w 250"/>
              <a:gd name="T71" fmla="*/ 2147483647 h 190"/>
              <a:gd name="T72" fmla="*/ 2147483647 w 250"/>
              <a:gd name="T73" fmla="*/ 2147483647 h 190"/>
              <a:gd name="T74" fmla="*/ 2147483647 w 250"/>
              <a:gd name="T75" fmla="*/ 2147483647 h 190"/>
              <a:gd name="T76" fmla="*/ 2147483647 w 250"/>
              <a:gd name="T77" fmla="*/ 2147483647 h 190"/>
              <a:gd name="T78" fmla="*/ 2147483647 w 250"/>
              <a:gd name="T79" fmla="*/ 2147483647 h 190"/>
              <a:gd name="T80" fmla="*/ 2147483647 w 250"/>
              <a:gd name="T81" fmla="*/ 2147483647 h 190"/>
              <a:gd name="T82" fmla="*/ 2147483647 w 250"/>
              <a:gd name="T83" fmla="*/ 2147483647 h 190"/>
              <a:gd name="T84" fmla="*/ 2147483647 w 250"/>
              <a:gd name="T85" fmla="*/ 2147483647 h 190"/>
              <a:gd name="T86" fmla="*/ 2147483647 w 250"/>
              <a:gd name="T87" fmla="*/ 2147483647 h 190"/>
              <a:gd name="T88" fmla="*/ 2147483647 w 250"/>
              <a:gd name="T89" fmla="*/ 2147483647 h 190"/>
              <a:gd name="T90" fmla="*/ 2147483647 w 250"/>
              <a:gd name="T91" fmla="*/ 2147483647 h 190"/>
              <a:gd name="T92" fmla="*/ 2147483647 w 250"/>
              <a:gd name="T93" fmla="*/ 2147483647 h 190"/>
              <a:gd name="T94" fmla="*/ 2147483647 w 250"/>
              <a:gd name="T95" fmla="*/ 2147483647 h 190"/>
              <a:gd name="T96" fmla="*/ 2147483647 w 250"/>
              <a:gd name="T97" fmla="*/ 2147483647 h 190"/>
              <a:gd name="T98" fmla="*/ 2147483647 w 250"/>
              <a:gd name="T99" fmla="*/ 2147483647 h 19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50" h="190">
                <a:moveTo>
                  <a:pt x="50" y="37"/>
                </a:moveTo>
                <a:cubicBezTo>
                  <a:pt x="66" y="12"/>
                  <a:pt x="66" y="12"/>
                  <a:pt x="66" y="12"/>
                </a:cubicBezTo>
                <a:cubicBezTo>
                  <a:pt x="66" y="12"/>
                  <a:pt x="66" y="12"/>
                  <a:pt x="66" y="12"/>
                </a:cubicBezTo>
                <a:cubicBezTo>
                  <a:pt x="70" y="5"/>
                  <a:pt x="78" y="0"/>
                  <a:pt x="87" y="0"/>
                </a:cubicBezTo>
                <a:cubicBezTo>
                  <a:pt x="96" y="0"/>
                  <a:pt x="104" y="5"/>
                  <a:pt x="108" y="12"/>
                </a:cubicBezTo>
                <a:cubicBezTo>
                  <a:pt x="142" y="12"/>
                  <a:pt x="142" y="12"/>
                  <a:pt x="142" y="12"/>
                </a:cubicBezTo>
                <a:cubicBezTo>
                  <a:pt x="146" y="5"/>
                  <a:pt x="154" y="0"/>
                  <a:pt x="163" y="0"/>
                </a:cubicBezTo>
                <a:cubicBezTo>
                  <a:pt x="172" y="0"/>
                  <a:pt x="180" y="5"/>
                  <a:pt x="184" y="12"/>
                </a:cubicBezTo>
                <a:cubicBezTo>
                  <a:pt x="184" y="12"/>
                  <a:pt x="184" y="12"/>
                  <a:pt x="184" y="12"/>
                </a:cubicBezTo>
                <a:cubicBezTo>
                  <a:pt x="200" y="37"/>
                  <a:pt x="200" y="37"/>
                  <a:pt x="200" y="37"/>
                </a:cubicBezTo>
                <a:cubicBezTo>
                  <a:pt x="195" y="35"/>
                  <a:pt x="189" y="34"/>
                  <a:pt x="184" y="34"/>
                </a:cubicBezTo>
                <a:cubicBezTo>
                  <a:pt x="167" y="34"/>
                  <a:pt x="152" y="43"/>
                  <a:pt x="143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98" y="43"/>
                  <a:pt x="83" y="34"/>
                  <a:pt x="66" y="34"/>
                </a:cubicBezTo>
                <a:cubicBezTo>
                  <a:pt x="61" y="34"/>
                  <a:pt x="55" y="35"/>
                  <a:pt x="50" y="37"/>
                </a:cubicBezTo>
                <a:close/>
                <a:moveTo>
                  <a:pt x="250" y="134"/>
                </a:moveTo>
                <a:cubicBezTo>
                  <a:pt x="250" y="165"/>
                  <a:pt x="225" y="190"/>
                  <a:pt x="194" y="190"/>
                </a:cubicBezTo>
                <a:cubicBezTo>
                  <a:pt x="174" y="190"/>
                  <a:pt x="157" y="180"/>
                  <a:pt x="147" y="164"/>
                </a:cubicBezTo>
                <a:cubicBezTo>
                  <a:pt x="142" y="171"/>
                  <a:pt x="134" y="175"/>
                  <a:pt x="125" y="175"/>
                </a:cubicBezTo>
                <a:cubicBezTo>
                  <a:pt x="116" y="175"/>
                  <a:pt x="108" y="171"/>
                  <a:pt x="103" y="164"/>
                </a:cubicBezTo>
                <a:cubicBezTo>
                  <a:pt x="93" y="180"/>
                  <a:pt x="76" y="190"/>
                  <a:pt x="56" y="190"/>
                </a:cubicBezTo>
                <a:cubicBezTo>
                  <a:pt x="25" y="190"/>
                  <a:pt x="0" y="165"/>
                  <a:pt x="0" y="134"/>
                </a:cubicBezTo>
                <a:cubicBezTo>
                  <a:pt x="0" y="122"/>
                  <a:pt x="3" y="112"/>
                  <a:pt x="9" y="103"/>
                </a:cubicBezTo>
                <a:cubicBezTo>
                  <a:pt x="9" y="103"/>
                  <a:pt x="9" y="103"/>
                  <a:pt x="9" y="103"/>
                </a:cubicBezTo>
                <a:cubicBezTo>
                  <a:pt x="39" y="55"/>
                  <a:pt x="39" y="55"/>
                  <a:pt x="39" y="55"/>
                </a:cubicBezTo>
                <a:cubicBezTo>
                  <a:pt x="46" y="48"/>
                  <a:pt x="56" y="44"/>
                  <a:pt x="66" y="44"/>
                </a:cubicBezTo>
                <a:cubicBezTo>
                  <a:pt x="80" y="44"/>
                  <a:pt x="93" y="51"/>
                  <a:pt x="100" y="64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49" y="66"/>
                  <a:pt x="149" y="66"/>
                  <a:pt x="149" y="66"/>
                </a:cubicBezTo>
                <a:cubicBezTo>
                  <a:pt x="150" y="64"/>
                  <a:pt x="150" y="64"/>
                  <a:pt x="150" y="64"/>
                </a:cubicBezTo>
                <a:cubicBezTo>
                  <a:pt x="157" y="51"/>
                  <a:pt x="170" y="44"/>
                  <a:pt x="184" y="44"/>
                </a:cubicBezTo>
                <a:cubicBezTo>
                  <a:pt x="194" y="44"/>
                  <a:pt x="204" y="48"/>
                  <a:pt x="211" y="55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1" y="103"/>
                  <a:pt x="241" y="103"/>
                  <a:pt x="241" y="103"/>
                </a:cubicBezTo>
                <a:cubicBezTo>
                  <a:pt x="247" y="112"/>
                  <a:pt x="250" y="122"/>
                  <a:pt x="250" y="134"/>
                </a:cubicBezTo>
                <a:close/>
                <a:moveTo>
                  <a:pt x="91" y="134"/>
                </a:moveTo>
                <a:cubicBezTo>
                  <a:pt x="91" y="114"/>
                  <a:pt x="75" y="99"/>
                  <a:pt x="56" y="99"/>
                </a:cubicBezTo>
                <a:cubicBezTo>
                  <a:pt x="37" y="99"/>
                  <a:pt x="21" y="114"/>
                  <a:pt x="21" y="134"/>
                </a:cubicBezTo>
                <a:cubicBezTo>
                  <a:pt x="21" y="153"/>
                  <a:pt x="37" y="169"/>
                  <a:pt x="56" y="169"/>
                </a:cubicBezTo>
                <a:cubicBezTo>
                  <a:pt x="75" y="169"/>
                  <a:pt x="91" y="153"/>
                  <a:pt x="91" y="134"/>
                </a:cubicBezTo>
                <a:close/>
                <a:moveTo>
                  <a:pt x="138" y="148"/>
                </a:moveTo>
                <a:cubicBezTo>
                  <a:pt x="138" y="141"/>
                  <a:pt x="132" y="135"/>
                  <a:pt x="125" y="135"/>
                </a:cubicBezTo>
                <a:cubicBezTo>
                  <a:pt x="118" y="135"/>
                  <a:pt x="112" y="141"/>
                  <a:pt x="112" y="148"/>
                </a:cubicBezTo>
                <a:cubicBezTo>
                  <a:pt x="112" y="155"/>
                  <a:pt x="118" y="161"/>
                  <a:pt x="125" y="161"/>
                </a:cubicBezTo>
                <a:cubicBezTo>
                  <a:pt x="132" y="161"/>
                  <a:pt x="138" y="155"/>
                  <a:pt x="138" y="148"/>
                </a:cubicBezTo>
                <a:close/>
                <a:moveTo>
                  <a:pt x="229" y="134"/>
                </a:moveTo>
                <a:cubicBezTo>
                  <a:pt x="229" y="114"/>
                  <a:pt x="213" y="99"/>
                  <a:pt x="194" y="99"/>
                </a:cubicBezTo>
                <a:cubicBezTo>
                  <a:pt x="174" y="99"/>
                  <a:pt x="159" y="114"/>
                  <a:pt x="159" y="134"/>
                </a:cubicBezTo>
                <a:cubicBezTo>
                  <a:pt x="159" y="153"/>
                  <a:pt x="174" y="169"/>
                  <a:pt x="194" y="169"/>
                </a:cubicBezTo>
                <a:cubicBezTo>
                  <a:pt x="213" y="169"/>
                  <a:pt x="229" y="153"/>
                  <a:pt x="229" y="1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731" name="组合 93"/>
          <p:cNvPicPr>
            <a:picLocks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050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32" name="文本框 94"/>
          <p:cNvSpPr txBox="1">
            <a:spLocks noChangeArrowheads="1"/>
          </p:cNvSpPr>
          <p:nvPr/>
        </p:nvSpPr>
        <p:spPr bwMode="auto">
          <a:xfrm>
            <a:off x="295275" y="1997075"/>
            <a:ext cx="1016000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 sz="54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赠送素材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1"/>
          <p:cNvSpPr>
            <a:spLocks noChangeArrowheads="1"/>
          </p:cNvSpPr>
          <p:nvPr/>
        </p:nvSpPr>
        <p:spPr bwMode="auto">
          <a:xfrm>
            <a:off x="1474788" y="2530475"/>
            <a:ext cx="96075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800" dirty="0" smtClean="0"/>
              <a:t>夏雨家素材馆</a:t>
            </a:r>
            <a:endParaRPr lang="zh-CN" altLang="en-US" sz="4800" dirty="0"/>
          </a:p>
          <a:p>
            <a:pPr eaLnBrk="1" hangingPunct="1"/>
            <a:r>
              <a:rPr lang="en-US" altLang="zh-CN" sz="4800" dirty="0">
                <a:solidFill>
                  <a:srgbClr val="FF0000"/>
                </a:solidFill>
              </a:rPr>
              <a:t>https</a:t>
            </a:r>
            <a:r>
              <a:rPr lang="en-US" altLang="zh-CN" sz="4800" dirty="0" smtClean="0">
                <a:solidFill>
                  <a:srgbClr val="FF0000"/>
                </a:solidFill>
              </a:rPr>
              <a:t>://xnwe.taobao.com</a:t>
            </a:r>
            <a:r>
              <a:rPr lang="en-US" altLang="zh-CN" sz="4800" dirty="0">
                <a:solidFill>
                  <a:srgbClr val="FF0000"/>
                </a:solidFill>
              </a:rPr>
              <a:t>/  </a:t>
            </a:r>
            <a:r>
              <a:rPr lang="zh-CN" altLang="en-US" sz="4800" dirty="0"/>
              <a:t>整理发布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清风素材 https://12sc.taobao.com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清风素材1 https://12sc.taobao.com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清风素材2 https://12sc.taobao.com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清风素材3 https://12sc.taobao.com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清风素材4 https://12sc.taobao.com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清风素材5 https://12sc.taobao.com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清风素材6 https://12sc.taobao.com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清风素材7 https://12sc.taobao.com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清风素材8 https://12sc.taobao.com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Office 主题">
  <a:themeElements>
    <a:clrScheme name="1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Pages>0</Pages>
  <Words>1109</Words>
  <Characters>0</Characters>
  <Application>Microsoft Office PowerPoint</Application>
  <DocSecurity>0</DocSecurity>
  <PresentationFormat>自定义</PresentationFormat>
  <Lines>0</Lines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14</vt:i4>
      </vt:variant>
    </vt:vector>
  </HeadingPairs>
  <TitlesOfParts>
    <vt:vector size="37" baseType="lpstr">
      <vt:lpstr>Calibri</vt:lpstr>
      <vt:lpstr>宋体</vt:lpstr>
      <vt:lpstr>Arial</vt:lpstr>
      <vt:lpstr>Calibri Light</vt:lpstr>
      <vt:lpstr>Impact</vt:lpstr>
      <vt:lpstr>张海山锐谐体</vt:lpstr>
      <vt:lpstr>DFPZongYiW5-B5</vt:lpstr>
      <vt:lpstr>方正粗谭黑简体</vt:lpstr>
      <vt:lpstr>微软雅黑</vt:lpstr>
      <vt:lpstr>清风素材 https://12sc.taobao.com</vt:lpstr>
      <vt:lpstr>清风素材1 https://12sc.taobao.com</vt:lpstr>
      <vt:lpstr>清风素材2 https://12sc.taobao.com</vt:lpstr>
      <vt:lpstr>清风素材3 https://12sc.taobao.com</vt:lpstr>
      <vt:lpstr>清风素材4 https://12sc.taobao.com</vt:lpstr>
      <vt:lpstr>清风素材5 https://12sc.taobao.com</vt:lpstr>
      <vt:lpstr>清风素材6 https://12sc.taobao.com</vt:lpstr>
      <vt:lpstr>清风素材7 https://12sc.taobao.com</vt:lpstr>
      <vt:lpstr>清风素材8 https://12sc.taobao.com</vt:lpstr>
      <vt:lpstr>9_Office 主题</vt:lpstr>
      <vt:lpstr>10_Office 主题</vt:lpstr>
      <vt:lpstr>11_Office 主题</vt:lpstr>
      <vt:lpstr>12_Office 主题</vt:lpstr>
      <vt:lpstr>14_Office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12sc.taobao.com</dc:subject>
  <dc:creator>清风素材;12sc.taobao.com</dc:creator>
  <cp:keywords>12sc.taobao.com</cp:keywords>
  <dc:description>12sc.taobao.com</dc:description>
  <cp:lastModifiedBy>Xnwe</cp:lastModifiedBy>
  <cp:revision>10</cp:revision>
  <dcterms:created xsi:type="dcterms:W3CDTF">2015-03-10T11:57:36Z</dcterms:created>
  <dcterms:modified xsi:type="dcterms:W3CDTF">2016-06-11T03:45:16Z</dcterms:modified>
  <cp:category>12sc.taobao.com</cp:category>
  <cp:contentStatus>12sc.taobao.com</cp:contentStatus>
</cp:coreProperties>
</file>