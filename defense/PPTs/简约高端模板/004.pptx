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8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handoutMasterIdLst>
    <p:handoutMasterId r:id="rId31"/>
  </p:handoutMasterIdLst>
  <p:sldIdLst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79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02"/>
    <p:restoredTop sz="93699"/>
  </p:normalViewPr>
  <p:slideViewPr>
    <p:cSldViewPr snapToGrid="0" snapToObjects="1">
      <p:cViewPr varScale="1">
        <p:scale>
          <a:sx n="77" d="100"/>
          <a:sy n="77" d="100"/>
        </p:scale>
        <p:origin x="88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48-4CF0-97DE-B642B753E46A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48-4CF0-97DE-B642B753E46A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48-4CF0-97DE-B642B753E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04285680"/>
        <c:axId val="1904275680"/>
      </c:barChart>
      <c:catAx>
        <c:axId val="19042856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4275680"/>
        <c:crosses val="autoZero"/>
        <c:auto val="1"/>
        <c:lblAlgn val="ctr"/>
        <c:lblOffset val="100"/>
        <c:noMultiLvlLbl val="0"/>
      </c:catAx>
      <c:valAx>
        <c:axId val="1904275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428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C9-463B-8662-316F351CAD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C9-463B-8662-316F351CAD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C9-463B-8662-316F351CAD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C9-463B-8662-316F351CAD4C}"/>
              </c:ext>
            </c:extLst>
          </c:dPt>
          <c:cat>
            <c:strRef>
              <c:f>工作表1!$A$2:$A$5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C9-463B-8662-316F351CA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35B-42E4-9903-0EF294D6DA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35B-42E4-9903-0EF294D6DA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35B-42E4-9903-0EF294D6DA5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35B-42E4-9903-0EF294D6DA55}"/>
              </c:ext>
            </c:extLst>
          </c:dPt>
          <c:cat>
            <c:strRef>
              <c:f>工作表1!$A$2:$A$5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5B-42E4-9903-0EF294D6DA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AA-4C81-9FA5-D26D36AA110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AA-4C81-9FA5-D26D36AA11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AA-4C81-9FA5-D26D36AA110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AA-4C81-9FA5-D26D36AA1105}"/>
              </c:ext>
            </c:extLst>
          </c:dPt>
          <c:cat>
            <c:strRef>
              <c:f>工作表1!$A$2:$A$5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AA-4C81-9FA5-D26D36AA1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E-4760-A073-BA98EFE3539B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3E-4760-A073-BA98EFE3539B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3E-4760-A073-BA98EFE35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055216"/>
        <c:axId val="1876298160"/>
      </c:barChart>
      <c:catAx>
        <c:axId val="1828055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6298160"/>
        <c:crosses val="autoZero"/>
        <c:auto val="1"/>
        <c:lblAlgn val="ctr"/>
        <c:lblOffset val="100"/>
        <c:noMultiLvlLbl val="0"/>
      </c:catAx>
      <c:valAx>
        <c:axId val="187629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28055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DCEA5-EC43-4C41-BD7E-7D9EAD8D1E46}" type="datetimeFigureOut">
              <a:rPr kumimoji="1" lang="zh-CN" altLang="en-US" smtClean="0"/>
              <a:t>2016/6/27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69344-D3D2-7D4F-89BB-E8D2943AAB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2313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39692"/>
            <a:ext cx="12192000" cy="12436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75000"/>
              </a:lnSpc>
              <a:buNone/>
              <a:defRPr sz="102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328307"/>
            <a:ext cx="12192000" cy="4408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75000"/>
              </a:lnSpc>
              <a:buNone/>
              <a:defRPr sz="32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grpSp>
        <p:nvGrpSpPr>
          <p:cNvPr id="6" name="组 5"/>
          <p:cNvGrpSpPr/>
          <p:nvPr userDrawn="1"/>
        </p:nvGrpSpPr>
        <p:grpSpPr>
          <a:xfrm>
            <a:off x="337458" y="315686"/>
            <a:ext cx="1121228" cy="1121228"/>
            <a:chOff x="304801" y="304800"/>
            <a:chExt cx="1121228" cy="1121228"/>
          </a:xfrm>
        </p:grpSpPr>
        <p:sp>
          <p:nvSpPr>
            <p:cNvPr id="4" name="矩形 3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 6"/>
          <p:cNvGrpSpPr/>
          <p:nvPr userDrawn="1"/>
        </p:nvGrpSpPr>
        <p:grpSpPr>
          <a:xfrm rot="10800000">
            <a:off x="10722429" y="5431974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171956"/>
            <a:ext cx="12192000" cy="77016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6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862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"/>
            <a:ext cx="5796622" cy="6858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5000"/>
              </a:lnSpc>
              <a:buNone/>
              <a:defRPr sz="75000" b="1"/>
            </a:lvl1pPr>
          </a:lstStyle>
          <a:p>
            <a:pPr lvl="0"/>
            <a:r>
              <a:rPr kumimoji="1" lang="en-US" altLang="zh-CN"/>
              <a:t>C</a:t>
            </a:r>
            <a:endParaRPr kumimoji="1" lang="zh-CN" altLang="en-US" dirty="0"/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6917872" y="4027713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6917872" y="3199038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917872" y="2370363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grpSp>
        <p:nvGrpSpPr>
          <p:cNvPr id="7" name="组 6"/>
          <p:cNvGrpSpPr/>
          <p:nvPr userDrawn="1"/>
        </p:nvGrpSpPr>
        <p:grpSpPr>
          <a:xfrm>
            <a:off x="6172201" y="315686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471016" y="3120118"/>
            <a:ext cx="3325606" cy="61776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6000" b="1"/>
            </a:lvl1pPr>
          </a:lstStyle>
          <a:p>
            <a:pPr lvl="0"/>
            <a:r>
              <a:rPr kumimoji="1" lang="en-US" altLang="zh-CN"/>
              <a:t>ONTENTS</a:t>
            </a:r>
            <a:endParaRPr kumimoji="1" lang="zh-CN" altLang="en-US" dirty="0"/>
          </a:p>
        </p:txBody>
      </p:sp>
      <p:grpSp>
        <p:nvGrpSpPr>
          <p:cNvPr id="11" name="组 10"/>
          <p:cNvGrpSpPr/>
          <p:nvPr userDrawn="1"/>
        </p:nvGrpSpPr>
        <p:grpSpPr>
          <a:xfrm rot="10800000">
            <a:off x="10727872" y="5388429"/>
            <a:ext cx="1121228" cy="1121228"/>
            <a:chOff x="304801" y="304800"/>
            <a:chExt cx="1121228" cy="1121228"/>
          </a:xfrm>
        </p:grpSpPr>
        <p:sp>
          <p:nvSpPr>
            <p:cNvPr id="12" name="矩形 11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358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"/>
            <a:ext cx="5796622" cy="6858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5000"/>
              </a:lnSpc>
              <a:buNone/>
              <a:defRPr sz="75000" b="1"/>
            </a:lvl1pPr>
          </a:lstStyle>
          <a:p>
            <a:pPr lvl="0"/>
            <a:r>
              <a:rPr kumimoji="1" lang="en-US" altLang="zh-CN"/>
              <a:t>C</a:t>
            </a:r>
            <a:endParaRPr kumimoji="1"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6928758" y="2872467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928758" y="2043792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6928758" y="4529817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6928758" y="3701142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grpSp>
        <p:nvGrpSpPr>
          <p:cNvPr id="9" name="组 8"/>
          <p:cNvGrpSpPr/>
          <p:nvPr userDrawn="1"/>
        </p:nvGrpSpPr>
        <p:grpSpPr>
          <a:xfrm>
            <a:off x="6172201" y="315686"/>
            <a:ext cx="1121228" cy="1121228"/>
            <a:chOff x="304801" y="304800"/>
            <a:chExt cx="1121228" cy="1121228"/>
          </a:xfrm>
        </p:grpSpPr>
        <p:sp>
          <p:nvSpPr>
            <p:cNvPr id="10" name="矩形 9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471016" y="3120118"/>
            <a:ext cx="3325606" cy="61776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6000" b="1"/>
            </a:lvl1pPr>
          </a:lstStyle>
          <a:p>
            <a:pPr lvl="0"/>
            <a:r>
              <a:rPr kumimoji="1" lang="en-US" altLang="zh-CN" dirty="0"/>
              <a:t>ONTENTS</a:t>
            </a:r>
            <a:endParaRPr kumimoji="1" lang="zh-CN" altLang="en-US" dirty="0"/>
          </a:p>
        </p:txBody>
      </p:sp>
      <p:grpSp>
        <p:nvGrpSpPr>
          <p:cNvPr id="13" name="组 12"/>
          <p:cNvGrpSpPr/>
          <p:nvPr userDrawn="1"/>
        </p:nvGrpSpPr>
        <p:grpSpPr>
          <a:xfrm rot="10800000">
            <a:off x="10727872" y="5388429"/>
            <a:ext cx="1121228" cy="1121228"/>
            <a:chOff x="304801" y="304800"/>
            <a:chExt cx="1121228" cy="1121228"/>
          </a:xfrm>
        </p:grpSpPr>
        <p:sp>
          <p:nvSpPr>
            <p:cNvPr id="14" name="矩形 13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730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"/>
            <a:ext cx="5796622" cy="6858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5000"/>
              </a:lnSpc>
              <a:buNone/>
              <a:defRPr sz="75000" b="1"/>
            </a:lvl1pPr>
          </a:lstStyle>
          <a:p>
            <a:pPr lvl="0"/>
            <a:r>
              <a:rPr kumimoji="1" lang="en-US" altLang="zh-CN"/>
              <a:t>C</a:t>
            </a:r>
            <a:endParaRPr kumimoji="1"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6928758" y="2447924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928758" y="1619249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6928758" y="4105274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6928758" y="3276599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6928758" y="4933949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grpSp>
        <p:nvGrpSpPr>
          <p:cNvPr id="10" name="组 9"/>
          <p:cNvGrpSpPr/>
          <p:nvPr userDrawn="1"/>
        </p:nvGrpSpPr>
        <p:grpSpPr>
          <a:xfrm>
            <a:off x="6172201" y="315686"/>
            <a:ext cx="1121228" cy="1121228"/>
            <a:chOff x="304801" y="304800"/>
            <a:chExt cx="1121228" cy="1121228"/>
          </a:xfrm>
        </p:grpSpPr>
        <p:sp>
          <p:nvSpPr>
            <p:cNvPr id="11" name="矩形 10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文本占位符 2"/>
          <p:cNvSpPr>
            <a:spLocks noGrp="1"/>
          </p:cNvSpPr>
          <p:nvPr>
            <p:ph type="body" sz="quarter" idx="17" hasCustomPrompt="1"/>
          </p:nvPr>
        </p:nvSpPr>
        <p:spPr>
          <a:xfrm>
            <a:off x="2471016" y="3120118"/>
            <a:ext cx="3325606" cy="61776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6000" b="1"/>
            </a:lvl1pPr>
          </a:lstStyle>
          <a:p>
            <a:pPr lvl="0"/>
            <a:r>
              <a:rPr kumimoji="1" lang="en-US" altLang="zh-CN"/>
              <a:t>ONTENTS</a:t>
            </a:r>
            <a:endParaRPr kumimoji="1" lang="zh-CN" altLang="en-US" dirty="0"/>
          </a:p>
        </p:txBody>
      </p:sp>
      <p:grpSp>
        <p:nvGrpSpPr>
          <p:cNvPr id="14" name="组 13"/>
          <p:cNvGrpSpPr/>
          <p:nvPr userDrawn="1"/>
        </p:nvGrpSpPr>
        <p:grpSpPr>
          <a:xfrm rot="10800000">
            <a:off x="10727872" y="5388429"/>
            <a:ext cx="1121228" cy="1121228"/>
            <a:chOff x="304801" y="304800"/>
            <a:chExt cx="1121228" cy="1121228"/>
          </a:xfrm>
        </p:grpSpPr>
        <p:sp>
          <p:nvSpPr>
            <p:cNvPr id="15" name="矩形 14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8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"/>
            <a:ext cx="5796622" cy="6858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5000"/>
              </a:lnSpc>
              <a:buNone/>
              <a:defRPr sz="75000" b="1"/>
            </a:lvl1pPr>
          </a:lstStyle>
          <a:p>
            <a:pPr lvl="0"/>
            <a:r>
              <a:rPr kumimoji="1" lang="en-US" altLang="zh-CN"/>
              <a:t>C</a:t>
            </a:r>
            <a:endParaRPr kumimoji="1"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6928758" y="2023381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928758" y="1194706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6928758" y="3680731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6928758" y="2852056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6928758" y="5338081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1" name="文本占位符 2"/>
          <p:cNvSpPr>
            <a:spLocks noGrp="1"/>
          </p:cNvSpPr>
          <p:nvPr>
            <p:ph type="body" sz="quarter" idx="17" hasCustomPrompt="1"/>
          </p:nvPr>
        </p:nvSpPr>
        <p:spPr>
          <a:xfrm>
            <a:off x="6928758" y="4509406"/>
            <a:ext cx="4370614" cy="4408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8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grpSp>
        <p:nvGrpSpPr>
          <p:cNvPr id="12" name="组 11"/>
          <p:cNvGrpSpPr/>
          <p:nvPr userDrawn="1"/>
        </p:nvGrpSpPr>
        <p:grpSpPr>
          <a:xfrm>
            <a:off x="6172201" y="315686"/>
            <a:ext cx="1121228" cy="1121228"/>
            <a:chOff x="304801" y="304800"/>
            <a:chExt cx="1121228" cy="1121228"/>
          </a:xfrm>
        </p:grpSpPr>
        <p:sp>
          <p:nvSpPr>
            <p:cNvPr id="13" name="矩形 12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5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2471016" y="3120118"/>
            <a:ext cx="3325606" cy="61776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6000" b="1"/>
            </a:lvl1pPr>
          </a:lstStyle>
          <a:p>
            <a:pPr lvl="0"/>
            <a:r>
              <a:rPr kumimoji="1" lang="en-US" altLang="zh-CN"/>
              <a:t>ONTENTS</a:t>
            </a:r>
            <a:endParaRPr kumimoji="1" lang="zh-CN" altLang="en-US" dirty="0"/>
          </a:p>
        </p:txBody>
      </p:sp>
      <p:grpSp>
        <p:nvGrpSpPr>
          <p:cNvPr id="16" name="组 15"/>
          <p:cNvGrpSpPr/>
          <p:nvPr userDrawn="1"/>
        </p:nvGrpSpPr>
        <p:grpSpPr>
          <a:xfrm rot="10800000">
            <a:off x="10727872" y="5388429"/>
            <a:ext cx="1121228" cy="1121228"/>
            <a:chOff x="304801" y="304800"/>
            <a:chExt cx="1121228" cy="1121228"/>
          </a:xfrm>
        </p:grpSpPr>
        <p:sp>
          <p:nvSpPr>
            <p:cNvPr id="17" name="矩形 16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88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2177143" y="2661559"/>
            <a:ext cx="7837714" cy="106135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75000"/>
              </a:lnSpc>
              <a:buNone/>
              <a:defRPr sz="102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177143" y="1850573"/>
            <a:ext cx="7837714" cy="4408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75000"/>
              </a:lnSpc>
              <a:buNone/>
              <a:defRPr sz="3200" b="0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760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/>
          <p:cNvGrpSpPr/>
          <p:nvPr userDrawn="1"/>
        </p:nvGrpSpPr>
        <p:grpSpPr>
          <a:xfrm>
            <a:off x="337458" y="315686"/>
            <a:ext cx="1121228" cy="1121228"/>
            <a:chOff x="304801" y="304800"/>
            <a:chExt cx="1121228" cy="1121228"/>
          </a:xfrm>
        </p:grpSpPr>
        <p:sp>
          <p:nvSpPr>
            <p:cNvPr id="3" name="矩形 2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04157" y="552448"/>
            <a:ext cx="4370614" cy="3619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/>
          <p:cNvGrpSpPr/>
          <p:nvPr userDrawn="1"/>
        </p:nvGrpSpPr>
        <p:grpSpPr>
          <a:xfrm>
            <a:off x="337458" y="315686"/>
            <a:ext cx="1121228" cy="1121228"/>
            <a:chOff x="304801" y="304800"/>
            <a:chExt cx="1121228" cy="1121228"/>
          </a:xfrm>
        </p:grpSpPr>
        <p:sp>
          <p:nvSpPr>
            <p:cNvPr id="3" name="矩形 2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04157" y="552448"/>
            <a:ext cx="4370614" cy="3619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75000"/>
              </a:lnSpc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5791200" y="-8166"/>
            <a:ext cx="6400800" cy="686616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44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77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Calibri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4502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95557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95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88" r:id="rId3"/>
    <p:sldLayoutId id="2147483689" r:id="rId4"/>
    <p:sldLayoutId id="2147483690" r:id="rId5"/>
    <p:sldLayoutId id="2147483683" r:id="rId6"/>
    <p:sldLayoutId id="2147483662" r:id="rId7"/>
    <p:sldLayoutId id="2147483691" r:id="rId8"/>
    <p:sldLayoutId id="214748368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390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6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hyperlink" Target="http://office.msn.com.c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hyperlink" Target="http://office.msn.com.cn/" TargetMode="External"/><Relationship Id="rId5" Type="http://schemas.microsoft.com/office/2007/relationships/hdphoto" Target="../media/hdphoto2.wdp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hyperlink" Target="http://office.msn.com.c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hyperlink" Target="http://office.msn.com.c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5" Type="http://schemas.openxmlformats.org/officeDocument/2006/relationships/hyperlink" Target="http://office.msn.com.cn/" TargetMode="Externa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hyperlink" Target="http://office.msn.com.cn/" TargetMode="Externa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hyperlink" Target="http://office.msn.com.cn/" TargetMode="Externa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hart" Target="../charts/chart2.xml"/><Relationship Id="rId7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hyperlink" Target="http://office.msn.com.cn/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6" Type="http://schemas.openxmlformats.org/officeDocument/2006/relationships/hyperlink" Target="http://office.msn.com.cn/" TargetMode="Externa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5" Type="http://schemas.openxmlformats.org/officeDocument/2006/relationships/image" Target="../media/image3.png"/><Relationship Id="rId4" Type="http://schemas.openxmlformats.org/officeDocument/2006/relationships/hyperlink" Target="http://office.msn.com.cn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6" Type="http://schemas.openxmlformats.org/officeDocument/2006/relationships/hyperlink" Target="http://office.msn.com.cn/" TargetMode="External"/><Relationship Id="rId5" Type="http://schemas.microsoft.com/office/2007/relationships/hdphoto" Target="../media/hdphoto2.wdp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毕业论文答辩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《</a:t>
            </a:r>
            <a:r>
              <a:rPr kumimoji="1" lang="zh-CN" altLang="en-US" dirty="0"/>
              <a:t>请在此处填写论文标题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答辩人：</a:t>
            </a:r>
            <a:r>
              <a:rPr kumimoji="1" lang="en-US" altLang="zh-CN" dirty="0"/>
              <a:t>JANE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</a:t>
            </a:r>
            <a:endParaRPr kumimoji="1" lang="zh-CN" altLang="en-US" dirty="0"/>
          </a:p>
          <a:p>
            <a:r>
              <a:rPr kumimoji="1" lang="zh-CN" altLang="en-US" dirty="0"/>
              <a:t>指导老师：</a:t>
            </a:r>
            <a:r>
              <a:rPr kumimoji="1" lang="en-US" altLang="zh-CN" dirty="0"/>
              <a:t>JOHN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</a:t>
            </a:r>
            <a:endParaRPr kumimoji="1" lang="zh-CN" altLang="en-US" dirty="0"/>
          </a:p>
        </p:txBody>
      </p:sp>
      <p:pic>
        <p:nvPicPr>
          <p:cNvPr id="5" name="图片 4">
            <a:hlinkClick r:id="rId4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  <p:pic>
        <p:nvPicPr>
          <p:cNvPr id="7" name="图片 6">
            <a:hlinkClick r:id="rId4"/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第二部分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lang="en-US" altLang="zh-CN" dirty="0"/>
              <a:t>论文结构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第一部分 </a:t>
            </a:r>
            <a:r>
              <a:rPr kumimoji="1" lang="en-US" altLang="zh-CN" dirty="0"/>
              <a:t>|</a:t>
            </a:r>
            <a:r>
              <a:rPr kumimoji="1" lang="zh-CN" altLang="en-US" dirty="0"/>
              <a:t> 选题背景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zh-CN" altLang="en-US" dirty="0"/>
              <a:t>第四部分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lang="en-US" altLang="zh-CN" dirty="0"/>
              <a:t>分析讨论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zh-CN" altLang="en-US" dirty="0"/>
              <a:t>第三部分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lang="en-US" altLang="zh-CN" dirty="0"/>
              <a:t>研究方法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zh-CN" altLang="en-US" dirty="0"/>
              <a:t>第六部分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lang="en-US" altLang="zh-CN" dirty="0"/>
              <a:t>参考文献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zh-CN" altLang="en-US" dirty="0"/>
              <a:t>第五部分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lang="en-US" altLang="zh-CN" dirty="0"/>
              <a:t>主要结论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zh-CN" dirty="0"/>
              <a:t>ONTENTS</a:t>
            </a:r>
            <a:endParaRPr kumimoji="1" lang="zh-CN" altLang="en-US" dirty="0"/>
          </a:p>
        </p:txBody>
      </p:sp>
      <p:pic>
        <p:nvPicPr>
          <p:cNvPr id="10" name="Picture 4_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14485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选题背景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第一部分</a:t>
            </a:r>
          </a:p>
        </p:txBody>
      </p:sp>
      <p:grpSp>
        <p:nvGrpSpPr>
          <p:cNvPr id="4" name="组 3"/>
          <p:cNvGrpSpPr/>
          <p:nvPr/>
        </p:nvGrpSpPr>
        <p:grpSpPr>
          <a:xfrm rot="10800000">
            <a:off x="7951621" y="2971802"/>
            <a:ext cx="1121228" cy="1121228"/>
            <a:chOff x="304801" y="304800"/>
            <a:chExt cx="1121228" cy="1121228"/>
          </a:xfrm>
        </p:grpSpPr>
        <p:sp>
          <p:nvSpPr>
            <p:cNvPr id="5" name="矩形 4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3157448" y="2100945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3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第一部分 选题背景</a:t>
            </a:r>
          </a:p>
        </p:txBody>
      </p:sp>
      <p:sp>
        <p:nvSpPr>
          <p:cNvPr id="3" name="矩形 2"/>
          <p:cNvSpPr/>
          <p:nvPr/>
        </p:nvSpPr>
        <p:spPr>
          <a:xfrm>
            <a:off x="4638101" y="2064709"/>
            <a:ext cx="958467" cy="11704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4" name="组合 20"/>
          <p:cNvGrpSpPr/>
          <p:nvPr/>
        </p:nvGrpSpPr>
        <p:grpSpPr>
          <a:xfrm>
            <a:off x="4846700" y="2231493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508595" y="2519684"/>
            <a:ext cx="286359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0" name="矩形 9"/>
          <p:cNvSpPr/>
          <p:nvPr/>
        </p:nvSpPr>
        <p:spPr>
          <a:xfrm>
            <a:off x="2340865" y="2045672"/>
            <a:ext cx="2031326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点击此处添加标题</a:t>
            </a:r>
            <a:endParaRPr lang="en-US" altLang="zh-C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38101" y="3866917"/>
            <a:ext cx="958467" cy="11704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14" name="组合 20"/>
          <p:cNvGrpSpPr/>
          <p:nvPr/>
        </p:nvGrpSpPr>
        <p:grpSpPr>
          <a:xfrm>
            <a:off x="4846700" y="4033701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508595" y="4321892"/>
            <a:ext cx="286359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6" name="矩形 15"/>
          <p:cNvSpPr/>
          <p:nvPr/>
        </p:nvSpPr>
        <p:spPr>
          <a:xfrm>
            <a:off x="2340865" y="3847880"/>
            <a:ext cx="2031326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点击此处添加标题</a:t>
            </a:r>
            <a:endParaRPr lang="en-US" altLang="zh-C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70142" y="2083746"/>
            <a:ext cx="958467" cy="11704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2" name="组合 20"/>
          <p:cNvGrpSpPr/>
          <p:nvPr/>
        </p:nvGrpSpPr>
        <p:grpSpPr>
          <a:xfrm>
            <a:off x="9578741" y="2250530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240636" y="2538721"/>
            <a:ext cx="286359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24" name="矩形 23"/>
          <p:cNvSpPr/>
          <p:nvPr/>
        </p:nvSpPr>
        <p:spPr>
          <a:xfrm>
            <a:off x="7072906" y="2064709"/>
            <a:ext cx="2031326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点击此处添加标题</a:t>
            </a:r>
            <a:endParaRPr lang="en-US" altLang="zh-C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370142" y="3885954"/>
            <a:ext cx="958467" cy="11704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30" name="组合 20"/>
          <p:cNvGrpSpPr/>
          <p:nvPr/>
        </p:nvGrpSpPr>
        <p:grpSpPr>
          <a:xfrm>
            <a:off x="9578741" y="4052738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33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6240636" y="4340929"/>
            <a:ext cx="286359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32" name="矩形 31"/>
          <p:cNvSpPr/>
          <p:nvPr/>
        </p:nvSpPr>
        <p:spPr>
          <a:xfrm>
            <a:off x="7072906" y="3866917"/>
            <a:ext cx="2031326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点击此处添加标题</a:t>
            </a:r>
            <a:endParaRPr lang="en-US" altLang="zh-C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6" name="图片 35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7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第一部分 选题背景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968" y="1200838"/>
            <a:ext cx="2633032" cy="263303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831" y="1200838"/>
            <a:ext cx="2633032" cy="26330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694" y="1200838"/>
            <a:ext cx="2633032" cy="263303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37542" y="4440539"/>
            <a:ext cx="2633032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倍字间距。标题数字等都可以通过点击和重新输入进行更改。</a:t>
            </a:r>
          </a:p>
        </p:txBody>
      </p:sp>
      <p:sp>
        <p:nvSpPr>
          <p:cNvPr id="7" name="矩形 6"/>
          <p:cNvSpPr/>
          <p:nvPr/>
        </p:nvSpPr>
        <p:spPr>
          <a:xfrm>
            <a:off x="3837542" y="3988107"/>
            <a:ext cx="2031326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656024" y="4440539"/>
            <a:ext cx="2633032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倍字间距。标题数字等都可以通过点击和重新输入进行更改。</a:t>
            </a:r>
          </a:p>
        </p:txBody>
      </p:sp>
      <p:sp>
        <p:nvSpPr>
          <p:cNvPr id="11" name="矩形 10"/>
          <p:cNvSpPr/>
          <p:nvPr/>
        </p:nvSpPr>
        <p:spPr>
          <a:xfrm>
            <a:off x="6656024" y="3988107"/>
            <a:ext cx="2031326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9474506" y="4440539"/>
            <a:ext cx="2633032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倍字间距。标题数字等都可以通过点击和重新输入进行更改。</a:t>
            </a:r>
          </a:p>
        </p:txBody>
      </p:sp>
      <p:sp>
        <p:nvSpPr>
          <p:cNvPr id="14" name="矩形 13"/>
          <p:cNvSpPr/>
          <p:nvPr/>
        </p:nvSpPr>
        <p:spPr>
          <a:xfrm>
            <a:off x="9474506" y="3988107"/>
            <a:ext cx="2031326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sp>
        <p:nvSpPr>
          <p:cNvPr id="15" name="矩形 14"/>
          <p:cNvSpPr/>
          <p:nvPr/>
        </p:nvSpPr>
        <p:spPr>
          <a:xfrm>
            <a:off x="863648" y="1200838"/>
            <a:ext cx="251853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CN" sz="5400" dirty="0"/>
              <a:t>YOUR</a:t>
            </a:r>
            <a:r>
              <a:rPr lang="zh-CN" altLang="en-US" sz="5400" dirty="0"/>
              <a:t> </a:t>
            </a:r>
            <a:r>
              <a:rPr lang="en-US" altLang="zh-CN" sz="5400" dirty="0"/>
              <a:t>TITLE</a:t>
            </a:r>
            <a:r>
              <a:rPr lang="zh-CN" altLang="en-US" sz="5400" dirty="0"/>
              <a:t> </a:t>
            </a:r>
            <a:r>
              <a:rPr lang="en-US" altLang="zh-CN" sz="5400" dirty="0"/>
              <a:t>HERE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63648" y="3914241"/>
            <a:ext cx="251853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pic>
        <p:nvPicPr>
          <p:cNvPr id="17" name="图片 16">
            <a:hlinkClick r:id="rId6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第一部分 选题背景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15527" y="3074448"/>
            <a:ext cx="3653927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倍字间距。标题数字等都可以通过点击和重新输入进行更改。</a:t>
            </a:r>
          </a:p>
        </p:txBody>
      </p:sp>
      <p:sp>
        <p:nvSpPr>
          <p:cNvPr id="4" name="矩形 3"/>
          <p:cNvSpPr/>
          <p:nvPr/>
        </p:nvSpPr>
        <p:spPr>
          <a:xfrm>
            <a:off x="1215528" y="2622016"/>
            <a:ext cx="2031326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6147411" y="297456"/>
            <a:ext cx="5761822" cy="621351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97547" y="2300282"/>
            <a:ext cx="19261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97547" y="1935586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grpSp>
        <p:nvGrpSpPr>
          <p:cNvPr id="8" name="组合 20"/>
          <p:cNvGrpSpPr/>
          <p:nvPr/>
        </p:nvGrpSpPr>
        <p:grpSpPr>
          <a:xfrm>
            <a:off x="7164164" y="914399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238562" y="2300282"/>
            <a:ext cx="19261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238562" y="1935586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grpSp>
        <p:nvGrpSpPr>
          <p:cNvPr id="16" name="组合 20"/>
          <p:cNvGrpSpPr/>
          <p:nvPr/>
        </p:nvGrpSpPr>
        <p:grpSpPr>
          <a:xfrm>
            <a:off x="9405179" y="914399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6897573" y="4870082"/>
            <a:ext cx="19261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897573" y="4505386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grpSp>
        <p:nvGrpSpPr>
          <p:cNvPr id="23" name="组合 20"/>
          <p:cNvGrpSpPr/>
          <p:nvPr/>
        </p:nvGrpSpPr>
        <p:grpSpPr>
          <a:xfrm>
            <a:off x="7064190" y="3484199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9138588" y="4870082"/>
            <a:ext cx="19261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138588" y="4505386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grpSp>
        <p:nvGrpSpPr>
          <p:cNvPr id="30" name="组合 20"/>
          <p:cNvGrpSpPr/>
          <p:nvPr/>
        </p:nvGrpSpPr>
        <p:grpSpPr>
          <a:xfrm>
            <a:off x="9305205" y="3484199"/>
            <a:ext cx="541269" cy="836867"/>
            <a:chOff x="6257925" y="-9525"/>
            <a:chExt cx="1514475" cy="2341563"/>
          </a:xfrm>
          <a:solidFill>
            <a:schemeClr val="tx1"/>
          </a:solidFill>
        </p:grpSpPr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6551613" y="-9525"/>
              <a:ext cx="484188" cy="327025"/>
            </a:xfrm>
            <a:custGeom>
              <a:avLst/>
              <a:gdLst>
                <a:gd name="T0" fmla="*/ 25 w 652"/>
                <a:gd name="T1" fmla="*/ 406 h 440"/>
                <a:gd name="T2" fmla="*/ 25 w 652"/>
                <a:gd name="T3" fmla="*/ 406 h 440"/>
                <a:gd name="T4" fmla="*/ 98 w 652"/>
                <a:gd name="T5" fmla="*/ 425 h 440"/>
                <a:gd name="T6" fmla="*/ 618 w 652"/>
                <a:gd name="T7" fmla="*/ 125 h 440"/>
                <a:gd name="T8" fmla="*/ 637 w 652"/>
                <a:gd name="T9" fmla="*/ 52 h 440"/>
                <a:gd name="T10" fmla="*/ 626 w 652"/>
                <a:gd name="T11" fmla="*/ 33 h 440"/>
                <a:gd name="T12" fmla="*/ 554 w 652"/>
                <a:gd name="T13" fmla="*/ 14 h 440"/>
                <a:gd name="T14" fmla="*/ 34 w 652"/>
                <a:gd name="T15" fmla="*/ 314 h 440"/>
                <a:gd name="T16" fmla="*/ 14 w 652"/>
                <a:gd name="T17" fmla="*/ 386 h 440"/>
                <a:gd name="T18" fmla="*/ 25 w 652"/>
                <a:gd name="T19" fmla="*/ 4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2" h="440">
                  <a:moveTo>
                    <a:pt x="25" y="406"/>
                  </a:moveTo>
                  <a:lnTo>
                    <a:pt x="25" y="406"/>
                  </a:lnTo>
                  <a:cubicBezTo>
                    <a:pt x="40" y="431"/>
                    <a:pt x="73" y="440"/>
                    <a:pt x="98" y="425"/>
                  </a:cubicBezTo>
                  <a:lnTo>
                    <a:pt x="618" y="125"/>
                  </a:lnTo>
                  <a:cubicBezTo>
                    <a:pt x="643" y="111"/>
                    <a:pt x="652" y="78"/>
                    <a:pt x="637" y="52"/>
                  </a:cubicBezTo>
                  <a:lnTo>
                    <a:pt x="626" y="33"/>
                  </a:lnTo>
                  <a:cubicBezTo>
                    <a:pt x="612" y="9"/>
                    <a:pt x="579" y="0"/>
                    <a:pt x="554" y="14"/>
                  </a:cubicBezTo>
                  <a:lnTo>
                    <a:pt x="34" y="314"/>
                  </a:lnTo>
                  <a:cubicBezTo>
                    <a:pt x="8" y="328"/>
                    <a:pt x="0" y="361"/>
                    <a:pt x="14" y="386"/>
                  </a:cubicBezTo>
                  <a:lnTo>
                    <a:pt x="25" y="40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"/>
            <p:cNvSpPr>
              <a:spLocks noEditPoints="1"/>
            </p:cNvSpPr>
            <p:nvPr/>
          </p:nvSpPr>
          <p:spPr bwMode="auto">
            <a:xfrm>
              <a:off x="6257925" y="53975"/>
              <a:ext cx="1339850" cy="2278063"/>
            </a:xfrm>
            <a:custGeom>
              <a:avLst/>
              <a:gdLst>
                <a:gd name="T0" fmla="*/ 404 w 1804"/>
                <a:gd name="T1" fmla="*/ 2367 h 3072"/>
                <a:gd name="T2" fmla="*/ 404 w 1804"/>
                <a:gd name="T3" fmla="*/ 2367 h 3072"/>
                <a:gd name="T4" fmla="*/ 550 w 1804"/>
                <a:gd name="T5" fmla="*/ 2513 h 3072"/>
                <a:gd name="T6" fmla="*/ 404 w 1804"/>
                <a:gd name="T7" fmla="*/ 2659 h 3072"/>
                <a:gd name="T8" fmla="*/ 259 w 1804"/>
                <a:gd name="T9" fmla="*/ 2513 h 3072"/>
                <a:gd name="T10" fmla="*/ 404 w 1804"/>
                <a:gd name="T11" fmla="*/ 2367 h 3072"/>
                <a:gd name="T12" fmla="*/ 29 w 1804"/>
                <a:gd name="T13" fmla="*/ 2058 h 3072"/>
                <a:gd name="T14" fmla="*/ 29 w 1804"/>
                <a:gd name="T15" fmla="*/ 2058 h 3072"/>
                <a:gd name="T16" fmla="*/ 29 w 1804"/>
                <a:gd name="T17" fmla="*/ 2801 h 3072"/>
                <a:gd name="T18" fmla="*/ 29 w 1804"/>
                <a:gd name="T19" fmla="*/ 2952 h 3072"/>
                <a:gd name="T20" fmla="*/ 29 w 1804"/>
                <a:gd name="T21" fmla="*/ 3018 h 3072"/>
                <a:gd name="T22" fmla="*/ 82 w 1804"/>
                <a:gd name="T23" fmla="*/ 3072 h 3072"/>
                <a:gd name="T24" fmla="*/ 1679 w 1804"/>
                <a:gd name="T25" fmla="*/ 3072 h 3072"/>
                <a:gd name="T26" fmla="*/ 1732 w 1804"/>
                <a:gd name="T27" fmla="*/ 3018 h 3072"/>
                <a:gd name="T28" fmla="*/ 1732 w 1804"/>
                <a:gd name="T29" fmla="*/ 2801 h 3072"/>
                <a:gd name="T30" fmla="*/ 1679 w 1804"/>
                <a:gd name="T31" fmla="*/ 2747 h 3072"/>
                <a:gd name="T32" fmla="*/ 871 w 1804"/>
                <a:gd name="T33" fmla="*/ 2747 h 3072"/>
                <a:gd name="T34" fmla="*/ 762 w 1804"/>
                <a:gd name="T35" fmla="*/ 2347 h 3072"/>
                <a:gd name="T36" fmla="*/ 313 w 1804"/>
                <a:gd name="T37" fmla="*/ 2058 h 3072"/>
                <a:gd name="T38" fmla="*/ 819 w 1804"/>
                <a:gd name="T39" fmla="*/ 905 h 3072"/>
                <a:gd name="T40" fmla="*/ 1178 w 1804"/>
                <a:gd name="T41" fmla="*/ 1526 h 3072"/>
                <a:gd name="T42" fmla="*/ 1163 w 1804"/>
                <a:gd name="T43" fmla="*/ 1535 h 3072"/>
                <a:gd name="T44" fmla="*/ 1143 w 1804"/>
                <a:gd name="T45" fmla="*/ 1608 h 3072"/>
                <a:gd name="T46" fmla="*/ 1216 w 1804"/>
                <a:gd name="T47" fmla="*/ 1627 h 3072"/>
                <a:gd name="T48" fmla="*/ 1282 w 1804"/>
                <a:gd name="T49" fmla="*/ 1589 h 3072"/>
                <a:gd name="T50" fmla="*/ 1442 w 1804"/>
                <a:gd name="T51" fmla="*/ 1646 h 3072"/>
                <a:gd name="T52" fmla="*/ 1673 w 1804"/>
                <a:gd name="T53" fmla="*/ 1513 h 3072"/>
                <a:gd name="T54" fmla="*/ 1703 w 1804"/>
                <a:gd name="T55" fmla="*/ 1346 h 3072"/>
                <a:gd name="T56" fmla="*/ 1769 w 1804"/>
                <a:gd name="T57" fmla="*/ 1308 h 3072"/>
                <a:gd name="T58" fmla="*/ 1789 w 1804"/>
                <a:gd name="T59" fmla="*/ 1235 h 3072"/>
                <a:gd name="T60" fmla="*/ 1716 w 1804"/>
                <a:gd name="T61" fmla="*/ 1215 h 3072"/>
                <a:gd name="T62" fmla="*/ 1701 w 1804"/>
                <a:gd name="T63" fmla="*/ 1224 h 3072"/>
                <a:gd name="T64" fmla="*/ 1145 w 1804"/>
                <a:gd name="T65" fmla="*/ 261 h 3072"/>
                <a:gd name="T66" fmla="*/ 1260 w 1804"/>
                <a:gd name="T67" fmla="*/ 195 h 3072"/>
                <a:gd name="T68" fmla="*/ 1280 w 1804"/>
                <a:gd name="T69" fmla="*/ 122 h 3072"/>
                <a:gd name="T70" fmla="*/ 1229 w 1804"/>
                <a:gd name="T71" fmla="*/ 34 h 3072"/>
                <a:gd name="T72" fmla="*/ 1156 w 1804"/>
                <a:gd name="T73" fmla="*/ 15 h 3072"/>
                <a:gd name="T74" fmla="*/ 403 w 1804"/>
                <a:gd name="T75" fmla="*/ 450 h 3072"/>
                <a:gd name="T76" fmla="*/ 383 w 1804"/>
                <a:gd name="T77" fmla="*/ 522 h 3072"/>
                <a:gd name="T78" fmla="*/ 434 w 1804"/>
                <a:gd name="T79" fmla="*/ 610 h 3072"/>
                <a:gd name="T80" fmla="*/ 507 w 1804"/>
                <a:gd name="T81" fmla="*/ 630 h 3072"/>
                <a:gd name="T82" fmla="*/ 622 w 1804"/>
                <a:gd name="T83" fmla="*/ 564 h 3072"/>
                <a:gd name="T84" fmla="*/ 711 w 1804"/>
                <a:gd name="T85" fmla="*/ 718 h 3072"/>
                <a:gd name="T86" fmla="*/ 29 w 1804"/>
                <a:gd name="T87" fmla="*/ 2058 h 3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04" h="3072">
                  <a:moveTo>
                    <a:pt x="404" y="2367"/>
                  </a:moveTo>
                  <a:lnTo>
                    <a:pt x="404" y="2367"/>
                  </a:lnTo>
                  <a:cubicBezTo>
                    <a:pt x="485" y="2367"/>
                    <a:pt x="550" y="2432"/>
                    <a:pt x="550" y="2513"/>
                  </a:cubicBezTo>
                  <a:cubicBezTo>
                    <a:pt x="550" y="2593"/>
                    <a:pt x="485" y="2659"/>
                    <a:pt x="404" y="2659"/>
                  </a:cubicBezTo>
                  <a:cubicBezTo>
                    <a:pt x="324" y="2659"/>
                    <a:pt x="259" y="2593"/>
                    <a:pt x="259" y="2513"/>
                  </a:cubicBezTo>
                  <a:cubicBezTo>
                    <a:pt x="259" y="2432"/>
                    <a:pt x="324" y="2367"/>
                    <a:pt x="404" y="2367"/>
                  </a:cubicBezTo>
                  <a:close/>
                  <a:moveTo>
                    <a:pt x="29" y="2058"/>
                  </a:moveTo>
                  <a:lnTo>
                    <a:pt x="29" y="2058"/>
                  </a:lnTo>
                  <a:lnTo>
                    <a:pt x="29" y="2801"/>
                  </a:lnTo>
                  <a:lnTo>
                    <a:pt x="29" y="2952"/>
                  </a:lnTo>
                  <a:lnTo>
                    <a:pt x="29" y="3018"/>
                  </a:lnTo>
                  <a:cubicBezTo>
                    <a:pt x="29" y="3048"/>
                    <a:pt x="53" y="3072"/>
                    <a:pt x="82" y="3072"/>
                  </a:cubicBezTo>
                  <a:lnTo>
                    <a:pt x="1679" y="3072"/>
                  </a:lnTo>
                  <a:cubicBezTo>
                    <a:pt x="1708" y="3072"/>
                    <a:pt x="1732" y="3048"/>
                    <a:pt x="1732" y="3018"/>
                  </a:cubicBezTo>
                  <a:lnTo>
                    <a:pt x="1732" y="2801"/>
                  </a:lnTo>
                  <a:cubicBezTo>
                    <a:pt x="1732" y="2771"/>
                    <a:pt x="1708" y="2747"/>
                    <a:pt x="1679" y="2747"/>
                  </a:cubicBezTo>
                  <a:lnTo>
                    <a:pt x="871" y="2747"/>
                  </a:lnTo>
                  <a:cubicBezTo>
                    <a:pt x="872" y="2652"/>
                    <a:pt x="854" y="2509"/>
                    <a:pt x="762" y="2347"/>
                  </a:cubicBezTo>
                  <a:cubicBezTo>
                    <a:pt x="598" y="2058"/>
                    <a:pt x="313" y="2058"/>
                    <a:pt x="313" y="2058"/>
                  </a:cubicBezTo>
                  <a:cubicBezTo>
                    <a:pt x="349" y="1207"/>
                    <a:pt x="743" y="947"/>
                    <a:pt x="819" y="905"/>
                  </a:cubicBezTo>
                  <a:lnTo>
                    <a:pt x="1178" y="1526"/>
                  </a:lnTo>
                  <a:lnTo>
                    <a:pt x="1163" y="1535"/>
                  </a:lnTo>
                  <a:cubicBezTo>
                    <a:pt x="1137" y="1550"/>
                    <a:pt x="1128" y="1582"/>
                    <a:pt x="1143" y="1608"/>
                  </a:cubicBezTo>
                  <a:cubicBezTo>
                    <a:pt x="1158" y="1633"/>
                    <a:pt x="1191" y="1642"/>
                    <a:pt x="1216" y="1627"/>
                  </a:cubicBezTo>
                  <a:lnTo>
                    <a:pt x="1282" y="1589"/>
                  </a:lnTo>
                  <a:lnTo>
                    <a:pt x="1442" y="1646"/>
                  </a:lnTo>
                  <a:lnTo>
                    <a:pt x="1673" y="1513"/>
                  </a:lnTo>
                  <a:lnTo>
                    <a:pt x="1703" y="1346"/>
                  </a:lnTo>
                  <a:lnTo>
                    <a:pt x="1769" y="1308"/>
                  </a:lnTo>
                  <a:cubicBezTo>
                    <a:pt x="1795" y="1293"/>
                    <a:pt x="1804" y="1260"/>
                    <a:pt x="1789" y="1235"/>
                  </a:cubicBezTo>
                  <a:cubicBezTo>
                    <a:pt x="1774" y="1210"/>
                    <a:pt x="1741" y="1201"/>
                    <a:pt x="1716" y="1215"/>
                  </a:cubicBezTo>
                  <a:lnTo>
                    <a:pt x="1701" y="1224"/>
                  </a:lnTo>
                  <a:lnTo>
                    <a:pt x="1145" y="261"/>
                  </a:lnTo>
                  <a:lnTo>
                    <a:pt x="1260" y="195"/>
                  </a:lnTo>
                  <a:cubicBezTo>
                    <a:pt x="1286" y="180"/>
                    <a:pt x="1294" y="148"/>
                    <a:pt x="1280" y="122"/>
                  </a:cubicBezTo>
                  <a:lnTo>
                    <a:pt x="1229" y="34"/>
                  </a:lnTo>
                  <a:cubicBezTo>
                    <a:pt x="1214" y="9"/>
                    <a:pt x="1181" y="0"/>
                    <a:pt x="1156" y="15"/>
                  </a:cubicBezTo>
                  <a:lnTo>
                    <a:pt x="403" y="450"/>
                  </a:lnTo>
                  <a:cubicBezTo>
                    <a:pt x="377" y="464"/>
                    <a:pt x="368" y="497"/>
                    <a:pt x="383" y="522"/>
                  </a:cubicBezTo>
                  <a:lnTo>
                    <a:pt x="434" y="610"/>
                  </a:lnTo>
                  <a:cubicBezTo>
                    <a:pt x="449" y="636"/>
                    <a:pt x="481" y="645"/>
                    <a:pt x="507" y="630"/>
                  </a:cubicBezTo>
                  <a:lnTo>
                    <a:pt x="622" y="564"/>
                  </a:lnTo>
                  <a:lnTo>
                    <a:pt x="711" y="718"/>
                  </a:lnTo>
                  <a:cubicBezTo>
                    <a:pt x="0" y="1092"/>
                    <a:pt x="29" y="2058"/>
                    <a:pt x="29" y="20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8"/>
            <p:cNvSpPr>
              <a:spLocks/>
            </p:cNvSpPr>
            <p:nvPr/>
          </p:nvSpPr>
          <p:spPr bwMode="auto">
            <a:xfrm>
              <a:off x="7080250" y="1238250"/>
              <a:ext cx="692150" cy="438150"/>
            </a:xfrm>
            <a:custGeom>
              <a:avLst/>
              <a:gdLst>
                <a:gd name="T0" fmla="*/ 15 w 931"/>
                <a:gd name="T1" fmla="*/ 555 h 589"/>
                <a:gd name="T2" fmla="*/ 15 w 931"/>
                <a:gd name="T3" fmla="*/ 555 h 589"/>
                <a:gd name="T4" fmla="*/ 15 w 931"/>
                <a:gd name="T5" fmla="*/ 555 h 589"/>
                <a:gd name="T6" fmla="*/ 88 w 931"/>
                <a:gd name="T7" fmla="*/ 574 h 589"/>
                <a:gd name="T8" fmla="*/ 897 w 931"/>
                <a:gd name="T9" fmla="*/ 107 h 589"/>
                <a:gd name="T10" fmla="*/ 916 w 931"/>
                <a:gd name="T11" fmla="*/ 35 h 589"/>
                <a:gd name="T12" fmla="*/ 916 w 931"/>
                <a:gd name="T13" fmla="*/ 35 h 589"/>
                <a:gd name="T14" fmla="*/ 843 w 931"/>
                <a:gd name="T15" fmla="*/ 15 h 589"/>
                <a:gd name="T16" fmla="*/ 35 w 931"/>
                <a:gd name="T17" fmla="*/ 482 h 589"/>
                <a:gd name="T18" fmla="*/ 15 w 931"/>
                <a:gd name="T19" fmla="*/ 55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589">
                  <a:moveTo>
                    <a:pt x="15" y="555"/>
                  </a:moveTo>
                  <a:lnTo>
                    <a:pt x="15" y="555"/>
                  </a:lnTo>
                  <a:lnTo>
                    <a:pt x="15" y="555"/>
                  </a:lnTo>
                  <a:cubicBezTo>
                    <a:pt x="30" y="580"/>
                    <a:pt x="62" y="589"/>
                    <a:pt x="88" y="574"/>
                  </a:cubicBezTo>
                  <a:lnTo>
                    <a:pt x="897" y="107"/>
                  </a:lnTo>
                  <a:cubicBezTo>
                    <a:pt x="922" y="93"/>
                    <a:pt x="931" y="60"/>
                    <a:pt x="916" y="35"/>
                  </a:cubicBezTo>
                  <a:lnTo>
                    <a:pt x="916" y="35"/>
                  </a:lnTo>
                  <a:cubicBezTo>
                    <a:pt x="902" y="9"/>
                    <a:pt x="869" y="0"/>
                    <a:pt x="843" y="15"/>
                  </a:cubicBezTo>
                  <a:lnTo>
                    <a:pt x="35" y="482"/>
                  </a:lnTo>
                  <a:cubicBezTo>
                    <a:pt x="9" y="497"/>
                    <a:pt x="0" y="529"/>
                    <a:pt x="15" y="5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34" name="图片 33">
            <a:hlinkClick r:id="rId4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第二部分</a:t>
            </a:r>
          </a:p>
        </p:txBody>
      </p:sp>
      <p:grpSp>
        <p:nvGrpSpPr>
          <p:cNvPr id="4" name="组 3"/>
          <p:cNvGrpSpPr/>
          <p:nvPr/>
        </p:nvGrpSpPr>
        <p:grpSpPr>
          <a:xfrm rot="10800000">
            <a:off x="7951621" y="2971802"/>
            <a:ext cx="1121228" cy="1121228"/>
            <a:chOff x="304801" y="304800"/>
            <a:chExt cx="1121228" cy="1121228"/>
          </a:xfrm>
        </p:grpSpPr>
        <p:sp>
          <p:nvSpPr>
            <p:cNvPr id="5" name="矩形 4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3157448" y="2100945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2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第二部分 论文结构</a:t>
            </a:r>
          </a:p>
        </p:txBody>
      </p:sp>
      <p:cxnSp>
        <p:nvCxnSpPr>
          <p:cNvPr id="11" name="直线连接符 10"/>
          <p:cNvCxnSpPr/>
          <p:nvPr/>
        </p:nvCxnSpPr>
        <p:spPr>
          <a:xfrm>
            <a:off x="0" y="3712684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1145754" y="3643627"/>
            <a:ext cx="165253" cy="165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连接符 36"/>
          <p:cNvCxnSpPr>
            <a:stCxn id="20" idx="4"/>
            <a:endCxn id="28" idx="0"/>
          </p:cNvCxnSpPr>
          <p:nvPr/>
        </p:nvCxnSpPr>
        <p:spPr>
          <a:xfrm flipH="1">
            <a:off x="1228380" y="3808880"/>
            <a:ext cx="1" cy="490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 41"/>
          <p:cNvGrpSpPr/>
          <p:nvPr/>
        </p:nvGrpSpPr>
        <p:grpSpPr>
          <a:xfrm>
            <a:off x="705079" y="4299132"/>
            <a:ext cx="1046602" cy="1046602"/>
            <a:chOff x="969484" y="4285562"/>
            <a:chExt cx="1046602" cy="1046602"/>
          </a:xfrm>
        </p:grpSpPr>
        <p:sp>
          <p:nvSpPr>
            <p:cNvPr id="28" name="矩形 27"/>
            <p:cNvSpPr/>
            <p:nvPr/>
          </p:nvSpPr>
          <p:spPr>
            <a:xfrm>
              <a:off x="969484" y="4285562"/>
              <a:ext cx="1046602" cy="10466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8" name="组合 20"/>
            <p:cNvGrpSpPr/>
            <p:nvPr/>
          </p:nvGrpSpPr>
          <p:grpSpPr>
            <a:xfrm>
              <a:off x="1327171" y="4552804"/>
              <a:ext cx="331228" cy="51211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39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43" name="文本框 42"/>
          <p:cNvSpPr txBox="1"/>
          <p:nvPr/>
        </p:nvSpPr>
        <p:spPr>
          <a:xfrm>
            <a:off x="1815913" y="4666666"/>
            <a:ext cx="241367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44" name="矩形 43"/>
          <p:cNvSpPr/>
          <p:nvPr/>
        </p:nvSpPr>
        <p:spPr>
          <a:xfrm>
            <a:off x="1815913" y="4301970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47" name="椭圆 46"/>
          <p:cNvSpPr/>
          <p:nvPr/>
        </p:nvSpPr>
        <p:spPr>
          <a:xfrm>
            <a:off x="5073639" y="3643627"/>
            <a:ext cx="165253" cy="165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8" name="直线连接符 47"/>
          <p:cNvCxnSpPr/>
          <p:nvPr/>
        </p:nvCxnSpPr>
        <p:spPr>
          <a:xfrm flipH="1">
            <a:off x="5156265" y="3808880"/>
            <a:ext cx="1" cy="490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 48"/>
          <p:cNvGrpSpPr/>
          <p:nvPr/>
        </p:nvGrpSpPr>
        <p:grpSpPr>
          <a:xfrm>
            <a:off x="4632964" y="4299132"/>
            <a:ext cx="1046602" cy="1046602"/>
            <a:chOff x="969484" y="4285562"/>
            <a:chExt cx="1046602" cy="1046602"/>
          </a:xfrm>
        </p:grpSpPr>
        <p:sp>
          <p:nvSpPr>
            <p:cNvPr id="52" name="矩形 51"/>
            <p:cNvSpPr/>
            <p:nvPr/>
          </p:nvSpPr>
          <p:spPr>
            <a:xfrm>
              <a:off x="969484" y="4285562"/>
              <a:ext cx="1046602" cy="10466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3" name="组合 20"/>
            <p:cNvGrpSpPr/>
            <p:nvPr/>
          </p:nvGrpSpPr>
          <p:grpSpPr>
            <a:xfrm>
              <a:off x="1327171" y="4552804"/>
              <a:ext cx="331228" cy="51211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54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5743798" y="4666666"/>
            <a:ext cx="241367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743798" y="4301970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58" name="椭圆 57"/>
          <p:cNvSpPr/>
          <p:nvPr/>
        </p:nvSpPr>
        <p:spPr>
          <a:xfrm>
            <a:off x="9001525" y="3643627"/>
            <a:ext cx="165253" cy="165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9" name="直线连接符 58"/>
          <p:cNvCxnSpPr/>
          <p:nvPr/>
        </p:nvCxnSpPr>
        <p:spPr>
          <a:xfrm flipH="1">
            <a:off x="9084151" y="3808880"/>
            <a:ext cx="1" cy="490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 59"/>
          <p:cNvGrpSpPr/>
          <p:nvPr/>
        </p:nvGrpSpPr>
        <p:grpSpPr>
          <a:xfrm>
            <a:off x="8560850" y="4299132"/>
            <a:ext cx="1046602" cy="1046602"/>
            <a:chOff x="969484" y="4285562"/>
            <a:chExt cx="1046602" cy="1046602"/>
          </a:xfrm>
        </p:grpSpPr>
        <p:sp>
          <p:nvSpPr>
            <p:cNvPr id="63" name="矩形 62"/>
            <p:cNvSpPr/>
            <p:nvPr/>
          </p:nvSpPr>
          <p:spPr>
            <a:xfrm>
              <a:off x="969484" y="4285562"/>
              <a:ext cx="1046602" cy="10466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4" name="组合 20"/>
            <p:cNvGrpSpPr/>
            <p:nvPr/>
          </p:nvGrpSpPr>
          <p:grpSpPr>
            <a:xfrm>
              <a:off x="1327171" y="4552804"/>
              <a:ext cx="331228" cy="51211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65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1" name="文本框 60"/>
          <p:cNvSpPr txBox="1"/>
          <p:nvPr/>
        </p:nvSpPr>
        <p:spPr>
          <a:xfrm>
            <a:off x="9671684" y="4666666"/>
            <a:ext cx="241367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9671684" y="4301970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69" name="椭圆 68"/>
          <p:cNvSpPr/>
          <p:nvPr/>
        </p:nvSpPr>
        <p:spPr>
          <a:xfrm rot="10800000">
            <a:off x="3107229" y="3636683"/>
            <a:ext cx="165253" cy="165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连接符 69"/>
          <p:cNvCxnSpPr/>
          <p:nvPr/>
        </p:nvCxnSpPr>
        <p:spPr>
          <a:xfrm rot="10800000" flipH="1">
            <a:off x="3189855" y="3146431"/>
            <a:ext cx="1" cy="490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 90"/>
          <p:cNvGrpSpPr/>
          <p:nvPr/>
        </p:nvGrpSpPr>
        <p:grpSpPr>
          <a:xfrm>
            <a:off x="2666555" y="2099829"/>
            <a:ext cx="1046602" cy="1046602"/>
            <a:chOff x="2870710" y="1533586"/>
            <a:chExt cx="1046602" cy="1046602"/>
          </a:xfrm>
        </p:grpSpPr>
        <p:sp>
          <p:nvSpPr>
            <p:cNvPr id="74" name="矩形 73"/>
            <p:cNvSpPr/>
            <p:nvPr/>
          </p:nvSpPr>
          <p:spPr>
            <a:xfrm rot="10800000">
              <a:off x="2870710" y="1533586"/>
              <a:ext cx="1046602" cy="10466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5" name="组合 20"/>
            <p:cNvGrpSpPr/>
            <p:nvPr/>
          </p:nvGrpSpPr>
          <p:grpSpPr>
            <a:xfrm>
              <a:off x="3228397" y="1792057"/>
              <a:ext cx="331228" cy="51211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76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2" name="文本框 71"/>
          <p:cNvSpPr txBox="1"/>
          <p:nvPr/>
        </p:nvSpPr>
        <p:spPr>
          <a:xfrm>
            <a:off x="3777389" y="2458592"/>
            <a:ext cx="241367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777389" y="2093896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94" name="椭圆 93"/>
          <p:cNvSpPr/>
          <p:nvPr/>
        </p:nvSpPr>
        <p:spPr>
          <a:xfrm rot="10800000">
            <a:off x="7131066" y="3636683"/>
            <a:ext cx="165253" cy="165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5" name="直线连接符 94"/>
          <p:cNvCxnSpPr/>
          <p:nvPr/>
        </p:nvCxnSpPr>
        <p:spPr>
          <a:xfrm rot="10800000" flipH="1">
            <a:off x="7213692" y="3146431"/>
            <a:ext cx="1" cy="490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组 95"/>
          <p:cNvGrpSpPr/>
          <p:nvPr/>
        </p:nvGrpSpPr>
        <p:grpSpPr>
          <a:xfrm>
            <a:off x="6690392" y="2099829"/>
            <a:ext cx="1046602" cy="1046602"/>
            <a:chOff x="2870710" y="1533586"/>
            <a:chExt cx="1046602" cy="1046602"/>
          </a:xfrm>
        </p:grpSpPr>
        <p:sp>
          <p:nvSpPr>
            <p:cNvPr id="99" name="矩形 98"/>
            <p:cNvSpPr/>
            <p:nvPr/>
          </p:nvSpPr>
          <p:spPr>
            <a:xfrm rot="10800000">
              <a:off x="2870710" y="1533586"/>
              <a:ext cx="1046602" cy="10466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0" name="组合 20"/>
            <p:cNvGrpSpPr/>
            <p:nvPr/>
          </p:nvGrpSpPr>
          <p:grpSpPr>
            <a:xfrm>
              <a:off x="3228397" y="1792057"/>
              <a:ext cx="331228" cy="51211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101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97" name="文本框 96"/>
          <p:cNvSpPr txBox="1"/>
          <p:nvPr/>
        </p:nvSpPr>
        <p:spPr>
          <a:xfrm>
            <a:off x="7801226" y="2458592"/>
            <a:ext cx="241367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000">
                <a:solidFill>
                  <a:srgbClr val="000000"/>
                </a:solidFill>
                <a:latin typeface="+mn-ea"/>
              </a:rPr>
              <a:t>修改。</a:t>
            </a: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7801226" y="2093896"/>
            <a:ext cx="1826142" cy="4124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pic>
        <p:nvPicPr>
          <p:cNvPr id="57" name="图片 56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4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第二部分 论文结构</a:t>
            </a:r>
          </a:p>
        </p:txBody>
      </p:sp>
      <p:grpSp>
        <p:nvGrpSpPr>
          <p:cNvPr id="8" name="组 7"/>
          <p:cNvGrpSpPr/>
          <p:nvPr/>
        </p:nvGrpSpPr>
        <p:grpSpPr>
          <a:xfrm>
            <a:off x="0" y="3148607"/>
            <a:ext cx="2928938" cy="464912"/>
            <a:chOff x="0" y="3194891"/>
            <a:chExt cx="3470313" cy="550844"/>
          </a:xfrm>
        </p:grpSpPr>
        <p:sp>
          <p:nvSpPr>
            <p:cNvPr id="3" name="矩形 2"/>
            <p:cNvSpPr/>
            <p:nvPr/>
          </p:nvSpPr>
          <p:spPr>
            <a:xfrm>
              <a:off x="0" y="3194891"/>
              <a:ext cx="3470313" cy="5508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 6"/>
            <p:cNvGrpSpPr/>
            <p:nvPr/>
          </p:nvGrpSpPr>
          <p:grpSpPr>
            <a:xfrm>
              <a:off x="2960005" y="3259331"/>
              <a:ext cx="421964" cy="421964"/>
              <a:chOff x="2960005" y="3259331"/>
              <a:chExt cx="421964" cy="421964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2960005" y="3259331"/>
                <a:ext cx="421964" cy="421964"/>
              </a:xfrm>
              <a:prstGeom prst="ellipse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" name="半闭框 5"/>
              <p:cNvSpPr/>
              <p:nvPr/>
            </p:nvSpPr>
            <p:spPr>
              <a:xfrm rot="8100000">
                <a:off x="3048216" y="3390379"/>
                <a:ext cx="168809" cy="168809"/>
              </a:xfrm>
              <a:prstGeom prst="halfFrame">
                <a:avLst>
                  <a:gd name="adj1" fmla="val 22875"/>
                  <a:gd name="adj2" fmla="val 22875"/>
                </a:avLst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8" name="文本框 67"/>
          <p:cNvSpPr txBox="1"/>
          <p:nvPr/>
        </p:nvSpPr>
        <p:spPr>
          <a:xfrm>
            <a:off x="288007" y="4193139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71" name="矩形 70"/>
          <p:cNvSpPr/>
          <p:nvPr/>
        </p:nvSpPr>
        <p:spPr>
          <a:xfrm>
            <a:off x="288007" y="3715054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grpSp>
        <p:nvGrpSpPr>
          <p:cNvPr id="86" name="组 85"/>
          <p:cNvGrpSpPr/>
          <p:nvPr/>
        </p:nvGrpSpPr>
        <p:grpSpPr>
          <a:xfrm>
            <a:off x="3087687" y="3148607"/>
            <a:ext cx="2928938" cy="464912"/>
            <a:chOff x="0" y="3194891"/>
            <a:chExt cx="3470313" cy="550844"/>
          </a:xfrm>
        </p:grpSpPr>
        <p:sp>
          <p:nvSpPr>
            <p:cNvPr id="87" name="矩形 86"/>
            <p:cNvSpPr/>
            <p:nvPr/>
          </p:nvSpPr>
          <p:spPr>
            <a:xfrm>
              <a:off x="0" y="3194891"/>
              <a:ext cx="3470313" cy="5508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88" name="组 87"/>
            <p:cNvGrpSpPr/>
            <p:nvPr/>
          </p:nvGrpSpPr>
          <p:grpSpPr>
            <a:xfrm>
              <a:off x="2960005" y="3259331"/>
              <a:ext cx="421964" cy="421964"/>
              <a:chOff x="2960005" y="3259331"/>
              <a:chExt cx="421964" cy="421964"/>
            </a:xfrm>
          </p:grpSpPr>
          <p:sp>
            <p:nvSpPr>
              <p:cNvPr id="89" name="椭圆 88"/>
              <p:cNvSpPr/>
              <p:nvPr/>
            </p:nvSpPr>
            <p:spPr>
              <a:xfrm>
                <a:off x="2960005" y="3259331"/>
                <a:ext cx="421964" cy="421964"/>
              </a:xfrm>
              <a:prstGeom prst="ellipse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" name="半闭框 89"/>
              <p:cNvSpPr/>
              <p:nvPr/>
            </p:nvSpPr>
            <p:spPr>
              <a:xfrm rot="8100000">
                <a:off x="3048216" y="3390379"/>
                <a:ext cx="168809" cy="168809"/>
              </a:xfrm>
              <a:prstGeom prst="halfFrame">
                <a:avLst>
                  <a:gd name="adj1" fmla="val 22875"/>
                  <a:gd name="adj2" fmla="val 22875"/>
                </a:avLst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2" name="文本框 91"/>
          <p:cNvSpPr txBox="1"/>
          <p:nvPr/>
        </p:nvSpPr>
        <p:spPr>
          <a:xfrm>
            <a:off x="3375694" y="1746687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93" name="矩形 92"/>
          <p:cNvSpPr/>
          <p:nvPr/>
        </p:nvSpPr>
        <p:spPr>
          <a:xfrm>
            <a:off x="3375694" y="1268602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grpSp>
        <p:nvGrpSpPr>
          <p:cNvPr id="112" name="组 111"/>
          <p:cNvGrpSpPr/>
          <p:nvPr/>
        </p:nvGrpSpPr>
        <p:grpSpPr>
          <a:xfrm>
            <a:off x="6175374" y="3148607"/>
            <a:ext cx="2928938" cy="464912"/>
            <a:chOff x="0" y="3194891"/>
            <a:chExt cx="3470313" cy="550844"/>
          </a:xfrm>
        </p:grpSpPr>
        <p:sp>
          <p:nvSpPr>
            <p:cNvPr id="115" name="矩形 114"/>
            <p:cNvSpPr/>
            <p:nvPr/>
          </p:nvSpPr>
          <p:spPr>
            <a:xfrm>
              <a:off x="0" y="3194891"/>
              <a:ext cx="3470313" cy="5508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16" name="组 115"/>
            <p:cNvGrpSpPr/>
            <p:nvPr/>
          </p:nvGrpSpPr>
          <p:grpSpPr>
            <a:xfrm>
              <a:off x="2960005" y="3259331"/>
              <a:ext cx="421964" cy="421964"/>
              <a:chOff x="2960005" y="3259331"/>
              <a:chExt cx="421964" cy="421964"/>
            </a:xfrm>
          </p:grpSpPr>
          <p:sp>
            <p:nvSpPr>
              <p:cNvPr id="117" name="椭圆 116"/>
              <p:cNvSpPr/>
              <p:nvPr/>
            </p:nvSpPr>
            <p:spPr>
              <a:xfrm>
                <a:off x="2960005" y="3259331"/>
                <a:ext cx="421964" cy="421964"/>
              </a:xfrm>
              <a:prstGeom prst="ellipse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8" name="半闭框 117"/>
              <p:cNvSpPr/>
              <p:nvPr/>
            </p:nvSpPr>
            <p:spPr>
              <a:xfrm rot="8100000">
                <a:off x="3048216" y="3390379"/>
                <a:ext cx="168809" cy="168809"/>
              </a:xfrm>
              <a:prstGeom prst="halfFrame">
                <a:avLst>
                  <a:gd name="adj1" fmla="val 22875"/>
                  <a:gd name="adj2" fmla="val 22875"/>
                </a:avLst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3" name="文本框 112"/>
          <p:cNvSpPr txBox="1"/>
          <p:nvPr/>
        </p:nvSpPr>
        <p:spPr>
          <a:xfrm>
            <a:off x="6463381" y="4193139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14" name="矩形 113"/>
          <p:cNvSpPr/>
          <p:nvPr/>
        </p:nvSpPr>
        <p:spPr>
          <a:xfrm>
            <a:off x="6463381" y="3715054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grpSp>
        <p:nvGrpSpPr>
          <p:cNvPr id="120" name="组 119"/>
          <p:cNvGrpSpPr/>
          <p:nvPr/>
        </p:nvGrpSpPr>
        <p:grpSpPr>
          <a:xfrm>
            <a:off x="9263062" y="3148607"/>
            <a:ext cx="2928938" cy="464912"/>
            <a:chOff x="0" y="3194891"/>
            <a:chExt cx="3470313" cy="550844"/>
          </a:xfrm>
        </p:grpSpPr>
        <p:sp>
          <p:nvSpPr>
            <p:cNvPr id="123" name="矩形 122"/>
            <p:cNvSpPr/>
            <p:nvPr/>
          </p:nvSpPr>
          <p:spPr>
            <a:xfrm>
              <a:off x="0" y="3194891"/>
              <a:ext cx="3470313" cy="5508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24" name="组 123"/>
            <p:cNvGrpSpPr/>
            <p:nvPr/>
          </p:nvGrpSpPr>
          <p:grpSpPr>
            <a:xfrm>
              <a:off x="2960005" y="3259331"/>
              <a:ext cx="421964" cy="421964"/>
              <a:chOff x="2960005" y="3259331"/>
              <a:chExt cx="421964" cy="421964"/>
            </a:xfrm>
          </p:grpSpPr>
          <p:sp>
            <p:nvSpPr>
              <p:cNvPr id="125" name="椭圆 124"/>
              <p:cNvSpPr/>
              <p:nvPr/>
            </p:nvSpPr>
            <p:spPr>
              <a:xfrm>
                <a:off x="2960005" y="3259331"/>
                <a:ext cx="421964" cy="421964"/>
              </a:xfrm>
              <a:prstGeom prst="ellipse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6" name="半闭框 125"/>
              <p:cNvSpPr/>
              <p:nvPr/>
            </p:nvSpPr>
            <p:spPr>
              <a:xfrm rot="8100000">
                <a:off x="3048216" y="3390379"/>
                <a:ext cx="168809" cy="168809"/>
              </a:xfrm>
              <a:prstGeom prst="halfFrame">
                <a:avLst>
                  <a:gd name="adj1" fmla="val 22875"/>
                  <a:gd name="adj2" fmla="val 22875"/>
                </a:avLst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21" name="文本框 120"/>
          <p:cNvSpPr txBox="1"/>
          <p:nvPr/>
        </p:nvSpPr>
        <p:spPr>
          <a:xfrm>
            <a:off x="9551069" y="1746687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22" name="矩形 121"/>
          <p:cNvSpPr/>
          <p:nvPr/>
        </p:nvSpPr>
        <p:spPr>
          <a:xfrm>
            <a:off x="9551069" y="1268602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pic>
        <p:nvPicPr>
          <p:cNvPr id="31" name="图片 30">
            <a:hlinkClick r:id="rId4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3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第二部分 论文结构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761618" y="1625600"/>
            <a:ext cx="2747256" cy="634978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600" b="1"/>
              <a:t>点击此处添加标题</a:t>
            </a:r>
            <a:endParaRPr lang="en-US" altLang="zh-CN" sz="1600" b="1" dirty="0"/>
          </a:p>
        </p:txBody>
      </p:sp>
      <p:sp>
        <p:nvSpPr>
          <p:cNvPr id="32" name="圆角矩形 31"/>
          <p:cNvSpPr/>
          <p:nvPr/>
        </p:nvSpPr>
        <p:spPr>
          <a:xfrm>
            <a:off x="3186525" y="2829160"/>
            <a:ext cx="2747256" cy="634978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33" name="圆角矩形 32"/>
          <p:cNvSpPr/>
          <p:nvPr/>
        </p:nvSpPr>
        <p:spPr>
          <a:xfrm>
            <a:off x="6258220" y="2829160"/>
            <a:ext cx="2747256" cy="634978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cxnSp>
        <p:nvCxnSpPr>
          <p:cNvPr id="10" name="肘形连接符 9"/>
          <p:cNvCxnSpPr>
            <a:stCxn id="5" idx="2"/>
            <a:endCxn id="32" idx="0"/>
          </p:cNvCxnSpPr>
          <p:nvPr/>
        </p:nvCxnSpPr>
        <p:spPr>
          <a:xfrm rot="5400000">
            <a:off x="5063409" y="1757322"/>
            <a:ext cx="568582" cy="157509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33" idx="0"/>
            <a:endCxn id="5" idx="2"/>
          </p:cNvCxnSpPr>
          <p:nvPr/>
        </p:nvCxnSpPr>
        <p:spPr>
          <a:xfrm rot="16200000" flipV="1">
            <a:off x="6599257" y="1796568"/>
            <a:ext cx="568582" cy="1496602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>
          <a:xfrm>
            <a:off x="869671" y="4116362"/>
            <a:ext cx="2289379" cy="634978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39" name="圆角矩形 38"/>
          <p:cNvSpPr/>
          <p:nvPr/>
        </p:nvSpPr>
        <p:spPr>
          <a:xfrm>
            <a:off x="3590764" y="4116362"/>
            <a:ext cx="2289379" cy="634978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40" name="圆角矩形 39"/>
          <p:cNvSpPr/>
          <p:nvPr/>
        </p:nvSpPr>
        <p:spPr>
          <a:xfrm>
            <a:off x="6311858" y="4116362"/>
            <a:ext cx="2289379" cy="634978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sp>
        <p:nvSpPr>
          <p:cNvPr id="41" name="圆角矩形 40"/>
          <p:cNvSpPr/>
          <p:nvPr/>
        </p:nvSpPr>
        <p:spPr>
          <a:xfrm>
            <a:off x="9032951" y="4116362"/>
            <a:ext cx="2289379" cy="634978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600" b="1" dirty="0"/>
              <a:t>点击此处添加标题</a:t>
            </a:r>
            <a:endParaRPr lang="en-US" altLang="zh-CN" sz="1600" b="1" dirty="0"/>
          </a:p>
        </p:txBody>
      </p:sp>
      <p:cxnSp>
        <p:nvCxnSpPr>
          <p:cNvPr id="14" name="肘形连接符 13"/>
          <p:cNvCxnSpPr>
            <a:stCxn id="32" idx="2"/>
            <a:endCxn id="38" idx="0"/>
          </p:cNvCxnSpPr>
          <p:nvPr/>
        </p:nvCxnSpPr>
        <p:spPr>
          <a:xfrm rot="5400000">
            <a:off x="2961147" y="2517354"/>
            <a:ext cx="652223" cy="2545792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32" idx="2"/>
            <a:endCxn id="39" idx="0"/>
          </p:cNvCxnSpPr>
          <p:nvPr/>
        </p:nvCxnSpPr>
        <p:spPr>
          <a:xfrm rot="16200000" flipH="1">
            <a:off x="4321692" y="3702600"/>
            <a:ext cx="652223" cy="17530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33" idx="2"/>
            <a:endCxn id="40" idx="0"/>
          </p:cNvCxnSpPr>
          <p:nvPr/>
        </p:nvCxnSpPr>
        <p:spPr>
          <a:xfrm rot="5400000">
            <a:off x="7218087" y="3702601"/>
            <a:ext cx="652223" cy="17530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33" idx="2"/>
            <a:endCxn id="41" idx="0"/>
          </p:cNvCxnSpPr>
          <p:nvPr/>
        </p:nvCxnSpPr>
        <p:spPr>
          <a:xfrm rot="16200000" flipH="1">
            <a:off x="8578634" y="2517353"/>
            <a:ext cx="652223" cy="254579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/>
          <p:cNvSpPr/>
          <p:nvPr/>
        </p:nvSpPr>
        <p:spPr>
          <a:xfrm>
            <a:off x="3590764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sp>
        <p:nvSpPr>
          <p:cNvPr id="55" name="圆角矩形 54"/>
          <p:cNvSpPr/>
          <p:nvPr/>
        </p:nvSpPr>
        <p:spPr>
          <a:xfrm>
            <a:off x="4797384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cxnSp>
        <p:nvCxnSpPr>
          <p:cNvPr id="23" name="肘形连接符 22"/>
          <p:cNvCxnSpPr>
            <a:stCxn id="39" idx="2"/>
            <a:endCxn id="52" idx="0"/>
          </p:cNvCxnSpPr>
          <p:nvPr/>
        </p:nvCxnSpPr>
        <p:spPr>
          <a:xfrm rot="5400000">
            <a:off x="4246299" y="4637108"/>
            <a:ext cx="374923" cy="60338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55" idx="0"/>
            <a:endCxn id="39" idx="2"/>
          </p:cNvCxnSpPr>
          <p:nvPr/>
        </p:nvCxnSpPr>
        <p:spPr>
          <a:xfrm rot="16200000" flipV="1">
            <a:off x="4849608" y="4637186"/>
            <a:ext cx="374923" cy="60323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877044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sp>
        <p:nvSpPr>
          <p:cNvPr id="63" name="圆角矩形 62"/>
          <p:cNvSpPr/>
          <p:nvPr/>
        </p:nvSpPr>
        <p:spPr>
          <a:xfrm>
            <a:off x="2083663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sp>
        <p:nvSpPr>
          <p:cNvPr id="64" name="圆角矩形 63"/>
          <p:cNvSpPr/>
          <p:nvPr/>
        </p:nvSpPr>
        <p:spPr>
          <a:xfrm>
            <a:off x="6311858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sp>
        <p:nvSpPr>
          <p:cNvPr id="65" name="圆角矩形 64"/>
          <p:cNvSpPr/>
          <p:nvPr/>
        </p:nvSpPr>
        <p:spPr>
          <a:xfrm>
            <a:off x="7518477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sp>
        <p:nvSpPr>
          <p:cNvPr id="66" name="圆角矩形 65"/>
          <p:cNvSpPr/>
          <p:nvPr/>
        </p:nvSpPr>
        <p:spPr>
          <a:xfrm>
            <a:off x="9032951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sp>
        <p:nvSpPr>
          <p:cNvPr id="67" name="圆角矩形 66"/>
          <p:cNvSpPr/>
          <p:nvPr/>
        </p:nvSpPr>
        <p:spPr>
          <a:xfrm>
            <a:off x="10239570" y="5126263"/>
            <a:ext cx="1082602" cy="554599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zh-CN" altLang="en-US" sz="1400" dirty="0"/>
              <a:t>标题</a:t>
            </a:r>
            <a:endParaRPr lang="en-US" altLang="zh-CN" sz="1400" dirty="0"/>
          </a:p>
        </p:txBody>
      </p:sp>
      <p:cxnSp>
        <p:nvCxnSpPr>
          <p:cNvPr id="29" name="肘形连接符 28"/>
          <p:cNvCxnSpPr>
            <a:stCxn id="38" idx="2"/>
            <a:endCxn id="62" idx="0"/>
          </p:cNvCxnSpPr>
          <p:nvPr/>
        </p:nvCxnSpPr>
        <p:spPr>
          <a:xfrm rot="5400000">
            <a:off x="1528892" y="4640795"/>
            <a:ext cx="374923" cy="596016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63" idx="0"/>
            <a:endCxn id="38" idx="2"/>
          </p:cNvCxnSpPr>
          <p:nvPr/>
        </p:nvCxnSpPr>
        <p:spPr>
          <a:xfrm rot="16200000" flipV="1">
            <a:off x="2132202" y="4633499"/>
            <a:ext cx="374923" cy="610604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64" idx="0"/>
            <a:endCxn id="40" idx="2"/>
          </p:cNvCxnSpPr>
          <p:nvPr/>
        </p:nvCxnSpPr>
        <p:spPr>
          <a:xfrm rot="5400000" flipH="1" flipV="1">
            <a:off x="6967392" y="4637108"/>
            <a:ext cx="374923" cy="60338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65" idx="0"/>
            <a:endCxn id="40" idx="2"/>
          </p:cNvCxnSpPr>
          <p:nvPr/>
        </p:nvCxnSpPr>
        <p:spPr>
          <a:xfrm rot="16200000" flipV="1">
            <a:off x="7570702" y="4637186"/>
            <a:ext cx="374923" cy="60323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66" idx="0"/>
            <a:endCxn id="41" idx="2"/>
          </p:cNvCxnSpPr>
          <p:nvPr/>
        </p:nvCxnSpPr>
        <p:spPr>
          <a:xfrm rot="5400000" flipH="1" flipV="1">
            <a:off x="9688485" y="4637108"/>
            <a:ext cx="374923" cy="60338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67" idx="0"/>
            <a:endCxn id="41" idx="2"/>
          </p:cNvCxnSpPr>
          <p:nvPr/>
        </p:nvCxnSpPr>
        <p:spPr>
          <a:xfrm rot="16200000" flipV="1">
            <a:off x="10291795" y="4637186"/>
            <a:ext cx="374923" cy="60323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0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第三部分</a:t>
            </a:r>
          </a:p>
        </p:txBody>
      </p:sp>
      <p:grpSp>
        <p:nvGrpSpPr>
          <p:cNvPr id="4" name="组 3"/>
          <p:cNvGrpSpPr/>
          <p:nvPr/>
        </p:nvGrpSpPr>
        <p:grpSpPr>
          <a:xfrm rot="10800000">
            <a:off x="7951621" y="2971802"/>
            <a:ext cx="1121228" cy="1121228"/>
            <a:chOff x="304801" y="304800"/>
            <a:chExt cx="1121228" cy="1121228"/>
          </a:xfrm>
        </p:grpSpPr>
        <p:sp>
          <p:nvSpPr>
            <p:cNvPr id="5" name="矩形 4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3157448" y="2100945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1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第三部分 研究方法</a:t>
            </a:r>
          </a:p>
        </p:txBody>
      </p:sp>
      <p:grpSp>
        <p:nvGrpSpPr>
          <p:cNvPr id="4" name="组 3"/>
          <p:cNvGrpSpPr/>
          <p:nvPr/>
        </p:nvGrpSpPr>
        <p:grpSpPr>
          <a:xfrm>
            <a:off x="634466" y="2812995"/>
            <a:ext cx="1496588" cy="1496588"/>
            <a:chOff x="634466" y="2699656"/>
            <a:chExt cx="1785258" cy="1785258"/>
          </a:xfrm>
        </p:grpSpPr>
        <p:sp>
          <p:nvSpPr>
            <p:cNvPr id="3" name="泪珠形 2"/>
            <p:cNvSpPr/>
            <p:nvPr/>
          </p:nvSpPr>
          <p:spPr>
            <a:xfrm rot="2700000">
              <a:off x="634466" y="2699656"/>
              <a:ext cx="1785258" cy="1785258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2" name="组合 20"/>
            <p:cNvGrpSpPr/>
            <p:nvPr/>
          </p:nvGrpSpPr>
          <p:grpSpPr>
            <a:xfrm>
              <a:off x="1268933" y="3193136"/>
              <a:ext cx="516324" cy="79829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44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" name="椭圆 5"/>
          <p:cNvSpPr/>
          <p:nvPr/>
        </p:nvSpPr>
        <p:spPr>
          <a:xfrm>
            <a:off x="2555902" y="3441163"/>
            <a:ext cx="240253" cy="240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2911048" y="3494049"/>
            <a:ext cx="134481" cy="134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3123976" y="3494049"/>
            <a:ext cx="134481" cy="134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572884" y="5026710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85" name="矩形 84"/>
          <p:cNvSpPr/>
          <p:nvPr/>
        </p:nvSpPr>
        <p:spPr>
          <a:xfrm>
            <a:off x="572884" y="4548625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grpSp>
        <p:nvGrpSpPr>
          <p:cNvPr id="90" name="组 89"/>
          <p:cNvGrpSpPr/>
          <p:nvPr/>
        </p:nvGrpSpPr>
        <p:grpSpPr>
          <a:xfrm>
            <a:off x="3452377" y="2812995"/>
            <a:ext cx="1496588" cy="1496588"/>
            <a:chOff x="634466" y="2699656"/>
            <a:chExt cx="1785258" cy="1785258"/>
          </a:xfrm>
        </p:grpSpPr>
        <p:sp>
          <p:nvSpPr>
            <p:cNvPr id="94" name="泪珠形 93"/>
            <p:cNvSpPr/>
            <p:nvPr/>
          </p:nvSpPr>
          <p:spPr>
            <a:xfrm rot="2700000">
              <a:off x="634466" y="2699656"/>
              <a:ext cx="1785258" cy="1785258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95" name="组合 20"/>
            <p:cNvGrpSpPr/>
            <p:nvPr/>
          </p:nvGrpSpPr>
          <p:grpSpPr>
            <a:xfrm>
              <a:off x="1268933" y="3193136"/>
              <a:ext cx="516324" cy="79829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96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91" name="椭圆 90"/>
          <p:cNvSpPr/>
          <p:nvPr/>
        </p:nvSpPr>
        <p:spPr>
          <a:xfrm>
            <a:off x="5373813" y="3441163"/>
            <a:ext cx="240253" cy="240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5728959" y="3494049"/>
            <a:ext cx="134481" cy="134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5941887" y="3494049"/>
            <a:ext cx="134481" cy="134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3390795" y="1377433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89" name="矩形 88"/>
          <p:cNvSpPr/>
          <p:nvPr/>
        </p:nvSpPr>
        <p:spPr>
          <a:xfrm>
            <a:off x="3390795" y="899348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grpSp>
        <p:nvGrpSpPr>
          <p:cNvPr id="103" name="组 102"/>
          <p:cNvGrpSpPr/>
          <p:nvPr/>
        </p:nvGrpSpPr>
        <p:grpSpPr>
          <a:xfrm>
            <a:off x="6270288" y="2812995"/>
            <a:ext cx="1496588" cy="1496588"/>
            <a:chOff x="634466" y="2699656"/>
            <a:chExt cx="1785258" cy="1785258"/>
          </a:xfrm>
        </p:grpSpPr>
        <p:sp>
          <p:nvSpPr>
            <p:cNvPr id="107" name="泪珠形 106"/>
            <p:cNvSpPr/>
            <p:nvPr/>
          </p:nvSpPr>
          <p:spPr>
            <a:xfrm rot="2700000">
              <a:off x="634466" y="2699656"/>
              <a:ext cx="1785258" cy="1785258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8" name="组合 20"/>
            <p:cNvGrpSpPr/>
            <p:nvPr/>
          </p:nvGrpSpPr>
          <p:grpSpPr>
            <a:xfrm>
              <a:off x="1268933" y="3193136"/>
              <a:ext cx="516324" cy="79829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109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4" name="椭圆 103"/>
          <p:cNvSpPr/>
          <p:nvPr/>
        </p:nvSpPr>
        <p:spPr>
          <a:xfrm>
            <a:off x="8191724" y="3441163"/>
            <a:ext cx="240253" cy="24025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8546870" y="3494049"/>
            <a:ext cx="134481" cy="134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椭圆 105"/>
          <p:cNvSpPr/>
          <p:nvPr/>
        </p:nvSpPr>
        <p:spPr>
          <a:xfrm>
            <a:off x="8759798" y="3494049"/>
            <a:ext cx="134481" cy="134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6208706" y="5026710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02" name="矩形 101"/>
          <p:cNvSpPr/>
          <p:nvPr/>
        </p:nvSpPr>
        <p:spPr>
          <a:xfrm>
            <a:off x="6208706" y="4548625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grpSp>
        <p:nvGrpSpPr>
          <p:cNvPr id="116" name="组 115"/>
          <p:cNvGrpSpPr/>
          <p:nvPr/>
        </p:nvGrpSpPr>
        <p:grpSpPr>
          <a:xfrm>
            <a:off x="9088199" y="2812995"/>
            <a:ext cx="1496588" cy="1496588"/>
            <a:chOff x="634466" y="2699656"/>
            <a:chExt cx="1785258" cy="1785258"/>
          </a:xfrm>
        </p:grpSpPr>
        <p:sp>
          <p:nvSpPr>
            <p:cNvPr id="120" name="泪珠形 119"/>
            <p:cNvSpPr/>
            <p:nvPr/>
          </p:nvSpPr>
          <p:spPr>
            <a:xfrm rot="2700000">
              <a:off x="634466" y="2699656"/>
              <a:ext cx="1785258" cy="1785258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21" name="组合 20"/>
            <p:cNvGrpSpPr/>
            <p:nvPr/>
          </p:nvGrpSpPr>
          <p:grpSpPr>
            <a:xfrm>
              <a:off x="1268933" y="3193136"/>
              <a:ext cx="516324" cy="798298"/>
              <a:chOff x="6257925" y="-9525"/>
              <a:chExt cx="1514475" cy="2341563"/>
            </a:xfrm>
            <a:solidFill>
              <a:schemeClr val="bg1"/>
            </a:solidFill>
          </p:grpSpPr>
          <p:sp>
            <p:nvSpPr>
              <p:cNvPr id="122" name="Freeform 6"/>
              <p:cNvSpPr>
                <a:spLocks/>
              </p:cNvSpPr>
              <p:nvPr/>
            </p:nvSpPr>
            <p:spPr bwMode="auto">
              <a:xfrm>
                <a:off x="6551613" y="-9525"/>
                <a:ext cx="484188" cy="327025"/>
              </a:xfrm>
              <a:custGeom>
                <a:avLst/>
                <a:gdLst>
                  <a:gd name="T0" fmla="*/ 25 w 652"/>
                  <a:gd name="T1" fmla="*/ 406 h 440"/>
                  <a:gd name="T2" fmla="*/ 25 w 652"/>
                  <a:gd name="T3" fmla="*/ 406 h 440"/>
                  <a:gd name="T4" fmla="*/ 98 w 652"/>
                  <a:gd name="T5" fmla="*/ 425 h 440"/>
                  <a:gd name="T6" fmla="*/ 618 w 652"/>
                  <a:gd name="T7" fmla="*/ 125 h 440"/>
                  <a:gd name="T8" fmla="*/ 637 w 652"/>
                  <a:gd name="T9" fmla="*/ 52 h 440"/>
                  <a:gd name="T10" fmla="*/ 626 w 652"/>
                  <a:gd name="T11" fmla="*/ 33 h 440"/>
                  <a:gd name="T12" fmla="*/ 554 w 652"/>
                  <a:gd name="T13" fmla="*/ 14 h 440"/>
                  <a:gd name="T14" fmla="*/ 34 w 652"/>
                  <a:gd name="T15" fmla="*/ 314 h 440"/>
                  <a:gd name="T16" fmla="*/ 14 w 652"/>
                  <a:gd name="T17" fmla="*/ 386 h 440"/>
                  <a:gd name="T18" fmla="*/ 25 w 652"/>
                  <a:gd name="T19" fmla="*/ 406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2" h="440">
                    <a:moveTo>
                      <a:pt x="25" y="406"/>
                    </a:moveTo>
                    <a:lnTo>
                      <a:pt x="25" y="406"/>
                    </a:lnTo>
                    <a:cubicBezTo>
                      <a:pt x="40" y="431"/>
                      <a:pt x="73" y="440"/>
                      <a:pt x="98" y="425"/>
                    </a:cubicBezTo>
                    <a:lnTo>
                      <a:pt x="618" y="125"/>
                    </a:lnTo>
                    <a:cubicBezTo>
                      <a:pt x="643" y="111"/>
                      <a:pt x="652" y="78"/>
                      <a:pt x="637" y="52"/>
                    </a:cubicBezTo>
                    <a:lnTo>
                      <a:pt x="626" y="33"/>
                    </a:lnTo>
                    <a:cubicBezTo>
                      <a:pt x="612" y="9"/>
                      <a:pt x="579" y="0"/>
                      <a:pt x="554" y="14"/>
                    </a:cubicBezTo>
                    <a:lnTo>
                      <a:pt x="34" y="314"/>
                    </a:lnTo>
                    <a:cubicBezTo>
                      <a:pt x="8" y="328"/>
                      <a:pt x="0" y="361"/>
                      <a:pt x="14" y="386"/>
                    </a:cubicBezTo>
                    <a:lnTo>
                      <a:pt x="25" y="406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7"/>
              <p:cNvSpPr>
                <a:spLocks noEditPoints="1"/>
              </p:cNvSpPr>
              <p:nvPr/>
            </p:nvSpPr>
            <p:spPr bwMode="auto">
              <a:xfrm>
                <a:off x="6257925" y="53975"/>
                <a:ext cx="1339850" cy="2278063"/>
              </a:xfrm>
              <a:custGeom>
                <a:avLst/>
                <a:gdLst>
                  <a:gd name="T0" fmla="*/ 404 w 1804"/>
                  <a:gd name="T1" fmla="*/ 2367 h 3072"/>
                  <a:gd name="T2" fmla="*/ 404 w 1804"/>
                  <a:gd name="T3" fmla="*/ 2367 h 3072"/>
                  <a:gd name="T4" fmla="*/ 550 w 1804"/>
                  <a:gd name="T5" fmla="*/ 2513 h 3072"/>
                  <a:gd name="T6" fmla="*/ 404 w 1804"/>
                  <a:gd name="T7" fmla="*/ 2659 h 3072"/>
                  <a:gd name="T8" fmla="*/ 259 w 1804"/>
                  <a:gd name="T9" fmla="*/ 2513 h 3072"/>
                  <a:gd name="T10" fmla="*/ 404 w 1804"/>
                  <a:gd name="T11" fmla="*/ 2367 h 3072"/>
                  <a:gd name="T12" fmla="*/ 29 w 1804"/>
                  <a:gd name="T13" fmla="*/ 2058 h 3072"/>
                  <a:gd name="T14" fmla="*/ 29 w 1804"/>
                  <a:gd name="T15" fmla="*/ 2058 h 3072"/>
                  <a:gd name="T16" fmla="*/ 29 w 1804"/>
                  <a:gd name="T17" fmla="*/ 2801 h 3072"/>
                  <a:gd name="T18" fmla="*/ 29 w 1804"/>
                  <a:gd name="T19" fmla="*/ 2952 h 3072"/>
                  <a:gd name="T20" fmla="*/ 29 w 1804"/>
                  <a:gd name="T21" fmla="*/ 3018 h 3072"/>
                  <a:gd name="T22" fmla="*/ 82 w 1804"/>
                  <a:gd name="T23" fmla="*/ 3072 h 3072"/>
                  <a:gd name="T24" fmla="*/ 1679 w 1804"/>
                  <a:gd name="T25" fmla="*/ 3072 h 3072"/>
                  <a:gd name="T26" fmla="*/ 1732 w 1804"/>
                  <a:gd name="T27" fmla="*/ 3018 h 3072"/>
                  <a:gd name="T28" fmla="*/ 1732 w 1804"/>
                  <a:gd name="T29" fmla="*/ 2801 h 3072"/>
                  <a:gd name="T30" fmla="*/ 1679 w 1804"/>
                  <a:gd name="T31" fmla="*/ 2747 h 3072"/>
                  <a:gd name="T32" fmla="*/ 871 w 1804"/>
                  <a:gd name="T33" fmla="*/ 2747 h 3072"/>
                  <a:gd name="T34" fmla="*/ 762 w 1804"/>
                  <a:gd name="T35" fmla="*/ 2347 h 3072"/>
                  <a:gd name="T36" fmla="*/ 313 w 1804"/>
                  <a:gd name="T37" fmla="*/ 2058 h 3072"/>
                  <a:gd name="T38" fmla="*/ 819 w 1804"/>
                  <a:gd name="T39" fmla="*/ 905 h 3072"/>
                  <a:gd name="T40" fmla="*/ 1178 w 1804"/>
                  <a:gd name="T41" fmla="*/ 1526 h 3072"/>
                  <a:gd name="T42" fmla="*/ 1163 w 1804"/>
                  <a:gd name="T43" fmla="*/ 1535 h 3072"/>
                  <a:gd name="T44" fmla="*/ 1143 w 1804"/>
                  <a:gd name="T45" fmla="*/ 1608 h 3072"/>
                  <a:gd name="T46" fmla="*/ 1216 w 1804"/>
                  <a:gd name="T47" fmla="*/ 1627 h 3072"/>
                  <a:gd name="T48" fmla="*/ 1282 w 1804"/>
                  <a:gd name="T49" fmla="*/ 1589 h 3072"/>
                  <a:gd name="T50" fmla="*/ 1442 w 1804"/>
                  <a:gd name="T51" fmla="*/ 1646 h 3072"/>
                  <a:gd name="T52" fmla="*/ 1673 w 1804"/>
                  <a:gd name="T53" fmla="*/ 1513 h 3072"/>
                  <a:gd name="T54" fmla="*/ 1703 w 1804"/>
                  <a:gd name="T55" fmla="*/ 1346 h 3072"/>
                  <a:gd name="T56" fmla="*/ 1769 w 1804"/>
                  <a:gd name="T57" fmla="*/ 1308 h 3072"/>
                  <a:gd name="T58" fmla="*/ 1789 w 1804"/>
                  <a:gd name="T59" fmla="*/ 1235 h 3072"/>
                  <a:gd name="T60" fmla="*/ 1716 w 1804"/>
                  <a:gd name="T61" fmla="*/ 1215 h 3072"/>
                  <a:gd name="T62" fmla="*/ 1701 w 1804"/>
                  <a:gd name="T63" fmla="*/ 1224 h 3072"/>
                  <a:gd name="T64" fmla="*/ 1145 w 1804"/>
                  <a:gd name="T65" fmla="*/ 261 h 3072"/>
                  <a:gd name="T66" fmla="*/ 1260 w 1804"/>
                  <a:gd name="T67" fmla="*/ 195 h 3072"/>
                  <a:gd name="T68" fmla="*/ 1280 w 1804"/>
                  <a:gd name="T69" fmla="*/ 122 h 3072"/>
                  <a:gd name="T70" fmla="*/ 1229 w 1804"/>
                  <a:gd name="T71" fmla="*/ 34 h 3072"/>
                  <a:gd name="T72" fmla="*/ 1156 w 1804"/>
                  <a:gd name="T73" fmla="*/ 15 h 3072"/>
                  <a:gd name="T74" fmla="*/ 403 w 1804"/>
                  <a:gd name="T75" fmla="*/ 450 h 3072"/>
                  <a:gd name="T76" fmla="*/ 383 w 1804"/>
                  <a:gd name="T77" fmla="*/ 522 h 3072"/>
                  <a:gd name="T78" fmla="*/ 434 w 1804"/>
                  <a:gd name="T79" fmla="*/ 610 h 3072"/>
                  <a:gd name="T80" fmla="*/ 507 w 1804"/>
                  <a:gd name="T81" fmla="*/ 630 h 3072"/>
                  <a:gd name="T82" fmla="*/ 622 w 1804"/>
                  <a:gd name="T83" fmla="*/ 564 h 3072"/>
                  <a:gd name="T84" fmla="*/ 711 w 1804"/>
                  <a:gd name="T85" fmla="*/ 718 h 3072"/>
                  <a:gd name="T86" fmla="*/ 29 w 1804"/>
                  <a:gd name="T87" fmla="*/ 2058 h 3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04" h="3072">
                    <a:moveTo>
                      <a:pt x="404" y="2367"/>
                    </a:moveTo>
                    <a:lnTo>
                      <a:pt x="404" y="2367"/>
                    </a:lnTo>
                    <a:cubicBezTo>
                      <a:pt x="485" y="2367"/>
                      <a:pt x="550" y="2432"/>
                      <a:pt x="550" y="2513"/>
                    </a:cubicBezTo>
                    <a:cubicBezTo>
                      <a:pt x="550" y="2593"/>
                      <a:pt x="485" y="2659"/>
                      <a:pt x="404" y="2659"/>
                    </a:cubicBezTo>
                    <a:cubicBezTo>
                      <a:pt x="324" y="2659"/>
                      <a:pt x="259" y="2593"/>
                      <a:pt x="259" y="2513"/>
                    </a:cubicBezTo>
                    <a:cubicBezTo>
                      <a:pt x="259" y="2432"/>
                      <a:pt x="324" y="2367"/>
                      <a:pt x="404" y="2367"/>
                    </a:cubicBezTo>
                    <a:close/>
                    <a:moveTo>
                      <a:pt x="29" y="2058"/>
                    </a:moveTo>
                    <a:lnTo>
                      <a:pt x="29" y="2058"/>
                    </a:lnTo>
                    <a:lnTo>
                      <a:pt x="29" y="2801"/>
                    </a:lnTo>
                    <a:lnTo>
                      <a:pt x="29" y="2952"/>
                    </a:lnTo>
                    <a:lnTo>
                      <a:pt x="29" y="3018"/>
                    </a:lnTo>
                    <a:cubicBezTo>
                      <a:pt x="29" y="3048"/>
                      <a:pt x="53" y="3072"/>
                      <a:pt x="82" y="3072"/>
                    </a:cubicBezTo>
                    <a:lnTo>
                      <a:pt x="1679" y="3072"/>
                    </a:lnTo>
                    <a:cubicBezTo>
                      <a:pt x="1708" y="3072"/>
                      <a:pt x="1732" y="3048"/>
                      <a:pt x="1732" y="3018"/>
                    </a:cubicBezTo>
                    <a:lnTo>
                      <a:pt x="1732" y="2801"/>
                    </a:lnTo>
                    <a:cubicBezTo>
                      <a:pt x="1732" y="2771"/>
                      <a:pt x="1708" y="2747"/>
                      <a:pt x="1679" y="2747"/>
                    </a:cubicBezTo>
                    <a:lnTo>
                      <a:pt x="871" y="2747"/>
                    </a:lnTo>
                    <a:cubicBezTo>
                      <a:pt x="872" y="2652"/>
                      <a:pt x="854" y="2509"/>
                      <a:pt x="762" y="2347"/>
                    </a:cubicBezTo>
                    <a:cubicBezTo>
                      <a:pt x="598" y="2058"/>
                      <a:pt x="313" y="2058"/>
                      <a:pt x="313" y="2058"/>
                    </a:cubicBezTo>
                    <a:cubicBezTo>
                      <a:pt x="349" y="1207"/>
                      <a:pt x="743" y="947"/>
                      <a:pt x="819" y="905"/>
                    </a:cubicBezTo>
                    <a:lnTo>
                      <a:pt x="1178" y="1526"/>
                    </a:lnTo>
                    <a:lnTo>
                      <a:pt x="1163" y="1535"/>
                    </a:lnTo>
                    <a:cubicBezTo>
                      <a:pt x="1137" y="1550"/>
                      <a:pt x="1128" y="1582"/>
                      <a:pt x="1143" y="1608"/>
                    </a:cubicBezTo>
                    <a:cubicBezTo>
                      <a:pt x="1158" y="1633"/>
                      <a:pt x="1191" y="1642"/>
                      <a:pt x="1216" y="1627"/>
                    </a:cubicBezTo>
                    <a:lnTo>
                      <a:pt x="1282" y="1589"/>
                    </a:lnTo>
                    <a:lnTo>
                      <a:pt x="1442" y="1646"/>
                    </a:lnTo>
                    <a:lnTo>
                      <a:pt x="1673" y="1513"/>
                    </a:lnTo>
                    <a:lnTo>
                      <a:pt x="1703" y="1346"/>
                    </a:lnTo>
                    <a:lnTo>
                      <a:pt x="1769" y="1308"/>
                    </a:lnTo>
                    <a:cubicBezTo>
                      <a:pt x="1795" y="1293"/>
                      <a:pt x="1804" y="1260"/>
                      <a:pt x="1789" y="1235"/>
                    </a:cubicBezTo>
                    <a:cubicBezTo>
                      <a:pt x="1774" y="1210"/>
                      <a:pt x="1741" y="1201"/>
                      <a:pt x="1716" y="1215"/>
                    </a:cubicBezTo>
                    <a:lnTo>
                      <a:pt x="1701" y="1224"/>
                    </a:lnTo>
                    <a:lnTo>
                      <a:pt x="1145" y="261"/>
                    </a:lnTo>
                    <a:lnTo>
                      <a:pt x="1260" y="195"/>
                    </a:lnTo>
                    <a:cubicBezTo>
                      <a:pt x="1286" y="180"/>
                      <a:pt x="1294" y="148"/>
                      <a:pt x="1280" y="122"/>
                    </a:cubicBezTo>
                    <a:lnTo>
                      <a:pt x="1229" y="34"/>
                    </a:lnTo>
                    <a:cubicBezTo>
                      <a:pt x="1214" y="9"/>
                      <a:pt x="1181" y="0"/>
                      <a:pt x="1156" y="15"/>
                    </a:cubicBezTo>
                    <a:lnTo>
                      <a:pt x="403" y="450"/>
                    </a:lnTo>
                    <a:cubicBezTo>
                      <a:pt x="377" y="464"/>
                      <a:pt x="368" y="497"/>
                      <a:pt x="383" y="522"/>
                    </a:cubicBezTo>
                    <a:lnTo>
                      <a:pt x="434" y="610"/>
                    </a:lnTo>
                    <a:cubicBezTo>
                      <a:pt x="449" y="636"/>
                      <a:pt x="481" y="645"/>
                      <a:pt x="507" y="630"/>
                    </a:cubicBezTo>
                    <a:lnTo>
                      <a:pt x="622" y="564"/>
                    </a:lnTo>
                    <a:lnTo>
                      <a:pt x="711" y="718"/>
                    </a:lnTo>
                    <a:cubicBezTo>
                      <a:pt x="0" y="1092"/>
                      <a:pt x="29" y="2058"/>
                      <a:pt x="29" y="205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8"/>
              <p:cNvSpPr>
                <a:spLocks/>
              </p:cNvSpPr>
              <p:nvPr/>
            </p:nvSpPr>
            <p:spPr bwMode="auto">
              <a:xfrm>
                <a:off x="7080250" y="1238250"/>
                <a:ext cx="692150" cy="438150"/>
              </a:xfrm>
              <a:custGeom>
                <a:avLst/>
                <a:gdLst>
                  <a:gd name="T0" fmla="*/ 15 w 931"/>
                  <a:gd name="T1" fmla="*/ 555 h 589"/>
                  <a:gd name="T2" fmla="*/ 15 w 931"/>
                  <a:gd name="T3" fmla="*/ 555 h 589"/>
                  <a:gd name="T4" fmla="*/ 15 w 931"/>
                  <a:gd name="T5" fmla="*/ 555 h 589"/>
                  <a:gd name="T6" fmla="*/ 88 w 931"/>
                  <a:gd name="T7" fmla="*/ 574 h 589"/>
                  <a:gd name="T8" fmla="*/ 897 w 931"/>
                  <a:gd name="T9" fmla="*/ 107 h 589"/>
                  <a:gd name="T10" fmla="*/ 916 w 931"/>
                  <a:gd name="T11" fmla="*/ 35 h 589"/>
                  <a:gd name="T12" fmla="*/ 916 w 931"/>
                  <a:gd name="T13" fmla="*/ 35 h 589"/>
                  <a:gd name="T14" fmla="*/ 843 w 931"/>
                  <a:gd name="T15" fmla="*/ 15 h 589"/>
                  <a:gd name="T16" fmla="*/ 35 w 931"/>
                  <a:gd name="T17" fmla="*/ 482 h 589"/>
                  <a:gd name="T18" fmla="*/ 15 w 931"/>
                  <a:gd name="T19" fmla="*/ 555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589">
                    <a:moveTo>
                      <a:pt x="15" y="555"/>
                    </a:moveTo>
                    <a:lnTo>
                      <a:pt x="15" y="555"/>
                    </a:lnTo>
                    <a:lnTo>
                      <a:pt x="15" y="555"/>
                    </a:lnTo>
                    <a:cubicBezTo>
                      <a:pt x="30" y="580"/>
                      <a:pt x="62" y="589"/>
                      <a:pt x="88" y="574"/>
                    </a:cubicBezTo>
                    <a:lnTo>
                      <a:pt x="897" y="107"/>
                    </a:lnTo>
                    <a:cubicBezTo>
                      <a:pt x="922" y="93"/>
                      <a:pt x="931" y="60"/>
                      <a:pt x="916" y="35"/>
                    </a:cubicBezTo>
                    <a:lnTo>
                      <a:pt x="916" y="35"/>
                    </a:lnTo>
                    <a:cubicBezTo>
                      <a:pt x="902" y="9"/>
                      <a:pt x="869" y="0"/>
                      <a:pt x="843" y="15"/>
                    </a:cubicBezTo>
                    <a:lnTo>
                      <a:pt x="35" y="482"/>
                    </a:lnTo>
                    <a:cubicBezTo>
                      <a:pt x="9" y="497"/>
                      <a:pt x="0" y="529"/>
                      <a:pt x="15" y="5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14" name="文本框 113"/>
          <p:cNvSpPr txBox="1"/>
          <p:nvPr/>
        </p:nvSpPr>
        <p:spPr>
          <a:xfrm>
            <a:off x="9026617" y="1377433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15" name="矩形 114"/>
          <p:cNvSpPr/>
          <p:nvPr/>
        </p:nvSpPr>
        <p:spPr>
          <a:xfrm>
            <a:off x="9026617" y="899348"/>
            <a:ext cx="2146505" cy="478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点击此处添加标题</a:t>
            </a:r>
            <a:endParaRPr lang="en-US" altLang="zh-CN" b="1" dirty="0"/>
          </a:p>
        </p:txBody>
      </p:sp>
      <p:pic>
        <p:nvPicPr>
          <p:cNvPr id="45" name="图片 44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3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第三部分 研究方法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79" y="1113752"/>
            <a:ext cx="4815422" cy="4815422"/>
          </a:xfrm>
          <a:prstGeom prst="rect">
            <a:avLst/>
          </a:prstGeom>
        </p:spPr>
      </p:pic>
      <p:grpSp>
        <p:nvGrpSpPr>
          <p:cNvPr id="5" name="组 4"/>
          <p:cNvGrpSpPr/>
          <p:nvPr/>
        </p:nvGrpSpPr>
        <p:grpSpPr>
          <a:xfrm>
            <a:off x="5944720" y="1404038"/>
            <a:ext cx="5463507" cy="1050549"/>
            <a:chOff x="5944721" y="1113752"/>
            <a:chExt cx="5463507" cy="1050549"/>
          </a:xfrm>
        </p:grpSpPr>
        <p:sp>
          <p:nvSpPr>
            <p:cNvPr id="48" name="文本框 47"/>
            <p:cNvSpPr txBox="1"/>
            <p:nvPr/>
          </p:nvSpPr>
          <p:spPr>
            <a:xfrm>
              <a:off x="5944721" y="1591837"/>
              <a:ext cx="5463507" cy="572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8-14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号字，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1.3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倍字间距。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5944722" y="1113752"/>
              <a:ext cx="2146505" cy="478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b="1" dirty="0"/>
                <a:t>点击此处添加标题</a:t>
              </a:r>
              <a:endParaRPr lang="en-US" altLang="zh-CN" b="1" dirty="0"/>
            </a:p>
          </p:txBody>
        </p:sp>
      </p:grpSp>
      <p:grpSp>
        <p:nvGrpSpPr>
          <p:cNvPr id="50" name="组 49"/>
          <p:cNvGrpSpPr/>
          <p:nvPr/>
        </p:nvGrpSpPr>
        <p:grpSpPr>
          <a:xfrm>
            <a:off x="5944720" y="2924410"/>
            <a:ext cx="5463507" cy="1050549"/>
            <a:chOff x="5944721" y="1113752"/>
            <a:chExt cx="5463507" cy="1050549"/>
          </a:xfrm>
        </p:grpSpPr>
        <p:sp>
          <p:nvSpPr>
            <p:cNvPr id="51" name="文本框 50"/>
            <p:cNvSpPr txBox="1"/>
            <p:nvPr/>
          </p:nvSpPr>
          <p:spPr>
            <a:xfrm>
              <a:off x="5944721" y="1591837"/>
              <a:ext cx="5463507" cy="572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8-14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号字，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1.3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倍字间距。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5944722" y="1113752"/>
              <a:ext cx="2146505" cy="478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b="1" dirty="0"/>
                <a:t>点击此处添加标题</a:t>
              </a:r>
              <a:endParaRPr lang="en-US" altLang="zh-CN" b="1" dirty="0"/>
            </a:p>
          </p:txBody>
        </p:sp>
      </p:grpSp>
      <p:grpSp>
        <p:nvGrpSpPr>
          <p:cNvPr id="53" name="组 52"/>
          <p:cNvGrpSpPr/>
          <p:nvPr/>
        </p:nvGrpSpPr>
        <p:grpSpPr>
          <a:xfrm>
            <a:off x="5944720" y="4444781"/>
            <a:ext cx="5463507" cy="1050549"/>
            <a:chOff x="5944721" y="1113752"/>
            <a:chExt cx="5463507" cy="1050549"/>
          </a:xfrm>
        </p:grpSpPr>
        <p:sp>
          <p:nvSpPr>
            <p:cNvPr id="54" name="文本框 53"/>
            <p:cNvSpPr txBox="1"/>
            <p:nvPr/>
          </p:nvSpPr>
          <p:spPr>
            <a:xfrm>
              <a:off x="5944721" y="1591837"/>
              <a:ext cx="5463507" cy="572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8-14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号字，</a:t>
              </a:r>
              <a:r>
                <a:rPr lang="en-US" altLang="zh-CN" sz="1200" dirty="0">
                  <a:solidFill>
                    <a:srgbClr val="000000"/>
                  </a:solidFill>
                  <a:latin typeface="+mn-ea"/>
                </a:rPr>
                <a:t>1.3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倍字间距。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5944722" y="1113752"/>
              <a:ext cx="2146505" cy="478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b="1" dirty="0"/>
                <a:t>点击此处添加标题</a:t>
              </a:r>
              <a:endParaRPr lang="en-US" altLang="zh-CN" b="1" dirty="0"/>
            </a:p>
          </p:txBody>
        </p:sp>
      </p:grpSp>
      <p:pic>
        <p:nvPicPr>
          <p:cNvPr id="13" name="图片 12">
            <a:hlinkClick r:id="rId5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8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第三部分 研究方法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685" b="48982"/>
          <a:stretch/>
        </p:blipFill>
        <p:spPr>
          <a:xfrm>
            <a:off x="0" y="3403663"/>
            <a:ext cx="12192000" cy="345433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817210" y="1692749"/>
            <a:ext cx="8557579" cy="932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pic>
        <p:nvPicPr>
          <p:cNvPr id="5" name="图片 4">
            <a:hlinkClick r:id="rId5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7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第四部分</a:t>
            </a:r>
          </a:p>
        </p:txBody>
      </p:sp>
      <p:grpSp>
        <p:nvGrpSpPr>
          <p:cNvPr id="4" name="组 3"/>
          <p:cNvGrpSpPr/>
          <p:nvPr/>
        </p:nvGrpSpPr>
        <p:grpSpPr>
          <a:xfrm rot="10800000">
            <a:off x="7951621" y="2971802"/>
            <a:ext cx="1121228" cy="1121228"/>
            <a:chOff x="304801" y="304800"/>
            <a:chExt cx="1121228" cy="1121228"/>
          </a:xfrm>
        </p:grpSpPr>
        <p:sp>
          <p:nvSpPr>
            <p:cNvPr id="5" name="矩形 4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3157448" y="2100945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7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第四部分 分析讨论</a:t>
            </a:r>
          </a:p>
        </p:txBody>
      </p:sp>
      <p:graphicFrame>
        <p:nvGraphicFramePr>
          <p:cNvPr id="3" name="图表 2"/>
          <p:cNvGraphicFramePr/>
          <p:nvPr>
            <p:extLst>
              <p:ext uri="{D42A27DB-BD31-4B8C-83A1-F6EECF244321}">
                <p14:modId xmlns:p14="http://schemas.microsoft.com/office/powerpoint/2010/main" val="134591281"/>
              </p:ext>
            </p:extLst>
          </p:nvPr>
        </p:nvGraphicFramePr>
        <p:xfrm>
          <a:off x="1799771" y="3802742"/>
          <a:ext cx="9260114" cy="2292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321631" y="1914634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5" name="矩形 4"/>
          <p:cNvSpPr/>
          <p:nvPr/>
        </p:nvSpPr>
        <p:spPr>
          <a:xfrm>
            <a:off x="1321631" y="1436549"/>
            <a:ext cx="2031325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98777" y="1914634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7" name="矩形 6"/>
          <p:cNvSpPr/>
          <p:nvPr/>
        </p:nvSpPr>
        <p:spPr>
          <a:xfrm>
            <a:off x="3798777" y="1436549"/>
            <a:ext cx="2031325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75923" y="1914634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3" name="矩形 12"/>
          <p:cNvSpPr/>
          <p:nvPr/>
        </p:nvSpPr>
        <p:spPr>
          <a:xfrm>
            <a:off x="6275923" y="1436549"/>
            <a:ext cx="2031325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53069" y="1914634"/>
            <a:ext cx="2308784" cy="136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5" name="矩形 14"/>
          <p:cNvSpPr/>
          <p:nvPr/>
        </p:nvSpPr>
        <p:spPr>
          <a:xfrm>
            <a:off x="8753069" y="1436549"/>
            <a:ext cx="2031325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pic>
        <p:nvPicPr>
          <p:cNvPr id="16" name="图片 15">
            <a:hlinkClick r:id="rId5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2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第四部分 分析讨论</a:t>
            </a: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1489001354"/>
              </p:ext>
            </p:extLst>
          </p:nvPr>
        </p:nvGraphicFramePr>
        <p:xfrm>
          <a:off x="1435759" y="1190354"/>
          <a:ext cx="3128936" cy="2778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845835" y="4595642"/>
            <a:ext cx="23087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984565" y="4117557"/>
            <a:ext cx="2031325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graphicFrame>
        <p:nvGraphicFramePr>
          <p:cNvPr id="21" name="图表 20"/>
          <p:cNvGraphicFramePr/>
          <p:nvPr>
            <p:extLst>
              <p:ext uri="{D42A27DB-BD31-4B8C-83A1-F6EECF244321}">
                <p14:modId xmlns:p14="http://schemas.microsoft.com/office/powerpoint/2010/main" val="953691761"/>
              </p:ext>
            </p:extLst>
          </p:nvPr>
        </p:nvGraphicFramePr>
        <p:xfrm>
          <a:off x="4564695" y="1190354"/>
          <a:ext cx="3128936" cy="2778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4974771" y="4595642"/>
            <a:ext cx="23087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23" name="矩形 22"/>
          <p:cNvSpPr/>
          <p:nvPr/>
        </p:nvSpPr>
        <p:spPr>
          <a:xfrm>
            <a:off x="5113501" y="4117557"/>
            <a:ext cx="2031325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graphicFrame>
        <p:nvGraphicFramePr>
          <p:cNvPr id="24" name="图表 23"/>
          <p:cNvGraphicFramePr/>
          <p:nvPr>
            <p:extLst>
              <p:ext uri="{D42A27DB-BD31-4B8C-83A1-F6EECF244321}">
                <p14:modId xmlns:p14="http://schemas.microsoft.com/office/powerpoint/2010/main" val="507578762"/>
              </p:ext>
            </p:extLst>
          </p:nvPr>
        </p:nvGraphicFramePr>
        <p:xfrm>
          <a:off x="7623425" y="1190354"/>
          <a:ext cx="3128936" cy="2778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8033501" y="4595642"/>
            <a:ext cx="23087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26" name="矩形 25"/>
          <p:cNvSpPr/>
          <p:nvPr/>
        </p:nvSpPr>
        <p:spPr>
          <a:xfrm>
            <a:off x="8172231" y="4117557"/>
            <a:ext cx="2031325" cy="4524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pic>
        <p:nvPicPr>
          <p:cNvPr id="12" name="图片 11">
            <a:hlinkClick r:id="rId7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0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第四部分 分析讨论</a:t>
            </a:r>
          </a:p>
        </p:txBody>
      </p:sp>
      <p:graphicFrame>
        <p:nvGraphicFramePr>
          <p:cNvPr id="3" name="图表 2"/>
          <p:cNvGraphicFramePr/>
          <p:nvPr>
            <p:extLst>
              <p:ext uri="{D42A27DB-BD31-4B8C-83A1-F6EECF244321}">
                <p14:modId xmlns:p14="http://schemas.microsoft.com/office/powerpoint/2010/main" val="222028828"/>
              </p:ext>
            </p:extLst>
          </p:nvPr>
        </p:nvGraphicFramePr>
        <p:xfrm>
          <a:off x="6385302" y="1053884"/>
          <a:ext cx="5076556" cy="5129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矩形 12"/>
          <p:cNvSpPr/>
          <p:nvPr/>
        </p:nvSpPr>
        <p:spPr>
          <a:xfrm>
            <a:off x="1135285" y="3335568"/>
            <a:ext cx="4289121" cy="177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135285" y="2195964"/>
            <a:ext cx="4288353" cy="89255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blipFill dpi="0" rotWithShape="1">
                  <a:blip r:embed="rId4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sz="4000" b="1" dirty="0">
              <a:blipFill dpi="0" rotWithShape="1">
                <a:blip r:embed="rId4"/>
                <a:srcRect/>
                <a:stretch>
                  <a:fillRect/>
                </a:stretch>
              </a:blipFill>
            </a:endParaRPr>
          </a:p>
        </p:txBody>
      </p:sp>
      <p:pic>
        <p:nvPicPr>
          <p:cNvPr id="6" name="图片 5">
            <a:hlinkClick r:id="rId5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6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主要结论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第五部分</a:t>
            </a:r>
          </a:p>
        </p:txBody>
      </p:sp>
      <p:grpSp>
        <p:nvGrpSpPr>
          <p:cNvPr id="4" name="组 3"/>
          <p:cNvGrpSpPr/>
          <p:nvPr/>
        </p:nvGrpSpPr>
        <p:grpSpPr>
          <a:xfrm rot="10800000">
            <a:off x="7951621" y="2971802"/>
            <a:ext cx="1121228" cy="1121228"/>
            <a:chOff x="304801" y="304800"/>
            <a:chExt cx="1121228" cy="1121228"/>
          </a:xfrm>
        </p:grpSpPr>
        <p:sp>
          <p:nvSpPr>
            <p:cNvPr id="5" name="矩形 4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3157448" y="2100945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9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第五部分 主要结论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685" b="48982"/>
          <a:stretch/>
        </p:blipFill>
        <p:spPr>
          <a:xfrm>
            <a:off x="3318610" y="3998561"/>
            <a:ext cx="8423939" cy="238673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318609" y="2015868"/>
            <a:ext cx="8423939" cy="1772793"/>
          </a:xfrm>
          <a:prstGeom prst="rect">
            <a:avLst/>
          </a:prstGeom>
        </p:spPr>
        <p:txBody>
          <a:bodyPr wrap="square" numCol="2" spcCol="18000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8" name="矩形 7"/>
          <p:cNvSpPr/>
          <p:nvPr/>
        </p:nvSpPr>
        <p:spPr>
          <a:xfrm>
            <a:off x="3318609" y="1258432"/>
            <a:ext cx="3057247" cy="652486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800" b="1" dirty="0">
                <a:blipFill dpi="0" rotWithShape="1">
                  <a:blip r:embed="rId5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sz="2800" b="1" dirty="0">
              <a:blipFill dpi="0" rotWithShape="1">
                <a:blip r:embed="rId5"/>
                <a:srcRect/>
                <a:stretch>
                  <a:fillRect/>
                </a:stretch>
              </a:blipFill>
            </a:endParaRPr>
          </a:p>
        </p:txBody>
      </p:sp>
      <p:pic>
        <p:nvPicPr>
          <p:cNvPr id="9" name="图片 8">
            <a:hlinkClick r:id="rId6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6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第五部分 主要结论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852" y="0"/>
            <a:ext cx="6914147" cy="6914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组 4"/>
          <p:cNvGrpSpPr/>
          <p:nvPr/>
        </p:nvGrpSpPr>
        <p:grpSpPr>
          <a:xfrm>
            <a:off x="1044885" y="1411705"/>
            <a:ext cx="7859772" cy="4700337"/>
            <a:chOff x="1044885" y="1411705"/>
            <a:chExt cx="7859772" cy="4700337"/>
          </a:xfrm>
        </p:grpSpPr>
        <p:sp>
          <p:nvSpPr>
            <p:cNvPr id="3" name="矩形 2"/>
            <p:cNvSpPr/>
            <p:nvPr/>
          </p:nvSpPr>
          <p:spPr>
            <a:xfrm>
              <a:off x="1044885" y="1411705"/>
              <a:ext cx="7859772" cy="47003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644980" y="3457073"/>
              <a:ext cx="6659581" cy="2052870"/>
            </a:xfrm>
            <a:prstGeom prst="rect">
              <a:avLst/>
            </a:prstGeom>
          </p:spPr>
          <p:txBody>
            <a:bodyPr wrap="square" numCol="1" spcCol="18000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8-14</a:t>
              </a: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号字，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1.3</a:t>
              </a: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倍字间距。标题数字等都可以通过点击和重新输入进行更改，顶部“开始”面板中可以对字体、字号、颜色、行距等进行修改。建议正文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8-14</a:t>
              </a: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号字，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1.3</a:t>
              </a: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倍字间距。标题数字等都可以通过点击和重新输入进行更改，顶部“开始”面板中可以对字体、字号、颜色、行距等进行修改。建议正文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8-14</a:t>
              </a: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号字，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1.3</a:t>
              </a:r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644980" y="2654968"/>
              <a:ext cx="3057247" cy="6524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</a:rPr>
                <a:t>点击此处添加标题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图片 7">
            <a:hlinkClick r:id="rId4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9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第五部分 主要结论</a:t>
            </a:r>
          </a:p>
        </p:txBody>
      </p:sp>
      <p:sp>
        <p:nvSpPr>
          <p:cNvPr id="3" name="矩形 2"/>
          <p:cNvSpPr/>
          <p:nvPr/>
        </p:nvSpPr>
        <p:spPr>
          <a:xfrm>
            <a:off x="856315" y="3335568"/>
            <a:ext cx="4289121" cy="177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8-14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号字，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1.3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倍字间距。</a:t>
            </a:r>
          </a:p>
        </p:txBody>
      </p:sp>
      <p:sp>
        <p:nvSpPr>
          <p:cNvPr id="4" name="矩形 3"/>
          <p:cNvSpPr/>
          <p:nvPr/>
        </p:nvSpPr>
        <p:spPr>
          <a:xfrm>
            <a:off x="856315" y="2195964"/>
            <a:ext cx="4288353" cy="89255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</a:rPr>
              <a:t>点击此处添加标题</a:t>
            </a:r>
            <a:endParaRPr lang="en-US" altLang="zh-CN" sz="4000" b="1" dirty="0">
              <a:blipFill dpi="0" rotWithShape="1">
                <a:blip r:embed="rId3"/>
                <a:srcRect/>
                <a:stretch>
                  <a:fillRect/>
                </a:stretch>
              </a:blip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435" y="623427"/>
            <a:ext cx="5424282" cy="54242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>
            <a:hlinkClick r:id="rId6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45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第六部分</a:t>
            </a:r>
          </a:p>
        </p:txBody>
      </p:sp>
      <p:grpSp>
        <p:nvGrpSpPr>
          <p:cNvPr id="4" name="组 3"/>
          <p:cNvGrpSpPr/>
          <p:nvPr/>
        </p:nvGrpSpPr>
        <p:grpSpPr>
          <a:xfrm rot="10800000">
            <a:off x="7951621" y="2971802"/>
            <a:ext cx="1121228" cy="1121228"/>
            <a:chOff x="304801" y="304800"/>
            <a:chExt cx="1121228" cy="1121228"/>
          </a:xfrm>
        </p:grpSpPr>
        <p:sp>
          <p:nvSpPr>
            <p:cNvPr id="5" name="矩形 4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 6"/>
          <p:cNvGrpSpPr/>
          <p:nvPr/>
        </p:nvGrpSpPr>
        <p:grpSpPr>
          <a:xfrm>
            <a:off x="3157448" y="2100945"/>
            <a:ext cx="1121228" cy="1121228"/>
            <a:chOff x="304801" y="304800"/>
            <a:chExt cx="1121228" cy="1121228"/>
          </a:xfrm>
        </p:grpSpPr>
        <p:sp>
          <p:nvSpPr>
            <p:cNvPr id="8" name="矩形 7"/>
            <p:cNvSpPr/>
            <p:nvPr userDrawn="1"/>
          </p:nvSpPr>
          <p:spPr>
            <a:xfrm>
              <a:off x="304801" y="304800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 rot="16200000">
              <a:off x="827315" y="-217714"/>
              <a:ext cx="76200" cy="11212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4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第六部分 参考文献</a:t>
            </a:r>
          </a:p>
        </p:txBody>
      </p:sp>
      <p:sp>
        <p:nvSpPr>
          <p:cNvPr id="9" name="矩形 8"/>
          <p:cNvSpPr/>
          <p:nvPr/>
        </p:nvSpPr>
        <p:spPr>
          <a:xfrm>
            <a:off x="650312" y="1445398"/>
            <a:ext cx="10891377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期刊类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[J].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刊名，出版年份，卷号（期号）：起止页码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专著类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报纸类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[N].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报纸名，出版日期（版次）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论文集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[C].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学位论文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[D].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出版地：保存者，出版年份：起始页码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研究报告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[R].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条例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颁布单位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条例名称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发布日期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8.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译著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原著作者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译者，译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pic>
        <p:nvPicPr>
          <p:cNvPr id="4" name="图片 3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感谢聆听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《</a:t>
            </a:r>
            <a:r>
              <a:rPr kumimoji="1" lang="zh-CN" altLang="en-US" dirty="0"/>
              <a:t>请在此处填写论文标题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答辩人：</a:t>
            </a:r>
            <a:r>
              <a:rPr kumimoji="1" lang="en-US" altLang="zh-CN" dirty="0"/>
              <a:t>JANE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</a:t>
            </a:r>
            <a:endParaRPr kumimoji="1" lang="zh-CN" altLang="en-US" dirty="0"/>
          </a:p>
          <a:p>
            <a:r>
              <a:rPr kumimoji="1" lang="zh-CN" altLang="en-US" dirty="0"/>
              <a:t>指导老师：</a:t>
            </a:r>
            <a:r>
              <a:rPr kumimoji="1" lang="en-US" altLang="zh-CN" dirty="0"/>
              <a:t>JOHN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</a:t>
            </a:r>
            <a:endParaRPr kumimoji="1" lang="zh-CN" altLang="en-US" dirty="0"/>
          </a:p>
        </p:txBody>
      </p:sp>
      <p:pic>
        <p:nvPicPr>
          <p:cNvPr id="5" name="图片 4">
            <a:hlinkClick r:id="rId3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11" y="6466791"/>
            <a:ext cx="1873178" cy="2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5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91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4" name="矩形 3"/>
          <p:cNvSpPr/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bg1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bg1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986478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99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bxmpuatq"/>
</p:tagLst>
</file>

<file path=ppt/theme/theme1.xml><?xml version="1.0" encoding="utf-8"?>
<a:theme xmlns:a="http://schemas.openxmlformats.org/drawingml/2006/main" name="模板页面">
  <a:themeElements>
    <a:clrScheme name="自定义 9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C3B1"/>
      </a:accent1>
      <a:accent2>
        <a:srgbClr val="3C4661"/>
      </a:accent2>
      <a:accent3>
        <a:srgbClr val="5D6C95"/>
      </a:accent3>
      <a:accent4>
        <a:srgbClr val="DB8962"/>
      </a:accent4>
      <a:accent5>
        <a:srgbClr val="AE9E8E"/>
      </a:accent5>
      <a:accent6>
        <a:srgbClr val="A07957"/>
      </a:accent6>
      <a:hlink>
        <a:srgbClr val="0563C1"/>
      </a:hlink>
      <a:folHlink>
        <a:srgbClr val="954F72"/>
      </a:folHlink>
    </a:clrScheme>
    <a:fontScheme name="自定义 43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1814</TotalTime>
  <Words>2517</Words>
  <Application>Microsoft Office PowerPoint</Application>
  <PresentationFormat>宽屏</PresentationFormat>
  <Paragraphs>159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宋体</vt:lpstr>
      <vt:lpstr>微软雅黑</vt:lpstr>
      <vt:lpstr>Arial</vt:lpstr>
      <vt:lpstr>Calibri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刘云轩</cp:lastModifiedBy>
  <cp:revision>96</cp:revision>
  <dcterms:created xsi:type="dcterms:W3CDTF">2015-08-18T02:51:41Z</dcterms:created>
  <dcterms:modified xsi:type="dcterms:W3CDTF">2016-06-27T07:38:46Z</dcterms:modified>
  <cp:category/>
</cp:coreProperties>
</file>